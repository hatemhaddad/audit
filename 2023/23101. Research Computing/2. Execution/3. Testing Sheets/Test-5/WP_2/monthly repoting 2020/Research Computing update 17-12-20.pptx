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61" r:id="rId3"/>
    <p:sldId id="292" r:id="rId4"/>
    <p:sldId id="283" r:id="rId5"/>
    <p:sldId id="284" r:id="rId6"/>
    <p:sldId id="297" r:id="rId7"/>
    <p:sldId id="298" r:id="rId8"/>
    <p:sldId id="289" r:id="rId9"/>
    <p:sldId id="286" r:id="rId10"/>
    <p:sldId id="287" r:id="rId11"/>
    <p:sldId id="293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2" autoAdjust="0"/>
    <p:restoredTop sz="86211" autoAdjust="0"/>
  </p:normalViewPr>
  <p:slideViewPr>
    <p:cSldViewPr snapToGrid="0" showGuides="1">
      <p:cViewPr varScale="1">
        <p:scale>
          <a:sx n="130" d="100"/>
          <a:sy n="130" d="100"/>
        </p:scale>
        <p:origin x="1944" y="1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12/17/20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dirty="0"/>
              <a:t>November</a:t>
            </a:r>
            <a:r>
              <a:rPr lang="en-US" noProof="0" dirty="0"/>
              <a:t>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PO has been issued, and awaiting delivery of hardware.</a:t>
            </a:r>
          </a:p>
          <a:p>
            <a:pPr lvl="1"/>
            <a:r>
              <a:rPr lang="en-US" sz="2400" dirty="0"/>
              <a:t>Expect deliver second to third week of December</a:t>
            </a:r>
          </a:p>
          <a:p>
            <a:pPr lvl="1"/>
            <a:r>
              <a:rPr lang="en-US" sz="2400" dirty="0"/>
              <a:t>HPC service planned to be up and running by early 2021</a:t>
            </a:r>
          </a:p>
          <a:p>
            <a:endParaRPr lang="en-US" sz="2400" dirty="0"/>
          </a:p>
          <a:p>
            <a:r>
              <a:rPr lang="en-US" sz="2400" dirty="0"/>
              <a:t>SAN HPC Cluster</a:t>
            </a:r>
          </a:p>
          <a:p>
            <a:pPr lvl="1"/>
            <a:r>
              <a:rPr lang="en-US" sz="2400" dirty="0"/>
              <a:t>SAN HPC cluster to be decommissioned by end of January 2021</a:t>
            </a:r>
          </a:p>
          <a:p>
            <a:pPr lvl="1"/>
            <a:r>
              <a:rPr lang="en-US" sz="2400" dirty="0"/>
              <a:t>Currently planning migration of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154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71A3C2EE-343A-5244-889A-179DD4CCB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4489"/>
            <a:ext cx="9906000" cy="53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 descr="Chart, bar chart, histogram&#10;&#10;Description automatically generated">
            <a:extLst>
              <a:ext uri="{FF2B5EF4-FFF2-40B4-BE49-F238E27FC236}">
                <a16:creationId xmlns:a16="http://schemas.microsoft.com/office/drawing/2014/main" id="{ECD12A3D-E644-D24B-BFC5-77F9CD185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396"/>
            <a:ext cx="9906000" cy="53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EA55FC70-15EC-3642-88F4-0A1593F9C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8733"/>
            <a:ext cx="9906000" cy="534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715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KU HPC  Group Utilization for October 2020.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Note that do not yet keep track of applications used automatically. This is a work in progress, and will be added to future reports.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CE840CE-8221-ED46-911B-4948E6CC68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126001"/>
              </p:ext>
            </p:extLst>
          </p:nvPr>
        </p:nvGraphicFramePr>
        <p:xfrm>
          <a:off x="1189703" y="1721721"/>
          <a:ext cx="6664018" cy="4843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Worksheet" r:id="rId4" imgW="8928100" imgH="6489700" progId="Excel.Sheet.12">
                  <p:embed/>
                </p:oleObj>
              </mc:Choice>
              <mc:Fallback>
                <p:oleObj name="Worksheet" r:id="rId4" imgW="8928100" imgH="6489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9703" y="1721721"/>
                        <a:ext cx="6664018" cy="48439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DA411D89-3C95-744A-BBA8-AC165DC43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0541"/>
            <a:ext cx="9906000" cy="547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A82-C916-2648-85B5-7D2A6E2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360D301-D239-C94C-AB00-01065A9D51DF}"/>
              </a:ext>
            </a:extLst>
          </p:cNvPr>
          <p:cNvSpPr txBox="1">
            <a:spLocks/>
          </p:cNvSpPr>
          <p:nvPr/>
        </p:nvSpPr>
        <p:spPr>
          <a:xfrm>
            <a:off x="469571" y="447676"/>
            <a:ext cx="8463393" cy="815095"/>
          </a:xfrm>
          <a:prstGeom prst="rect">
            <a:avLst/>
          </a:prstGeom>
        </p:spPr>
        <p:txBody>
          <a:bodyPr/>
          <a:lstStyle>
            <a:lvl1pPr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925" b="1" kern="1200" spc="4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Status of KPI’s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F2169C8-2F50-DF40-A17A-2305D9689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877416"/>
              </p:ext>
            </p:extLst>
          </p:nvPr>
        </p:nvGraphicFramePr>
        <p:xfrm>
          <a:off x="188157" y="929396"/>
          <a:ext cx="9717843" cy="59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Worksheet" r:id="rId3" imgW="10972800" imgH="8572500" progId="Excel.Sheet.12">
                  <p:embed/>
                </p:oleObj>
              </mc:Choice>
              <mc:Fallback>
                <p:oleObj name="Worksheet" r:id="rId3" imgW="10972800" imgH="8572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157" y="929396"/>
                        <a:ext cx="9717843" cy="5928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051738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199</Words>
  <Application>Microsoft Macintosh PowerPoint</Application>
  <PresentationFormat>A4 Paper (210x297 mm)</PresentationFormat>
  <Paragraphs>48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Resource Utilization</vt:lpstr>
      <vt:lpstr>KU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 Moghraby</dc:creator>
  <cp:lastModifiedBy>Dureid El Moghraby</cp:lastModifiedBy>
  <cp:revision>9</cp:revision>
  <dcterms:created xsi:type="dcterms:W3CDTF">2020-11-15T07:17:18Z</dcterms:created>
  <dcterms:modified xsi:type="dcterms:W3CDTF">2020-12-17T05:39:17Z</dcterms:modified>
</cp:coreProperties>
</file>