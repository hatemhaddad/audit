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71" r:id="rId5"/>
    <p:sldId id="278" r:id="rId6"/>
    <p:sldId id="272" r:id="rId7"/>
    <p:sldId id="277" r:id="rId8"/>
    <p:sldId id="273" r:id="rId9"/>
    <p:sldId id="276" r:id="rId10"/>
    <p:sldId id="274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14A"/>
    <a:srgbClr val="FFFFFF"/>
    <a:srgbClr val="D0CFCD"/>
    <a:srgbClr val="0047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912E7E-7AA9-46DD-AA38-40640B774CA6}" v="2" dt="2022-10-03T08:18:03.601"/>
  </p1510:revLst>
</p1510:revInfo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8" autoAdjust="0"/>
    <p:restoredTop sz="94613" autoAdjust="0"/>
  </p:normalViewPr>
  <p:slideViewPr>
    <p:cSldViewPr snapToGrid="0" showGuides="1">
      <p:cViewPr varScale="1">
        <p:scale>
          <a:sx n="113" d="100"/>
          <a:sy n="113" d="100"/>
        </p:scale>
        <p:origin x="138" y="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Brian Hall" userId="e6e93837-89b2-4a49-b3f7-93654dc8488e" providerId="ADAL" clId="{4A912E7E-7AA9-46DD-AA38-40640B774CA6}"/>
    <pc:docChg chg="custSel addSld delSld modSld">
      <pc:chgData name="Walter Brian Hall" userId="e6e93837-89b2-4a49-b3f7-93654dc8488e" providerId="ADAL" clId="{4A912E7E-7AA9-46DD-AA38-40640B774CA6}" dt="2022-10-03T08:18:08.017" v="1231" actId="47"/>
      <pc:docMkLst>
        <pc:docMk/>
      </pc:docMkLst>
      <pc:sldChg chg="del">
        <pc:chgData name="Walter Brian Hall" userId="e6e93837-89b2-4a49-b3f7-93654dc8488e" providerId="ADAL" clId="{4A912E7E-7AA9-46DD-AA38-40640B774CA6}" dt="2022-10-03T07:26:42.410" v="59" actId="47"/>
        <pc:sldMkLst>
          <pc:docMk/>
          <pc:sldMk cId="3568357586" sldId="260"/>
        </pc:sldMkLst>
      </pc:sldChg>
      <pc:sldChg chg="del">
        <pc:chgData name="Walter Brian Hall" userId="e6e93837-89b2-4a49-b3f7-93654dc8488e" providerId="ADAL" clId="{4A912E7E-7AA9-46DD-AA38-40640B774CA6}" dt="2022-10-03T07:26:42.410" v="59" actId="47"/>
        <pc:sldMkLst>
          <pc:docMk/>
          <pc:sldMk cId="537252680" sldId="261"/>
        </pc:sldMkLst>
      </pc:sldChg>
      <pc:sldChg chg="del">
        <pc:chgData name="Walter Brian Hall" userId="e6e93837-89b2-4a49-b3f7-93654dc8488e" providerId="ADAL" clId="{4A912E7E-7AA9-46DD-AA38-40640B774CA6}" dt="2022-10-03T07:26:42.410" v="59" actId="47"/>
        <pc:sldMkLst>
          <pc:docMk/>
          <pc:sldMk cId="1426654328" sldId="262"/>
        </pc:sldMkLst>
      </pc:sldChg>
      <pc:sldChg chg="del">
        <pc:chgData name="Walter Brian Hall" userId="e6e93837-89b2-4a49-b3f7-93654dc8488e" providerId="ADAL" clId="{4A912E7E-7AA9-46DD-AA38-40640B774CA6}" dt="2022-10-03T07:26:42.410" v="59" actId="47"/>
        <pc:sldMkLst>
          <pc:docMk/>
          <pc:sldMk cId="193376356" sldId="263"/>
        </pc:sldMkLst>
      </pc:sldChg>
      <pc:sldChg chg="del">
        <pc:chgData name="Walter Brian Hall" userId="e6e93837-89b2-4a49-b3f7-93654dc8488e" providerId="ADAL" clId="{4A912E7E-7AA9-46DD-AA38-40640B774CA6}" dt="2022-10-03T07:26:42.410" v="59" actId="47"/>
        <pc:sldMkLst>
          <pc:docMk/>
          <pc:sldMk cId="2941838684" sldId="264"/>
        </pc:sldMkLst>
      </pc:sldChg>
      <pc:sldChg chg="del">
        <pc:chgData name="Walter Brian Hall" userId="e6e93837-89b2-4a49-b3f7-93654dc8488e" providerId="ADAL" clId="{4A912E7E-7AA9-46DD-AA38-40640B774CA6}" dt="2022-10-03T07:26:42.410" v="59" actId="47"/>
        <pc:sldMkLst>
          <pc:docMk/>
          <pc:sldMk cId="3246973160" sldId="265"/>
        </pc:sldMkLst>
      </pc:sldChg>
      <pc:sldChg chg="del">
        <pc:chgData name="Walter Brian Hall" userId="e6e93837-89b2-4a49-b3f7-93654dc8488e" providerId="ADAL" clId="{4A912E7E-7AA9-46DD-AA38-40640B774CA6}" dt="2022-10-03T07:26:42.410" v="59" actId="47"/>
        <pc:sldMkLst>
          <pc:docMk/>
          <pc:sldMk cId="3954509969" sldId="266"/>
        </pc:sldMkLst>
      </pc:sldChg>
      <pc:sldChg chg="del">
        <pc:chgData name="Walter Brian Hall" userId="e6e93837-89b2-4a49-b3f7-93654dc8488e" providerId="ADAL" clId="{4A912E7E-7AA9-46DD-AA38-40640B774CA6}" dt="2022-10-03T07:26:42.410" v="59" actId="47"/>
        <pc:sldMkLst>
          <pc:docMk/>
          <pc:sldMk cId="2327630848" sldId="267"/>
        </pc:sldMkLst>
      </pc:sldChg>
      <pc:sldChg chg="modSp mod">
        <pc:chgData name="Walter Brian Hall" userId="e6e93837-89b2-4a49-b3f7-93654dc8488e" providerId="ADAL" clId="{4A912E7E-7AA9-46DD-AA38-40640B774CA6}" dt="2022-10-03T07:26:34.546" v="58" actId="20577"/>
        <pc:sldMkLst>
          <pc:docMk/>
          <pc:sldMk cId="3198639524" sldId="271"/>
        </pc:sldMkLst>
        <pc:spChg chg="mod">
          <ac:chgData name="Walter Brian Hall" userId="e6e93837-89b2-4a49-b3f7-93654dc8488e" providerId="ADAL" clId="{4A912E7E-7AA9-46DD-AA38-40640B774CA6}" dt="2022-10-03T07:26:16.750" v="28" actId="20577"/>
          <ac:spMkLst>
            <pc:docMk/>
            <pc:sldMk cId="3198639524" sldId="271"/>
            <ac:spMk id="2" creationId="{6BB43ABC-9A46-4327-BF74-FE0C643DC4CF}"/>
          </ac:spMkLst>
        </pc:spChg>
        <pc:spChg chg="mod">
          <ac:chgData name="Walter Brian Hall" userId="e6e93837-89b2-4a49-b3f7-93654dc8488e" providerId="ADAL" clId="{4A912E7E-7AA9-46DD-AA38-40640B774CA6}" dt="2022-10-03T07:26:25.206" v="42" actId="20577"/>
          <ac:spMkLst>
            <pc:docMk/>
            <pc:sldMk cId="3198639524" sldId="271"/>
            <ac:spMk id="3" creationId="{C0FC7021-FB77-4D35-AE1D-A857D1A422CD}"/>
          </ac:spMkLst>
        </pc:spChg>
        <pc:spChg chg="mod">
          <ac:chgData name="Walter Brian Hall" userId="e6e93837-89b2-4a49-b3f7-93654dc8488e" providerId="ADAL" clId="{4A912E7E-7AA9-46DD-AA38-40640B774CA6}" dt="2022-10-03T07:26:34.546" v="58" actId="20577"/>
          <ac:spMkLst>
            <pc:docMk/>
            <pc:sldMk cId="3198639524" sldId="271"/>
            <ac:spMk id="4" creationId="{4D96F05C-E8E5-40A0-96E2-70DA59031E10}"/>
          </ac:spMkLst>
        </pc:spChg>
      </pc:sldChg>
      <pc:sldChg chg="addSp modSp new mod">
        <pc:chgData name="Walter Brian Hall" userId="e6e93837-89b2-4a49-b3f7-93654dc8488e" providerId="ADAL" clId="{4A912E7E-7AA9-46DD-AA38-40640B774CA6}" dt="2022-10-03T07:56:01.308" v="406" actId="121"/>
        <pc:sldMkLst>
          <pc:docMk/>
          <pc:sldMk cId="1082120742" sldId="272"/>
        </pc:sldMkLst>
        <pc:spChg chg="mod">
          <ac:chgData name="Walter Brian Hall" userId="e6e93837-89b2-4a49-b3f7-93654dc8488e" providerId="ADAL" clId="{4A912E7E-7AA9-46DD-AA38-40640B774CA6}" dt="2022-10-03T07:27:04.537" v="78" actId="20577"/>
          <ac:spMkLst>
            <pc:docMk/>
            <pc:sldMk cId="1082120742" sldId="272"/>
            <ac:spMk id="2" creationId="{CC1FAA78-A3A9-BDC3-9298-B7E8D808ABFA}"/>
          </ac:spMkLst>
        </pc:spChg>
        <pc:spChg chg="mod">
          <ac:chgData name="Walter Brian Hall" userId="e6e93837-89b2-4a49-b3f7-93654dc8488e" providerId="ADAL" clId="{4A912E7E-7AA9-46DD-AA38-40640B774CA6}" dt="2022-10-03T07:51:38.710" v="316" actId="20577"/>
          <ac:spMkLst>
            <pc:docMk/>
            <pc:sldMk cId="1082120742" sldId="272"/>
            <ac:spMk id="3" creationId="{AE97756F-AD15-138A-6FE5-41844F3EB5E4}"/>
          </ac:spMkLst>
        </pc:spChg>
        <pc:graphicFrameChg chg="add mod modGraphic">
          <ac:chgData name="Walter Brian Hall" userId="e6e93837-89b2-4a49-b3f7-93654dc8488e" providerId="ADAL" clId="{4A912E7E-7AA9-46DD-AA38-40640B774CA6}" dt="2022-10-03T07:56:01.308" v="406" actId="121"/>
          <ac:graphicFrameMkLst>
            <pc:docMk/>
            <pc:sldMk cId="1082120742" sldId="272"/>
            <ac:graphicFrameMk id="7" creationId="{FD952348-DA43-A6DE-4182-7C5954CF8C4E}"/>
          </ac:graphicFrameMkLst>
        </pc:graphicFrameChg>
      </pc:sldChg>
      <pc:sldChg chg="del">
        <pc:chgData name="Walter Brian Hall" userId="e6e93837-89b2-4a49-b3f7-93654dc8488e" providerId="ADAL" clId="{4A912E7E-7AA9-46DD-AA38-40640B774CA6}" dt="2022-10-03T07:26:42.410" v="59" actId="47"/>
        <pc:sldMkLst>
          <pc:docMk/>
          <pc:sldMk cId="1770842989" sldId="272"/>
        </pc:sldMkLst>
      </pc:sldChg>
      <pc:sldChg chg="del">
        <pc:chgData name="Walter Brian Hall" userId="e6e93837-89b2-4a49-b3f7-93654dc8488e" providerId="ADAL" clId="{4A912E7E-7AA9-46DD-AA38-40640B774CA6}" dt="2022-10-03T07:26:42.410" v="59" actId="47"/>
        <pc:sldMkLst>
          <pc:docMk/>
          <pc:sldMk cId="1868719744" sldId="273"/>
        </pc:sldMkLst>
      </pc:sldChg>
      <pc:sldChg chg="addSp modSp add mod">
        <pc:chgData name="Walter Brian Hall" userId="e6e93837-89b2-4a49-b3f7-93654dc8488e" providerId="ADAL" clId="{4A912E7E-7AA9-46DD-AA38-40640B774CA6}" dt="2022-10-03T08:12:44.640" v="862" actId="1076"/>
        <pc:sldMkLst>
          <pc:docMk/>
          <pc:sldMk cId="3265323714" sldId="273"/>
        </pc:sldMkLst>
        <pc:spChg chg="mod">
          <ac:chgData name="Walter Brian Hall" userId="e6e93837-89b2-4a49-b3f7-93654dc8488e" providerId="ADAL" clId="{4A912E7E-7AA9-46DD-AA38-40640B774CA6}" dt="2022-10-03T07:28:01.698" v="113" actId="20577"/>
          <ac:spMkLst>
            <pc:docMk/>
            <pc:sldMk cId="3265323714" sldId="273"/>
            <ac:spMk id="2" creationId="{CC1FAA78-A3A9-BDC3-9298-B7E8D808ABFA}"/>
          </ac:spMkLst>
        </pc:spChg>
        <pc:spChg chg="mod">
          <ac:chgData name="Walter Brian Hall" userId="e6e93837-89b2-4a49-b3f7-93654dc8488e" providerId="ADAL" clId="{4A912E7E-7AA9-46DD-AA38-40640B774CA6}" dt="2022-10-03T08:12:16.513" v="857" actId="20577"/>
          <ac:spMkLst>
            <pc:docMk/>
            <pc:sldMk cId="3265323714" sldId="273"/>
            <ac:spMk id="3" creationId="{AE97756F-AD15-138A-6FE5-41844F3EB5E4}"/>
          </ac:spMkLst>
        </pc:spChg>
        <pc:picChg chg="add mod">
          <ac:chgData name="Walter Brian Hall" userId="e6e93837-89b2-4a49-b3f7-93654dc8488e" providerId="ADAL" clId="{4A912E7E-7AA9-46DD-AA38-40640B774CA6}" dt="2022-10-03T08:12:44.640" v="862" actId="1076"/>
          <ac:picMkLst>
            <pc:docMk/>
            <pc:sldMk cId="3265323714" sldId="273"/>
            <ac:picMk id="8" creationId="{59DB507E-C29A-DD20-95F8-FA95A4DA6841}"/>
          </ac:picMkLst>
        </pc:picChg>
      </pc:sldChg>
      <pc:sldChg chg="modSp add mod">
        <pc:chgData name="Walter Brian Hall" userId="e6e93837-89b2-4a49-b3f7-93654dc8488e" providerId="ADAL" clId="{4A912E7E-7AA9-46DD-AA38-40640B774CA6}" dt="2022-10-03T08:18:03.581" v="1230" actId="20577"/>
        <pc:sldMkLst>
          <pc:docMk/>
          <pc:sldMk cId="1720754968" sldId="274"/>
        </pc:sldMkLst>
        <pc:spChg chg="mod">
          <ac:chgData name="Walter Brian Hall" userId="e6e93837-89b2-4a49-b3f7-93654dc8488e" providerId="ADAL" clId="{4A912E7E-7AA9-46DD-AA38-40640B774CA6}" dt="2022-10-03T07:28:24.381" v="142" actId="20577"/>
          <ac:spMkLst>
            <pc:docMk/>
            <pc:sldMk cId="1720754968" sldId="274"/>
            <ac:spMk id="2" creationId="{CC1FAA78-A3A9-BDC3-9298-B7E8D808ABFA}"/>
          </ac:spMkLst>
        </pc:spChg>
        <pc:spChg chg="mod">
          <ac:chgData name="Walter Brian Hall" userId="e6e93837-89b2-4a49-b3f7-93654dc8488e" providerId="ADAL" clId="{4A912E7E-7AA9-46DD-AA38-40640B774CA6}" dt="2022-10-03T08:18:03.581" v="1230" actId="20577"/>
          <ac:spMkLst>
            <pc:docMk/>
            <pc:sldMk cId="1720754968" sldId="274"/>
            <ac:spMk id="3" creationId="{AE97756F-AD15-138A-6FE5-41844F3EB5E4}"/>
          </ac:spMkLst>
        </pc:spChg>
      </pc:sldChg>
      <pc:sldChg chg="add del">
        <pc:chgData name="Walter Brian Hall" userId="e6e93837-89b2-4a49-b3f7-93654dc8488e" providerId="ADAL" clId="{4A912E7E-7AA9-46DD-AA38-40640B774CA6}" dt="2022-10-03T08:18:08.017" v="1231" actId="47"/>
        <pc:sldMkLst>
          <pc:docMk/>
          <pc:sldMk cId="550054554" sldId="275"/>
        </pc:sldMkLst>
      </pc:sldChg>
      <pc:sldChg chg="modSp add mod">
        <pc:chgData name="Walter Brian Hall" userId="e6e93837-89b2-4a49-b3f7-93654dc8488e" providerId="ADAL" clId="{4A912E7E-7AA9-46DD-AA38-40640B774CA6}" dt="2022-10-03T08:13:12.875" v="867" actId="1076"/>
        <pc:sldMkLst>
          <pc:docMk/>
          <pc:sldMk cId="1325751939" sldId="276"/>
        </pc:sldMkLst>
        <pc:spChg chg="mod">
          <ac:chgData name="Walter Brian Hall" userId="e6e93837-89b2-4a49-b3f7-93654dc8488e" providerId="ADAL" clId="{4A912E7E-7AA9-46DD-AA38-40640B774CA6}" dt="2022-10-03T08:13:01.295" v="864" actId="6549"/>
          <ac:spMkLst>
            <pc:docMk/>
            <pc:sldMk cId="1325751939" sldId="276"/>
            <ac:spMk id="3" creationId="{AE97756F-AD15-138A-6FE5-41844F3EB5E4}"/>
          </ac:spMkLst>
        </pc:spChg>
        <pc:picChg chg="mod">
          <ac:chgData name="Walter Brian Hall" userId="e6e93837-89b2-4a49-b3f7-93654dc8488e" providerId="ADAL" clId="{4A912E7E-7AA9-46DD-AA38-40640B774CA6}" dt="2022-10-03T08:13:12.875" v="867" actId="1076"/>
          <ac:picMkLst>
            <pc:docMk/>
            <pc:sldMk cId="1325751939" sldId="276"/>
            <ac:picMk id="8" creationId="{59DB507E-C29A-DD20-95F8-FA95A4DA68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11500" b="1" spc="-100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11500" b="1" spc="-1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khalifa.primo.exlibrisgroup.com/discovery/search?vid=971KUOSTAR_INST:KU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ia.kaust.edu.sa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043" y="2004350"/>
            <a:ext cx="8911389" cy="17145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Library Committee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043" y="3756950"/>
            <a:ext cx="8911390" cy="1247775"/>
          </a:xfrm>
        </p:spPr>
        <p:txBody>
          <a:bodyPr/>
          <a:lstStyle/>
          <a:p>
            <a:pPr algn="l"/>
            <a:r>
              <a:rPr lang="en-US" dirty="0"/>
              <a:t>Fall 2022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043" y="5490499"/>
            <a:ext cx="6730165" cy="314325"/>
          </a:xfrm>
        </p:spPr>
        <p:txBody>
          <a:bodyPr/>
          <a:lstStyle/>
          <a:p>
            <a:pPr algn="l"/>
            <a:r>
              <a:rPr lang="en-US" dirty="0"/>
              <a:t>03 October 2022</a:t>
            </a:r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Approval of </a:t>
            </a:r>
            <a:r>
              <a:rPr lang="en-US" dirty="0" smtClean="0"/>
              <a:t>Minutes</a:t>
            </a:r>
          </a:p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6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AA78-A3A9-BDC3-9298-B7E8D808A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Access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7756F-AD15-138A-6FE5-41844F3E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PLOS for 2022</a:t>
            </a:r>
          </a:p>
          <a:p>
            <a:r>
              <a:rPr lang="en-US" dirty="0"/>
              <a:t>Negotiating contracts for additional publishers, beginning January 2023</a:t>
            </a:r>
          </a:p>
          <a:p>
            <a:r>
              <a:rPr lang="en-US" dirty="0"/>
              <a:t>Added additional funds for ACS &amp; Wiley for 2022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66CB-C86D-ABA3-DD51-4D54786F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1900A-5D6D-0F82-0944-1FD4BB6C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AD664-D369-DD57-4E32-AE78A34C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D952348-DA43-A6DE-4182-7C5954CF8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076797"/>
              </p:ext>
            </p:extLst>
          </p:nvPr>
        </p:nvGraphicFramePr>
        <p:xfrm>
          <a:off x="1362074" y="3505199"/>
          <a:ext cx="9636126" cy="18542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606021">
                  <a:extLst>
                    <a:ext uri="{9D8B030D-6E8A-4147-A177-3AD203B41FA5}">
                      <a16:colId xmlns:a16="http://schemas.microsoft.com/office/drawing/2014/main" val="3071564454"/>
                    </a:ext>
                  </a:extLst>
                </a:gridCol>
                <a:gridCol w="1606021">
                  <a:extLst>
                    <a:ext uri="{9D8B030D-6E8A-4147-A177-3AD203B41FA5}">
                      <a16:colId xmlns:a16="http://schemas.microsoft.com/office/drawing/2014/main" val="310861878"/>
                    </a:ext>
                  </a:extLst>
                </a:gridCol>
                <a:gridCol w="1606021">
                  <a:extLst>
                    <a:ext uri="{9D8B030D-6E8A-4147-A177-3AD203B41FA5}">
                      <a16:colId xmlns:a16="http://schemas.microsoft.com/office/drawing/2014/main" val="1991341564"/>
                    </a:ext>
                  </a:extLst>
                </a:gridCol>
                <a:gridCol w="1606021">
                  <a:extLst>
                    <a:ext uri="{9D8B030D-6E8A-4147-A177-3AD203B41FA5}">
                      <a16:colId xmlns:a16="http://schemas.microsoft.com/office/drawing/2014/main" val="376482394"/>
                    </a:ext>
                  </a:extLst>
                </a:gridCol>
                <a:gridCol w="1606021">
                  <a:extLst>
                    <a:ext uri="{9D8B030D-6E8A-4147-A177-3AD203B41FA5}">
                      <a16:colId xmlns:a16="http://schemas.microsoft.com/office/drawing/2014/main" val="2343980144"/>
                    </a:ext>
                  </a:extLst>
                </a:gridCol>
                <a:gridCol w="1606021">
                  <a:extLst>
                    <a:ext uri="{9D8B030D-6E8A-4147-A177-3AD203B41FA5}">
                      <a16:colId xmlns:a16="http://schemas.microsoft.com/office/drawing/2014/main" val="4058886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IEEE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PLOS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Wiley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83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171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17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80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1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12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E-Resources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7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AA78-A3A9-BDC3-9298-B7E8D808A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/>
              <a:t>Library </a:t>
            </a:r>
            <a:r>
              <a:rPr lang="en-US" dirty="0" smtClean="0"/>
              <a:t>System - Alma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7756F-AD15-138A-6FE5-41844F3E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Library has been using Koha since merger</a:t>
            </a:r>
          </a:p>
          <a:p>
            <a:r>
              <a:rPr lang="en-US" dirty="0"/>
              <a:t>Fall </a:t>
            </a:r>
            <a:r>
              <a:rPr lang="en-US" dirty="0" smtClean="0"/>
              <a:t>2021 - </a:t>
            </a:r>
            <a:r>
              <a:rPr lang="en-US" dirty="0"/>
              <a:t>approval for replacement</a:t>
            </a:r>
          </a:p>
          <a:p>
            <a:r>
              <a:rPr lang="en-US" dirty="0"/>
              <a:t>Alma selected</a:t>
            </a:r>
          </a:p>
          <a:p>
            <a:pPr lvl="1"/>
            <a:r>
              <a:rPr lang="en-US" dirty="0" err="1"/>
              <a:t>Exlibris</a:t>
            </a:r>
            <a:r>
              <a:rPr lang="en-US" dirty="0"/>
              <a:t> (owned by ProQuest/Clarivate)</a:t>
            </a:r>
          </a:p>
          <a:p>
            <a:r>
              <a:rPr lang="en-US" dirty="0"/>
              <a:t>December 2021 – June 2022 – Library team worked with vendor to implement</a:t>
            </a:r>
          </a:p>
          <a:p>
            <a:r>
              <a:rPr lang="en-US" dirty="0"/>
              <a:t>30 June – Alma went into production</a:t>
            </a:r>
          </a:p>
          <a:p>
            <a:r>
              <a:rPr lang="en-US" dirty="0"/>
              <a:t>Primo – Public interface</a:t>
            </a:r>
          </a:p>
          <a:p>
            <a:pPr lvl="1"/>
            <a:r>
              <a:rPr lang="en-US" dirty="0"/>
              <a:t>Unified search of all material – physical books, e-books, journal articles, etc.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66CB-C86D-ABA3-DD51-4D54786F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1900A-5D6D-0F82-0944-1FD4BB6C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AD664-D369-DD57-4E32-AE78A34C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32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AA78-A3A9-BDC3-9298-B7E8D808A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Alma – New Library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7756F-AD15-138A-6FE5-41844F3E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66CB-C86D-ABA3-DD51-4D54786F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1900A-5D6D-0F82-0944-1FD4BB6C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AD664-D369-DD57-4E32-AE78A34C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 descr="Graphical user interface, text, application, email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59DB507E-C29A-DD20-95F8-FA95A4DA6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49" y="1894952"/>
            <a:ext cx="11557101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51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AA78-A3A9-BDC3-9298-B7E8D808A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 Replacement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7756F-AD15-138A-6FE5-41844F3E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Alkhazna</a:t>
            </a:r>
            <a:r>
              <a:rPr lang="en-US" dirty="0" smtClean="0"/>
              <a:t> - Current </a:t>
            </a:r>
            <a:r>
              <a:rPr lang="en-US" dirty="0"/>
              <a:t>system is becoming dated</a:t>
            </a:r>
          </a:p>
          <a:p>
            <a:r>
              <a:rPr lang="en-US" dirty="0"/>
              <a:t>Not easy to </a:t>
            </a:r>
            <a:r>
              <a:rPr lang="en-US" dirty="0" smtClean="0"/>
              <a:t>update/configure</a:t>
            </a:r>
          </a:p>
          <a:p>
            <a:r>
              <a:rPr lang="en-US" dirty="0" smtClean="0"/>
              <a:t>Requires IT support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Proposed replacement: Pure</a:t>
            </a:r>
          </a:p>
          <a:p>
            <a:pPr lvl="1"/>
            <a:r>
              <a:rPr lang="en-US" dirty="0" smtClean="0"/>
              <a:t>Product </a:t>
            </a:r>
            <a:r>
              <a:rPr lang="en-US" dirty="0"/>
              <a:t>of Elsevier</a:t>
            </a:r>
          </a:p>
          <a:p>
            <a:pPr lvl="1"/>
            <a:r>
              <a:rPr lang="en-US" dirty="0" smtClean="0"/>
              <a:t>CRIM </a:t>
            </a:r>
            <a:r>
              <a:rPr lang="en-US" dirty="0"/>
              <a:t>– </a:t>
            </a:r>
            <a:r>
              <a:rPr lang="en-US" dirty="0" smtClean="0"/>
              <a:t>Comprehensive Research </a:t>
            </a:r>
            <a:r>
              <a:rPr lang="en-US" dirty="0"/>
              <a:t>Information Management System</a:t>
            </a:r>
          </a:p>
          <a:p>
            <a:r>
              <a:rPr lang="en-US" dirty="0"/>
              <a:t>Integrates with external </a:t>
            </a:r>
            <a:r>
              <a:rPr lang="en-US" dirty="0" smtClean="0"/>
              <a:t>systems</a:t>
            </a:r>
          </a:p>
          <a:p>
            <a:r>
              <a:rPr lang="en-US" dirty="0" smtClean="0"/>
              <a:t>Richer and more detailed reports</a:t>
            </a:r>
            <a:endParaRPr lang="en-US" dirty="0"/>
          </a:p>
          <a:p>
            <a:r>
              <a:rPr lang="en-US" dirty="0"/>
              <a:t>Hosted </a:t>
            </a:r>
            <a:r>
              <a:rPr lang="en-US" dirty="0" smtClean="0"/>
              <a:t>solution</a:t>
            </a:r>
            <a:endParaRPr lang="en-US" dirty="0"/>
          </a:p>
          <a:p>
            <a:r>
              <a:rPr lang="en-US" dirty="0"/>
              <a:t>Plan to create implementation team with library and other involved departments</a:t>
            </a:r>
          </a:p>
          <a:p>
            <a:r>
              <a:rPr lang="en-US" dirty="0"/>
              <a:t>Implemented system at KAUST: </a:t>
            </a:r>
            <a:r>
              <a:rPr lang="en-US" dirty="0">
                <a:hlinkClick r:id="rId2"/>
              </a:rPr>
              <a:t>https://academia.kaust.edu.sa/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66CB-C86D-ABA3-DD51-4D54786F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 October 2022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1900A-5D6D-0F82-0944-1FD4BB6C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Fall 2022 Library Commiittee Meeting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AD664-D369-DD57-4E32-AE78A34C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5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28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DB7C5C4121E04A8F506AC4D24C41D9" ma:contentTypeVersion="13" ma:contentTypeDescription="Create a new document." ma:contentTypeScope="" ma:versionID="0fd2037f6c9658953f8a5cb6682514b5">
  <xsd:schema xmlns:xsd="http://www.w3.org/2001/XMLSchema" xmlns:xs="http://www.w3.org/2001/XMLSchema" xmlns:p="http://schemas.microsoft.com/office/2006/metadata/properties" xmlns:ns3="81d9f89d-e066-484d-82b3-e16b44ede40a" xmlns:ns4="e810b99a-13a4-46f1-8c87-a6f5bb942692" targetNamespace="http://schemas.microsoft.com/office/2006/metadata/properties" ma:root="true" ma:fieldsID="10eb2a6ee17c5ebf3cb5eb81bd7e3f58" ns3:_="" ns4:_="">
    <xsd:import namespace="81d9f89d-e066-484d-82b3-e16b44ede40a"/>
    <xsd:import namespace="e810b99a-13a4-46f1-8c87-a6f5bb94269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9f89d-e066-484d-82b3-e16b44ede4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10b99a-13a4-46f1-8c87-a6f5bb94269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A35B21-E65F-4950-83CB-500D9B7100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9f89d-e066-484d-82b3-e16b44ede40a"/>
    <ds:schemaRef ds:uri="e810b99a-13a4-46f1-8c87-a6f5bb9426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D50A8C-CA97-4410-A798-5A85CCD8F1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510135-11A2-4CE9-AC9A-F9B5F7E81A9F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e810b99a-13a4-46f1-8c87-a6f5bb942692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81d9f89d-e066-484d-82b3-e16b44ede40a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170</TotalTime>
  <Words>255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KU Theme</vt:lpstr>
      <vt:lpstr>Library Committee Meeting</vt:lpstr>
      <vt:lpstr>Opening</vt:lpstr>
      <vt:lpstr>Open Access Update</vt:lpstr>
      <vt:lpstr>E-Resources </vt:lpstr>
      <vt:lpstr>New Library System - Alma</vt:lpstr>
      <vt:lpstr>Alma – New Library System</vt:lpstr>
      <vt:lpstr>IR Replacement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Walter Brian Hall</cp:lastModifiedBy>
  <cp:revision>11</cp:revision>
  <dcterms:created xsi:type="dcterms:W3CDTF">2018-04-29T10:48:36Z</dcterms:created>
  <dcterms:modified xsi:type="dcterms:W3CDTF">2023-01-02T05:44:53Z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0x010100D4DB7C5C4121E04A8F506AC4D24C41D9</vt:lpwstr>
  </property>
</Properties>
</file>