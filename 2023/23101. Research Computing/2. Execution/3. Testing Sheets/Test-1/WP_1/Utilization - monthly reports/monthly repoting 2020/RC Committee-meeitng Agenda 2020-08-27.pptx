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94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EF11-3036-6247-A0C4-5120C0E0F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18C41-C965-9644-8848-6803FC6AF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F9C2B-CC04-3A42-AC57-5239E72A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637EF-6B54-D848-A44D-4245E0C4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9418E-284E-744A-8190-94D41568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0461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7122-37D2-8A46-84C1-4B039B6E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110A-7562-D446-A14F-A49A6E57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47CC9-1605-E84D-B8DC-059CA582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6AF6-7A6D-1E4C-9012-F9BFD42E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27AEE-6DAB-7242-8A5E-3A90F100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8171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F056-B7D0-EB4B-8ACE-1D5A4175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F4EF3-8683-9744-9876-863E34BD4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9B76C-55CC-4E4A-92D9-615C5869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89259-BB50-7B42-B56A-7B753CD7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F5BBA-FF89-6540-86E0-D8866B97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363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38A1-9A4F-2942-A9D8-03FFCDA2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BBAA7-8EEA-DE4B-94FF-75F8B4B3F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FCB97-F1AA-C54A-B91A-6B5E464D4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25F81-AEBE-CA4D-95F0-253085B3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9B964-CCAC-5949-B689-2EFAD859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FC7BE-9FDE-AF42-BF22-1ECE279A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418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7AB5-757C-B848-88C1-85EDC8C2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1B6C4-FE5B-B242-A258-4B75DFCC0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FBC8D-ECB0-9D4B-8CDB-33691A7D9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F0EC3-5F42-BE4F-B60A-ABB8E5B93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B77BD-9D08-4742-AAF5-688AE8A61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19274-376A-C242-A5CF-9D11220B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ED2F49-D9B5-1A4A-8729-9E68E14E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37DC4-1241-2140-B265-B227D3E1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062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BF05-341D-4E45-A916-A502D6C9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EF1F3-FC0C-D747-BEB8-7CF5C8BC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6E260-44F2-4041-9C0C-FD501CCD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DA2BC-8316-1B40-9B87-D5A4F63F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4881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F4320-47FD-154E-8DDB-50BB6773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6281D-575B-464A-8034-4823238F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D35D-5A4D-704C-AB26-A8D4C0D1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2661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4BFC-419F-494E-B3FD-7A3A18AE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C0B4-4C8C-1647-8818-DD6091C29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37E8-67F0-0942-855D-FD913D29F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4CAE1-9674-F64A-BFD5-4140B32C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369BB-1C7D-F64C-A42E-5435D0EF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9D9C3-BBE3-2F41-AB83-B2389E0B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211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6075-2E43-5B40-B35A-7D7F2C03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934D1-9CA1-E44E-9293-79B7567BF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22634-C0EB-CB4B-A673-6E8E0DA65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9314F-077D-EF49-89CD-D6C7C87A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CCFD-13D2-9940-969E-50C7C8E8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B3C47-0BCD-F14C-80F9-E720BDCA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5855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8E23-C7C1-134E-A8BE-FBC54FA07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DF67D-FB19-3E4D-B04C-DEA8990C4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B4F34-F832-A044-8BC6-A6D89D20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4F321-A0EB-7A4B-A05C-82E10602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F8C86-90D1-D949-9A10-428B8B70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38392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DBAD5-2938-584F-898B-75C96AD24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7C01E-3575-AA4B-B69B-DA06F8D44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5EF0-DE13-DB45-A717-404CB5B8A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1B69-AE1F-A644-906B-31D46AD7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56C2C-5BDB-2641-AADD-91CBF917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59334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321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A0DDD-CC2C-9448-9128-09A77361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F284D-F7CC-C344-8D46-E24608247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4383-DAFB-0A48-8A9C-C039CBB9C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41CDF-77FE-FD40-96C8-3B815924F36D}" type="datetimeFigureOut">
              <a:rPr lang="en-AE" smtClean="0"/>
              <a:t>8/27/20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FF8FD-9977-7A4E-9FBB-2E3D26B70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3C8AF-9100-B041-8365-69BC927DA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2356B-C481-2F45-A49A-A44DE8439F6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7558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1"/>
          <p:cNvSpPr/>
          <p:nvPr/>
        </p:nvSpPr>
        <p:spPr>
          <a:xfrm>
            <a:off x="824040" y="2004480"/>
            <a:ext cx="10990008" cy="171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6000" b="1" strike="noStrike" spc="-1" dirty="0">
                <a:solidFill>
                  <a:srgbClr val="0047BA"/>
                </a:solidFill>
                <a:latin typeface="Arial"/>
                <a:ea typeface="DejaVu Sans"/>
              </a:rPr>
              <a:t>Research Computing Committee 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67" name="CustomShape 2"/>
          <p:cNvSpPr/>
          <p:nvPr/>
        </p:nvSpPr>
        <p:spPr>
          <a:xfrm>
            <a:off x="824040" y="3756960"/>
            <a:ext cx="8910360" cy="12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endParaRPr lang="en-US" sz="3800" b="0" strike="noStrike" spc="-1" dirty="0">
              <a:latin typeface="Arial"/>
            </a:endParaRPr>
          </a:p>
        </p:txBody>
      </p:sp>
      <p:sp>
        <p:nvSpPr>
          <p:cNvPr id="468" name="CustomShape 3"/>
          <p:cNvSpPr/>
          <p:nvPr/>
        </p:nvSpPr>
        <p:spPr>
          <a:xfrm>
            <a:off x="824040" y="5490360"/>
            <a:ext cx="6729120" cy="31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350" b="1" cap="all" spc="-1" dirty="0">
                <a:solidFill>
                  <a:srgbClr val="96969A"/>
                </a:solidFill>
                <a:latin typeface="Arial"/>
                <a:ea typeface="DejaVu Sans"/>
              </a:rPr>
              <a:t>27</a:t>
            </a:r>
            <a:r>
              <a:rPr lang="en-US" sz="1350" b="1" strike="noStrike" cap="all" spc="-1" dirty="0">
                <a:solidFill>
                  <a:srgbClr val="96969A"/>
                </a:solidFill>
                <a:latin typeface="Arial"/>
                <a:ea typeface="DejaVu Sans"/>
              </a:rPr>
              <a:t> August 2020</a:t>
            </a:r>
            <a:endParaRPr lang="en-US" sz="135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35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4105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828720" y="501840"/>
            <a:ext cx="10542960" cy="653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0" name="CustomShape 2"/>
          <p:cNvSpPr/>
          <p:nvPr/>
        </p:nvSpPr>
        <p:spPr>
          <a:xfrm>
            <a:off x="609480" y="693360"/>
            <a:ext cx="109717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43" dirty="0">
                <a:solidFill>
                  <a:srgbClr val="0047BA"/>
                </a:solidFill>
                <a:latin typeface="Arial"/>
              </a:rPr>
              <a:t>Agenda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471" name="CustomShape 3"/>
          <p:cNvSpPr/>
          <p:nvPr/>
        </p:nvSpPr>
        <p:spPr>
          <a:xfrm>
            <a:off x="4182840" y="258134"/>
            <a:ext cx="4293648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43" dirty="0">
                <a:solidFill>
                  <a:srgbClr val="0047BA"/>
                </a:solidFill>
                <a:latin typeface="Arial"/>
              </a:rPr>
              <a:t>Research Computing </a:t>
            </a:r>
            <a:r>
              <a:rPr lang="en-US" sz="1200" b="1" spc="43" dirty="0">
                <a:solidFill>
                  <a:srgbClr val="0047BA"/>
                </a:solidFill>
                <a:latin typeface="Arial"/>
              </a:rPr>
              <a:t>Committee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473" name="CustomShape 5"/>
          <p:cNvSpPr/>
          <p:nvPr/>
        </p:nvSpPr>
        <p:spPr>
          <a:xfrm>
            <a:off x="609480" y="1438878"/>
            <a:ext cx="10887048" cy="50326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914760" lvl="1" indent="-457200">
              <a:spcBef>
                <a:spcPts val="1200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000" spc="-1" dirty="0">
                <a:latin typeface="Arial"/>
              </a:rPr>
              <a:t>Minutes of last meeting</a:t>
            </a:r>
          </a:p>
          <a:p>
            <a:pPr marL="914760" lvl="1" indent="-457200">
              <a:spcBef>
                <a:spcPts val="1200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000" spc="-1" dirty="0">
                <a:latin typeface="Arial"/>
              </a:rPr>
              <a:t>Status of RC Infrastructure</a:t>
            </a:r>
          </a:p>
          <a:p>
            <a:pPr marL="914760" lvl="1" indent="-457200">
              <a:spcBef>
                <a:spcPts val="1200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000" spc="-1" dirty="0">
                <a:latin typeface="Arial"/>
              </a:rPr>
              <a:t>RC strategy: input from committee members</a:t>
            </a:r>
          </a:p>
          <a:p>
            <a:pPr marL="914760" lvl="1" indent="-457200">
              <a:spcBef>
                <a:spcPts val="1200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000" spc="-1" dirty="0">
                <a:latin typeface="Arial"/>
              </a:rPr>
              <a:t>Impact of computation on research paper</a:t>
            </a:r>
          </a:p>
          <a:p>
            <a:pPr marL="914760" lvl="1" indent="-457200">
              <a:spcBef>
                <a:spcPts val="1200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000" spc="-1" dirty="0">
                <a:latin typeface="Arial"/>
              </a:rPr>
              <a:t>AOB</a:t>
            </a:r>
          </a:p>
          <a:p>
            <a:pPr marL="914760" lvl="1" indent="-457200">
              <a:spcBef>
                <a:spcPts val="1200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000" spc="-1" dirty="0">
                <a:latin typeface="Arial"/>
              </a:rPr>
              <a:t>Date of next meeting</a:t>
            </a:r>
          </a:p>
          <a:p>
            <a:pPr marL="360">
              <a:lnSpc>
                <a:spcPct val="100000"/>
              </a:lnSpc>
              <a:spcBef>
                <a:spcPts val="1800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80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Dureid El Moghraby</dc:creator>
  <cp:lastModifiedBy>Dureid El Moghraby</cp:lastModifiedBy>
  <cp:revision>1</cp:revision>
  <dcterms:created xsi:type="dcterms:W3CDTF">2020-08-27T09:15:28Z</dcterms:created>
  <dcterms:modified xsi:type="dcterms:W3CDTF">2020-08-27T09:20:08Z</dcterms:modified>
</cp:coreProperties>
</file>