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274" r:id="rId2"/>
    <p:sldId id="261" r:id="rId3"/>
    <p:sldId id="345" r:id="rId4"/>
    <p:sldId id="349" r:id="rId5"/>
    <p:sldId id="350" r:id="rId6"/>
    <p:sldId id="351" r:id="rId7"/>
    <p:sldId id="352" r:id="rId8"/>
    <p:sldId id="357" r:id="rId9"/>
    <p:sldId id="361" r:id="rId10"/>
    <p:sldId id="354" r:id="rId11"/>
    <p:sldId id="358" r:id="rId12"/>
    <p:sldId id="353" r:id="rId13"/>
    <p:sldId id="268" r:id="rId14"/>
  </p:sldIdLst>
  <p:sldSz cx="9144000" cy="6858000" type="screen4x3"/>
  <p:notesSz cx="9926638" cy="67976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47BA"/>
    <a:srgbClr val="F8485E"/>
    <a:srgbClr val="0057B8"/>
    <a:srgbClr val="1B5FAA"/>
    <a:srgbClr val="000000"/>
    <a:srgbClr val="FF014A"/>
    <a:srgbClr val="D0CF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E8B1032C-EA38-4F05-BA0D-38AFFFC7BED3}">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196" autoAdjust="0"/>
    <p:restoredTop sz="93849" autoAdjust="0"/>
  </p:normalViewPr>
  <p:slideViewPr>
    <p:cSldViewPr snapToGrid="0" showGuides="1">
      <p:cViewPr varScale="1">
        <p:scale>
          <a:sx n="64" d="100"/>
          <a:sy n="64" d="100"/>
        </p:scale>
        <p:origin x="1548" y="5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2625" cy="34026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621696" y="0"/>
            <a:ext cx="4302625" cy="340265"/>
          </a:xfrm>
          <a:prstGeom prst="rect">
            <a:avLst/>
          </a:prstGeom>
        </p:spPr>
        <p:txBody>
          <a:bodyPr vert="horz" lIns="91440" tIns="45720" rIns="91440" bIns="45720" rtlCol="0"/>
          <a:lstStyle>
            <a:lvl1pPr algn="r">
              <a:defRPr sz="1200"/>
            </a:lvl1pPr>
          </a:lstStyle>
          <a:p>
            <a:fld id="{41F3E523-BD82-46F2-A4DB-6AB5014C8F1A}" type="datetimeFigureOut">
              <a:rPr lang="en-US" smtClean="0"/>
              <a:t>1/23/2023</a:t>
            </a:fld>
            <a:endParaRPr lang="en-US"/>
          </a:p>
        </p:txBody>
      </p:sp>
      <p:sp>
        <p:nvSpPr>
          <p:cNvPr id="4" name="Footer Placeholder 3"/>
          <p:cNvSpPr>
            <a:spLocks noGrp="1"/>
          </p:cNvSpPr>
          <p:nvPr>
            <p:ph type="ftr" sz="quarter" idx="2"/>
          </p:nvPr>
        </p:nvSpPr>
        <p:spPr>
          <a:xfrm>
            <a:off x="0" y="6457410"/>
            <a:ext cx="4302625" cy="34026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621696" y="6457410"/>
            <a:ext cx="4302625" cy="340265"/>
          </a:xfrm>
          <a:prstGeom prst="rect">
            <a:avLst/>
          </a:prstGeom>
        </p:spPr>
        <p:txBody>
          <a:bodyPr vert="horz" lIns="91440" tIns="45720" rIns="91440" bIns="45720" rtlCol="0" anchor="b"/>
          <a:lstStyle>
            <a:lvl1pPr algn="r">
              <a:defRPr sz="1200"/>
            </a:lvl1pPr>
          </a:lstStyle>
          <a:p>
            <a:fld id="{593A3466-E922-4E6C-A664-EC2B6AF94B73}" type="slidenum">
              <a:rPr lang="en-US" smtClean="0"/>
              <a:t>‹#›</a:t>
            </a:fld>
            <a:endParaRPr lang="en-US"/>
          </a:p>
        </p:txBody>
      </p:sp>
    </p:spTree>
    <p:extLst>
      <p:ext uri="{BB962C8B-B14F-4D97-AF65-F5344CB8AC3E}">
        <p14:creationId xmlns:p14="http://schemas.microsoft.com/office/powerpoint/2010/main" val="1492029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301543" cy="34106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622799" y="0"/>
            <a:ext cx="4301543" cy="341064"/>
          </a:xfrm>
          <a:prstGeom prst="rect">
            <a:avLst/>
          </a:prstGeom>
        </p:spPr>
        <p:txBody>
          <a:bodyPr vert="horz" lIns="91440" tIns="45720" rIns="91440" bIns="45720" rtlCol="0"/>
          <a:lstStyle>
            <a:lvl1pPr algn="r">
              <a:defRPr sz="1200"/>
            </a:lvl1pPr>
          </a:lstStyle>
          <a:p>
            <a:fld id="{F2B66FD6-D2A9-4F00-B491-A99A8AA44ED0}" type="datetimeFigureOut">
              <a:rPr lang="en-US" smtClean="0"/>
              <a:t>1/23/2023</a:t>
            </a:fld>
            <a:endParaRPr lang="en-US"/>
          </a:p>
        </p:txBody>
      </p:sp>
      <p:sp>
        <p:nvSpPr>
          <p:cNvPr id="4" name="Slide Image Placeholder 3"/>
          <p:cNvSpPr>
            <a:spLocks noGrp="1" noRot="1" noChangeAspect="1"/>
          </p:cNvSpPr>
          <p:nvPr>
            <p:ph type="sldImg" idx="2"/>
          </p:nvPr>
        </p:nvSpPr>
        <p:spPr>
          <a:xfrm>
            <a:off x="3435350" y="850900"/>
            <a:ext cx="3055938" cy="22923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92665" y="3271381"/>
            <a:ext cx="7941310" cy="267658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6456612"/>
            <a:ext cx="4301543" cy="341064"/>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622799" y="6456612"/>
            <a:ext cx="4301543" cy="341064"/>
          </a:xfrm>
          <a:prstGeom prst="rect">
            <a:avLst/>
          </a:prstGeom>
        </p:spPr>
        <p:txBody>
          <a:bodyPr vert="horz" lIns="91440" tIns="45720" rIns="91440" bIns="45720" rtlCol="0" anchor="b"/>
          <a:lstStyle>
            <a:lvl1pPr algn="r">
              <a:defRPr sz="1200"/>
            </a:lvl1pPr>
          </a:lstStyle>
          <a:p>
            <a:fld id="{BD5F57D8-2956-440C-8FE5-2823967F9ED1}" type="slidenum">
              <a:rPr lang="en-US" smtClean="0"/>
              <a:t>‹#›</a:t>
            </a:fld>
            <a:endParaRPr lang="en-US"/>
          </a:p>
        </p:txBody>
      </p:sp>
    </p:spTree>
    <p:extLst>
      <p:ext uri="{BB962C8B-B14F-4D97-AF65-F5344CB8AC3E}">
        <p14:creationId xmlns:p14="http://schemas.microsoft.com/office/powerpoint/2010/main" val="3816629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5F57D8-2956-440C-8FE5-2823967F9ED1}" type="slidenum">
              <a:rPr lang="en-US" smtClean="0"/>
              <a:t>3</a:t>
            </a:fld>
            <a:endParaRPr lang="en-US"/>
          </a:p>
        </p:txBody>
      </p:sp>
    </p:spTree>
    <p:extLst>
      <p:ext uri="{BB962C8B-B14F-4D97-AF65-F5344CB8AC3E}">
        <p14:creationId xmlns:p14="http://schemas.microsoft.com/office/powerpoint/2010/main" val="31572348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5F57D8-2956-440C-8FE5-2823967F9ED1}" type="slidenum">
              <a:rPr lang="en-US" smtClean="0"/>
              <a:t>4</a:t>
            </a:fld>
            <a:endParaRPr lang="en-US"/>
          </a:p>
        </p:txBody>
      </p:sp>
    </p:spTree>
    <p:extLst>
      <p:ext uri="{BB962C8B-B14F-4D97-AF65-F5344CB8AC3E}">
        <p14:creationId xmlns:p14="http://schemas.microsoft.com/office/powerpoint/2010/main" val="3441739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5F57D8-2956-440C-8FE5-2823967F9ED1}" type="slidenum">
              <a:rPr lang="en-US" smtClean="0"/>
              <a:t>5</a:t>
            </a:fld>
            <a:endParaRPr lang="en-US"/>
          </a:p>
        </p:txBody>
      </p:sp>
    </p:spTree>
    <p:extLst>
      <p:ext uri="{BB962C8B-B14F-4D97-AF65-F5344CB8AC3E}">
        <p14:creationId xmlns:p14="http://schemas.microsoft.com/office/powerpoint/2010/main" val="1321569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5F57D8-2956-440C-8FE5-2823967F9ED1}" type="slidenum">
              <a:rPr lang="en-US" smtClean="0"/>
              <a:t>6</a:t>
            </a:fld>
            <a:endParaRPr lang="en-US"/>
          </a:p>
        </p:txBody>
      </p:sp>
    </p:spTree>
    <p:extLst>
      <p:ext uri="{BB962C8B-B14F-4D97-AF65-F5344CB8AC3E}">
        <p14:creationId xmlns:p14="http://schemas.microsoft.com/office/powerpoint/2010/main" val="1581242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5F57D8-2956-440C-8FE5-2823967F9ED1}" type="slidenum">
              <a:rPr lang="en-US" smtClean="0"/>
              <a:t>7</a:t>
            </a:fld>
            <a:endParaRPr lang="en-US"/>
          </a:p>
        </p:txBody>
      </p:sp>
    </p:spTree>
    <p:extLst>
      <p:ext uri="{BB962C8B-B14F-4D97-AF65-F5344CB8AC3E}">
        <p14:creationId xmlns:p14="http://schemas.microsoft.com/office/powerpoint/2010/main" val="21334298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5F57D8-2956-440C-8FE5-2823967F9ED1}" type="slidenum">
              <a:rPr lang="en-US" smtClean="0"/>
              <a:t>8</a:t>
            </a:fld>
            <a:endParaRPr lang="en-US"/>
          </a:p>
        </p:txBody>
      </p:sp>
    </p:spTree>
    <p:extLst>
      <p:ext uri="{BB962C8B-B14F-4D97-AF65-F5344CB8AC3E}">
        <p14:creationId xmlns:p14="http://schemas.microsoft.com/office/powerpoint/2010/main" val="8199903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5F57D8-2956-440C-8FE5-2823967F9ED1}" type="slidenum">
              <a:rPr lang="en-US" smtClean="0"/>
              <a:t>9</a:t>
            </a:fld>
            <a:endParaRPr lang="en-US"/>
          </a:p>
        </p:txBody>
      </p:sp>
    </p:spTree>
    <p:extLst>
      <p:ext uri="{BB962C8B-B14F-4D97-AF65-F5344CB8AC3E}">
        <p14:creationId xmlns:p14="http://schemas.microsoft.com/office/powerpoint/2010/main" val="39913257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5F57D8-2956-440C-8FE5-2823967F9ED1}" type="slidenum">
              <a:rPr lang="en-US" smtClean="0"/>
              <a:t>10</a:t>
            </a:fld>
            <a:endParaRPr lang="en-US"/>
          </a:p>
        </p:txBody>
      </p:sp>
    </p:spTree>
    <p:extLst>
      <p:ext uri="{BB962C8B-B14F-4D97-AF65-F5344CB8AC3E}">
        <p14:creationId xmlns:p14="http://schemas.microsoft.com/office/powerpoint/2010/main" val="1470089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5F57D8-2956-440C-8FE5-2823967F9ED1}" type="slidenum">
              <a:rPr lang="en-US" smtClean="0"/>
              <a:t>11</a:t>
            </a:fld>
            <a:endParaRPr lang="en-US"/>
          </a:p>
        </p:txBody>
      </p:sp>
    </p:spTree>
    <p:extLst>
      <p:ext uri="{BB962C8B-B14F-4D97-AF65-F5344CB8AC3E}">
        <p14:creationId xmlns:p14="http://schemas.microsoft.com/office/powerpoint/2010/main" val="24976466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5F57D8-2956-440C-8FE5-2823967F9ED1}" type="slidenum">
              <a:rPr lang="en-US" smtClean="0"/>
              <a:t>12</a:t>
            </a:fld>
            <a:endParaRPr lang="en-US"/>
          </a:p>
        </p:txBody>
      </p:sp>
    </p:spTree>
    <p:extLst>
      <p:ext uri="{BB962C8B-B14F-4D97-AF65-F5344CB8AC3E}">
        <p14:creationId xmlns:p14="http://schemas.microsoft.com/office/powerpoint/2010/main" val="17798539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0057B8"/>
        </a:solidFill>
        <a:effectLst/>
      </p:bgPr>
    </p:bg>
    <p:spTree>
      <p:nvGrpSpPr>
        <p:cNvPr id="1" name=""/>
        <p:cNvGrpSpPr/>
        <p:nvPr/>
      </p:nvGrpSpPr>
      <p:grpSpPr>
        <a:xfrm>
          <a:off x="0" y="0"/>
          <a:ext cx="0" cy="0"/>
          <a:chOff x="0" y="0"/>
          <a:chExt cx="0" cy="0"/>
        </a:xfrm>
      </p:grpSpPr>
      <p:pic>
        <p:nvPicPr>
          <p:cNvPr id="5" name="Kuva 4">
            <a:extLst>
              <a:ext uri="{FF2B5EF4-FFF2-40B4-BE49-F238E27FC236}">
                <a16:creationId xmlns:a16="http://schemas.microsoft.com/office/drawing/2014/main" id="{4448A5F8-25DA-431E-AE75-5AD20CAC1DB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4866" y="5901733"/>
            <a:ext cx="9069224" cy="943355"/>
          </a:xfrm>
          <a:prstGeom prst="rect">
            <a:avLst/>
          </a:prstGeom>
        </p:spPr>
      </p:pic>
      <p:sp>
        <p:nvSpPr>
          <p:cNvPr id="2" name="Title 1">
            <a:extLst>
              <a:ext uri="{FF2B5EF4-FFF2-40B4-BE49-F238E27FC236}">
                <a16:creationId xmlns:a16="http://schemas.microsoft.com/office/drawing/2014/main" id="{796ED11D-86B6-41D9-804F-B21E465E6E73}"/>
              </a:ext>
            </a:extLst>
          </p:cNvPr>
          <p:cNvSpPr>
            <a:spLocks noGrp="1"/>
          </p:cNvSpPr>
          <p:nvPr>
            <p:ph type="ctrTitle"/>
          </p:nvPr>
        </p:nvSpPr>
        <p:spPr>
          <a:xfrm>
            <a:off x="1012677" y="2676525"/>
            <a:ext cx="6988323" cy="1714500"/>
          </a:xfrm>
        </p:spPr>
        <p:txBody>
          <a:bodyPr anchor="b"/>
          <a:lstStyle>
            <a:lvl1pPr algn="l">
              <a:defRPr sz="4500" spc="0" baseline="0">
                <a:solidFill>
                  <a:srgbClr val="FFFFFF"/>
                </a:solidFill>
              </a:defRPr>
            </a:lvl1pPr>
          </a:lstStyle>
          <a:p>
            <a:r>
              <a:rPr lang="en-US" dirty="0"/>
              <a:t>Click to edit Master title style</a:t>
            </a:r>
          </a:p>
        </p:txBody>
      </p:sp>
      <p:sp>
        <p:nvSpPr>
          <p:cNvPr id="3" name="Subtitle 2">
            <a:extLst>
              <a:ext uri="{FF2B5EF4-FFF2-40B4-BE49-F238E27FC236}">
                <a16:creationId xmlns:a16="http://schemas.microsoft.com/office/drawing/2014/main" id="{FB4DCADE-2A34-4B9D-9987-0330895D737E}"/>
              </a:ext>
            </a:extLst>
          </p:cNvPr>
          <p:cNvSpPr>
            <a:spLocks noGrp="1"/>
          </p:cNvSpPr>
          <p:nvPr>
            <p:ph type="subTitle" idx="1"/>
          </p:nvPr>
        </p:nvSpPr>
        <p:spPr>
          <a:xfrm>
            <a:off x="1012677" y="4429126"/>
            <a:ext cx="6988323" cy="894905"/>
          </a:xfrm>
        </p:spPr>
        <p:txBody>
          <a:bodyPr>
            <a:normAutofit/>
          </a:bodyPr>
          <a:lstStyle>
            <a:lvl1pPr marL="0" indent="0" algn="l">
              <a:lnSpc>
                <a:spcPct val="80000"/>
              </a:lnSpc>
              <a:spcBef>
                <a:spcPts val="0"/>
              </a:spcBef>
              <a:buNone/>
              <a:defRPr sz="2850">
                <a:solidFill>
                  <a:srgbClr val="FFFFFF"/>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pic>
        <p:nvPicPr>
          <p:cNvPr id="10" name="Picture 9">
            <a:extLst>
              <a:ext uri="{FF2B5EF4-FFF2-40B4-BE49-F238E27FC236}">
                <a16:creationId xmlns:a16="http://schemas.microsoft.com/office/drawing/2014/main" id="{CEA79536-344B-4703-95C3-7F5AD0BFB38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53653" y="526342"/>
            <a:ext cx="2440822" cy="712003"/>
          </a:xfrm>
          <a:prstGeom prst="rect">
            <a:avLst/>
          </a:prstGeom>
        </p:spPr>
      </p:pic>
      <p:sp>
        <p:nvSpPr>
          <p:cNvPr id="12" name="Text Placeholder 11">
            <a:extLst>
              <a:ext uri="{FF2B5EF4-FFF2-40B4-BE49-F238E27FC236}">
                <a16:creationId xmlns:a16="http://schemas.microsoft.com/office/drawing/2014/main" id="{45D87C84-1993-43C1-A570-C771C220FB5D}"/>
              </a:ext>
            </a:extLst>
          </p:cNvPr>
          <p:cNvSpPr>
            <a:spLocks noGrp="1"/>
          </p:cNvSpPr>
          <p:nvPr>
            <p:ph type="body" sz="quarter" idx="10" hasCustomPrompt="1"/>
          </p:nvPr>
        </p:nvSpPr>
        <p:spPr>
          <a:xfrm>
            <a:off x="1012678" y="5497790"/>
            <a:ext cx="4076945" cy="314325"/>
          </a:xfrm>
        </p:spPr>
        <p:txBody>
          <a:bodyPr>
            <a:normAutofit/>
          </a:bodyPr>
          <a:lstStyle>
            <a:lvl1pPr marL="0" indent="0" algn="l">
              <a:buNone/>
              <a:defRPr sz="1013" cap="all" baseline="0">
                <a:solidFill>
                  <a:srgbClr val="FFFFFF"/>
                </a:solidFill>
              </a:defRPr>
            </a:lvl1pPr>
            <a:lvl2pPr algn="ctr">
              <a:defRPr/>
            </a:lvl2pPr>
            <a:lvl3pPr algn="ctr">
              <a:defRPr/>
            </a:lvl3pPr>
            <a:lvl4pPr algn="ctr">
              <a:defRPr/>
            </a:lvl4pPr>
            <a:lvl5pPr algn="ctr">
              <a:defRPr/>
            </a:lvl5pPr>
          </a:lstStyle>
          <a:p>
            <a:pPr lvl="0"/>
            <a:r>
              <a:rPr lang="en-US"/>
              <a:t>DD MONTH YEAR</a:t>
            </a:r>
          </a:p>
        </p:txBody>
      </p:sp>
      <p:cxnSp>
        <p:nvCxnSpPr>
          <p:cNvPr id="14" name="Straight Connector 13">
            <a:extLst>
              <a:ext uri="{FF2B5EF4-FFF2-40B4-BE49-F238E27FC236}">
                <a16:creationId xmlns:a16="http://schemas.microsoft.com/office/drawing/2014/main" id="{BB5B0621-5201-4B3C-B3F3-03D9DDA06A71}"/>
              </a:ext>
            </a:extLst>
          </p:cNvPr>
          <p:cNvCxnSpPr/>
          <p:nvPr userDrawn="1"/>
        </p:nvCxnSpPr>
        <p:spPr>
          <a:xfrm>
            <a:off x="1326777" y="2752725"/>
            <a:ext cx="135731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8" name="Suora yhdysviiva 7">
            <a:extLst>
              <a:ext uri="{FF2B5EF4-FFF2-40B4-BE49-F238E27FC236}">
                <a16:creationId xmlns:a16="http://schemas.microsoft.com/office/drawing/2014/main" id="{7719C45D-29AC-47C4-96CB-A06616449D77}"/>
              </a:ext>
            </a:extLst>
          </p:cNvPr>
          <p:cNvCxnSpPr/>
          <p:nvPr userDrawn="1"/>
        </p:nvCxnSpPr>
        <p:spPr>
          <a:xfrm>
            <a:off x="1006267" y="2760293"/>
            <a:ext cx="1679249" cy="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0663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rgbClr val="0057B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ED11D-86B6-41D9-804F-B21E465E6E73}"/>
              </a:ext>
            </a:extLst>
          </p:cNvPr>
          <p:cNvSpPr>
            <a:spLocks noGrp="1"/>
          </p:cNvSpPr>
          <p:nvPr>
            <p:ph type="ctrTitle"/>
          </p:nvPr>
        </p:nvSpPr>
        <p:spPr>
          <a:xfrm>
            <a:off x="1012677" y="2676525"/>
            <a:ext cx="6988323" cy="1714500"/>
          </a:xfrm>
        </p:spPr>
        <p:txBody>
          <a:bodyPr anchor="b"/>
          <a:lstStyle>
            <a:lvl1pPr algn="l">
              <a:defRPr sz="4500" spc="0" baseline="0">
                <a:solidFill>
                  <a:srgbClr val="FFFFFF"/>
                </a:solidFill>
              </a:defRPr>
            </a:lvl1pPr>
          </a:lstStyle>
          <a:p>
            <a:r>
              <a:rPr lang="en-US" dirty="0"/>
              <a:t>Click to edit Master title style</a:t>
            </a:r>
          </a:p>
        </p:txBody>
      </p:sp>
      <p:sp>
        <p:nvSpPr>
          <p:cNvPr id="3" name="Subtitle 2">
            <a:extLst>
              <a:ext uri="{FF2B5EF4-FFF2-40B4-BE49-F238E27FC236}">
                <a16:creationId xmlns:a16="http://schemas.microsoft.com/office/drawing/2014/main" id="{FB4DCADE-2A34-4B9D-9987-0330895D737E}"/>
              </a:ext>
            </a:extLst>
          </p:cNvPr>
          <p:cNvSpPr>
            <a:spLocks noGrp="1"/>
          </p:cNvSpPr>
          <p:nvPr>
            <p:ph type="subTitle" idx="1"/>
          </p:nvPr>
        </p:nvSpPr>
        <p:spPr>
          <a:xfrm>
            <a:off x="1012677" y="4429126"/>
            <a:ext cx="6988323" cy="894905"/>
          </a:xfrm>
        </p:spPr>
        <p:txBody>
          <a:bodyPr>
            <a:normAutofit/>
          </a:bodyPr>
          <a:lstStyle>
            <a:lvl1pPr marL="0" indent="0" algn="l">
              <a:lnSpc>
                <a:spcPct val="80000"/>
              </a:lnSpc>
              <a:spcBef>
                <a:spcPts val="0"/>
              </a:spcBef>
              <a:buNone/>
              <a:defRPr sz="2850">
                <a:solidFill>
                  <a:srgbClr val="FFFFFF"/>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pic>
        <p:nvPicPr>
          <p:cNvPr id="10" name="Picture 9">
            <a:extLst>
              <a:ext uri="{FF2B5EF4-FFF2-40B4-BE49-F238E27FC236}">
                <a16:creationId xmlns:a16="http://schemas.microsoft.com/office/drawing/2014/main" id="{CEA79536-344B-4703-95C3-7F5AD0BFB38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3653" y="526342"/>
            <a:ext cx="2440822" cy="712003"/>
          </a:xfrm>
          <a:prstGeom prst="rect">
            <a:avLst/>
          </a:prstGeom>
        </p:spPr>
      </p:pic>
      <p:sp>
        <p:nvSpPr>
          <p:cNvPr id="12" name="Text Placeholder 11">
            <a:extLst>
              <a:ext uri="{FF2B5EF4-FFF2-40B4-BE49-F238E27FC236}">
                <a16:creationId xmlns:a16="http://schemas.microsoft.com/office/drawing/2014/main" id="{45D87C84-1993-43C1-A570-C771C220FB5D}"/>
              </a:ext>
            </a:extLst>
          </p:cNvPr>
          <p:cNvSpPr>
            <a:spLocks noGrp="1"/>
          </p:cNvSpPr>
          <p:nvPr>
            <p:ph type="body" sz="quarter" idx="10" hasCustomPrompt="1"/>
          </p:nvPr>
        </p:nvSpPr>
        <p:spPr>
          <a:xfrm>
            <a:off x="1012678" y="5497790"/>
            <a:ext cx="4076945" cy="314325"/>
          </a:xfrm>
        </p:spPr>
        <p:txBody>
          <a:bodyPr>
            <a:normAutofit/>
          </a:bodyPr>
          <a:lstStyle>
            <a:lvl1pPr marL="0" indent="0" algn="l">
              <a:buNone/>
              <a:defRPr sz="1013" cap="all" baseline="0">
                <a:solidFill>
                  <a:srgbClr val="FFFFFF"/>
                </a:solidFill>
              </a:defRPr>
            </a:lvl1pPr>
            <a:lvl2pPr algn="ctr">
              <a:defRPr/>
            </a:lvl2pPr>
            <a:lvl3pPr algn="ctr">
              <a:defRPr/>
            </a:lvl3pPr>
            <a:lvl4pPr algn="ctr">
              <a:defRPr/>
            </a:lvl4pPr>
            <a:lvl5pPr algn="ctr">
              <a:defRPr/>
            </a:lvl5pPr>
          </a:lstStyle>
          <a:p>
            <a:pPr lvl="0"/>
            <a:r>
              <a:rPr lang="en-US"/>
              <a:t>DD MONTH YEAR</a:t>
            </a:r>
          </a:p>
        </p:txBody>
      </p:sp>
      <p:cxnSp>
        <p:nvCxnSpPr>
          <p:cNvPr id="14" name="Straight Connector 13">
            <a:extLst>
              <a:ext uri="{FF2B5EF4-FFF2-40B4-BE49-F238E27FC236}">
                <a16:creationId xmlns:a16="http://schemas.microsoft.com/office/drawing/2014/main" id="{BB5B0621-5201-4B3C-B3F3-03D9DDA06A71}"/>
              </a:ext>
            </a:extLst>
          </p:cNvPr>
          <p:cNvCxnSpPr/>
          <p:nvPr userDrawn="1"/>
        </p:nvCxnSpPr>
        <p:spPr>
          <a:xfrm>
            <a:off x="1326777" y="2752725"/>
            <a:ext cx="135731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8" name="Suora yhdysviiva 7">
            <a:extLst>
              <a:ext uri="{FF2B5EF4-FFF2-40B4-BE49-F238E27FC236}">
                <a16:creationId xmlns:a16="http://schemas.microsoft.com/office/drawing/2014/main" id="{7719C45D-29AC-47C4-96CB-A06616449D77}"/>
              </a:ext>
            </a:extLst>
          </p:cNvPr>
          <p:cNvCxnSpPr/>
          <p:nvPr userDrawn="1"/>
        </p:nvCxnSpPr>
        <p:spPr>
          <a:xfrm>
            <a:off x="1006267" y="2760293"/>
            <a:ext cx="1679249" cy="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2919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rgbClr val="FFFFFF"/>
        </a:solidFill>
        <a:effectLst/>
      </p:bgPr>
    </p:bg>
    <p:spTree>
      <p:nvGrpSpPr>
        <p:cNvPr id="1" name=""/>
        <p:cNvGrpSpPr/>
        <p:nvPr/>
      </p:nvGrpSpPr>
      <p:grpSpPr>
        <a:xfrm>
          <a:off x="0" y="0"/>
          <a:ext cx="0" cy="0"/>
          <a:chOff x="0" y="0"/>
          <a:chExt cx="0" cy="0"/>
        </a:xfrm>
      </p:grpSpPr>
      <p:sp>
        <p:nvSpPr>
          <p:cNvPr id="13" name="Suorakulmio 12">
            <a:extLst>
              <a:ext uri="{FF2B5EF4-FFF2-40B4-BE49-F238E27FC236}">
                <a16:creationId xmlns:a16="http://schemas.microsoft.com/office/drawing/2014/main" id="{D72F8343-7514-4A99-9282-4436A1CAC5E0}"/>
              </a:ext>
            </a:extLst>
          </p:cNvPr>
          <p:cNvSpPr/>
          <p:nvPr userDrawn="1"/>
        </p:nvSpPr>
        <p:spPr>
          <a:xfrm>
            <a:off x="0" y="1"/>
            <a:ext cx="3570005" cy="4597637"/>
          </a:xfrm>
          <a:prstGeom prst="rect">
            <a:avLst/>
          </a:prstGeom>
          <a:solidFill>
            <a:srgbClr val="F848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sz="1350"/>
          </a:p>
        </p:txBody>
      </p:sp>
      <p:pic>
        <p:nvPicPr>
          <p:cNvPr id="11" name="Kuva 10">
            <a:extLst>
              <a:ext uri="{FF2B5EF4-FFF2-40B4-BE49-F238E27FC236}">
                <a16:creationId xmlns:a16="http://schemas.microsoft.com/office/drawing/2014/main" id="{6DDCE989-3FE2-4741-B42B-7F0B9C318AB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62750" y="0"/>
            <a:ext cx="5607734" cy="6858000"/>
          </a:xfrm>
          <a:prstGeom prst="rect">
            <a:avLst/>
          </a:prstGeom>
        </p:spPr>
      </p:pic>
      <p:sp>
        <p:nvSpPr>
          <p:cNvPr id="2" name="Title 1">
            <a:extLst>
              <a:ext uri="{FF2B5EF4-FFF2-40B4-BE49-F238E27FC236}">
                <a16:creationId xmlns:a16="http://schemas.microsoft.com/office/drawing/2014/main" id="{796ED11D-86B6-41D9-804F-B21E465E6E73}"/>
              </a:ext>
            </a:extLst>
          </p:cNvPr>
          <p:cNvSpPr>
            <a:spLocks noGrp="1"/>
          </p:cNvSpPr>
          <p:nvPr>
            <p:ph type="ctrTitle"/>
          </p:nvPr>
        </p:nvSpPr>
        <p:spPr>
          <a:xfrm>
            <a:off x="1012677" y="1539934"/>
            <a:ext cx="6988323" cy="1714500"/>
          </a:xfrm>
        </p:spPr>
        <p:txBody>
          <a:bodyPr anchor="b"/>
          <a:lstStyle>
            <a:lvl1pPr algn="l">
              <a:defRPr sz="4500" spc="0" baseline="0">
                <a:solidFill>
                  <a:srgbClr val="FFFFFF"/>
                </a:solidFill>
              </a:defRPr>
            </a:lvl1pPr>
          </a:lstStyle>
          <a:p>
            <a:r>
              <a:rPr lang="en-US" dirty="0"/>
              <a:t>Click to edit Master title style</a:t>
            </a:r>
          </a:p>
        </p:txBody>
      </p:sp>
      <p:sp>
        <p:nvSpPr>
          <p:cNvPr id="3" name="Subtitle 2">
            <a:extLst>
              <a:ext uri="{FF2B5EF4-FFF2-40B4-BE49-F238E27FC236}">
                <a16:creationId xmlns:a16="http://schemas.microsoft.com/office/drawing/2014/main" id="{FB4DCADE-2A34-4B9D-9987-0330895D737E}"/>
              </a:ext>
            </a:extLst>
          </p:cNvPr>
          <p:cNvSpPr>
            <a:spLocks noGrp="1"/>
          </p:cNvSpPr>
          <p:nvPr>
            <p:ph type="subTitle" idx="1"/>
          </p:nvPr>
        </p:nvSpPr>
        <p:spPr>
          <a:xfrm>
            <a:off x="1012677" y="3292535"/>
            <a:ext cx="6988323" cy="561619"/>
          </a:xfrm>
        </p:spPr>
        <p:txBody>
          <a:bodyPr>
            <a:normAutofit/>
          </a:bodyPr>
          <a:lstStyle>
            <a:lvl1pPr marL="0" indent="0" algn="l">
              <a:lnSpc>
                <a:spcPct val="80000"/>
              </a:lnSpc>
              <a:spcBef>
                <a:spcPts val="0"/>
              </a:spcBef>
              <a:buNone/>
              <a:defRPr sz="2850">
                <a:solidFill>
                  <a:srgbClr val="FFFFFF"/>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12" name="Text Placeholder 11">
            <a:extLst>
              <a:ext uri="{FF2B5EF4-FFF2-40B4-BE49-F238E27FC236}">
                <a16:creationId xmlns:a16="http://schemas.microsoft.com/office/drawing/2014/main" id="{45D87C84-1993-43C1-A570-C771C220FB5D}"/>
              </a:ext>
            </a:extLst>
          </p:cNvPr>
          <p:cNvSpPr>
            <a:spLocks noGrp="1"/>
          </p:cNvSpPr>
          <p:nvPr>
            <p:ph type="body" sz="quarter" idx="10" hasCustomPrompt="1"/>
          </p:nvPr>
        </p:nvSpPr>
        <p:spPr>
          <a:xfrm>
            <a:off x="1012678" y="4062096"/>
            <a:ext cx="4076945" cy="314325"/>
          </a:xfrm>
        </p:spPr>
        <p:txBody>
          <a:bodyPr>
            <a:normAutofit/>
          </a:bodyPr>
          <a:lstStyle>
            <a:lvl1pPr marL="0" indent="0" algn="l">
              <a:buNone/>
              <a:defRPr sz="1013" cap="all" baseline="0">
                <a:solidFill>
                  <a:srgbClr val="FFFFFF"/>
                </a:solidFill>
              </a:defRPr>
            </a:lvl1pPr>
            <a:lvl2pPr algn="ctr">
              <a:defRPr/>
            </a:lvl2pPr>
            <a:lvl3pPr algn="ctr">
              <a:defRPr/>
            </a:lvl3pPr>
            <a:lvl4pPr algn="ctr">
              <a:defRPr/>
            </a:lvl4pPr>
            <a:lvl5pPr algn="ctr">
              <a:defRPr/>
            </a:lvl5pPr>
          </a:lstStyle>
          <a:p>
            <a:pPr lvl="0"/>
            <a:r>
              <a:rPr lang="en-US"/>
              <a:t>DD MONTH YEAR</a:t>
            </a:r>
          </a:p>
        </p:txBody>
      </p:sp>
      <p:pic>
        <p:nvPicPr>
          <p:cNvPr id="7" name="Kuva 6">
            <a:extLst>
              <a:ext uri="{FF2B5EF4-FFF2-40B4-BE49-F238E27FC236}">
                <a16:creationId xmlns:a16="http://schemas.microsoft.com/office/drawing/2014/main" id="{F1951A4F-3406-4A97-B9A7-EDD84DADADA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5809" y="5607709"/>
            <a:ext cx="2412257" cy="703646"/>
          </a:xfrm>
          <a:prstGeom prst="rect">
            <a:avLst/>
          </a:prstGeom>
        </p:spPr>
      </p:pic>
    </p:spTree>
    <p:extLst>
      <p:ext uri="{BB962C8B-B14F-4D97-AF65-F5344CB8AC3E}">
        <p14:creationId xmlns:p14="http://schemas.microsoft.com/office/powerpoint/2010/main" val="49779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p:bg>
      <p:bgPr>
        <a:solidFill>
          <a:srgbClr val="0057B8"/>
        </a:solidFill>
        <a:effectLst/>
      </p:bgPr>
    </p:bg>
    <p:spTree>
      <p:nvGrpSpPr>
        <p:cNvPr id="1" name=""/>
        <p:cNvGrpSpPr/>
        <p:nvPr/>
      </p:nvGrpSpPr>
      <p:grpSpPr>
        <a:xfrm>
          <a:off x="0" y="0"/>
          <a:ext cx="0" cy="0"/>
          <a:chOff x="0" y="0"/>
          <a:chExt cx="0" cy="0"/>
        </a:xfrm>
      </p:grpSpPr>
      <p:pic>
        <p:nvPicPr>
          <p:cNvPr id="9" name="Picture 4">
            <a:extLst>
              <a:ext uri="{FF2B5EF4-FFF2-40B4-BE49-F238E27FC236}">
                <a16:creationId xmlns:a16="http://schemas.microsoft.com/office/drawing/2014/main" id="{3D880977-7262-4385-A8E0-00866197789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a:extLst>
              <a:ext uri="{FF2B5EF4-FFF2-40B4-BE49-F238E27FC236}">
                <a16:creationId xmlns:a16="http://schemas.microsoft.com/office/drawing/2014/main" id="{796ED11D-86B6-41D9-804F-B21E465E6E73}"/>
              </a:ext>
            </a:extLst>
          </p:cNvPr>
          <p:cNvSpPr>
            <a:spLocks noGrp="1"/>
          </p:cNvSpPr>
          <p:nvPr>
            <p:ph type="ctrTitle"/>
          </p:nvPr>
        </p:nvSpPr>
        <p:spPr>
          <a:xfrm>
            <a:off x="1012677" y="2676525"/>
            <a:ext cx="6988323" cy="1714500"/>
          </a:xfrm>
        </p:spPr>
        <p:txBody>
          <a:bodyPr anchor="b"/>
          <a:lstStyle>
            <a:lvl1pPr algn="l">
              <a:defRPr sz="4500" spc="0" baseline="0">
                <a:solidFill>
                  <a:srgbClr val="FFFFFF"/>
                </a:solidFill>
              </a:defRPr>
            </a:lvl1pPr>
          </a:lstStyle>
          <a:p>
            <a:r>
              <a:rPr lang="en-US" dirty="0"/>
              <a:t>Click to edit Master title style</a:t>
            </a:r>
          </a:p>
        </p:txBody>
      </p:sp>
      <p:sp>
        <p:nvSpPr>
          <p:cNvPr id="3" name="Subtitle 2">
            <a:extLst>
              <a:ext uri="{FF2B5EF4-FFF2-40B4-BE49-F238E27FC236}">
                <a16:creationId xmlns:a16="http://schemas.microsoft.com/office/drawing/2014/main" id="{FB4DCADE-2A34-4B9D-9987-0330895D737E}"/>
              </a:ext>
            </a:extLst>
          </p:cNvPr>
          <p:cNvSpPr>
            <a:spLocks noGrp="1"/>
          </p:cNvSpPr>
          <p:nvPr>
            <p:ph type="subTitle" idx="1"/>
          </p:nvPr>
        </p:nvSpPr>
        <p:spPr>
          <a:xfrm>
            <a:off x="1012677" y="4429126"/>
            <a:ext cx="6988323" cy="894905"/>
          </a:xfrm>
        </p:spPr>
        <p:txBody>
          <a:bodyPr>
            <a:normAutofit/>
          </a:bodyPr>
          <a:lstStyle>
            <a:lvl1pPr marL="0" indent="0" algn="l">
              <a:lnSpc>
                <a:spcPct val="80000"/>
              </a:lnSpc>
              <a:spcBef>
                <a:spcPts val="0"/>
              </a:spcBef>
              <a:buNone/>
              <a:defRPr sz="2850">
                <a:solidFill>
                  <a:srgbClr val="FFFFFF"/>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pic>
        <p:nvPicPr>
          <p:cNvPr id="10" name="Picture 9">
            <a:extLst>
              <a:ext uri="{FF2B5EF4-FFF2-40B4-BE49-F238E27FC236}">
                <a16:creationId xmlns:a16="http://schemas.microsoft.com/office/drawing/2014/main" id="{CEA79536-344B-4703-95C3-7F5AD0BFB38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53653" y="526342"/>
            <a:ext cx="2440822" cy="712003"/>
          </a:xfrm>
          <a:prstGeom prst="rect">
            <a:avLst/>
          </a:prstGeom>
        </p:spPr>
      </p:pic>
      <p:sp>
        <p:nvSpPr>
          <p:cNvPr id="12" name="Text Placeholder 11">
            <a:extLst>
              <a:ext uri="{FF2B5EF4-FFF2-40B4-BE49-F238E27FC236}">
                <a16:creationId xmlns:a16="http://schemas.microsoft.com/office/drawing/2014/main" id="{45D87C84-1993-43C1-A570-C771C220FB5D}"/>
              </a:ext>
            </a:extLst>
          </p:cNvPr>
          <p:cNvSpPr>
            <a:spLocks noGrp="1"/>
          </p:cNvSpPr>
          <p:nvPr>
            <p:ph type="body" sz="quarter" idx="10" hasCustomPrompt="1"/>
          </p:nvPr>
        </p:nvSpPr>
        <p:spPr>
          <a:xfrm>
            <a:off x="1012678" y="5497790"/>
            <a:ext cx="4076945" cy="314325"/>
          </a:xfrm>
        </p:spPr>
        <p:txBody>
          <a:bodyPr>
            <a:normAutofit/>
          </a:bodyPr>
          <a:lstStyle>
            <a:lvl1pPr marL="0" indent="0" algn="l">
              <a:buNone/>
              <a:defRPr sz="1013" cap="all" baseline="0">
                <a:solidFill>
                  <a:srgbClr val="FFFFFF"/>
                </a:solidFill>
              </a:defRPr>
            </a:lvl1pPr>
            <a:lvl2pPr algn="ctr">
              <a:defRPr/>
            </a:lvl2pPr>
            <a:lvl3pPr algn="ctr">
              <a:defRPr/>
            </a:lvl3pPr>
            <a:lvl4pPr algn="ctr">
              <a:defRPr/>
            </a:lvl4pPr>
            <a:lvl5pPr algn="ctr">
              <a:defRPr/>
            </a:lvl5pPr>
          </a:lstStyle>
          <a:p>
            <a:pPr lvl="0"/>
            <a:r>
              <a:rPr lang="en-US"/>
              <a:t>DD MONTH YEAR</a:t>
            </a:r>
          </a:p>
        </p:txBody>
      </p:sp>
      <p:cxnSp>
        <p:nvCxnSpPr>
          <p:cNvPr id="14" name="Straight Connector 13">
            <a:extLst>
              <a:ext uri="{FF2B5EF4-FFF2-40B4-BE49-F238E27FC236}">
                <a16:creationId xmlns:a16="http://schemas.microsoft.com/office/drawing/2014/main" id="{BB5B0621-5201-4B3C-B3F3-03D9DDA06A71}"/>
              </a:ext>
            </a:extLst>
          </p:cNvPr>
          <p:cNvCxnSpPr/>
          <p:nvPr userDrawn="1"/>
        </p:nvCxnSpPr>
        <p:spPr>
          <a:xfrm>
            <a:off x="1326777" y="2752725"/>
            <a:ext cx="135731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8" name="Suora yhdysviiva 7">
            <a:extLst>
              <a:ext uri="{FF2B5EF4-FFF2-40B4-BE49-F238E27FC236}">
                <a16:creationId xmlns:a16="http://schemas.microsoft.com/office/drawing/2014/main" id="{7719C45D-29AC-47C4-96CB-A06616449D77}"/>
              </a:ext>
            </a:extLst>
          </p:cNvPr>
          <p:cNvCxnSpPr/>
          <p:nvPr userDrawn="1"/>
        </p:nvCxnSpPr>
        <p:spPr>
          <a:xfrm>
            <a:off x="1006267" y="2760293"/>
            <a:ext cx="1679249" cy="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3021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p:txBody>
          <a:bodyPr/>
          <a:lstStyle>
            <a:lvl1pPr>
              <a:defRPr>
                <a:solidFill>
                  <a:schemeClr val="tx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42CB3A0E-D963-4BA4-863C-413B32E51AE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8" name="TextBox 7">
            <a:extLst>
              <a:ext uri="{FF2B5EF4-FFF2-40B4-BE49-F238E27FC236}">
                <a16:creationId xmlns:a16="http://schemas.microsoft.com/office/drawing/2014/main" id="{4E74C6A6-466D-458F-9462-128882D6EF6C}"/>
              </a:ext>
            </a:extLst>
          </p:cNvPr>
          <p:cNvSpPr txBox="1"/>
          <p:nvPr userDrawn="1"/>
        </p:nvSpPr>
        <p:spPr>
          <a:xfrm>
            <a:off x="7808118" y="203201"/>
            <a:ext cx="721519" cy="244475"/>
          </a:xfrm>
          <a:prstGeom prst="rect">
            <a:avLst/>
          </a:prstGeom>
          <a:noFill/>
        </p:spPr>
        <p:txBody>
          <a:bodyPr wrap="square" lIns="0" tIns="0" rIns="0" bIns="0" rtlCol="0" anchor="ctr" anchorCtr="0">
            <a:noAutofit/>
          </a:bodyPr>
          <a:lstStyle/>
          <a:p>
            <a:pPr algn="r"/>
            <a:r>
              <a:rPr lang="fi-FI" sz="638">
                <a:solidFill>
                  <a:schemeClr val="bg2"/>
                </a:solidFill>
              </a:rPr>
              <a:t>ku.ac.ae</a:t>
            </a:r>
            <a:endParaRPr lang="en-US" sz="638">
              <a:solidFill>
                <a:schemeClr val="bg2"/>
              </a:solidFill>
            </a:endParaRPr>
          </a:p>
        </p:txBody>
      </p:sp>
      <p:cxnSp>
        <p:nvCxnSpPr>
          <p:cNvPr id="11" name="Straight Connector 10">
            <a:extLst>
              <a:ext uri="{FF2B5EF4-FFF2-40B4-BE49-F238E27FC236}">
                <a16:creationId xmlns:a16="http://schemas.microsoft.com/office/drawing/2014/main" id="{8690FDB3-7706-4B32-BD35-532B4AC7ECDA}"/>
              </a:ext>
            </a:extLst>
          </p:cNvPr>
          <p:cNvCxnSpPr/>
          <p:nvPr userDrawn="1"/>
        </p:nvCxnSpPr>
        <p:spPr>
          <a:xfrm>
            <a:off x="287749" y="533400"/>
            <a:ext cx="859907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C9354306-F9AA-E247-A52B-5F0B03FA3E89}"/>
              </a:ext>
            </a:extLst>
          </p:cNvPr>
          <p:cNvPicPr>
            <a:picLocks noChangeAspect="1"/>
          </p:cNvPicPr>
          <p:nvPr userDrawn="1"/>
        </p:nvPicPr>
        <p:blipFill>
          <a:blip r:embed="rId2"/>
          <a:stretch>
            <a:fillRect/>
          </a:stretch>
        </p:blipFill>
        <p:spPr>
          <a:xfrm>
            <a:off x="285969" y="215313"/>
            <a:ext cx="1484653" cy="213301"/>
          </a:xfrm>
          <a:prstGeom prst="rect">
            <a:avLst/>
          </a:prstGeom>
        </p:spPr>
      </p:pic>
    </p:spTree>
    <p:extLst>
      <p:ext uri="{BB962C8B-B14F-4D97-AF65-F5344CB8AC3E}">
        <p14:creationId xmlns:p14="http://schemas.microsoft.com/office/powerpoint/2010/main" val="2002791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ortrai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CB3A0E-D963-4BA4-863C-413B32E51AE7}"/>
              </a:ext>
            </a:extLst>
          </p:cNvPr>
          <p:cNvSpPr>
            <a:spLocks noGrp="1"/>
          </p:cNvSpPr>
          <p:nvPr>
            <p:ph idx="1" hasCustomPrompt="1"/>
          </p:nvPr>
        </p:nvSpPr>
        <p:spPr>
          <a:xfrm>
            <a:off x="4622006" y="1152525"/>
            <a:ext cx="3893343" cy="5162121"/>
          </a:xfrm>
        </p:spPr>
        <p:txBody>
          <a:bodyPr/>
          <a:lstStyle>
            <a:lvl1pPr>
              <a:defRPr b="0"/>
            </a:lvl1pPr>
          </a:lstStyle>
          <a:p>
            <a:pPr lvl="0"/>
            <a:r>
              <a:rPr lang="en-US"/>
              <a:t>Heading 1</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8" name="TextBox 7">
            <a:extLst>
              <a:ext uri="{FF2B5EF4-FFF2-40B4-BE49-F238E27FC236}">
                <a16:creationId xmlns:a16="http://schemas.microsoft.com/office/drawing/2014/main" id="{4E74C6A6-466D-458F-9462-128882D6EF6C}"/>
              </a:ext>
            </a:extLst>
          </p:cNvPr>
          <p:cNvSpPr txBox="1"/>
          <p:nvPr userDrawn="1"/>
        </p:nvSpPr>
        <p:spPr>
          <a:xfrm>
            <a:off x="7808118" y="203201"/>
            <a:ext cx="721519" cy="244475"/>
          </a:xfrm>
          <a:prstGeom prst="rect">
            <a:avLst/>
          </a:prstGeom>
          <a:noFill/>
        </p:spPr>
        <p:txBody>
          <a:bodyPr wrap="square" lIns="0" tIns="0" rIns="0" bIns="0" rtlCol="0" anchor="ctr" anchorCtr="0">
            <a:noAutofit/>
          </a:bodyPr>
          <a:lstStyle/>
          <a:p>
            <a:pPr algn="r"/>
            <a:r>
              <a:rPr lang="fi-FI" sz="638">
                <a:solidFill>
                  <a:schemeClr val="bg2"/>
                </a:solidFill>
              </a:rPr>
              <a:t>ku.ac.ae</a:t>
            </a:r>
            <a:endParaRPr lang="en-US" sz="638">
              <a:solidFill>
                <a:schemeClr val="bg2"/>
              </a:solidFill>
            </a:endParaRPr>
          </a:p>
        </p:txBody>
      </p:sp>
      <p:sp>
        <p:nvSpPr>
          <p:cNvPr id="11" name="Title 10">
            <a:extLst>
              <a:ext uri="{FF2B5EF4-FFF2-40B4-BE49-F238E27FC236}">
                <a16:creationId xmlns:a16="http://schemas.microsoft.com/office/drawing/2014/main" id="{1C1F0F3F-166A-422E-B49B-E35296BCC605}"/>
              </a:ext>
            </a:extLst>
          </p:cNvPr>
          <p:cNvSpPr>
            <a:spLocks noGrp="1"/>
          </p:cNvSpPr>
          <p:nvPr>
            <p:ph type="title"/>
          </p:nvPr>
        </p:nvSpPr>
        <p:spPr>
          <a:xfrm>
            <a:off x="1021556" y="1123951"/>
            <a:ext cx="3314700" cy="5190695"/>
          </a:xfrm>
        </p:spPr>
        <p:txBody>
          <a:bodyPr anchor="t" anchorCtr="0"/>
          <a:lstStyle>
            <a:lvl1pPr>
              <a:defRPr>
                <a:solidFill>
                  <a:schemeClr val="tx2"/>
                </a:solidFill>
              </a:defRPr>
            </a:lvl1pPr>
          </a:lstStyle>
          <a:p>
            <a:r>
              <a:rPr lang="en-US" dirty="0"/>
              <a:t>Click to edit Master title style</a:t>
            </a:r>
          </a:p>
        </p:txBody>
      </p:sp>
      <p:cxnSp>
        <p:nvCxnSpPr>
          <p:cNvPr id="13" name="Straight Connector 12">
            <a:extLst>
              <a:ext uri="{FF2B5EF4-FFF2-40B4-BE49-F238E27FC236}">
                <a16:creationId xmlns:a16="http://schemas.microsoft.com/office/drawing/2014/main" id="{1385506D-9F69-4855-B473-3BFDAF44ED69}"/>
              </a:ext>
            </a:extLst>
          </p:cNvPr>
          <p:cNvCxnSpPr/>
          <p:nvPr userDrawn="1"/>
        </p:nvCxnSpPr>
        <p:spPr>
          <a:xfrm>
            <a:off x="287749" y="533400"/>
            <a:ext cx="859907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345E9B6C-7602-4B4A-80F7-1DC5B15DEDCD}"/>
              </a:ext>
            </a:extLst>
          </p:cNvPr>
          <p:cNvPicPr>
            <a:picLocks noChangeAspect="1"/>
          </p:cNvPicPr>
          <p:nvPr userDrawn="1"/>
        </p:nvPicPr>
        <p:blipFill>
          <a:blip r:embed="rId2"/>
          <a:stretch>
            <a:fillRect/>
          </a:stretch>
        </p:blipFill>
        <p:spPr>
          <a:xfrm>
            <a:off x="285969" y="215313"/>
            <a:ext cx="1484653" cy="213301"/>
          </a:xfrm>
          <a:prstGeom prst="rect">
            <a:avLst/>
          </a:prstGeom>
        </p:spPr>
      </p:pic>
    </p:spTree>
    <p:extLst>
      <p:ext uri="{BB962C8B-B14F-4D97-AF65-F5344CB8AC3E}">
        <p14:creationId xmlns:p14="http://schemas.microsoft.com/office/powerpoint/2010/main" val="1239095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8BB98-3A1E-4BA6-A18A-C711FCA9CA07}"/>
              </a:ext>
            </a:extLst>
          </p:cNvPr>
          <p:cNvSpPr>
            <a:spLocks noGrp="1"/>
          </p:cNvSpPr>
          <p:nvPr>
            <p:ph type="title"/>
          </p:nvPr>
        </p:nvSpPr>
        <p:spPr/>
        <p:txBody>
          <a:bodyPr/>
          <a:lstStyle>
            <a:lvl1pPr>
              <a:defRPr>
                <a:solidFill>
                  <a:schemeClr val="tx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0F5B3EF-8293-4FA5-B31C-91F5BA7D4E00}"/>
              </a:ext>
            </a:extLst>
          </p:cNvPr>
          <p:cNvSpPr>
            <a:spLocks noGrp="1"/>
          </p:cNvSpPr>
          <p:nvPr>
            <p:ph sz="half" idx="1"/>
          </p:nvPr>
        </p:nvSpPr>
        <p:spPr>
          <a:xfrm>
            <a:off x="1020600" y="1868400"/>
            <a:ext cx="3510000" cy="444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F6ED27-71A5-4DAD-A199-5EA0A05E7D6B}"/>
              </a:ext>
            </a:extLst>
          </p:cNvPr>
          <p:cNvSpPr>
            <a:spLocks noGrp="1"/>
          </p:cNvSpPr>
          <p:nvPr>
            <p:ph sz="half" idx="2"/>
          </p:nvPr>
        </p:nvSpPr>
        <p:spPr>
          <a:xfrm>
            <a:off x="5000625" y="1868400"/>
            <a:ext cx="3510000" cy="444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D6C24C3-5F25-4ACD-A2D4-0198F4B9FF53}"/>
              </a:ext>
            </a:extLst>
          </p:cNvPr>
          <p:cNvSpPr>
            <a:spLocks noGrp="1"/>
          </p:cNvSpPr>
          <p:nvPr>
            <p:ph type="dt" sz="half" idx="10"/>
          </p:nvPr>
        </p:nvSpPr>
        <p:spPr/>
        <p:txBody>
          <a:bodyPr/>
          <a:lstStyle/>
          <a:p>
            <a:r>
              <a:rPr lang="en-US"/>
              <a:t>DD Month 20XX</a:t>
            </a:r>
          </a:p>
        </p:txBody>
      </p:sp>
      <p:sp>
        <p:nvSpPr>
          <p:cNvPr id="6" name="Footer Placeholder 5">
            <a:extLst>
              <a:ext uri="{FF2B5EF4-FFF2-40B4-BE49-F238E27FC236}">
                <a16:creationId xmlns:a16="http://schemas.microsoft.com/office/drawing/2014/main" id="{EC61D6D0-37D4-42A5-B774-5A583D8407F5}"/>
              </a:ext>
            </a:extLst>
          </p:cNvPr>
          <p:cNvSpPr>
            <a:spLocks noGrp="1"/>
          </p:cNvSpPr>
          <p:nvPr>
            <p:ph type="ftr" sz="quarter" idx="11"/>
          </p:nvPr>
        </p:nvSpPr>
        <p:spPr/>
        <p:txBody>
          <a:bodyPr/>
          <a:lstStyle/>
          <a:p>
            <a:r>
              <a:rPr lang="en-US"/>
              <a:t>Presentation Title Goes Here</a:t>
            </a:r>
          </a:p>
        </p:txBody>
      </p:sp>
      <p:sp>
        <p:nvSpPr>
          <p:cNvPr id="7" name="Slide Number Placeholder 6">
            <a:extLst>
              <a:ext uri="{FF2B5EF4-FFF2-40B4-BE49-F238E27FC236}">
                <a16:creationId xmlns:a16="http://schemas.microsoft.com/office/drawing/2014/main" id="{C4B79724-736B-42D4-9FC2-BBF87F438A01}"/>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8" name="TextBox 7">
            <a:extLst>
              <a:ext uri="{FF2B5EF4-FFF2-40B4-BE49-F238E27FC236}">
                <a16:creationId xmlns:a16="http://schemas.microsoft.com/office/drawing/2014/main" id="{AA8462DF-95A9-4839-9F28-1A83BCE28186}"/>
              </a:ext>
            </a:extLst>
          </p:cNvPr>
          <p:cNvSpPr txBox="1"/>
          <p:nvPr userDrawn="1"/>
        </p:nvSpPr>
        <p:spPr>
          <a:xfrm>
            <a:off x="7808118" y="203201"/>
            <a:ext cx="721519" cy="244475"/>
          </a:xfrm>
          <a:prstGeom prst="rect">
            <a:avLst/>
          </a:prstGeom>
          <a:noFill/>
        </p:spPr>
        <p:txBody>
          <a:bodyPr wrap="square" lIns="0" tIns="0" rIns="0" bIns="0" rtlCol="0" anchor="ctr" anchorCtr="0">
            <a:noAutofit/>
          </a:bodyPr>
          <a:lstStyle/>
          <a:p>
            <a:pPr algn="r"/>
            <a:r>
              <a:rPr lang="fi-FI" sz="638">
                <a:solidFill>
                  <a:schemeClr val="bg2"/>
                </a:solidFill>
              </a:rPr>
              <a:t>ku.ac.ae</a:t>
            </a:r>
            <a:endParaRPr lang="en-US" sz="638">
              <a:solidFill>
                <a:schemeClr val="bg2"/>
              </a:solidFill>
            </a:endParaRPr>
          </a:p>
        </p:txBody>
      </p:sp>
      <p:cxnSp>
        <p:nvCxnSpPr>
          <p:cNvPr id="10" name="Straight Connector 9">
            <a:extLst>
              <a:ext uri="{FF2B5EF4-FFF2-40B4-BE49-F238E27FC236}">
                <a16:creationId xmlns:a16="http://schemas.microsoft.com/office/drawing/2014/main" id="{5B93EDA0-B8B5-41ED-80CE-BFDA6DF8FC4B}"/>
              </a:ext>
            </a:extLst>
          </p:cNvPr>
          <p:cNvCxnSpPr/>
          <p:nvPr userDrawn="1"/>
        </p:nvCxnSpPr>
        <p:spPr>
          <a:xfrm>
            <a:off x="287749" y="533400"/>
            <a:ext cx="859907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3DF1A1AF-6EBC-7A40-BA81-20162017515D}"/>
              </a:ext>
            </a:extLst>
          </p:cNvPr>
          <p:cNvPicPr>
            <a:picLocks noChangeAspect="1"/>
          </p:cNvPicPr>
          <p:nvPr userDrawn="1"/>
        </p:nvPicPr>
        <p:blipFill>
          <a:blip r:embed="rId2"/>
          <a:stretch>
            <a:fillRect/>
          </a:stretch>
        </p:blipFill>
        <p:spPr>
          <a:xfrm>
            <a:off x="285969" y="215313"/>
            <a:ext cx="1484653" cy="213301"/>
          </a:xfrm>
          <a:prstGeom prst="rect">
            <a:avLst/>
          </a:prstGeom>
        </p:spPr>
      </p:pic>
    </p:spTree>
    <p:extLst>
      <p:ext uri="{BB962C8B-B14F-4D97-AF65-F5344CB8AC3E}">
        <p14:creationId xmlns:p14="http://schemas.microsoft.com/office/powerpoint/2010/main" val="162645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8BB98-3A1E-4BA6-A18A-C711FCA9CA07}"/>
              </a:ext>
            </a:extLst>
          </p:cNvPr>
          <p:cNvSpPr>
            <a:spLocks noGrp="1"/>
          </p:cNvSpPr>
          <p:nvPr>
            <p:ph type="title"/>
          </p:nvPr>
        </p:nvSpPr>
        <p:spPr/>
        <p:txBody>
          <a:bodyPr/>
          <a:lstStyle>
            <a:lvl1pPr>
              <a:defRPr>
                <a:solidFill>
                  <a:schemeClr val="tx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0F5B3EF-8293-4FA5-B31C-91F5BA7D4E00}"/>
              </a:ext>
            </a:extLst>
          </p:cNvPr>
          <p:cNvSpPr>
            <a:spLocks noGrp="1"/>
          </p:cNvSpPr>
          <p:nvPr>
            <p:ph sz="half" idx="1"/>
          </p:nvPr>
        </p:nvSpPr>
        <p:spPr>
          <a:xfrm>
            <a:off x="1020600" y="2352675"/>
            <a:ext cx="3510000" cy="39653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F6ED27-71A5-4DAD-A199-5EA0A05E7D6B}"/>
              </a:ext>
            </a:extLst>
          </p:cNvPr>
          <p:cNvSpPr>
            <a:spLocks noGrp="1"/>
          </p:cNvSpPr>
          <p:nvPr>
            <p:ph sz="half" idx="2"/>
          </p:nvPr>
        </p:nvSpPr>
        <p:spPr>
          <a:xfrm>
            <a:off x="5000625" y="2352675"/>
            <a:ext cx="3510000" cy="39653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D6C24C3-5F25-4ACD-A2D4-0198F4B9FF53}"/>
              </a:ext>
            </a:extLst>
          </p:cNvPr>
          <p:cNvSpPr>
            <a:spLocks noGrp="1"/>
          </p:cNvSpPr>
          <p:nvPr>
            <p:ph type="dt" sz="half" idx="10"/>
          </p:nvPr>
        </p:nvSpPr>
        <p:spPr/>
        <p:txBody>
          <a:bodyPr/>
          <a:lstStyle/>
          <a:p>
            <a:r>
              <a:rPr lang="en-US"/>
              <a:t>DD Month 20XX</a:t>
            </a:r>
          </a:p>
        </p:txBody>
      </p:sp>
      <p:sp>
        <p:nvSpPr>
          <p:cNvPr id="6" name="Footer Placeholder 5">
            <a:extLst>
              <a:ext uri="{FF2B5EF4-FFF2-40B4-BE49-F238E27FC236}">
                <a16:creationId xmlns:a16="http://schemas.microsoft.com/office/drawing/2014/main" id="{EC61D6D0-37D4-42A5-B774-5A583D8407F5}"/>
              </a:ext>
            </a:extLst>
          </p:cNvPr>
          <p:cNvSpPr>
            <a:spLocks noGrp="1"/>
          </p:cNvSpPr>
          <p:nvPr>
            <p:ph type="ftr" sz="quarter" idx="11"/>
          </p:nvPr>
        </p:nvSpPr>
        <p:spPr/>
        <p:txBody>
          <a:bodyPr/>
          <a:lstStyle/>
          <a:p>
            <a:r>
              <a:rPr lang="en-US"/>
              <a:t>Presentation Title Goes Here</a:t>
            </a:r>
          </a:p>
        </p:txBody>
      </p:sp>
      <p:sp>
        <p:nvSpPr>
          <p:cNvPr id="7" name="Slide Number Placeholder 6">
            <a:extLst>
              <a:ext uri="{FF2B5EF4-FFF2-40B4-BE49-F238E27FC236}">
                <a16:creationId xmlns:a16="http://schemas.microsoft.com/office/drawing/2014/main" id="{C4B79724-736B-42D4-9FC2-BBF87F438A01}"/>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8" name="Text Placeholder 2">
            <a:extLst>
              <a:ext uri="{FF2B5EF4-FFF2-40B4-BE49-F238E27FC236}">
                <a16:creationId xmlns:a16="http://schemas.microsoft.com/office/drawing/2014/main" id="{E4673FD0-9E13-4C1A-B859-688309735A0D}"/>
              </a:ext>
            </a:extLst>
          </p:cNvPr>
          <p:cNvSpPr>
            <a:spLocks noGrp="1"/>
          </p:cNvSpPr>
          <p:nvPr>
            <p:ph type="body" idx="13"/>
          </p:nvPr>
        </p:nvSpPr>
        <p:spPr>
          <a:xfrm>
            <a:off x="1020600" y="1868400"/>
            <a:ext cx="3510000" cy="379501"/>
          </a:xfrm>
        </p:spPr>
        <p:txBody>
          <a:bodyPr anchor="b">
            <a:normAutofit/>
          </a:bodyPr>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9" name="Text Placeholder 4">
            <a:extLst>
              <a:ext uri="{FF2B5EF4-FFF2-40B4-BE49-F238E27FC236}">
                <a16:creationId xmlns:a16="http://schemas.microsoft.com/office/drawing/2014/main" id="{E81F1501-AF73-4AAC-9FF0-0767311D3E75}"/>
              </a:ext>
            </a:extLst>
          </p:cNvPr>
          <p:cNvSpPr>
            <a:spLocks noGrp="1"/>
          </p:cNvSpPr>
          <p:nvPr>
            <p:ph type="body" sz="quarter" idx="3"/>
          </p:nvPr>
        </p:nvSpPr>
        <p:spPr>
          <a:xfrm>
            <a:off x="5000625" y="1868400"/>
            <a:ext cx="3515916" cy="379501"/>
          </a:xfrm>
        </p:spPr>
        <p:txBody>
          <a:bodyPr anchor="b">
            <a:normAutofit/>
          </a:bodyPr>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10" name="TextBox 9">
            <a:extLst>
              <a:ext uri="{FF2B5EF4-FFF2-40B4-BE49-F238E27FC236}">
                <a16:creationId xmlns:a16="http://schemas.microsoft.com/office/drawing/2014/main" id="{7ADE178B-FD49-4EE2-9A05-5F6BE0A0483C}"/>
              </a:ext>
            </a:extLst>
          </p:cNvPr>
          <p:cNvSpPr txBox="1"/>
          <p:nvPr userDrawn="1"/>
        </p:nvSpPr>
        <p:spPr>
          <a:xfrm>
            <a:off x="7808118" y="203201"/>
            <a:ext cx="721519" cy="244475"/>
          </a:xfrm>
          <a:prstGeom prst="rect">
            <a:avLst/>
          </a:prstGeom>
          <a:noFill/>
        </p:spPr>
        <p:txBody>
          <a:bodyPr wrap="square" lIns="0" tIns="0" rIns="0" bIns="0" rtlCol="0" anchor="ctr" anchorCtr="0">
            <a:noAutofit/>
          </a:bodyPr>
          <a:lstStyle/>
          <a:p>
            <a:pPr algn="r"/>
            <a:r>
              <a:rPr lang="fi-FI" sz="638">
                <a:solidFill>
                  <a:schemeClr val="bg2"/>
                </a:solidFill>
              </a:rPr>
              <a:t>ku.ac.ae</a:t>
            </a:r>
            <a:endParaRPr lang="en-US" sz="638">
              <a:solidFill>
                <a:schemeClr val="bg2"/>
              </a:solidFill>
            </a:endParaRPr>
          </a:p>
        </p:txBody>
      </p:sp>
      <p:cxnSp>
        <p:nvCxnSpPr>
          <p:cNvPr id="12" name="Straight Connector 11">
            <a:extLst>
              <a:ext uri="{FF2B5EF4-FFF2-40B4-BE49-F238E27FC236}">
                <a16:creationId xmlns:a16="http://schemas.microsoft.com/office/drawing/2014/main" id="{6132C51C-6D36-4A71-A1DB-6C92A35CA313}"/>
              </a:ext>
            </a:extLst>
          </p:cNvPr>
          <p:cNvCxnSpPr/>
          <p:nvPr userDrawn="1"/>
        </p:nvCxnSpPr>
        <p:spPr>
          <a:xfrm>
            <a:off x="287749" y="533400"/>
            <a:ext cx="859907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1EA18664-86AE-6D47-B291-C8C758ABEEA0}"/>
              </a:ext>
            </a:extLst>
          </p:cNvPr>
          <p:cNvPicPr>
            <a:picLocks noChangeAspect="1"/>
          </p:cNvPicPr>
          <p:nvPr userDrawn="1"/>
        </p:nvPicPr>
        <p:blipFill>
          <a:blip r:embed="rId2"/>
          <a:stretch>
            <a:fillRect/>
          </a:stretch>
        </p:blipFill>
        <p:spPr>
          <a:xfrm>
            <a:off x="285969" y="215313"/>
            <a:ext cx="1484653" cy="213301"/>
          </a:xfrm>
          <a:prstGeom prst="rect">
            <a:avLst/>
          </a:prstGeom>
        </p:spPr>
      </p:pic>
    </p:spTree>
    <p:extLst>
      <p:ext uri="{BB962C8B-B14F-4D97-AF65-F5344CB8AC3E}">
        <p14:creationId xmlns:p14="http://schemas.microsoft.com/office/powerpoint/2010/main" val="3832714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rt with Caption">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F29153F9-78D4-4D70-B44A-4B9B91D91CB2}"/>
              </a:ext>
            </a:extLst>
          </p:cNvPr>
          <p:cNvSpPr>
            <a:spLocks noGrp="1"/>
          </p:cNvSpPr>
          <p:nvPr>
            <p:ph type="chart" sz="quarter" idx="14"/>
          </p:nvPr>
        </p:nvSpPr>
        <p:spPr>
          <a:xfrm>
            <a:off x="4622006" y="771526"/>
            <a:ext cx="4229100" cy="5534025"/>
          </a:xfrm>
        </p:spPr>
        <p:txBody>
          <a:bodyPr/>
          <a:lstStyle>
            <a:lvl1pPr marL="0" indent="0">
              <a:buNone/>
              <a:defRPr/>
            </a:lvl1pPr>
          </a:lstStyle>
          <a:p>
            <a:r>
              <a:rPr lang="en-US"/>
              <a:t>Click icon to add chart</a:t>
            </a:r>
          </a:p>
        </p:txBody>
      </p:sp>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1021556" y="542926"/>
            <a:ext cx="3136107" cy="1114425"/>
          </a:xfrm>
        </p:spPr>
        <p:txBody>
          <a:bodyPr/>
          <a:lstStyle>
            <a:lvl1pPr>
              <a:defRPr>
                <a:solidFill>
                  <a:schemeClr val="tx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42CB3A0E-D963-4BA4-863C-413B32E51AE7}"/>
              </a:ext>
            </a:extLst>
          </p:cNvPr>
          <p:cNvSpPr>
            <a:spLocks noGrp="1"/>
          </p:cNvSpPr>
          <p:nvPr>
            <p:ph idx="1"/>
          </p:nvPr>
        </p:nvSpPr>
        <p:spPr>
          <a:xfrm>
            <a:off x="1021556" y="1866901"/>
            <a:ext cx="3136107" cy="4448175"/>
          </a:xfrm>
        </p:spPr>
        <p:txBody>
          <a:bodyPr/>
          <a:lstStyle>
            <a:lvl1pPr marL="0" indent="0">
              <a:buNone/>
              <a:defRPr b="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11" name="TextBox 10">
            <a:extLst>
              <a:ext uri="{FF2B5EF4-FFF2-40B4-BE49-F238E27FC236}">
                <a16:creationId xmlns:a16="http://schemas.microsoft.com/office/drawing/2014/main" id="{27C296D0-EF25-4659-9A29-DE874EE0BD57}"/>
              </a:ext>
            </a:extLst>
          </p:cNvPr>
          <p:cNvSpPr txBox="1"/>
          <p:nvPr userDrawn="1"/>
        </p:nvSpPr>
        <p:spPr>
          <a:xfrm>
            <a:off x="7808118" y="203201"/>
            <a:ext cx="721519" cy="244475"/>
          </a:xfrm>
          <a:prstGeom prst="rect">
            <a:avLst/>
          </a:prstGeom>
          <a:noFill/>
        </p:spPr>
        <p:txBody>
          <a:bodyPr wrap="square" lIns="0" tIns="0" rIns="0" bIns="0" rtlCol="0" anchor="ctr" anchorCtr="0">
            <a:noAutofit/>
          </a:bodyPr>
          <a:lstStyle/>
          <a:p>
            <a:pPr algn="r"/>
            <a:r>
              <a:rPr lang="fi-FI" sz="638">
                <a:solidFill>
                  <a:schemeClr val="bg2"/>
                </a:solidFill>
              </a:rPr>
              <a:t>ku.ac.ae</a:t>
            </a:r>
            <a:endParaRPr lang="en-US" sz="638">
              <a:solidFill>
                <a:schemeClr val="bg2"/>
              </a:solidFill>
            </a:endParaRPr>
          </a:p>
        </p:txBody>
      </p:sp>
      <p:cxnSp>
        <p:nvCxnSpPr>
          <p:cNvPr id="13" name="Straight Connector 12">
            <a:extLst>
              <a:ext uri="{FF2B5EF4-FFF2-40B4-BE49-F238E27FC236}">
                <a16:creationId xmlns:a16="http://schemas.microsoft.com/office/drawing/2014/main" id="{BDF66C09-963E-47DD-8166-11F0934BF635}"/>
              </a:ext>
            </a:extLst>
          </p:cNvPr>
          <p:cNvCxnSpPr/>
          <p:nvPr userDrawn="1"/>
        </p:nvCxnSpPr>
        <p:spPr>
          <a:xfrm>
            <a:off x="287749" y="533400"/>
            <a:ext cx="859907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2D815D9A-BE79-664B-B7C3-AF665BFEE67C}"/>
              </a:ext>
            </a:extLst>
          </p:cNvPr>
          <p:cNvPicPr>
            <a:picLocks noChangeAspect="1"/>
          </p:cNvPicPr>
          <p:nvPr userDrawn="1"/>
        </p:nvPicPr>
        <p:blipFill>
          <a:blip r:embed="rId2"/>
          <a:stretch>
            <a:fillRect/>
          </a:stretch>
        </p:blipFill>
        <p:spPr>
          <a:xfrm>
            <a:off x="285969" y="215313"/>
            <a:ext cx="1484653" cy="213301"/>
          </a:xfrm>
          <a:prstGeom prst="rect">
            <a:avLst/>
          </a:prstGeom>
        </p:spPr>
      </p:pic>
    </p:spTree>
    <p:extLst>
      <p:ext uri="{BB962C8B-B14F-4D97-AF65-F5344CB8AC3E}">
        <p14:creationId xmlns:p14="http://schemas.microsoft.com/office/powerpoint/2010/main" val="981436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1021556" y="542926"/>
            <a:ext cx="3136107" cy="1114425"/>
          </a:xfrm>
        </p:spPr>
        <p:txBody>
          <a:bodyPr/>
          <a:lstStyle>
            <a:lvl1pPr>
              <a:defRPr>
                <a:solidFill>
                  <a:schemeClr val="tx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42CB3A0E-D963-4BA4-863C-413B32E51AE7}"/>
              </a:ext>
            </a:extLst>
          </p:cNvPr>
          <p:cNvSpPr>
            <a:spLocks noGrp="1"/>
          </p:cNvSpPr>
          <p:nvPr>
            <p:ph idx="1"/>
          </p:nvPr>
        </p:nvSpPr>
        <p:spPr>
          <a:xfrm>
            <a:off x="1021556" y="1866901"/>
            <a:ext cx="3136107" cy="4448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9" name="Picture Placeholder 8">
            <a:extLst>
              <a:ext uri="{FF2B5EF4-FFF2-40B4-BE49-F238E27FC236}">
                <a16:creationId xmlns:a16="http://schemas.microsoft.com/office/drawing/2014/main" id="{A46E416A-BFDB-410E-9AC9-671259E5DAFB}"/>
              </a:ext>
            </a:extLst>
          </p:cNvPr>
          <p:cNvSpPr>
            <a:spLocks noGrp="1"/>
          </p:cNvSpPr>
          <p:nvPr>
            <p:ph type="pic" sz="quarter" idx="13"/>
          </p:nvPr>
        </p:nvSpPr>
        <p:spPr>
          <a:xfrm>
            <a:off x="4622006" y="771526"/>
            <a:ext cx="4229100" cy="5534025"/>
          </a:xfrm>
          <a:solidFill>
            <a:schemeClr val="bg1">
              <a:lumMod val="85000"/>
            </a:schemeClr>
          </a:solidFill>
        </p:spPr>
        <p:txBody>
          <a:bodyPr/>
          <a:lstStyle>
            <a:lvl1pPr marL="0" indent="0">
              <a:buNone/>
              <a:defRPr/>
            </a:lvl1pPr>
          </a:lstStyle>
          <a:p>
            <a:r>
              <a:rPr lang="en-US"/>
              <a:t>Click icon to add picture</a:t>
            </a:r>
          </a:p>
        </p:txBody>
      </p:sp>
      <p:sp>
        <p:nvSpPr>
          <p:cNvPr id="11" name="TextBox 10">
            <a:extLst>
              <a:ext uri="{FF2B5EF4-FFF2-40B4-BE49-F238E27FC236}">
                <a16:creationId xmlns:a16="http://schemas.microsoft.com/office/drawing/2014/main" id="{27C296D0-EF25-4659-9A29-DE874EE0BD57}"/>
              </a:ext>
            </a:extLst>
          </p:cNvPr>
          <p:cNvSpPr txBox="1"/>
          <p:nvPr userDrawn="1"/>
        </p:nvSpPr>
        <p:spPr>
          <a:xfrm>
            <a:off x="7808118" y="203201"/>
            <a:ext cx="721519" cy="244475"/>
          </a:xfrm>
          <a:prstGeom prst="rect">
            <a:avLst/>
          </a:prstGeom>
          <a:noFill/>
        </p:spPr>
        <p:txBody>
          <a:bodyPr wrap="square" lIns="0" tIns="0" rIns="0" bIns="0" rtlCol="0" anchor="ctr" anchorCtr="0">
            <a:noAutofit/>
          </a:bodyPr>
          <a:lstStyle/>
          <a:p>
            <a:pPr algn="r"/>
            <a:r>
              <a:rPr lang="fi-FI" sz="638">
                <a:solidFill>
                  <a:schemeClr val="bg2"/>
                </a:solidFill>
              </a:rPr>
              <a:t>ku.ac.ae</a:t>
            </a:r>
            <a:endParaRPr lang="en-US" sz="638">
              <a:solidFill>
                <a:schemeClr val="bg2"/>
              </a:solidFill>
            </a:endParaRPr>
          </a:p>
        </p:txBody>
      </p:sp>
      <p:cxnSp>
        <p:nvCxnSpPr>
          <p:cNvPr id="13" name="Straight Connector 12">
            <a:extLst>
              <a:ext uri="{FF2B5EF4-FFF2-40B4-BE49-F238E27FC236}">
                <a16:creationId xmlns:a16="http://schemas.microsoft.com/office/drawing/2014/main" id="{BDF66C09-963E-47DD-8166-11F0934BF635}"/>
              </a:ext>
            </a:extLst>
          </p:cNvPr>
          <p:cNvCxnSpPr/>
          <p:nvPr userDrawn="1"/>
        </p:nvCxnSpPr>
        <p:spPr>
          <a:xfrm>
            <a:off x="287749" y="533400"/>
            <a:ext cx="859907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D4855580-B516-594A-8AF5-92C14F00D162}"/>
              </a:ext>
            </a:extLst>
          </p:cNvPr>
          <p:cNvPicPr>
            <a:picLocks noChangeAspect="1"/>
          </p:cNvPicPr>
          <p:nvPr userDrawn="1"/>
        </p:nvPicPr>
        <p:blipFill>
          <a:blip r:embed="rId2"/>
          <a:stretch>
            <a:fillRect/>
          </a:stretch>
        </p:blipFill>
        <p:spPr>
          <a:xfrm>
            <a:off x="285969" y="215313"/>
            <a:ext cx="1484653" cy="213301"/>
          </a:xfrm>
          <a:prstGeom prst="rect">
            <a:avLst/>
          </a:prstGeom>
        </p:spPr>
      </p:pic>
    </p:spTree>
    <p:extLst>
      <p:ext uri="{BB962C8B-B14F-4D97-AF65-F5344CB8AC3E}">
        <p14:creationId xmlns:p14="http://schemas.microsoft.com/office/powerpoint/2010/main" val="4505989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621507" y="542926"/>
            <a:ext cx="7908131" cy="1114425"/>
          </a:xfrm>
        </p:spPr>
        <p:txBody>
          <a:bodyPr/>
          <a:lstStyle>
            <a:lvl1pPr algn="ctr">
              <a:defRPr>
                <a:solidFill>
                  <a:schemeClr val="tx2"/>
                </a:solidFill>
              </a:defRPr>
            </a:lvl1pPr>
          </a:lstStyle>
          <a:p>
            <a:r>
              <a:rPr lang="en-US" dirty="0"/>
              <a:t>Click to edit Master title style</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8" name="TextBox 7">
            <a:extLst>
              <a:ext uri="{FF2B5EF4-FFF2-40B4-BE49-F238E27FC236}">
                <a16:creationId xmlns:a16="http://schemas.microsoft.com/office/drawing/2014/main" id="{4E74C6A6-466D-458F-9462-128882D6EF6C}"/>
              </a:ext>
            </a:extLst>
          </p:cNvPr>
          <p:cNvSpPr txBox="1"/>
          <p:nvPr userDrawn="1"/>
        </p:nvSpPr>
        <p:spPr>
          <a:xfrm>
            <a:off x="7808118" y="203201"/>
            <a:ext cx="721519" cy="244475"/>
          </a:xfrm>
          <a:prstGeom prst="rect">
            <a:avLst/>
          </a:prstGeom>
          <a:noFill/>
        </p:spPr>
        <p:txBody>
          <a:bodyPr wrap="square" lIns="0" tIns="0" rIns="0" bIns="0" rtlCol="0" anchor="ctr" anchorCtr="0">
            <a:noAutofit/>
          </a:bodyPr>
          <a:lstStyle/>
          <a:p>
            <a:pPr algn="r"/>
            <a:r>
              <a:rPr lang="fi-FI" sz="638">
                <a:solidFill>
                  <a:schemeClr val="bg2"/>
                </a:solidFill>
              </a:rPr>
              <a:t>ku.ac.ae</a:t>
            </a:r>
            <a:endParaRPr lang="en-US" sz="638">
              <a:solidFill>
                <a:schemeClr val="bg2"/>
              </a:solidFill>
            </a:endParaRPr>
          </a:p>
        </p:txBody>
      </p:sp>
      <p:cxnSp>
        <p:nvCxnSpPr>
          <p:cNvPr id="11" name="Straight Connector 10">
            <a:extLst>
              <a:ext uri="{FF2B5EF4-FFF2-40B4-BE49-F238E27FC236}">
                <a16:creationId xmlns:a16="http://schemas.microsoft.com/office/drawing/2014/main" id="{8690FDB3-7706-4B32-BD35-532B4AC7ECDA}"/>
              </a:ext>
            </a:extLst>
          </p:cNvPr>
          <p:cNvCxnSpPr/>
          <p:nvPr userDrawn="1"/>
        </p:nvCxnSpPr>
        <p:spPr>
          <a:xfrm>
            <a:off x="287749" y="533400"/>
            <a:ext cx="859907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3930B2A2-81DA-4F3D-9D9E-46E4F7B93857}"/>
              </a:ext>
            </a:extLst>
          </p:cNvPr>
          <p:cNvSpPr>
            <a:spLocks noGrp="1"/>
          </p:cNvSpPr>
          <p:nvPr>
            <p:ph type="pic" sz="quarter" idx="13"/>
          </p:nvPr>
        </p:nvSpPr>
        <p:spPr>
          <a:xfrm>
            <a:off x="3178969" y="2752725"/>
            <a:ext cx="2786063" cy="3562350"/>
          </a:xfrm>
          <a:solidFill>
            <a:schemeClr val="bg1">
              <a:lumMod val="85000"/>
            </a:schemeClr>
          </a:solidFill>
        </p:spPr>
        <p:txBody>
          <a:bodyPr/>
          <a:lstStyle>
            <a:lvl1pPr marL="0" indent="0">
              <a:buNone/>
              <a:defRPr/>
            </a:lvl1pPr>
          </a:lstStyle>
          <a:p>
            <a:r>
              <a:rPr lang="en-US"/>
              <a:t>Click icon to add picture</a:t>
            </a:r>
          </a:p>
        </p:txBody>
      </p:sp>
      <p:sp>
        <p:nvSpPr>
          <p:cNvPr id="14" name="Picture Placeholder 12">
            <a:extLst>
              <a:ext uri="{FF2B5EF4-FFF2-40B4-BE49-F238E27FC236}">
                <a16:creationId xmlns:a16="http://schemas.microsoft.com/office/drawing/2014/main" id="{F16E22AE-DDB9-4C04-8CBA-FF04F1AFB382}"/>
              </a:ext>
            </a:extLst>
          </p:cNvPr>
          <p:cNvSpPr>
            <a:spLocks noGrp="1"/>
          </p:cNvSpPr>
          <p:nvPr>
            <p:ph type="pic" sz="quarter" idx="14"/>
          </p:nvPr>
        </p:nvSpPr>
        <p:spPr>
          <a:xfrm>
            <a:off x="300037" y="2752725"/>
            <a:ext cx="2786063" cy="3562350"/>
          </a:xfrm>
          <a:solidFill>
            <a:schemeClr val="bg1">
              <a:lumMod val="85000"/>
            </a:schemeClr>
          </a:solidFill>
        </p:spPr>
        <p:txBody>
          <a:bodyPr/>
          <a:lstStyle>
            <a:lvl1pPr marL="0" indent="0">
              <a:buNone/>
              <a:defRPr/>
            </a:lvl1pPr>
          </a:lstStyle>
          <a:p>
            <a:r>
              <a:rPr lang="en-US"/>
              <a:t>Click icon to add picture</a:t>
            </a:r>
          </a:p>
        </p:txBody>
      </p:sp>
      <p:sp>
        <p:nvSpPr>
          <p:cNvPr id="15" name="Picture Placeholder 12">
            <a:extLst>
              <a:ext uri="{FF2B5EF4-FFF2-40B4-BE49-F238E27FC236}">
                <a16:creationId xmlns:a16="http://schemas.microsoft.com/office/drawing/2014/main" id="{55F3CFBF-C13C-4A9F-BDDF-0E18286F15C6}"/>
              </a:ext>
            </a:extLst>
          </p:cNvPr>
          <p:cNvSpPr>
            <a:spLocks noGrp="1"/>
          </p:cNvSpPr>
          <p:nvPr>
            <p:ph type="pic" sz="quarter" idx="15"/>
          </p:nvPr>
        </p:nvSpPr>
        <p:spPr>
          <a:xfrm>
            <a:off x="6057900" y="2752725"/>
            <a:ext cx="2786063" cy="3562350"/>
          </a:xfrm>
          <a:solidFill>
            <a:schemeClr val="bg1">
              <a:lumMod val="85000"/>
            </a:schemeClr>
          </a:solidFill>
        </p:spPr>
        <p:txBody>
          <a:bodyPr/>
          <a:lstStyle>
            <a:lvl1pPr marL="0" indent="0">
              <a:buNone/>
              <a:defRPr/>
            </a:lvl1pPr>
          </a:lstStyle>
          <a:p>
            <a:r>
              <a:rPr lang="en-US"/>
              <a:t>Click icon to add picture</a:t>
            </a:r>
          </a:p>
        </p:txBody>
      </p:sp>
      <p:pic>
        <p:nvPicPr>
          <p:cNvPr id="17" name="Picture 16">
            <a:extLst>
              <a:ext uri="{FF2B5EF4-FFF2-40B4-BE49-F238E27FC236}">
                <a16:creationId xmlns:a16="http://schemas.microsoft.com/office/drawing/2014/main" id="{9C0234F5-EE42-214B-860C-75BFD036FA59}"/>
              </a:ext>
            </a:extLst>
          </p:cNvPr>
          <p:cNvPicPr>
            <a:picLocks noChangeAspect="1"/>
          </p:cNvPicPr>
          <p:nvPr userDrawn="1"/>
        </p:nvPicPr>
        <p:blipFill>
          <a:blip r:embed="rId2"/>
          <a:stretch>
            <a:fillRect/>
          </a:stretch>
        </p:blipFill>
        <p:spPr>
          <a:xfrm>
            <a:off x="285969" y="215313"/>
            <a:ext cx="1484653" cy="213301"/>
          </a:xfrm>
          <a:prstGeom prst="rect">
            <a:avLst/>
          </a:prstGeom>
        </p:spPr>
      </p:pic>
    </p:spTree>
    <p:extLst>
      <p:ext uri="{BB962C8B-B14F-4D97-AF65-F5344CB8AC3E}">
        <p14:creationId xmlns:p14="http://schemas.microsoft.com/office/powerpoint/2010/main" val="41884930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ictures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1021556" y="1114425"/>
            <a:ext cx="4757738" cy="1438275"/>
          </a:xfrm>
        </p:spPr>
        <p:txBody>
          <a:bodyPr anchor="t" anchorCtr="0"/>
          <a:lstStyle>
            <a:lvl1pPr algn="l">
              <a:lnSpc>
                <a:spcPct val="100000"/>
              </a:lnSpc>
              <a:defRPr>
                <a:solidFill>
                  <a:schemeClr val="tx2"/>
                </a:solidFill>
              </a:defRPr>
            </a:lvl1pPr>
          </a:lstStyle>
          <a:p>
            <a:r>
              <a:rPr lang="en-US" dirty="0"/>
              <a:t>Click to edit Master title style</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8" name="TextBox 7">
            <a:extLst>
              <a:ext uri="{FF2B5EF4-FFF2-40B4-BE49-F238E27FC236}">
                <a16:creationId xmlns:a16="http://schemas.microsoft.com/office/drawing/2014/main" id="{4E74C6A6-466D-458F-9462-128882D6EF6C}"/>
              </a:ext>
            </a:extLst>
          </p:cNvPr>
          <p:cNvSpPr txBox="1"/>
          <p:nvPr userDrawn="1"/>
        </p:nvSpPr>
        <p:spPr>
          <a:xfrm>
            <a:off x="7808118" y="203201"/>
            <a:ext cx="721519" cy="244475"/>
          </a:xfrm>
          <a:prstGeom prst="rect">
            <a:avLst/>
          </a:prstGeom>
          <a:noFill/>
        </p:spPr>
        <p:txBody>
          <a:bodyPr wrap="square" lIns="0" tIns="0" rIns="0" bIns="0" rtlCol="0" anchor="ctr" anchorCtr="0">
            <a:noAutofit/>
          </a:bodyPr>
          <a:lstStyle/>
          <a:p>
            <a:pPr algn="r"/>
            <a:r>
              <a:rPr lang="fi-FI" sz="638">
                <a:solidFill>
                  <a:schemeClr val="bg2"/>
                </a:solidFill>
              </a:rPr>
              <a:t>ku.ac.ae</a:t>
            </a:r>
            <a:endParaRPr lang="en-US" sz="638">
              <a:solidFill>
                <a:schemeClr val="bg2"/>
              </a:solidFill>
            </a:endParaRPr>
          </a:p>
        </p:txBody>
      </p:sp>
      <p:cxnSp>
        <p:nvCxnSpPr>
          <p:cNvPr id="11" name="Straight Connector 10">
            <a:extLst>
              <a:ext uri="{FF2B5EF4-FFF2-40B4-BE49-F238E27FC236}">
                <a16:creationId xmlns:a16="http://schemas.microsoft.com/office/drawing/2014/main" id="{8690FDB3-7706-4B32-BD35-532B4AC7ECDA}"/>
              </a:ext>
            </a:extLst>
          </p:cNvPr>
          <p:cNvCxnSpPr/>
          <p:nvPr userDrawn="1"/>
        </p:nvCxnSpPr>
        <p:spPr>
          <a:xfrm>
            <a:off x="287749" y="533400"/>
            <a:ext cx="859907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3930B2A2-81DA-4F3D-9D9E-46E4F7B93857}"/>
              </a:ext>
            </a:extLst>
          </p:cNvPr>
          <p:cNvSpPr>
            <a:spLocks noGrp="1"/>
          </p:cNvSpPr>
          <p:nvPr>
            <p:ph type="pic" sz="quarter" idx="13"/>
          </p:nvPr>
        </p:nvSpPr>
        <p:spPr>
          <a:xfrm>
            <a:off x="3178969" y="2752725"/>
            <a:ext cx="2786063" cy="3562350"/>
          </a:xfrm>
          <a:solidFill>
            <a:schemeClr val="bg1">
              <a:lumMod val="85000"/>
            </a:schemeClr>
          </a:solidFill>
        </p:spPr>
        <p:txBody>
          <a:bodyPr/>
          <a:lstStyle>
            <a:lvl1pPr marL="0" indent="0">
              <a:buNone/>
              <a:defRPr/>
            </a:lvl1pPr>
          </a:lstStyle>
          <a:p>
            <a:r>
              <a:rPr lang="en-US"/>
              <a:t>Click icon to add picture</a:t>
            </a:r>
          </a:p>
        </p:txBody>
      </p:sp>
      <p:sp>
        <p:nvSpPr>
          <p:cNvPr id="14" name="Picture Placeholder 12">
            <a:extLst>
              <a:ext uri="{FF2B5EF4-FFF2-40B4-BE49-F238E27FC236}">
                <a16:creationId xmlns:a16="http://schemas.microsoft.com/office/drawing/2014/main" id="{F16E22AE-DDB9-4C04-8CBA-FF04F1AFB382}"/>
              </a:ext>
            </a:extLst>
          </p:cNvPr>
          <p:cNvSpPr>
            <a:spLocks noGrp="1"/>
          </p:cNvSpPr>
          <p:nvPr>
            <p:ph type="pic" sz="quarter" idx="14"/>
          </p:nvPr>
        </p:nvSpPr>
        <p:spPr>
          <a:xfrm>
            <a:off x="300037" y="2752725"/>
            <a:ext cx="2786063" cy="3562350"/>
          </a:xfrm>
          <a:solidFill>
            <a:schemeClr val="bg1">
              <a:lumMod val="85000"/>
            </a:schemeClr>
          </a:solidFill>
        </p:spPr>
        <p:txBody>
          <a:bodyPr/>
          <a:lstStyle>
            <a:lvl1pPr marL="0" indent="0">
              <a:buNone/>
              <a:defRPr/>
            </a:lvl1pPr>
          </a:lstStyle>
          <a:p>
            <a:r>
              <a:rPr lang="en-US"/>
              <a:t>Click icon to add picture</a:t>
            </a:r>
          </a:p>
        </p:txBody>
      </p:sp>
      <p:sp>
        <p:nvSpPr>
          <p:cNvPr id="15" name="Picture Placeholder 12">
            <a:extLst>
              <a:ext uri="{FF2B5EF4-FFF2-40B4-BE49-F238E27FC236}">
                <a16:creationId xmlns:a16="http://schemas.microsoft.com/office/drawing/2014/main" id="{55F3CFBF-C13C-4A9F-BDDF-0E18286F15C6}"/>
              </a:ext>
            </a:extLst>
          </p:cNvPr>
          <p:cNvSpPr>
            <a:spLocks noGrp="1"/>
          </p:cNvSpPr>
          <p:nvPr>
            <p:ph type="pic" sz="quarter" idx="15"/>
          </p:nvPr>
        </p:nvSpPr>
        <p:spPr>
          <a:xfrm>
            <a:off x="6057900" y="762001"/>
            <a:ext cx="2786063" cy="5553075"/>
          </a:xfrm>
          <a:solidFill>
            <a:schemeClr val="bg1">
              <a:lumMod val="85000"/>
            </a:schemeClr>
          </a:solidFill>
        </p:spPr>
        <p:txBody>
          <a:bodyPr/>
          <a:lstStyle>
            <a:lvl1pPr marL="0" indent="0">
              <a:buNone/>
              <a:defRPr/>
            </a:lvl1pPr>
          </a:lstStyle>
          <a:p>
            <a:r>
              <a:rPr lang="en-US"/>
              <a:t>Click icon to add picture</a:t>
            </a:r>
          </a:p>
        </p:txBody>
      </p:sp>
      <p:pic>
        <p:nvPicPr>
          <p:cNvPr id="17" name="Picture 16">
            <a:extLst>
              <a:ext uri="{FF2B5EF4-FFF2-40B4-BE49-F238E27FC236}">
                <a16:creationId xmlns:a16="http://schemas.microsoft.com/office/drawing/2014/main" id="{C820229C-D7FF-914A-A392-E6F1101AD5A1}"/>
              </a:ext>
            </a:extLst>
          </p:cNvPr>
          <p:cNvPicPr>
            <a:picLocks noChangeAspect="1"/>
          </p:cNvPicPr>
          <p:nvPr userDrawn="1"/>
        </p:nvPicPr>
        <p:blipFill>
          <a:blip r:embed="rId2"/>
          <a:stretch>
            <a:fillRect/>
          </a:stretch>
        </p:blipFill>
        <p:spPr>
          <a:xfrm>
            <a:off x="285969" y="215313"/>
            <a:ext cx="1484653" cy="213301"/>
          </a:xfrm>
          <a:prstGeom prst="rect">
            <a:avLst/>
          </a:prstGeom>
        </p:spPr>
      </p:pic>
    </p:spTree>
    <p:extLst>
      <p:ext uri="{BB962C8B-B14F-4D97-AF65-F5344CB8AC3E}">
        <p14:creationId xmlns:p14="http://schemas.microsoft.com/office/powerpoint/2010/main" val="6066545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25EDB-8165-4C09-A93D-01F9B0F72B04}"/>
              </a:ext>
            </a:extLst>
          </p:cNvPr>
          <p:cNvSpPr>
            <a:spLocks noGrp="1"/>
          </p:cNvSpPr>
          <p:nvPr>
            <p:ph type="title"/>
          </p:nvPr>
        </p:nvSpPr>
        <p:spPr/>
        <p:txBody>
          <a:bodyPr/>
          <a:lstStyle>
            <a:lvl1pPr>
              <a:defRPr>
                <a:solidFill>
                  <a:schemeClr val="tx2"/>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A049EA8E-5754-4FAF-B3D4-63EA441FBC46}"/>
              </a:ext>
            </a:extLst>
          </p:cNvPr>
          <p:cNvSpPr>
            <a:spLocks noGrp="1"/>
          </p:cNvSpPr>
          <p:nvPr>
            <p:ph type="dt" sz="half" idx="10"/>
          </p:nvPr>
        </p:nvSpPr>
        <p:spPr/>
        <p:txBody>
          <a:bodyPr/>
          <a:lstStyle/>
          <a:p>
            <a:r>
              <a:rPr lang="en-US"/>
              <a:t>DD Month 20XX</a:t>
            </a:r>
          </a:p>
        </p:txBody>
      </p:sp>
      <p:sp>
        <p:nvSpPr>
          <p:cNvPr id="4" name="Footer Placeholder 3">
            <a:extLst>
              <a:ext uri="{FF2B5EF4-FFF2-40B4-BE49-F238E27FC236}">
                <a16:creationId xmlns:a16="http://schemas.microsoft.com/office/drawing/2014/main" id="{CFF6CD72-BAC2-4994-B821-40432481E830}"/>
              </a:ext>
            </a:extLst>
          </p:cNvPr>
          <p:cNvSpPr>
            <a:spLocks noGrp="1"/>
          </p:cNvSpPr>
          <p:nvPr>
            <p:ph type="ftr" sz="quarter" idx="11"/>
          </p:nvPr>
        </p:nvSpPr>
        <p:spPr/>
        <p:txBody>
          <a:bodyPr/>
          <a:lstStyle/>
          <a:p>
            <a:r>
              <a:rPr lang="en-US"/>
              <a:t>Presentation Title Goes Here</a:t>
            </a:r>
          </a:p>
        </p:txBody>
      </p:sp>
      <p:sp>
        <p:nvSpPr>
          <p:cNvPr id="5" name="Slide Number Placeholder 4">
            <a:extLst>
              <a:ext uri="{FF2B5EF4-FFF2-40B4-BE49-F238E27FC236}">
                <a16:creationId xmlns:a16="http://schemas.microsoft.com/office/drawing/2014/main" id="{D593CFAF-562D-445B-846A-E8F71A026870}"/>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6" name="TextBox 5">
            <a:extLst>
              <a:ext uri="{FF2B5EF4-FFF2-40B4-BE49-F238E27FC236}">
                <a16:creationId xmlns:a16="http://schemas.microsoft.com/office/drawing/2014/main" id="{7C98C825-F06D-4987-81B8-02D493880414}"/>
              </a:ext>
            </a:extLst>
          </p:cNvPr>
          <p:cNvSpPr txBox="1"/>
          <p:nvPr userDrawn="1"/>
        </p:nvSpPr>
        <p:spPr>
          <a:xfrm>
            <a:off x="7808118" y="203201"/>
            <a:ext cx="721519" cy="244475"/>
          </a:xfrm>
          <a:prstGeom prst="rect">
            <a:avLst/>
          </a:prstGeom>
          <a:noFill/>
        </p:spPr>
        <p:txBody>
          <a:bodyPr wrap="square" lIns="0" tIns="0" rIns="0" bIns="0" rtlCol="0" anchor="ctr" anchorCtr="0">
            <a:noAutofit/>
          </a:bodyPr>
          <a:lstStyle/>
          <a:p>
            <a:pPr algn="r"/>
            <a:r>
              <a:rPr lang="fi-FI" sz="638">
                <a:solidFill>
                  <a:schemeClr val="bg2"/>
                </a:solidFill>
              </a:rPr>
              <a:t>ku.ac.ae</a:t>
            </a:r>
            <a:endParaRPr lang="en-US" sz="638">
              <a:solidFill>
                <a:schemeClr val="bg2"/>
              </a:solidFill>
            </a:endParaRPr>
          </a:p>
        </p:txBody>
      </p:sp>
      <p:cxnSp>
        <p:nvCxnSpPr>
          <p:cNvPr id="8" name="Straight Connector 7">
            <a:extLst>
              <a:ext uri="{FF2B5EF4-FFF2-40B4-BE49-F238E27FC236}">
                <a16:creationId xmlns:a16="http://schemas.microsoft.com/office/drawing/2014/main" id="{7A8822A8-864B-49B0-9C0B-A862217EF3B8}"/>
              </a:ext>
            </a:extLst>
          </p:cNvPr>
          <p:cNvCxnSpPr/>
          <p:nvPr userDrawn="1"/>
        </p:nvCxnSpPr>
        <p:spPr>
          <a:xfrm>
            <a:off x="287749" y="533400"/>
            <a:ext cx="859907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9AA27D76-A13D-8542-8C18-419AEB478E16}"/>
              </a:ext>
            </a:extLst>
          </p:cNvPr>
          <p:cNvPicPr>
            <a:picLocks noChangeAspect="1"/>
          </p:cNvPicPr>
          <p:nvPr userDrawn="1"/>
        </p:nvPicPr>
        <p:blipFill>
          <a:blip r:embed="rId2"/>
          <a:stretch>
            <a:fillRect/>
          </a:stretch>
        </p:blipFill>
        <p:spPr>
          <a:xfrm>
            <a:off x="285969" y="215313"/>
            <a:ext cx="1484653" cy="213301"/>
          </a:xfrm>
          <a:prstGeom prst="rect">
            <a:avLst/>
          </a:prstGeom>
        </p:spPr>
      </p:pic>
    </p:spTree>
    <p:extLst>
      <p:ext uri="{BB962C8B-B14F-4D97-AF65-F5344CB8AC3E}">
        <p14:creationId xmlns:p14="http://schemas.microsoft.com/office/powerpoint/2010/main" val="34258844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25EDB-8165-4C09-A93D-01F9B0F72B04}"/>
              </a:ext>
            </a:extLst>
          </p:cNvPr>
          <p:cNvSpPr>
            <a:spLocks noGrp="1"/>
          </p:cNvSpPr>
          <p:nvPr>
            <p:ph type="title"/>
          </p:nvPr>
        </p:nvSpPr>
        <p:spPr/>
        <p:txBody>
          <a:bodyPr/>
          <a:lstStyle>
            <a:lvl1pPr>
              <a:defRPr>
                <a:solidFill>
                  <a:schemeClr val="tx2"/>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A049EA8E-5754-4FAF-B3D4-63EA441FBC46}"/>
              </a:ext>
            </a:extLst>
          </p:cNvPr>
          <p:cNvSpPr>
            <a:spLocks noGrp="1"/>
          </p:cNvSpPr>
          <p:nvPr>
            <p:ph type="dt" sz="half" idx="10"/>
          </p:nvPr>
        </p:nvSpPr>
        <p:spPr/>
        <p:txBody>
          <a:bodyPr/>
          <a:lstStyle>
            <a:lvl1pPr>
              <a:defRPr>
                <a:solidFill>
                  <a:srgbClr val="1B5FAA"/>
                </a:solidFill>
              </a:defRPr>
            </a:lvl1pPr>
          </a:lstStyle>
          <a:p>
            <a:r>
              <a:rPr lang="en-US" dirty="0"/>
              <a:t>DD Month 20XX</a:t>
            </a:r>
          </a:p>
        </p:txBody>
      </p:sp>
      <p:sp>
        <p:nvSpPr>
          <p:cNvPr id="4" name="Footer Placeholder 3">
            <a:extLst>
              <a:ext uri="{FF2B5EF4-FFF2-40B4-BE49-F238E27FC236}">
                <a16:creationId xmlns:a16="http://schemas.microsoft.com/office/drawing/2014/main" id="{CFF6CD72-BAC2-4994-B821-40432481E830}"/>
              </a:ext>
            </a:extLst>
          </p:cNvPr>
          <p:cNvSpPr>
            <a:spLocks noGrp="1"/>
          </p:cNvSpPr>
          <p:nvPr>
            <p:ph type="ftr" sz="quarter" idx="11"/>
          </p:nvPr>
        </p:nvSpPr>
        <p:spPr/>
        <p:txBody>
          <a:bodyPr/>
          <a:lstStyle>
            <a:lvl1pPr>
              <a:defRPr>
                <a:solidFill>
                  <a:srgbClr val="1B5FAA"/>
                </a:solidFill>
              </a:defRPr>
            </a:lvl1pPr>
          </a:lstStyle>
          <a:p>
            <a:r>
              <a:rPr lang="en-US" dirty="0"/>
              <a:t>Presentation Title Goes Here</a:t>
            </a:r>
          </a:p>
        </p:txBody>
      </p:sp>
      <p:sp>
        <p:nvSpPr>
          <p:cNvPr id="5" name="Slide Number Placeholder 4">
            <a:extLst>
              <a:ext uri="{FF2B5EF4-FFF2-40B4-BE49-F238E27FC236}">
                <a16:creationId xmlns:a16="http://schemas.microsoft.com/office/drawing/2014/main" id="{D593CFAF-562D-445B-846A-E8F71A026870}"/>
              </a:ext>
            </a:extLst>
          </p:cNvPr>
          <p:cNvSpPr>
            <a:spLocks noGrp="1"/>
          </p:cNvSpPr>
          <p:nvPr>
            <p:ph type="sldNum" sz="quarter" idx="12"/>
          </p:nvPr>
        </p:nvSpPr>
        <p:spPr/>
        <p:txBody>
          <a:bodyPr/>
          <a:lstStyle>
            <a:lvl1pPr>
              <a:defRPr>
                <a:solidFill>
                  <a:srgbClr val="1B5FAA"/>
                </a:solidFill>
              </a:defRPr>
            </a:lvl1pPr>
          </a:lstStyle>
          <a:p>
            <a:fld id="{1E68DD1B-5CD8-424B-8173-19E182143E0A}" type="slidenum">
              <a:rPr lang="en-US" smtClean="0"/>
              <a:pPr/>
              <a:t>‹#›</a:t>
            </a:fld>
            <a:endParaRPr lang="en-US" dirty="0"/>
          </a:p>
        </p:txBody>
      </p:sp>
      <p:sp>
        <p:nvSpPr>
          <p:cNvPr id="6" name="TextBox 5">
            <a:extLst>
              <a:ext uri="{FF2B5EF4-FFF2-40B4-BE49-F238E27FC236}">
                <a16:creationId xmlns:a16="http://schemas.microsoft.com/office/drawing/2014/main" id="{7C98C825-F06D-4987-81B8-02D493880414}"/>
              </a:ext>
            </a:extLst>
          </p:cNvPr>
          <p:cNvSpPr txBox="1"/>
          <p:nvPr userDrawn="1"/>
        </p:nvSpPr>
        <p:spPr>
          <a:xfrm>
            <a:off x="7808118" y="203201"/>
            <a:ext cx="721519" cy="244475"/>
          </a:xfrm>
          <a:prstGeom prst="rect">
            <a:avLst/>
          </a:prstGeom>
          <a:noFill/>
        </p:spPr>
        <p:txBody>
          <a:bodyPr wrap="square" lIns="0" tIns="0" rIns="0" bIns="0" rtlCol="0" anchor="ctr" anchorCtr="0">
            <a:noAutofit/>
          </a:bodyPr>
          <a:lstStyle/>
          <a:p>
            <a:pPr algn="r"/>
            <a:r>
              <a:rPr lang="fi-FI" sz="638" dirty="0" err="1">
                <a:solidFill>
                  <a:srgbClr val="1B5FAA"/>
                </a:solidFill>
              </a:rPr>
              <a:t>ku.ac.ae</a:t>
            </a:r>
            <a:endParaRPr lang="en-US" sz="638" dirty="0">
              <a:solidFill>
                <a:srgbClr val="1B5FAA"/>
              </a:solidFill>
            </a:endParaRPr>
          </a:p>
        </p:txBody>
      </p:sp>
      <p:cxnSp>
        <p:nvCxnSpPr>
          <p:cNvPr id="8" name="Straight Connector 7">
            <a:extLst>
              <a:ext uri="{FF2B5EF4-FFF2-40B4-BE49-F238E27FC236}">
                <a16:creationId xmlns:a16="http://schemas.microsoft.com/office/drawing/2014/main" id="{7A8822A8-864B-49B0-9C0B-A862217EF3B8}"/>
              </a:ext>
            </a:extLst>
          </p:cNvPr>
          <p:cNvCxnSpPr/>
          <p:nvPr userDrawn="1"/>
        </p:nvCxnSpPr>
        <p:spPr>
          <a:xfrm>
            <a:off x="287749" y="533400"/>
            <a:ext cx="859907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B1DC4D5F-C4A1-B143-88CC-6C5E5FA1734A}"/>
              </a:ext>
            </a:extLst>
          </p:cNvPr>
          <p:cNvPicPr>
            <a:picLocks noChangeAspect="1"/>
          </p:cNvPicPr>
          <p:nvPr userDrawn="1"/>
        </p:nvPicPr>
        <p:blipFill>
          <a:blip r:embed="rId2"/>
          <a:stretch>
            <a:fillRect/>
          </a:stretch>
        </p:blipFill>
        <p:spPr>
          <a:xfrm>
            <a:off x="285969" y="215313"/>
            <a:ext cx="1484653" cy="213301"/>
          </a:xfrm>
          <a:prstGeom prst="rect">
            <a:avLst/>
          </a:prstGeom>
        </p:spPr>
      </p:pic>
    </p:spTree>
    <p:extLst>
      <p:ext uri="{BB962C8B-B14F-4D97-AF65-F5344CB8AC3E}">
        <p14:creationId xmlns:p14="http://schemas.microsoft.com/office/powerpoint/2010/main" val="2508852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94EFBB-C8CA-4201-A903-805856BEB310}"/>
              </a:ext>
            </a:extLst>
          </p:cNvPr>
          <p:cNvSpPr>
            <a:spLocks noGrp="1"/>
          </p:cNvSpPr>
          <p:nvPr>
            <p:ph type="dt" sz="half" idx="10"/>
          </p:nvPr>
        </p:nvSpPr>
        <p:spPr/>
        <p:txBody>
          <a:bodyPr/>
          <a:lstStyle/>
          <a:p>
            <a:r>
              <a:rPr lang="en-US"/>
              <a:t>DD Month 20XX</a:t>
            </a:r>
          </a:p>
        </p:txBody>
      </p:sp>
      <p:sp>
        <p:nvSpPr>
          <p:cNvPr id="3" name="Footer Placeholder 2">
            <a:extLst>
              <a:ext uri="{FF2B5EF4-FFF2-40B4-BE49-F238E27FC236}">
                <a16:creationId xmlns:a16="http://schemas.microsoft.com/office/drawing/2014/main" id="{8551DCEB-2462-4151-B7CC-F3EC0D3A59D6}"/>
              </a:ext>
            </a:extLst>
          </p:cNvPr>
          <p:cNvSpPr>
            <a:spLocks noGrp="1"/>
          </p:cNvSpPr>
          <p:nvPr>
            <p:ph type="ftr" sz="quarter" idx="11"/>
          </p:nvPr>
        </p:nvSpPr>
        <p:spPr/>
        <p:txBody>
          <a:bodyPr/>
          <a:lstStyle/>
          <a:p>
            <a:r>
              <a:rPr lang="en-US"/>
              <a:t>Presentation Title Goes Here</a:t>
            </a:r>
          </a:p>
        </p:txBody>
      </p:sp>
      <p:sp>
        <p:nvSpPr>
          <p:cNvPr id="4" name="Slide Number Placeholder 3">
            <a:extLst>
              <a:ext uri="{FF2B5EF4-FFF2-40B4-BE49-F238E27FC236}">
                <a16:creationId xmlns:a16="http://schemas.microsoft.com/office/drawing/2014/main" id="{B5A57B99-432B-45A8-9216-9BC01B297D0C}"/>
              </a:ext>
            </a:extLst>
          </p:cNvPr>
          <p:cNvSpPr>
            <a:spLocks noGrp="1"/>
          </p:cNvSpPr>
          <p:nvPr>
            <p:ph type="sldNum" sz="quarter" idx="12"/>
          </p:nvPr>
        </p:nvSpPr>
        <p:spPr/>
        <p:txBody>
          <a:bodyPr/>
          <a:lstStyle/>
          <a:p>
            <a:fld id="{1E68DD1B-5CD8-424B-8173-19E182143E0A}" type="slidenum">
              <a:rPr lang="en-US" smtClean="0"/>
              <a:t>‹#›</a:t>
            </a:fld>
            <a:endParaRPr lang="en-US"/>
          </a:p>
        </p:txBody>
      </p:sp>
    </p:spTree>
    <p:extLst>
      <p:ext uri="{BB962C8B-B14F-4D97-AF65-F5344CB8AC3E}">
        <p14:creationId xmlns:p14="http://schemas.microsoft.com/office/powerpoint/2010/main" val="42591543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D0CFC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49F49-C197-4276-BA18-25EE446879E5}"/>
              </a:ext>
            </a:extLst>
          </p:cNvPr>
          <p:cNvSpPr>
            <a:spLocks noGrp="1"/>
          </p:cNvSpPr>
          <p:nvPr>
            <p:ph type="title"/>
          </p:nvPr>
        </p:nvSpPr>
        <p:spPr>
          <a:xfrm>
            <a:off x="623888" y="1204914"/>
            <a:ext cx="7886700" cy="2852737"/>
          </a:xfrm>
        </p:spPr>
        <p:txBody>
          <a:bodyPr anchor="b"/>
          <a:lstStyle>
            <a:lvl1pPr algn="ctr">
              <a:lnSpc>
                <a:spcPct val="100000"/>
              </a:lnSpc>
              <a:defRPr sz="4500">
                <a:solidFill>
                  <a:schemeClr val="tx2"/>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1104C747-8640-4D13-A1FA-90CDB4EBBF1D}"/>
              </a:ext>
            </a:extLst>
          </p:cNvPr>
          <p:cNvSpPr>
            <a:spLocks noGrp="1"/>
          </p:cNvSpPr>
          <p:nvPr>
            <p:ph type="body" idx="1"/>
          </p:nvPr>
        </p:nvSpPr>
        <p:spPr>
          <a:xfrm>
            <a:off x="623888" y="4000500"/>
            <a:ext cx="7886700" cy="1584326"/>
          </a:xfrm>
        </p:spPr>
        <p:txBody>
          <a:bodyPr>
            <a:normAutofit/>
          </a:bodyPr>
          <a:lstStyle>
            <a:lvl1pPr marL="0" indent="0" algn="ctr">
              <a:buNone/>
              <a:defRPr sz="2850">
                <a:solidFill>
                  <a:srgbClr val="000000"/>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8D46D51-CC51-458D-B7F8-BB8DC09CBA9B}"/>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BD7397C4-D37A-45E1-B1B8-7100D475BDA3}"/>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3393DD6E-BA6A-445E-B542-43DE3AEB0032}"/>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10" name="TextBox 9">
            <a:extLst>
              <a:ext uri="{FF2B5EF4-FFF2-40B4-BE49-F238E27FC236}">
                <a16:creationId xmlns:a16="http://schemas.microsoft.com/office/drawing/2014/main" id="{7265327D-BC3D-4548-B6FC-FF18B53D2785}"/>
              </a:ext>
            </a:extLst>
          </p:cNvPr>
          <p:cNvSpPr txBox="1"/>
          <p:nvPr userDrawn="1"/>
        </p:nvSpPr>
        <p:spPr>
          <a:xfrm>
            <a:off x="7808118" y="203201"/>
            <a:ext cx="721519" cy="244475"/>
          </a:xfrm>
          <a:prstGeom prst="rect">
            <a:avLst/>
          </a:prstGeom>
          <a:noFill/>
        </p:spPr>
        <p:txBody>
          <a:bodyPr wrap="square" lIns="0" tIns="0" rIns="0" bIns="0" rtlCol="0" anchor="ctr" anchorCtr="0">
            <a:noAutofit/>
          </a:bodyPr>
          <a:lstStyle/>
          <a:p>
            <a:pPr algn="r"/>
            <a:r>
              <a:rPr lang="fi-FI" sz="638">
                <a:solidFill>
                  <a:schemeClr val="bg2"/>
                </a:solidFill>
              </a:rPr>
              <a:t>ku.ac.ae</a:t>
            </a:r>
            <a:endParaRPr lang="en-US" sz="638">
              <a:solidFill>
                <a:schemeClr val="bg2"/>
              </a:solidFill>
            </a:endParaRPr>
          </a:p>
        </p:txBody>
      </p:sp>
      <p:pic>
        <p:nvPicPr>
          <p:cNvPr id="9" name="Picture 8">
            <a:extLst>
              <a:ext uri="{FF2B5EF4-FFF2-40B4-BE49-F238E27FC236}">
                <a16:creationId xmlns:a16="http://schemas.microsoft.com/office/drawing/2014/main" id="{5361CE92-ABC5-6847-8C38-3DC85D9DB606}"/>
              </a:ext>
            </a:extLst>
          </p:cNvPr>
          <p:cNvPicPr>
            <a:picLocks noChangeAspect="1"/>
          </p:cNvPicPr>
          <p:nvPr userDrawn="1"/>
        </p:nvPicPr>
        <p:blipFill>
          <a:blip r:embed="rId2"/>
          <a:stretch>
            <a:fillRect/>
          </a:stretch>
        </p:blipFill>
        <p:spPr>
          <a:xfrm>
            <a:off x="299593" y="233481"/>
            <a:ext cx="1495699" cy="214888"/>
          </a:xfrm>
          <a:prstGeom prst="rect">
            <a:avLst/>
          </a:prstGeom>
        </p:spPr>
      </p:pic>
    </p:spTree>
    <p:extLst>
      <p:ext uri="{BB962C8B-B14F-4D97-AF65-F5344CB8AC3E}">
        <p14:creationId xmlns:p14="http://schemas.microsoft.com/office/powerpoint/2010/main" val="25453610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Heading Picture Backgroun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49F49-C197-4276-BA18-25EE446879E5}"/>
              </a:ext>
            </a:extLst>
          </p:cNvPr>
          <p:cNvSpPr>
            <a:spLocks noGrp="1"/>
          </p:cNvSpPr>
          <p:nvPr>
            <p:ph type="title"/>
          </p:nvPr>
        </p:nvSpPr>
        <p:spPr>
          <a:xfrm>
            <a:off x="623888" y="1052514"/>
            <a:ext cx="7886700" cy="2852737"/>
          </a:xfrm>
        </p:spPr>
        <p:txBody>
          <a:bodyPr anchor="b"/>
          <a:lstStyle>
            <a:lvl1pPr algn="ctr">
              <a:lnSpc>
                <a:spcPct val="100000"/>
              </a:lnSpc>
              <a:defRPr sz="4500">
                <a:solidFill>
                  <a:srgbClr val="FFFFFF"/>
                </a:solidFill>
              </a:defRPr>
            </a:lvl1pPr>
          </a:lstStyle>
          <a:p>
            <a:r>
              <a:rPr lang="en-US"/>
              <a:t>Click to edit Master title style</a:t>
            </a:r>
          </a:p>
        </p:txBody>
      </p:sp>
      <p:sp>
        <p:nvSpPr>
          <p:cNvPr id="4" name="Date Placeholder 3">
            <a:extLst>
              <a:ext uri="{FF2B5EF4-FFF2-40B4-BE49-F238E27FC236}">
                <a16:creationId xmlns:a16="http://schemas.microsoft.com/office/drawing/2014/main" id="{08D46D51-CC51-458D-B7F8-BB8DC09CBA9B}"/>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BD7397C4-D37A-45E1-B1B8-7100D475BDA3}"/>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3393DD6E-BA6A-445E-B542-43DE3AEB0032}"/>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10" name="TextBox 9">
            <a:extLst>
              <a:ext uri="{FF2B5EF4-FFF2-40B4-BE49-F238E27FC236}">
                <a16:creationId xmlns:a16="http://schemas.microsoft.com/office/drawing/2014/main" id="{7265327D-BC3D-4548-B6FC-FF18B53D2785}"/>
              </a:ext>
            </a:extLst>
          </p:cNvPr>
          <p:cNvSpPr txBox="1"/>
          <p:nvPr userDrawn="1"/>
        </p:nvSpPr>
        <p:spPr>
          <a:xfrm>
            <a:off x="7808118" y="203201"/>
            <a:ext cx="721519" cy="244475"/>
          </a:xfrm>
          <a:prstGeom prst="rect">
            <a:avLst/>
          </a:prstGeom>
          <a:noFill/>
        </p:spPr>
        <p:txBody>
          <a:bodyPr wrap="square" lIns="0" tIns="0" rIns="0" bIns="0" rtlCol="0" anchor="ctr" anchorCtr="0">
            <a:noAutofit/>
          </a:bodyPr>
          <a:lstStyle/>
          <a:p>
            <a:pPr algn="r"/>
            <a:r>
              <a:rPr lang="fi-FI" sz="638">
                <a:solidFill>
                  <a:schemeClr val="bg2"/>
                </a:solidFill>
              </a:rPr>
              <a:t>ku.ac.ae</a:t>
            </a:r>
            <a:endParaRPr lang="en-US" sz="638">
              <a:solidFill>
                <a:schemeClr val="bg2"/>
              </a:solidFill>
            </a:endParaRPr>
          </a:p>
        </p:txBody>
      </p:sp>
      <p:pic>
        <p:nvPicPr>
          <p:cNvPr id="8" name="Kuva 7">
            <a:extLst>
              <a:ext uri="{FF2B5EF4-FFF2-40B4-BE49-F238E27FC236}">
                <a16:creationId xmlns:a16="http://schemas.microsoft.com/office/drawing/2014/main" id="{11D02BC0-B13E-4935-937E-B35D1BFBD4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9882" y="241261"/>
            <a:ext cx="1575239" cy="168672"/>
          </a:xfrm>
          <a:prstGeom prst="rect">
            <a:avLst/>
          </a:prstGeom>
        </p:spPr>
      </p:pic>
    </p:spTree>
    <p:extLst>
      <p:ext uri="{BB962C8B-B14F-4D97-AF65-F5344CB8AC3E}">
        <p14:creationId xmlns:p14="http://schemas.microsoft.com/office/powerpoint/2010/main" val="36582986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0057B8"/>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FAD5768-C7B0-4ABF-BE83-522BCD1F6FE5}"/>
              </a:ext>
            </a:extLst>
          </p:cNvPr>
          <p:cNvSpPr txBox="1"/>
          <p:nvPr userDrawn="1"/>
        </p:nvSpPr>
        <p:spPr>
          <a:xfrm>
            <a:off x="564356" y="2767023"/>
            <a:ext cx="7986713" cy="1327286"/>
          </a:xfrm>
          <a:prstGeom prst="rect">
            <a:avLst/>
          </a:prstGeom>
          <a:noFill/>
        </p:spPr>
        <p:txBody>
          <a:bodyPr wrap="square" lIns="0" tIns="0" rIns="0" bIns="0" rtlCol="0" anchor="ctr" anchorCtr="0">
            <a:spAutoFit/>
          </a:bodyPr>
          <a:lstStyle/>
          <a:p>
            <a:pPr algn="ctr"/>
            <a:r>
              <a:rPr lang="fi-FI" sz="8625" b="1" spc="-75" baseline="0" dirty="0" err="1">
                <a:solidFill>
                  <a:srgbClr val="FFFFFF"/>
                </a:solidFill>
                <a:latin typeface="+mj-lt"/>
              </a:rPr>
              <a:t>Thank</a:t>
            </a:r>
            <a:r>
              <a:rPr lang="fi-FI" sz="8625" b="1" spc="-75" baseline="0" dirty="0">
                <a:solidFill>
                  <a:srgbClr val="FFFFFF"/>
                </a:solidFill>
                <a:latin typeface="+mj-lt"/>
              </a:rPr>
              <a:t> </a:t>
            </a:r>
            <a:r>
              <a:rPr lang="fi-FI" sz="8625" b="1" spc="-75" baseline="0" dirty="0" err="1">
                <a:solidFill>
                  <a:srgbClr val="FFFFFF"/>
                </a:solidFill>
                <a:latin typeface="+mj-lt"/>
              </a:rPr>
              <a:t>You</a:t>
            </a:r>
            <a:endParaRPr lang="en-US" sz="8625" b="1" spc="-75" baseline="0" dirty="0">
              <a:solidFill>
                <a:srgbClr val="FFFFFF"/>
              </a:solidFill>
              <a:latin typeface="+mj-lt"/>
            </a:endParaRPr>
          </a:p>
        </p:txBody>
      </p:sp>
      <p:sp>
        <p:nvSpPr>
          <p:cNvPr id="13" name="TextBox 12">
            <a:extLst>
              <a:ext uri="{FF2B5EF4-FFF2-40B4-BE49-F238E27FC236}">
                <a16:creationId xmlns:a16="http://schemas.microsoft.com/office/drawing/2014/main" id="{A94333D0-73BA-48D2-AA6E-3F2C63C9CA8F}"/>
              </a:ext>
            </a:extLst>
          </p:cNvPr>
          <p:cNvSpPr txBox="1"/>
          <p:nvPr userDrawn="1"/>
        </p:nvSpPr>
        <p:spPr>
          <a:xfrm>
            <a:off x="3527277" y="5480229"/>
            <a:ext cx="1378743" cy="244475"/>
          </a:xfrm>
          <a:prstGeom prst="rect">
            <a:avLst/>
          </a:prstGeom>
          <a:noFill/>
        </p:spPr>
        <p:txBody>
          <a:bodyPr wrap="square" lIns="0" tIns="0" rIns="0" bIns="0" rtlCol="0" anchor="ctr" anchorCtr="0">
            <a:noAutofit/>
          </a:bodyPr>
          <a:lstStyle/>
          <a:p>
            <a:pPr algn="ctr"/>
            <a:r>
              <a:rPr lang="fi-FI" sz="938" b="1">
                <a:solidFill>
                  <a:srgbClr val="FFFFFF"/>
                </a:solidFill>
              </a:rPr>
              <a:t>ku.ac.ae</a:t>
            </a:r>
            <a:endParaRPr lang="en-US" sz="938" b="1">
              <a:solidFill>
                <a:srgbClr val="FFFFFF"/>
              </a:solidFill>
            </a:endParaRPr>
          </a:p>
        </p:txBody>
      </p:sp>
      <p:pic>
        <p:nvPicPr>
          <p:cNvPr id="7" name="Picture 9">
            <a:extLst>
              <a:ext uri="{FF2B5EF4-FFF2-40B4-BE49-F238E27FC236}">
                <a16:creationId xmlns:a16="http://schemas.microsoft.com/office/drawing/2014/main" id="{60938B8B-7582-4902-80EB-C98CDE9703B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3653" y="526342"/>
            <a:ext cx="2440822" cy="712003"/>
          </a:xfrm>
          <a:prstGeom prst="rect">
            <a:avLst/>
          </a:prstGeom>
        </p:spPr>
      </p:pic>
    </p:spTree>
    <p:extLst>
      <p:ext uri="{BB962C8B-B14F-4D97-AF65-F5344CB8AC3E}">
        <p14:creationId xmlns:p14="http://schemas.microsoft.com/office/powerpoint/2010/main" val="2419569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7564FE-F745-443F-8321-B0EFD169FAC6}"/>
              </a:ext>
            </a:extLst>
          </p:cNvPr>
          <p:cNvSpPr>
            <a:spLocks noGrp="1"/>
          </p:cNvSpPr>
          <p:nvPr>
            <p:ph type="title"/>
          </p:nvPr>
        </p:nvSpPr>
        <p:spPr>
          <a:xfrm>
            <a:off x="1021556" y="542926"/>
            <a:ext cx="7493794" cy="1114425"/>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a:extLst>
              <a:ext uri="{FF2B5EF4-FFF2-40B4-BE49-F238E27FC236}">
                <a16:creationId xmlns:a16="http://schemas.microsoft.com/office/drawing/2014/main" id="{06911581-2B37-40B3-825A-043921DFB80C}"/>
              </a:ext>
            </a:extLst>
          </p:cNvPr>
          <p:cNvSpPr>
            <a:spLocks noGrp="1"/>
          </p:cNvSpPr>
          <p:nvPr>
            <p:ph type="body" idx="1"/>
          </p:nvPr>
        </p:nvSpPr>
        <p:spPr>
          <a:xfrm>
            <a:off x="1021556" y="1866901"/>
            <a:ext cx="7493794" cy="4448175"/>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A172D0-FD25-45C4-A82E-F4094DCDE0CC}"/>
              </a:ext>
            </a:extLst>
          </p:cNvPr>
          <p:cNvSpPr>
            <a:spLocks noGrp="1"/>
          </p:cNvSpPr>
          <p:nvPr>
            <p:ph type="dt" sz="half" idx="2"/>
          </p:nvPr>
        </p:nvSpPr>
        <p:spPr>
          <a:xfrm>
            <a:off x="6065044" y="203201"/>
            <a:ext cx="1300163" cy="244475"/>
          </a:xfrm>
          <a:prstGeom prst="rect">
            <a:avLst/>
          </a:prstGeom>
        </p:spPr>
        <p:txBody>
          <a:bodyPr vert="horz" lIns="0" tIns="0" rIns="0" bIns="0" rtlCol="0" anchor="ctr"/>
          <a:lstStyle>
            <a:lvl1pPr algn="r">
              <a:defRPr sz="638">
                <a:solidFill>
                  <a:schemeClr val="bg2"/>
                </a:solidFill>
              </a:defRPr>
            </a:lvl1pPr>
          </a:lstStyle>
          <a:p>
            <a:r>
              <a:rPr lang="en-US"/>
              <a:t>DD Month 20XX</a:t>
            </a:r>
          </a:p>
        </p:txBody>
      </p:sp>
      <p:sp>
        <p:nvSpPr>
          <p:cNvPr id="5" name="Footer Placeholder 4">
            <a:extLst>
              <a:ext uri="{FF2B5EF4-FFF2-40B4-BE49-F238E27FC236}">
                <a16:creationId xmlns:a16="http://schemas.microsoft.com/office/drawing/2014/main" id="{F5B18871-7BC3-4A13-9CC9-B9A1DB22F262}"/>
              </a:ext>
            </a:extLst>
          </p:cNvPr>
          <p:cNvSpPr>
            <a:spLocks noGrp="1"/>
          </p:cNvSpPr>
          <p:nvPr>
            <p:ph type="ftr" sz="quarter" idx="3"/>
          </p:nvPr>
        </p:nvSpPr>
        <p:spPr>
          <a:xfrm>
            <a:off x="2150269" y="203201"/>
            <a:ext cx="3086100" cy="244475"/>
          </a:xfrm>
          <a:prstGeom prst="rect">
            <a:avLst/>
          </a:prstGeom>
        </p:spPr>
        <p:txBody>
          <a:bodyPr vert="horz" lIns="0" tIns="0" rIns="0" bIns="0" rtlCol="0" anchor="ctr"/>
          <a:lstStyle>
            <a:lvl1pPr algn="ctr">
              <a:defRPr sz="638">
                <a:solidFill>
                  <a:schemeClr val="bg2"/>
                </a:solidFill>
              </a:defRPr>
            </a:lvl1pPr>
          </a:lstStyle>
          <a:p>
            <a:r>
              <a:rPr lang="en-US"/>
              <a:t>Presentation Title Goes Here</a:t>
            </a:r>
          </a:p>
        </p:txBody>
      </p:sp>
      <p:sp>
        <p:nvSpPr>
          <p:cNvPr id="6" name="Slide Number Placeholder 5">
            <a:extLst>
              <a:ext uri="{FF2B5EF4-FFF2-40B4-BE49-F238E27FC236}">
                <a16:creationId xmlns:a16="http://schemas.microsoft.com/office/drawing/2014/main" id="{A7EA17DA-0D3F-410F-A9AA-3171ED151327}"/>
              </a:ext>
            </a:extLst>
          </p:cNvPr>
          <p:cNvSpPr>
            <a:spLocks noGrp="1"/>
          </p:cNvSpPr>
          <p:nvPr>
            <p:ph type="sldNum" sz="quarter" idx="4"/>
          </p:nvPr>
        </p:nvSpPr>
        <p:spPr>
          <a:xfrm>
            <a:off x="8672512" y="203201"/>
            <a:ext cx="392906" cy="244475"/>
          </a:xfrm>
          <a:prstGeom prst="rect">
            <a:avLst/>
          </a:prstGeom>
        </p:spPr>
        <p:txBody>
          <a:bodyPr vert="horz" lIns="0" tIns="0" rIns="0" bIns="0" rtlCol="0" anchor="ctr"/>
          <a:lstStyle>
            <a:lvl1pPr algn="ctr">
              <a:defRPr sz="638">
                <a:solidFill>
                  <a:schemeClr val="bg2"/>
                </a:solidFill>
              </a:defRPr>
            </a:lvl1pPr>
          </a:lstStyle>
          <a:p>
            <a:fld id="{1E68DD1B-5CD8-424B-8173-19E182143E0A}" type="slidenum">
              <a:rPr lang="en-US" smtClean="0"/>
              <a:pPr/>
              <a:t>‹#›</a:t>
            </a:fld>
            <a:endParaRPr lang="en-US"/>
          </a:p>
        </p:txBody>
      </p:sp>
      <p:sp>
        <p:nvSpPr>
          <p:cNvPr id="13" name="TextBox 12">
            <a:extLst>
              <a:ext uri="{FF2B5EF4-FFF2-40B4-BE49-F238E27FC236}">
                <a16:creationId xmlns:a16="http://schemas.microsoft.com/office/drawing/2014/main" id="{AC18493A-1FC9-483C-BC41-405831F9D965}"/>
              </a:ext>
            </a:extLst>
          </p:cNvPr>
          <p:cNvSpPr txBox="1"/>
          <p:nvPr userDrawn="1"/>
        </p:nvSpPr>
        <p:spPr>
          <a:xfrm>
            <a:off x="7808118" y="203201"/>
            <a:ext cx="721519" cy="244475"/>
          </a:xfrm>
          <a:prstGeom prst="rect">
            <a:avLst/>
          </a:prstGeom>
          <a:noFill/>
        </p:spPr>
        <p:txBody>
          <a:bodyPr wrap="square" lIns="0" tIns="0" rIns="0" bIns="0" rtlCol="0" anchor="ctr" anchorCtr="0">
            <a:noAutofit/>
          </a:bodyPr>
          <a:lstStyle/>
          <a:p>
            <a:pPr algn="r"/>
            <a:r>
              <a:rPr lang="fi-FI" sz="638">
                <a:solidFill>
                  <a:schemeClr val="bg2"/>
                </a:solidFill>
              </a:rPr>
              <a:t>ku.ac.ae</a:t>
            </a:r>
            <a:endParaRPr lang="en-US" sz="638">
              <a:solidFill>
                <a:schemeClr val="bg2"/>
              </a:solidFill>
            </a:endParaRPr>
          </a:p>
        </p:txBody>
      </p:sp>
    </p:spTree>
    <p:extLst>
      <p:ext uri="{BB962C8B-B14F-4D97-AF65-F5344CB8AC3E}">
        <p14:creationId xmlns:p14="http://schemas.microsoft.com/office/powerpoint/2010/main" val="1107456480"/>
      </p:ext>
    </p:extLst>
  </p:cSld>
  <p:clrMap bg1="lt1" tx1="dk1" bg2="lt2" tx2="dk2" accent1="accent1" accent2="accent2" accent3="accent3" accent4="accent4" accent5="accent5" accent6="accent6" hlink="hlink" folHlink="folHlink"/>
  <p:sldLayoutIdLst>
    <p:sldLayoutId id="2147483649" r:id="rId1"/>
    <p:sldLayoutId id="2147483672" r:id="rId2"/>
    <p:sldLayoutId id="2147483674" r:id="rId3"/>
    <p:sldLayoutId id="2147483673" r:id="rId4"/>
    <p:sldLayoutId id="2147483650" r:id="rId5"/>
    <p:sldLayoutId id="2147483662" r:id="rId6"/>
    <p:sldLayoutId id="2147483652" r:id="rId7"/>
    <p:sldLayoutId id="2147483661" r:id="rId8"/>
    <p:sldLayoutId id="2147483663" r:id="rId9"/>
    <p:sldLayoutId id="2147483660" r:id="rId10"/>
    <p:sldLayoutId id="2147483664" r:id="rId11"/>
    <p:sldLayoutId id="2147483665" r:id="rId12"/>
    <p:sldLayoutId id="2147483654" r:id="rId13"/>
    <p:sldLayoutId id="2147483671" r:id="rId14"/>
    <p:sldLayoutId id="2147483655" r:id="rId15"/>
    <p:sldLayoutId id="2147483651" r:id="rId16"/>
    <p:sldLayoutId id="2147483666" r:id="rId17"/>
    <p:sldLayoutId id="2147483667" r:id="rId18"/>
  </p:sldLayoutIdLst>
  <p:hf hdr="0"/>
  <p:txStyles>
    <p:titleStyle>
      <a:lvl1pPr algn="l" defTabSz="685800" rtl="0" eaLnBrk="1" latinLnBrk="0" hangingPunct="1">
        <a:lnSpc>
          <a:spcPct val="100000"/>
        </a:lnSpc>
        <a:spcBef>
          <a:spcPct val="0"/>
        </a:spcBef>
        <a:buNone/>
        <a:defRPr sz="2700" b="1" kern="1200" spc="38" baseline="0">
          <a:solidFill>
            <a:schemeClr val="tx2"/>
          </a:solidFill>
          <a:latin typeface="+mj-lt"/>
          <a:ea typeface="+mj-ea"/>
          <a:cs typeface="+mj-cs"/>
        </a:defRPr>
      </a:lvl1pPr>
    </p:titleStyle>
    <p:bodyStyle>
      <a:lvl1pPr marL="135731" indent="-135731" algn="l" defTabSz="685800" rtl="0" eaLnBrk="1" latinLnBrk="0" hangingPunct="1">
        <a:lnSpc>
          <a:spcPct val="100000"/>
        </a:lnSpc>
        <a:spcBef>
          <a:spcPts val="300"/>
        </a:spcBef>
        <a:buFont typeface="Arial" panose="020B0604020202020204" pitchFamily="34" charset="0"/>
        <a:buChar char="•"/>
        <a:defRPr sz="1388" b="1" kern="1200">
          <a:solidFill>
            <a:schemeClr val="tx1"/>
          </a:solidFill>
          <a:latin typeface="+mn-lt"/>
          <a:ea typeface="+mn-ea"/>
          <a:cs typeface="+mn-cs"/>
        </a:defRPr>
      </a:lvl1pPr>
      <a:lvl2pPr marL="407194" indent="-135731" algn="l" defTabSz="685800" rtl="0" eaLnBrk="1" latinLnBrk="0" hangingPunct="1">
        <a:lnSpc>
          <a:spcPct val="100000"/>
        </a:lnSpc>
        <a:spcBef>
          <a:spcPts val="300"/>
        </a:spcBef>
        <a:buFont typeface="Arial" panose="020B0604020202020204" pitchFamily="34" charset="0"/>
        <a:buChar char="•"/>
        <a:defRPr sz="1388" kern="1200">
          <a:solidFill>
            <a:schemeClr val="tx1"/>
          </a:solidFill>
          <a:latin typeface="+mn-lt"/>
          <a:ea typeface="+mn-ea"/>
          <a:cs typeface="+mn-cs"/>
        </a:defRPr>
      </a:lvl2pPr>
      <a:lvl3pPr marL="535781" indent="-128588" algn="l" defTabSz="685800" rtl="0" eaLnBrk="1" latinLnBrk="0" hangingPunct="1">
        <a:lnSpc>
          <a:spcPct val="100000"/>
        </a:lnSpc>
        <a:spcBef>
          <a:spcPts val="300"/>
        </a:spcBef>
        <a:buFont typeface="Arial" panose="020B0604020202020204" pitchFamily="34" charset="0"/>
        <a:buChar char="•"/>
        <a:defRPr sz="1200" kern="1200">
          <a:solidFill>
            <a:schemeClr val="tx1"/>
          </a:solidFill>
          <a:latin typeface="+mn-lt"/>
          <a:ea typeface="+mn-ea"/>
          <a:cs typeface="+mn-cs"/>
        </a:defRPr>
      </a:lvl3pPr>
      <a:lvl4pPr marL="671513" indent="-135731" algn="l" defTabSz="685800" rtl="0" eaLnBrk="1" latinLnBrk="0" hangingPunct="1">
        <a:lnSpc>
          <a:spcPct val="100000"/>
        </a:lnSpc>
        <a:spcBef>
          <a:spcPts val="300"/>
        </a:spcBef>
        <a:buFont typeface="Arial" panose="020B0604020202020204" pitchFamily="34" charset="0"/>
        <a:buChar char="•"/>
        <a:defRPr sz="1200" kern="1200">
          <a:solidFill>
            <a:schemeClr val="tx1"/>
          </a:solidFill>
          <a:latin typeface="+mn-lt"/>
          <a:ea typeface="+mn-ea"/>
          <a:cs typeface="+mn-cs"/>
        </a:defRPr>
      </a:lvl4pPr>
      <a:lvl5pPr marL="807244" indent="-135731" algn="l" defTabSz="685800" rtl="0" eaLnBrk="1" latinLnBrk="0" hangingPunct="1">
        <a:lnSpc>
          <a:spcPct val="100000"/>
        </a:lnSpc>
        <a:spcBef>
          <a:spcPts val="300"/>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8" Type="http://schemas.openxmlformats.org/officeDocument/2006/relationships/image" Target="../media/image20.jpg"/><Relationship Id="rId3" Type="http://schemas.openxmlformats.org/officeDocument/2006/relationships/image" Target="../media/image15.jpg"/><Relationship Id="rId7" Type="http://schemas.openxmlformats.org/officeDocument/2006/relationships/image" Target="../media/image19.jpeg"/><Relationship Id="rId2" Type="http://schemas.openxmlformats.org/officeDocument/2006/relationships/notesSlide" Target="../notesSlides/notesSlide7.xml"/><Relationship Id="rId1" Type="http://schemas.openxmlformats.org/officeDocument/2006/relationships/slideLayout" Target="../slideLayouts/slideLayout10.xml"/><Relationship Id="rId6" Type="http://schemas.openxmlformats.org/officeDocument/2006/relationships/image" Target="../media/image18.jpeg"/><Relationship Id="rId11" Type="http://schemas.openxmlformats.org/officeDocument/2006/relationships/image" Target="../media/image23.jpeg"/><Relationship Id="rId5" Type="http://schemas.openxmlformats.org/officeDocument/2006/relationships/image" Target="../media/image17.jpeg"/><Relationship Id="rId10" Type="http://schemas.openxmlformats.org/officeDocument/2006/relationships/image" Target="../media/image22.jpg"/><Relationship Id="rId4" Type="http://schemas.openxmlformats.org/officeDocument/2006/relationships/image" Target="../media/image16.jpeg"/><Relationship Id="rId9" Type="http://schemas.openxmlformats.org/officeDocument/2006/relationships/image" Target="../media/image21.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43ABC-9A46-4327-BF74-FE0C643DC4CF}"/>
              </a:ext>
            </a:extLst>
          </p:cNvPr>
          <p:cNvSpPr>
            <a:spLocks noGrp="1"/>
          </p:cNvSpPr>
          <p:nvPr>
            <p:ph type="ctrTitle"/>
          </p:nvPr>
        </p:nvSpPr>
        <p:spPr>
          <a:xfrm>
            <a:off x="1012677" y="2508805"/>
            <a:ext cx="6988323" cy="1285875"/>
          </a:xfrm>
        </p:spPr>
        <p:txBody>
          <a:bodyPr/>
          <a:lstStyle/>
          <a:p>
            <a:r>
              <a:rPr lang="fi-FI" dirty="0"/>
              <a:t>Online </a:t>
            </a:r>
            <a:r>
              <a:rPr lang="fi-FI" dirty="0" smtClean="0"/>
              <a:t>EHS </a:t>
            </a:r>
            <a:r>
              <a:rPr lang="fi-FI" dirty="0"/>
              <a:t>Training </a:t>
            </a:r>
            <a:endParaRPr lang="en-US" dirty="0"/>
          </a:p>
        </p:txBody>
      </p:sp>
      <p:sp>
        <p:nvSpPr>
          <p:cNvPr id="3" name="Subtitle 2">
            <a:extLst>
              <a:ext uri="{FF2B5EF4-FFF2-40B4-BE49-F238E27FC236}">
                <a16:creationId xmlns:a16="http://schemas.microsoft.com/office/drawing/2014/main" id="{C0FC7021-FB77-4D35-AE1D-A857D1A422CD}"/>
              </a:ext>
            </a:extLst>
          </p:cNvPr>
          <p:cNvSpPr>
            <a:spLocks noGrp="1"/>
          </p:cNvSpPr>
          <p:nvPr>
            <p:ph type="subTitle" idx="1"/>
          </p:nvPr>
        </p:nvSpPr>
        <p:spPr>
          <a:xfrm>
            <a:off x="1012677" y="4429126"/>
            <a:ext cx="7175980" cy="894905"/>
          </a:xfrm>
        </p:spPr>
        <p:txBody>
          <a:bodyPr/>
          <a:lstStyle/>
          <a:p>
            <a:r>
              <a:rPr lang="fi-FI" dirty="0" smtClean="0"/>
              <a:t>Emergency Eye Wash Station and Safety Shower </a:t>
            </a:r>
            <a:endParaRPr lang="en-US" dirty="0"/>
          </a:p>
        </p:txBody>
      </p:sp>
      <p:sp>
        <p:nvSpPr>
          <p:cNvPr id="4" name="Text Placeholder 3">
            <a:extLst>
              <a:ext uri="{FF2B5EF4-FFF2-40B4-BE49-F238E27FC236}">
                <a16:creationId xmlns:a16="http://schemas.microsoft.com/office/drawing/2014/main" id="{4D96F05C-E8E5-40A0-96E2-70DA59031E10}"/>
              </a:ext>
            </a:extLst>
          </p:cNvPr>
          <p:cNvSpPr>
            <a:spLocks noGrp="1"/>
          </p:cNvSpPr>
          <p:nvPr>
            <p:ph type="body" sz="quarter" idx="10"/>
          </p:nvPr>
        </p:nvSpPr>
        <p:spPr/>
        <p:txBody>
          <a:bodyPr/>
          <a:lstStyle/>
          <a:p>
            <a:r>
              <a:rPr lang="en-US" dirty="0" smtClean="0"/>
              <a:t>2023</a:t>
            </a:r>
            <a:endParaRPr lang="en-US" dirty="0"/>
          </a:p>
          <a:p>
            <a:endParaRPr lang="en-US" dirty="0"/>
          </a:p>
        </p:txBody>
      </p:sp>
    </p:spTree>
    <p:extLst>
      <p:ext uri="{BB962C8B-B14F-4D97-AF65-F5344CB8AC3E}">
        <p14:creationId xmlns:p14="http://schemas.microsoft.com/office/powerpoint/2010/main" val="11448066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AE0E4-85DE-4F16-91DA-63A23F739F1F}"/>
              </a:ext>
            </a:extLst>
          </p:cNvPr>
          <p:cNvSpPr>
            <a:spLocks noGrp="1"/>
          </p:cNvSpPr>
          <p:nvPr>
            <p:ph type="title"/>
          </p:nvPr>
        </p:nvSpPr>
        <p:spPr>
          <a:xfrm>
            <a:off x="341079" y="804672"/>
            <a:ext cx="8397477" cy="531759"/>
          </a:xfrm>
        </p:spPr>
        <p:txBody>
          <a:bodyPr>
            <a:noAutofit/>
          </a:bodyPr>
          <a:lstStyle/>
          <a:p>
            <a:pPr algn="ctr"/>
            <a:r>
              <a:rPr lang="en-US" sz="3200" dirty="0" smtClean="0">
                <a:sym typeface="Arial"/>
              </a:rPr>
              <a:t>Learning objective</a:t>
            </a:r>
            <a:endParaRPr lang="en-US" sz="3200" dirty="0"/>
          </a:p>
        </p:txBody>
      </p:sp>
      <p:sp>
        <p:nvSpPr>
          <p:cNvPr id="3" name="Content Placeholder 2">
            <a:extLst>
              <a:ext uri="{FF2B5EF4-FFF2-40B4-BE49-F238E27FC236}">
                <a16:creationId xmlns:a16="http://schemas.microsoft.com/office/drawing/2014/main" id="{C194C429-305C-4CC4-9AAC-45E533DB8CCF}"/>
              </a:ext>
            </a:extLst>
          </p:cNvPr>
          <p:cNvSpPr>
            <a:spLocks noGrp="1"/>
          </p:cNvSpPr>
          <p:nvPr>
            <p:ph idx="1"/>
          </p:nvPr>
        </p:nvSpPr>
        <p:spPr>
          <a:xfrm>
            <a:off x="341079" y="1948716"/>
            <a:ext cx="8331433" cy="4068377"/>
          </a:xfrm>
        </p:spPr>
        <p:txBody>
          <a:bodyPr>
            <a:noAutofit/>
          </a:bodyPr>
          <a:lstStyle/>
          <a:p>
            <a:pPr marL="0" indent="0" algn="just">
              <a:lnSpc>
                <a:spcPct val="150000"/>
              </a:lnSpc>
              <a:buNone/>
            </a:pPr>
            <a:r>
              <a:rPr lang="en-US" sz="2000" dirty="0"/>
              <a:t>Upon completion of this training course, participants will be able to:</a:t>
            </a:r>
          </a:p>
          <a:p>
            <a:pPr marL="0" indent="0" algn="just">
              <a:lnSpc>
                <a:spcPct val="150000"/>
              </a:lnSpc>
              <a:buNone/>
            </a:pPr>
            <a:endParaRPr lang="en-US" sz="2000" b="0" dirty="0" smtClean="0">
              <a:solidFill>
                <a:schemeClr val="dk1"/>
              </a:solidFill>
              <a:ea typeface="Arial"/>
              <a:cs typeface="Arial"/>
            </a:endParaRPr>
          </a:p>
          <a:p>
            <a:pPr algn="just">
              <a:lnSpc>
                <a:spcPct val="150000"/>
              </a:lnSpc>
            </a:pPr>
            <a:r>
              <a:rPr lang="en-US" sz="2000" b="0" dirty="0" smtClean="0">
                <a:solidFill>
                  <a:schemeClr val="dk1"/>
                </a:solidFill>
                <a:ea typeface="Arial"/>
                <a:cs typeface="Arial"/>
              </a:rPr>
              <a:t>Outline </a:t>
            </a:r>
            <a:r>
              <a:rPr lang="en-US" sz="2000" b="0" dirty="0">
                <a:solidFill>
                  <a:schemeClr val="dk1"/>
                </a:solidFill>
                <a:ea typeface="Arial"/>
                <a:cs typeface="Arial"/>
              </a:rPr>
              <a:t>the </a:t>
            </a:r>
            <a:r>
              <a:rPr lang="en-US" sz="2000" b="0" dirty="0" smtClean="0">
                <a:solidFill>
                  <a:schemeClr val="dk1"/>
                </a:solidFill>
                <a:ea typeface="Arial"/>
                <a:cs typeface="Arial"/>
              </a:rPr>
              <a:t>Standards and Guidelines </a:t>
            </a:r>
            <a:r>
              <a:rPr lang="en-US" sz="2000" b="0" dirty="0">
                <a:solidFill>
                  <a:schemeClr val="dk1"/>
                </a:solidFill>
                <a:ea typeface="Arial"/>
                <a:cs typeface="Arial"/>
              </a:rPr>
              <a:t>for emergency showers and eye wash stations</a:t>
            </a:r>
          </a:p>
          <a:p>
            <a:pPr algn="just">
              <a:lnSpc>
                <a:spcPct val="150000"/>
              </a:lnSpc>
            </a:pPr>
            <a:r>
              <a:rPr lang="en-US" sz="2000" b="0" dirty="0" smtClean="0">
                <a:solidFill>
                  <a:schemeClr val="dk1"/>
                </a:solidFill>
                <a:ea typeface="Arial"/>
                <a:cs typeface="Arial"/>
              </a:rPr>
              <a:t>Concerns related to inspections </a:t>
            </a:r>
            <a:r>
              <a:rPr lang="en-US" sz="2000" b="0" dirty="0">
                <a:solidFill>
                  <a:schemeClr val="dk1"/>
                </a:solidFill>
                <a:ea typeface="Arial"/>
                <a:cs typeface="Arial"/>
              </a:rPr>
              <a:t>and testing of safety </a:t>
            </a:r>
            <a:r>
              <a:rPr lang="en-US" sz="2000" b="0" dirty="0" smtClean="0">
                <a:solidFill>
                  <a:schemeClr val="dk1"/>
                </a:solidFill>
                <a:ea typeface="Arial"/>
                <a:cs typeface="Arial"/>
              </a:rPr>
              <a:t>showers and eyewash stations</a:t>
            </a:r>
            <a:endParaRPr lang="en-US" sz="2000" b="0" dirty="0">
              <a:solidFill>
                <a:schemeClr val="dk1"/>
              </a:solidFill>
              <a:ea typeface="Arial"/>
              <a:cs typeface="Arial"/>
            </a:endParaRPr>
          </a:p>
          <a:p>
            <a:pPr algn="just">
              <a:lnSpc>
                <a:spcPct val="150000"/>
              </a:lnSpc>
            </a:pPr>
            <a:r>
              <a:rPr lang="en-US" sz="2000" b="0" dirty="0">
                <a:solidFill>
                  <a:schemeClr val="dk1"/>
                </a:solidFill>
                <a:ea typeface="Arial"/>
                <a:cs typeface="Arial"/>
              </a:rPr>
              <a:t>Understand responsibilities and the need for </a:t>
            </a:r>
            <a:r>
              <a:rPr lang="en-US" sz="2000" b="0" dirty="0" smtClean="0">
                <a:solidFill>
                  <a:schemeClr val="dk1"/>
                </a:solidFill>
                <a:ea typeface="Arial"/>
                <a:cs typeface="Arial"/>
              </a:rPr>
              <a:t>training on </a:t>
            </a:r>
            <a:r>
              <a:rPr lang="en-US" sz="2000" b="0" dirty="0">
                <a:solidFill>
                  <a:schemeClr val="dk1"/>
                </a:solidFill>
                <a:ea typeface="Arial"/>
                <a:cs typeface="Arial"/>
              </a:rPr>
              <a:t>emergency showers and eye wash equipment</a:t>
            </a:r>
          </a:p>
        </p:txBody>
      </p:sp>
      <p:sp>
        <p:nvSpPr>
          <p:cNvPr id="4" name="Date Placeholder 3">
            <a:extLst>
              <a:ext uri="{FF2B5EF4-FFF2-40B4-BE49-F238E27FC236}">
                <a16:creationId xmlns:a16="http://schemas.microsoft.com/office/drawing/2014/main" id="{9E2B48B6-5880-4AD0-87AA-3CD2E06489A3}"/>
              </a:ext>
            </a:extLst>
          </p:cNvPr>
          <p:cNvSpPr>
            <a:spLocks noGrp="1"/>
          </p:cNvSpPr>
          <p:nvPr>
            <p:ph type="dt" sz="half" idx="10"/>
          </p:nvPr>
        </p:nvSpPr>
        <p:spPr/>
        <p:txBody>
          <a:bodyPr/>
          <a:lstStyle/>
          <a:p>
            <a:r>
              <a:rPr lang="en-US" dirty="0" smtClean="0"/>
              <a:t>2023</a:t>
            </a:r>
            <a:endParaRPr lang="en-US" dirty="0"/>
          </a:p>
        </p:txBody>
      </p:sp>
      <p:sp>
        <p:nvSpPr>
          <p:cNvPr id="5" name="Footer Placeholder 4">
            <a:extLst>
              <a:ext uri="{FF2B5EF4-FFF2-40B4-BE49-F238E27FC236}">
                <a16:creationId xmlns:a16="http://schemas.microsoft.com/office/drawing/2014/main" id="{0528C420-638A-4D4C-9B72-8A32B09AC93D}"/>
              </a:ext>
            </a:extLst>
          </p:cNvPr>
          <p:cNvSpPr>
            <a:spLocks noGrp="1"/>
          </p:cNvSpPr>
          <p:nvPr>
            <p:ph type="ftr" sz="quarter" idx="11"/>
          </p:nvPr>
        </p:nvSpPr>
        <p:spPr>
          <a:xfrm>
            <a:off x="2537844" y="198172"/>
            <a:ext cx="3527200" cy="244475"/>
          </a:xfrm>
        </p:spPr>
        <p:txBody>
          <a:bodyPr/>
          <a:lstStyle/>
          <a:p>
            <a:r>
              <a:rPr lang="en-US" dirty="0" smtClean="0"/>
              <a:t>Safety Shower and Eyewash Station</a:t>
            </a:r>
            <a:endParaRPr lang="en-US" dirty="0"/>
          </a:p>
        </p:txBody>
      </p:sp>
      <p:sp>
        <p:nvSpPr>
          <p:cNvPr id="6" name="Slide Number Placeholder 5">
            <a:extLst>
              <a:ext uri="{FF2B5EF4-FFF2-40B4-BE49-F238E27FC236}">
                <a16:creationId xmlns:a16="http://schemas.microsoft.com/office/drawing/2014/main" id="{5E918707-6809-45DB-87A9-B541AB553D1C}"/>
              </a:ext>
            </a:extLst>
          </p:cNvPr>
          <p:cNvSpPr>
            <a:spLocks noGrp="1"/>
          </p:cNvSpPr>
          <p:nvPr>
            <p:ph type="sldNum" sz="quarter" idx="12"/>
          </p:nvPr>
        </p:nvSpPr>
        <p:spPr/>
        <p:txBody>
          <a:bodyPr/>
          <a:lstStyle/>
          <a:p>
            <a:fld id="{1E68DD1B-5CD8-424B-8173-19E182143E0A}" type="slidenum">
              <a:rPr lang="en-US" smtClean="0"/>
              <a:pPr/>
              <a:t>2</a:t>
            </a:fld>
            <a:endParaRPr lang="en-US"/>
          </a:p>
        </p:txBody>
      </p:sp>
    </p:spTree>
    <p:extLst>
      <p:ext uri="{BB962C8B-B14F-4D97-AF65-F5344CB8AC3E}">
        <p14:creationId xmlns:p14="http://schemas.microsoft.com/office/powerpoint/2010/main" val="53725268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AE0E4-85DE-4F16-91DA-63A23F739F1F}"/>
              </a:ext>
            </a:extLst>
          </p:cNvPr>
          <p:cNvSpPr>
            <a:spLocks noGrp="1"/>
          </p:cNvSpPr>
          <p:nvPr>
            <p:ph type="title"/>
          </p:nvPr>
        </p:nvSpPr>
        <p:spPr>
          <a:xfrm>
            <a:off x="341079" y="1169377"/>
            <a:ext cx="8527886" cy="517425"/>
          </a:xfrm>
        </p:spPr>
        <p:txBody>
          <a:bodyPr>
            <a:noAutofit/>
          </a:bodyPr>
          <a:lstStyle/>
          <a:p>
            <a:pPr algn="ctr"/>
            <a:r>
              <a:rPr lang="en-US" sz="3200" dirty="0" smtClean="0"/>
              <a:t>Ways of using Safety Shower/ </a:t>
            </a:r>
            <a:br>
              <a:rPr lang="en-US" sz="3200" dirty="0" smtClean="0"/>
            </a:br>
            <a:r>
              <a:rPr lang="en-US" sz="3200" dirty="0" smtClean="0"/>
              <a:t>Eyewash Station</a:t>
            </a:r>
            <a:endParaRPr lang="en-US" sz="3200" dirty="0"/>
          </a:p>
        </p:txBody>
      </p:sp>
      <p:sp>
        <p:nvSpPr>
          <p:cNvPr id="3" name="Content Placeholder 2">
            <a:extLst>
              <a:ext uri="{FF2B5EF4-FFF2-40B4-BE49-F238E27FC236}">
                <a16:creationId xmlns:a16="http://schemas.microsoft.com/office/drawing/2014/main" id="{C194C429-305C-4CC4-9AAC-45E533DB8CCF}"/>
              </a:ext>
            </a:extLst>
          </p:cNvPr>
          <p:cNvSpPr>
            <a:spLocks noGrp="1"/>
          </p:cNvSpPr>
          <p:nvPr>
            <p:ph idx="1"/>
          </p:nvPr>
        </p:nvSpPr>
        <p:spPr>
          <a:xfrm>
            <a:off x="341079" y="1968889"/>
            <a:ext cx="8622052" cy="2119534"/>
          </a:xfrm>
        </p:spPr>
        <p:txBody>
          <a:bodyPr>
            <a:noAutofit/>
          </a:bodyPr>
          <a:lstStyle/>
          <a:p>
            <a:pPr marL="457200" indent="-457200">
              <a:buFont typeface="+mj-lt"/>
              <a:buAutoNum type="arabicPeriod"/>
            </a:pPr>
            <a:r>
              <a:rPr lang="en-US" sz="1800" b="0" dirty="0"/>
              <a:t>Dilution—diluting the chemicals that are on the skin or in the eyes to a non-harmful level.</a:t>
            </a:r>
          </a:p>
          <a:p>
            <a:pPr marL="457200" indent="-457200">
              <a:buFont typeface="+mj-lt"/>
              <a:buAutoNum type="arabicPeriod"/>
            </a:pPr>
            <a:r>
              <a:rPr lang="en-US" sz="1800" b="0" dirty="0"/>
              <a:t>Warming/cooling—warming or cooling the body or eyes because of a change in temperature due to chemical exposure.</a:t>
            </a:r>
          </a:p>
          <a:p>
            <a:pPr marL="457200" indent="-457200">
              <a:buFont typeface="+mj-lt"/>
              <a:buAutoNum type="arabicPeriod"/>
            </a:pPr>
            <a:r>
              <a:rPr lang="en-US" sz="1800" b="0" dirty="0"/>
              <a:t>Irrigation—flushing the chemicals out of the eyes or off the skin.</a:t>
            </a:r>
          </a:p>
          <a:p>
            <a:pPr marL="457200" indent="-457200">
              <a:buFont typeface="+mj-lt"/>
              <a:buAutoNum type="arabicPeriod"/>
            </a:pPr>
            <a:r>
              <a:rPr lang="en-US" sz="1800" b="0" dirty="0"/>
              <a:t>Extinguishment—putting out fires of clothing on the body.</a:t>
            </a:r>
          </a:p>
        </p:txBody>
      </p:sp>
      <p:sp>
        <p:nvSpPr>
          <p:cNvPr id="4" name="Date Placeholder 3">
            <a:extLst>
              <a:ext uri="{FF2B5EF4-FFF2-40B4-BE49-F238E27FC236}">
                <a16:creationId xmlns:a16="http://schemas.microsoft.com/office/drawing/2014/main" id="{9E2B48B6-5880-4AD0-87AA-3CD2E06489A3}"/>
              </a:ext>
            </a:extLst>
          </p:cNvPr>
          <p:cNvSpPr>
            <a:spLocks noGrp="1"/>
          </p:cNvSpPr>
          <p:nvPr>
            <p:ph type="dt" sz="half" idx="10"/>
          </p:nvPr>
        </p:nvSpPr>
        <p:spPr/>
        <p:txBody>
          <a:bodyPr/>
          <a:lstStyle/>
          <a:p>
            <a:r>
              <a:rPr lang="en-US" dirty="0" smtClean="0"/>
              <a:t>2023</a:t>
            </a:r>
            <a:endParaRPr lang="en-US" dirty="0"/>
          </a:p>
        </p:txBody>
      </p:sp>
      <p:sp>
        <p:nvSpPr>
          <p:cNvPr id="6" name="Slide Number Placeholder 5">
            <a:extLst>
              <a:ext uri="{FF2B5EF4-FFF2-40B4-BE49-F238E27FC236}">
                <a16:creationId xmlns:a16="http://schemas.microsoft.com/office/drawing/2014/main" id="{5E918707-6809-45DB-87A9-B541AB553D1C}"/>
              </a:ext>
            </a:extLst>
          </p:cNvPr>
          <p:cNvSpPr>
            <a:spLocks noGrp="1"/>
          </p:cNvSpPr>
          <p:nvPr>
            <p:ph type="sldNum" sz="quarter" idx="12"/>
          </p:nvPr>
        </p:nvSpPr>
        <p:spPr/>
        <p:txBody>
          <a:bodyPr/>
          <a:lstStyle/>
          <a:p>
            <a:fld id="{1E68DD1B-5CD8-424B-8173-19E182143E0A}" type="slidenum">
              <a:rPr lang="en-US" smtClean="0"/>
              <a:pPr/>
              <a:t>3</a:t>
            </a:fld>
            <a:endParaRPr lang="en-US"/>
          </a:p>
        </p:txBody>
      </p:sp>
      <p:sp>
        <p:nvSpPr>
          <p:cNvPr id="7" name="Footer Placeholder 4">
            <a:extLst>
              <a:ext uri="{FF2B5EF4-FFF2-40B4-BE49-F238E27FC236}">
                <a16:creationId xmlns:a16="http://schemas.microsoft.com/office/drawing/2014/main" id="{0528C420-638A-4D4C-9B72-8A32B09AC93D}"/>
              </a:ext>
            </a:extLst>
          </p:cNvPr>
          <p:cNvSpPr>
            <a:spLocks noGrp="1"/>
          </p:cNvSpPr>
          <p:nvPr>
            <p:ph type="ftr" sz="quarter" idx="11"/>
          </p:nvPr>
        </p:nvSpPr>
        <p:spPr>
          <a:xfrm>
            <a:off x="2537844" y="198172"/>
            <a:ext cx="3527200" cy="244475"/>
          </a:xfrm>
        </p:spPr>
        <p:txBody>
          <a:bodyPr/>
          <a:lstStyle/>
          <a:p>
            <a:r>
              <a:rPr lang="en-US" dirty="0" smtClean="0"/>
              <a:t>Safety Shower and Eyewash Station</a:t>
            </a:r>
            <a:endParaRPr lang="en-US" dirty="0"/>
          </a:p>
        </p:txBody>
      </p:sp>
      <p:pic>
        <p:nvPicPr>
          <p:cNvPr id="5" name="Picture 4"/>
          <p:cNvPicPr>
            <a:picLocks noChangeAspect="1"/>
          </p:cNvPicPr>
          <p:nvPr/>
        </p:nvPicPr>
        <p:blipFill rotWithShape="1">
          <a:blip r:embed="rId3"/>
          <a:srcRect l="11442" t="17522" r="7788" b="19572"/>
          <a:stretch/>
        </p:blipFill>
        <p:spPr>
          <a:xfrm>
            <a:off x="1088385" y="3798277"/>
            <a:ext cx="6502484" cy="2848708"/>
          </a:xfrm>
          <a:prstGeom prst="rect">
            <a:avLst/>
          </a:prstGeom>
        </p:spPr>
      </p:pic>
    </p:spTree>
    <p:extLst>
      <p:ext uri="{BB962C8B-B14F-4D97-AF65-F5344CB8AC3E}">
        <p14:creationId xmlns:p14="http://schemas.microsoft.com/office/powerpoint/2010/main" val="122147250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AE0E4-85DE-4F16-91DA-63A23F739F1F}"/>
              </a:ext>
            </a:extLst>
          </p:cNvPr>
          <p:cNvSpPr>
            <a:spLocks noGrp="1"/>
          </p:cNvSpPr>
          <p:nvPr>
            <p:ph type="title"/>
          </p:nvPr>
        </p:nvSpPr>
        <p:spPr>
          <a:xfrm>
            <a:off x="341079" y="545123"/>
            <a:ext cx="8527886" cy="832974"/>
          </a:xfrm>
        </p:spPr>
        <p:txBody>
          <a:bodyPr>
            <a:noAutofit/>
          </a:bodyPr>
          <a:lstStyle/>
          <a:p>
            <a:pPr algn="ctr"/>
            <a:r>
              <a:rPr lang="en-US" sz="3200" dirty="0" smtClean="0"/>
              <a:t>Safety Showers &amp; Eyewash stations</a:t>
            </a:r>
            <a:br>
              <a:rPr lang="en-US" sz="3200" dirty="0" smtClean="0"/>
            </a:br>
            <a:endParaRPr lang="en-US" sz="2000" b="0" dirty="0"/>
          </a:p>
        </p:txBody>
      </p:sp>
      <p:sp>
        <p:nvSpPr>
          <p:cNvPr id="4" name="Date Placeholder 3">
            <a:extLst>
              <a:ext uri="{FF2B5EF4-FFF2-40B4-BE49-F238E27FC236}">
                <a16:creationId xmlns:a16="http://schemas.microsoft.com/office/drawing/2014/main" id="{9E2B48B6-5880-4AD0-87AA-3CD2E06489A3}"/>
              </a:ext>
            </a:extLst>
          </p:cNvPr>
          <p:cNvSpPr>
            <a:spLocks noGrp="1"/>
          </p:cNvSpPr>
          <p:nvPr>
            <p:ph type="dt" sz="half" idx="10"/>
          </p:nvPr>
        </p:nvSpPr>
        <p:spPr/>
        <p:txBody>
          <a:bodyPr/>
          <a:lstStyle/>
          <a:p>
            <a:r>
              <a:rPr lang="en-US" dirty="0" smtClean="0"/>
              <a:t>2023</a:t>
            </a:r>
            <a:endParaRPr lang="en-US" dirty="0"/>
          </a:p>
        </p:txBody>
      </p:sp>
      <p:sp>
        <p:nvSpPr>
          <p:cNvPr id="6" name="Slide Number Placeholder 5">
            <a:extLst>
              <a:ext uri="{FF2B5EF4-FFF2-40B4-BE49-F238E27FC236}">
                <a16:creationId xmlns:a16="http://schemas.microsoft.com/office/drawing/2014/main" id="{5E918707-6809-45DB-87A9-B541AB553D1C}"/>
              </a:ext>
            </a:extLst>
          </p:cNvPr>
          <p:cNvSpPr>
            <a:spLocks noGrp="1"/>
          </p:cNvSpPr>
          <p:nvPr>
            <p:ph type="sldNum" sz="quarter" idx="12"/>
          </p:nvPr>
        </p:nvSpPr>
        <p:spPr/>
        <p:txBody>
          <a:bodyPr/>
          <a:lstStyle/>
          <a:p>
            <a:fld id="{1E68DD1B-5CD8-424B-8173-19E182143E0A}" type="slidenum">
              <a:rPr lang="en-US" smtClean="0"/>
              <a:pPr/>
              <a:t>4</a:t>
            </a:fld>
            <a:endParaRPr lang="en-US"/>
          </a:p>
        </p:txBody>
      </p:sp>
      <p:sp>
        <p:nvSpPr>
          <p:cNvPr id="7" name="Footer Placeholder 4">
            <a:extLst>
              <a:ext uri="{FF2B5EF4-FFF2-40B4-BE49-F238E27FC236}">
                <a16:creationId xmlns:a16="http://schemas.microsoft.com/office/drawing/2014/main" id="{0528C420-638A-4D4C-9B72-8A32B09AC93D}"/>
              </a:ext>
            </a:extLst>
          </p:cNvPr>
          <p:cNvSpPr>
            <a:spLocks noGrp="1"/>
          </p:cNvSpPr>
          <p:nvPr>
            <p:ph type="ftr" sz="quarter" idx="11"/>
          </p:nvPr>
        </p:nvSpPr>
        <p:spPr>
          <a:xfrm>
            <a:off x="2537844" y="198172"/>
            <a:ext cx="3527200" cy="244475"/>
          </a:xfrm>
        </p:spPr>
        <p:txBody>
          <a:bodyPr/>
          <a:lstStyle/>
          <a:p>
            <a:r>
              <a:rPr lang="en-US" dirty="0" smtClean="0"/>
              <a:t>Safety Shower and Eyewash Station</a:t>
            </a:r>
            <a:endParaRPr lang="en-US" dirty="0"/>
          </a:p>
        </p:txBody>
      </p:sp>
      <p:sp>
        <p:nvSpPr>
          <p:cNvPr id="11" name="Content Placeholder 2">
            <a:extLst>
              <a:ext uri="{FF2B5EF4-FFF2-40B4-BE49-F238E27FC236}">
                <a16:creationId xmlns:a16="http://schemas.microsoft.com/office/drawing/2014/main" id="{C194C429-305C-4CC4-9AAC-45E533DB8CCF}"/>
              </a:ext>
            </a:extLst>
          </p:cNvPr>
          <p:cNvSpPr txBox="1">
            <a:spLocks/>
          </p:cNvSpPr>
          <p:nvPr/>
        </p:nvSpPr>
        <p:spPr>
          <a:xfrm>
            <a:off x="393363" y="1168248"/>
            <a:ext cx="6297808" cy="2791193"/>
          </a:xfrm>
          <a:prstGeom prst="rect">
            <a:avLst/>
          </a:prstGeom>
        </p:spPr>
        <p:txBody>
          <a:bodyPr vert="horz" lIns="0" tIns="0" rIns="0" bIns="0" rtlCol="0">
            <a:noAutofit/>
          </a:bodyPr>
          <a:lstStyle>
            <a:lvl1pPr marL="135731" indent="-135731" algn="l" defTabSz="685800" rtl="0" eaLnBrk="1" latinLnBrk="0" hangingPunct="1">
              <a:lnSpc>
                <a:spcPct val="100000"/>
              </a:lnSpc>
              <a:spcBef>
                <a:spcPts val="300"/>
              </a:spcBef>
              <a:buFont typeface="Arial" panose="020B0604020202020204" pitchFamily="34" charset="0"/>
              <a:buChar char="•"/>
              <a:defRPr sz="1388" b="1" kern="1200">
                <a:solidFill>
                  <a:schemeClr val="tx1"/>
                </a:solidFill>
                <a:latin typeface="+mn-lt"/>
                <a:ea typeface="+mn-ea"/>
                <a:cs typeface="+mn-cs"/>
              </a:defRPr>
            </a:lvl1pPr>
            <a:lvl2pPr marL="407194" indent="-135731" algn="l" defTabSz="685800" rtl="0" eaLnBrk="1" latinLnBrk="0" hangingPunct="1">
              <a:lnSpc>
                <a:spcPct val="100000"/>
              </a:lnSpc>
              <a:spcBef>
                <a:spcPts val="300"/>
              </a:spcBef>
              <a:buFont typeface="Arial" panose="020B0604020202020204" pitchFamily="34" charset="0"/>
              <a:buChar char="•"/>
              <a:defRPr sz="1388" kern="1200">
                <a:solidFill>
                  <a:schemeClr val="tx1"/>
                </a:solidFill>
                <a:latin typeface="+mn-lt"/>
                <a:ea typeface="+mn-ea"/>
                <a:cs typeface="+mn-cs"/>
              </a:defRPr>
            </a:lvl2pPr>
            <a:lvl3pPr marL="535781" indent="-128588" algn="l" defTabSz="685800" rtl="0" eaLnBrk="1" latinLnBrk="0" hangingPunct="1">
              <a:lnSpc>
                <a:spcPct val="100000"/>
              </a:lnSpc>
              <a:spcBef>
                <a:spcPts val="300"/>
              </a:spcBef>
              <a:buFont typeface="Arial" panose="020B0604020202020204" pitchFamily="34" charset="0"/>
              <a:buChar char="•"/>
              <a:defRPr sz="1200" kern="1200">
                <a:solidFill>
                  <a:schemeClr val="tx1"/>
                </a:solidFill>
                <a:latin typeface="+mn-lt"/>
                <a:ea typeface="+mn-ea"/>
                <a:cs typeface="+mn-cs"/>
              </a:defRPr>
            </a:lvl3pPr>
            <a:lvl4pPr marL="671513" indent="-135731" algn="l" defTabSz="685800" rtl="0" eaLnBrk="1" latinLnBrk="0" hangingPunct="1">
              <a:lnSpc>
                <a:spcPct val="100000"/>
              </a:lnSpc>
              <a:spcBef>
                <a:spcPts val="300"/>
              </a:spcBef>
              <a:buFont typeface="Arial" panose="020B0604020202020204" pitchFamily="34" charset="0"/>
              <a:buChar char="•"/>
              <a:defRPr sz="1200" kern="1200">
                <a:solidFill>
                  <a:schemeClr val="tx1"/>
                </a:solidFill>
                <a:latin typeface="+mn-lt"/>
                <a:ea typeface="+mn-ea"/>
                <a:cs typeface="+mn-cs"/>
              </a:defRPr>
            </a:lvl4pPr>
            <a:lvl5pPr marL="807244" indent="-135731" algn="l" defTabSz="685800" rtl="0" eaLnBrk="1" latinLnBrk="0" hangingPunct="1">
              <a:lnSpc>
                <a:spcPct val="100000"/>
              </a:lnSpc>
              <a:spcBef>
                <a:spcPts val="300"/>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buFont typeface="Arial" panose="020B0604020202020204" pitchFamily="34" charset="0"/>
              <a:buNone/>
            </a:pPr>
            <a:r>
              <a:rPr lang="en-US" sz="1800" b="0" dirty="0" smtClean="0"/>
              <a:t>Safety showers also known as deluge showers are designed to flush the user's head and body. They should not be used to flush the user's eyes because the high rate or pressure of water flow could damage the eyes in some instances.</a:t>
            </a:r>
          </a:p>
          <a:p>
            <a:pPr marL="0" indent="0" algn="just">
              <a:lnSpc>
                <a:spcPct val="150000"/>
              </a:lnSpc>
              <a:buFont typeface="Arial" panose="020B0604020202020204" pitchFamily="34" charset="0"/>
              <a:buNone/>
            </a:pPr>
            <a:r>
              <a:rPr lang="en-US" sz="1800" b="0" dirty="0" smtClean="0"/>
              <a:t> Safety showers</a:t>
            </a:r>
          </a:p>
          <a:p>
            <a:pPr algn="just"/>
            <a:r>
              <a:rPr lang="en-US" altLang="en-US" sz="1800" b="0" dirty="0" smtClean="0"/>
              <a:t>designed to provide a deluge large enough to encompass the whole body. </a:t>
            </a:r>
          </a:p>
          <a:p>
            <a:pPr algn="just"/>
            <a:r>
              <a:rPr lang="en-US" altLang="en-US" sz="1800" b="0" dirty="0" smtClean="0"/>
              <a:t>ensures the entire body receives a direct, fresh supply of water.</a:t>
            </a:r>
          </a:p>
          <a:p>
            <a:pPr algn="just"/>
            <a:r>
              <a:rPr lang="en-US" sz="1800" b="0" dirty="0"/>
              <a:t>u</a:t>
            </a:r>
            <a:r>
              <a:rPr lang="en-US" sz="1800" b="0" dirty="0" smtClean="0"/>
              <a:t>se to flush the affected area for at least 10-15 minutes</a:t>
            </a:r>
          </a:p>
          <a:p>
            <a:pPr algn="just"/>
            <a:r>
              <a:rPr lang="en-US" sz="1800" b="0" dirty="0" smtClean="0"/>
              <a:t>water flow rate is 75.7 liters per minute</a:t>
            </a:r>
          </a:p>
          <a:p>
            <a:pPr algn="just"/>
            <a:endParaRPr lang="en-US" sz="1800" b="0" dirty="0" smtClean="0"/>
          </a:p>
          <a:p>
            <a:pPr marL="0" indent="0" algn="just">
              <a:lnSpc>
                <a:spcPct val="150000"/>
              </a:lnSpc>
              <a:buFont typeface="Arial" panose="020B0604020202020204" pitchFamily="34" charset="0"/>
              <a:buNone/>
            </a:pPr>
            <a:endParaRPr lang="en-US" sz="1800" b="0" dirty="0" smtClean="0"/>
          </a:p>
          <a:p>
            <a:pPr algn="just"/>
            <a:endParaRPr lang="en-US" altLang="en-US" sz="1800" b="0" dirty="0" smtClean="0"/>
          </a:p>
          <a:p>
            <a:pPr marL="0" indent="0" algn="just">
              <a:lnSpc>
                <a:spcPct val="150000"/>
              </a:lnSpc>
              <a:buFont typeface="Arial" panose="020B0604020202020204" pitchFamily="34" charset="0"/>
              <a:buNone/>
            </a:pPr>
            <a:endParaRPr lang="en-US" sz="1800" b="0" dirty="0"/>
          </a:p>
        </p:txBody>
      </p:sp>
      <p:sp>
        <p:nvSpPr>
          <p:cNvPr id="13" name="Content Placeholder 2">
            <a:extLst>
              <a:ext uri="{FF2B5EF4-FFF2-40B4-BE49-F238E27FC236}">
                <a16:creationId xmlns:a16="http://schemas.microsoft.com/office/drawing/2014/main" id="{C194C429-305C-4CC4-9AAC-45E533DB8CCF}"/>
              </a:ext>
            </a:extLst>
          </p:cNvPr>
          <p:cNvSpPr>
            <a:spLocks noGrp="1"/>
          </p:cNvSpPr>
          <p:nvPr>
            <p:ph idx="1"/>
          </p:nvPr>
        </p:nvSpPr>
        <p:spPr>
          <a:xfrm>
            <a:off x="393363" y="4582566"/>
            <a:ext cx="8429942" cy="1774812"/>
          </a:xfrm>
        </p:spPr>
        <p:txBody>
          <a:bodyPr>
            <a:noAutofit/>
          </a:bodyPr>
          <a:lstStyle/>
          <a:p>
            <a:pPr marL="0" indent="0" algn="just">
              <a:buNone/>
            </a:pPr>
            <a:r>
              <a:rPr lang="en-US" sz="1800" b="0" dirty="0"/>
              <a:t>Eyewash </a:t>
            </a:r>
            <a:r>
              <a:rPr lang="en-US" sz="1800" b="0" dirty="0" smtClean="0"/>
              <a:t>is required </a:t>
            </a:r>
            <a:r>
              <a:rPr lang="en-US" sz="1800" b="0" dirty="0"/>
              <a:t>where there is the potential for </a:t>
            </a:r>
            <a:r>
              <a:rPr lang="en-US" sz="1800" b="0" dirty="0" smtClean="0"/>
              <a:t>a </a:t>
            </a:r>
            <a:r>
              <a:rPr lang="en-US" sz="1800" b="0" dirty="0"/>
              <a:t>lab user’s eyes to be exposed to corrosives, strong irritants, or toxic chemicals</a:t>
            </a:r>
            <a:r>
              <a:rPr lang="en-US" sz="1800" b="0" dirty="0" smtClean="0"/>
              <a:t>.</a:t>
            </a:r>
          </a:p>
          <a:p>
            <a:pPr algn="just"/>
            <a:r>
              <a:rPr lang="en-US" sz="1800" b="0" dirty="0" smtClean="0"/>
              <a:t>Eyewash </a:t>
            </a:r>
            <a:r>
              <a:rPr lang="en-US" sz="1800" b="0" dirty="0"/>
              <a:t>must irrigate and flush both eyes simultaneously and allow the user to hold the eyes open with both hands</a:t>
            </a:r>
            <a:r>
              <a:rPr lang="en-US" sz="1800" b="0" dirty="0" smtClean="0"/>
              <a:t>.</a:t>
            </a:r>
          </a:p>
          <a:p>
            <a:pPr algn="just"/>
            <a:r>
              <a:rPr lang="en-US" sz="1800" b="0" dirty="0" smtClean="0"/>
              <a:t>Use </a:t>
            </a:r>
            <a:r>
              <a:rPr lang="en-US" sz="1800" b="0" dirty="0"/>
              <a:t>emergency eyewash stations to flush </a:t>
            </a:r>
            <a:r>
              <a:rPr lang="en-US" sz="1800" b="0" dirty="0" smtClean="0"/>
              <a:t>the affected </a:t>
            </a:r>
            <a:r>
              <a:rPr lang="en-US" sz="1800" b="0" dirty="0"/>
              <a:t>area for at least 10-15 </a:t>
            </a:r>
            <a:r>
              <a:rPr lang="en-US" sz="1800" b="0" dirty="0" smtClean="0"/>
              <a:t>minutes</a:t>
            </a:r>
          </a:p>
          <a:p>
            <a:pPr algn="just"/>
            <a:endParaRPr lang="en-US" sz="1800" b="0" dirty="0"/>
          </a:p>
          <a:p>
            <a:pPr marL="0" indent="0" algn="just">
              <a:lnSpc>
                <a:spcPct val="150000"/>
              </a:lnSpc>
              <a:buNone/>
            </a:pPr>
            <a:r>
              <a:rPr lang="en-US" b="0" dirty="0"/>
              <a:t> </a:t>
            </a:r>
            <a:endParaRPr lang="en-US" sz="2000" b="0" dirty="0"/>
          </a:p>
        </p:txBody>
      </p:sp>
      <p:pic>
        <p:nvPicPr>
          <p:cNvPr id="2054" name="Picture 6" descr="Guardian Emergency Shower/Eyewash Station - Plastic H-5101 - Ulin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3455" y="1168248"/>
            <a:ext cx="2452829" cy="327043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3" name="Rectangle 2"/>
          <p:cNvSpPr/>
          <p:nvPr/>
        </p:nvSpPr>
        <p:spPr>
          <a:xfrm>
            <a:off x="0" y="6357378"/>
            <a:ext cx="9144000" cy="5006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Keep the </a:t>
            </a:r>
            <a:r>
              <a:rPr lang="en-US" b="1" dirty="0" smtClean="0">
                <a:solidFill>
                  <a:schemeClr val="tx1"/>
                </a:solidFill>
              </a:rPr>
              <a:t>emergency </a:t>
            </a:r>
            <a:r>
              <a:rPr lang="en-US" b="1" dirty="0">
                <a:solidFill>
                  <a:schemeClr val="tx1"/>
                </a:solidFill>
              </a:rPr>
              <a:t>shower and eyewash </a:t>
            </a:r>
            <a:r>
              <a:rPr lang="en-US" b="1" dirty="0" smtClean="0">
                <a:solidFill>
                  <a:schemeClr val="tx1"/>
                </a:solidFill>
              </a:rPr>
              <a:t>area clear </a:t>
            </a:r>
            <a:r>
              <a:rPr lang="en-US" b="1" dirty="0">
                <a:solidFill>
                  <a:schemeClr val="tx1"/>
                </a:solidFill>
              </a:rPr>
              <a:t>of obstructions</a:t>
            </a:r>
          </a:p>
        </p:txBody>
      </p:sp>
    </p:spTree>
    <p:extLst>
      <p:ext uri="{BB962C8B-B14F-4D97-AF65-F5344CB8AC3E}">
        <p14:creationId xmlns:p14="http://schemas.microsoft.com/office/powerpoint/2010/main" val="84627225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AE0E4-85DE-4F16-91DA-63A23F739F1F}"/>
              </a:ext>
            </a:extLst>
          </p:cNvPr>
          <p:cNvSpPr>
            <a:spLocks noGrp="1"/>
          </p:cNvSpPr>
          <p:nvPr>
            <p:ph type="title"/>
          </p:nvPr>
        </p:nvSpPr>
        <p:spPr>
          <a:xfrm>
            <a:off x="-583260" y="585437"/>
            <a:ext cx="8527886" cy="1058840"/>
          </a:xfrm>
        </p:spPr>
        <p:txBody>
          <a:bodyPr>
            <a:noAutofit/>
          </a:bodyPr>
          <a:lstStyle/>
          <a:p>
            <a:pPr algn="ctr"/>
            <a:r>
              <a:rPr lang="en-US" sz="3200" dirty="0" smtClean="0"/>
              <a:t>Eyewash Stations</a:t>
            </a:r>
            <a:br>
              <a:rPr lang="en-US" sz="3200" dirty="0" smtClean="0"/>
            </a:br>
            <a:endParaRPr lang="en-US" sz="2000" b="0" dirty="0"/>
          </a:p>
        </p:txBody>
      </p:sp>
      <p:sp>
        <p:nvSpPr>
          <p:cNvPr id="3" name="Content Placeholder 2">
            <a:extLst>
              <a:ext uri="{FF2B5EF4-FFF2-40B4-BE49-F238E27FC236}">
                <a16:creationId xmlns:a16="http://schemas.microsoft.com/office/drawing/2014/main" id="{C194C429-305C-4CC4-9AAC-45E533DB8CCF}"/>
              </a:ext>
            </a:extLst>
          </p:cNvPr>
          <p:cNvSpPr>
            <a:spLocks noGrp="1"/>
          </p:cNvSpPr>
          <p:nvPr>
            <p:ph idx="1"/>
          </p:nvPr>
        </p:nvSpPr>
        <p:spPr>
          <a:xfrm>
            <a:off x="341079" y="1475382"/>
            <a:ext cx="5574495" cy="4121312"/>
          </a:xfrm>
        </p:spPr>
        <p:txBody>
          <a:bodyPr>
            <a:noAutofit/>
          </a:bodyPr>
          <a:lstStyle/>
          <a:p>
            <a:pPr algn="just"/>
            <a:r>
              <a:rPr lang="en-US" sz="1800" b="0" dirty="0"/>
              <a:t>Eyewash </a:t>
            </a:r>
            <a:r>
              <a:rPr lang="en-US" sz="1800" b="0" dirty="0" smtClean="0"/>
              <a:t>required </a:t>
            </a:r>
            <a:r>
              <a:rPr lang="en-US" sz="1800" b="0" dirty="0"/>
              <a:t>where there is the potential for </a:t>
            </a:r>
            <a:r>
              <a:rPr lang="en-US" sz="1800" b="0" dirty="0" smtClean="0"/>
              <a:t>a </a:t>
            </a:r>
            <a:r>
              <a:rPr lang="en-US" sz="1800" b="0" dirty="0"/>
              <a:t>lab user’s eyes to be exposed to corrosives, strong irritants, or toxic chemicals</a:t>
            </a:r>
            <a:r>
              <a:rPr lang="en-US" sz="1800" b="0" dirty="0" smtClean="0"/>
              <a:t>.</a:t>
            </a:r>
          </a:p>
          <a:p>
            <a:pPr algn="just"/>
            <a:endParaRPr lang="en-US" sz="1800" b="0" dirty="0"/>
          </a:p>
          <a:p>
            <a:pPr algn="just"/>
            <a:r>
              <a:rPr lang="en-US" sz="1800" b="0" dirty="0"/>
              <a:t>Eyewash must irrigate and flush both eyes simultaneously and allow the user to hold the eyes open with both hands</a:t>
            </a:r>
            <a:r>
              <a:rPr lang="en-US" sz="1800" b="0" dirty="0" smtClean="0"/>
              <a:t>.</a:t>
            </a:r>
          </a:p>
          <a:p>
            <a:pPr algn="just"/>
            <a:endParaRPr lang="en-US" sz="1800" b="0" dirty="0"/>
          </a:p>
          <a:p>
            <a:pPr algn="just"/>
            <a:r>
              <a:rPr lang="en-US" sz="1800" b="0" dirty="0" smtClean="0"/>
              <a:t>Use </a:t>
            </a:r>
            <a:r>
              <a:rPr lang="en-US" sz="1800" b="0" dirty="0"/>
              <a:t>emergency eyewash stations to flush </a:t>
            </a:r>
            <a:r>
              <a:rPr lang="en-US" sz="1800" b="0" dirty="0" smtClean="0"/>
              <a:t>the affected </a:t>
            </a:r>
            <a:r>
              <a:rPr lang="en-US" sz="1800" b="0" dirty="0"/>
              <a:t>area for at least 10-15 </a:t>
            </a:r>
            <a:r>
              <a:rPr lang="en-US" sz="1800" b="0" dirty="0" smtClean="0"/>
              <a:t>minutes</a:t>
            </a:r>
          </a:p>
          <a:p>
            <a:pPr algn="just"/>
            <a:endParaRPr lang="en-US" sz="1800" b="0" dirty="0"/>
          </a:p>
          <a:p>
            <a:pPr marL="0" indent="0" algn="just">
              <a:lnSpc>
                <a:spcPct val="150000"/>
              </a:lnSpc>
              <a:buNone/>
            </a:pPr>
            <a:endParaRPr lang="en-US" sz="2000" b="0" dirty="0"/>
          </a:p>
        </p:txBody>
      </p:sp>
      <p:sp>
        <p:nvSpPr>
          <p:cNvPr id="4" name="Date Placeholder 3">
            <a:extLst>
              <a:ext uri="{FF2B5EF4-FFF2-40B4-BE49-F238E27FC236}">
                <a16:creationId xmlns:a16="http://schemas.microsoft.com/office/drawing/2014/main" id="{9E2B48B6-5880-4AD0-87AA-3CD2E06489A3}"/>
              </a:ext>
            </a:extLst>
          </p:cNvPr>
          <p:cNvSpPr>
            <a:spLocks noGrp="1"/>
          </p:cNvSpPr>
          <p:nvPr>
            <p:ph type="dt" sz="half" idx="10"/>
          </p:nvPr>
        </p:nvSpPr>
        <p:spPr/>
        <p:txBody>
          <a:bodyPr/>
          <a:lstStyle/>
          <a:p>
            <a:r>
              <a:rPr lang="en-US" dirty="0" smtClean="0"/>
              <a:t>2023</a:t>
            </a:r>
            <a:endParaRPr lang="en-US" dirty="0"/>
          </a:p>
        </p:txBody>
      </p:sp>
      <p:sp>
        <p:nvSpPr>
          <p:cNvPr id="6" name="Slide Number Placeholder 5">
            <a:extLst>
              <a:ext uri="{FF2B5EF4-FFF2-40B4-BE49-F238E27FC236}">
                <a16:creationId xmlns:a16="http://schemas.microsoft.com/office/drawing/2014/main" id="{5E918707-6809-45DB-87A9-B541AB553D1C}"/>
              </a:ext>
            </a:extLst>
          </p:cNvPr>
          <p:cNvSpPr>
            <a:spLocks noGrp="1"/>
          </p:cNvSpPr>
          <p:nvPr>
            <p:ph type="sldNum" sz="quarter" idx="12"/>
          </p:nvPr>
        </p:nvSpPr>
        <p:spPr/>
        <p:txBody>
          <a:bodyPr/>
          <a:lstStyle/>
          <a:p>
            <a:fld id="{1E68DD1B-5CD8-424B-8173-19E182143E0A}" type="slidenum">
              <a:rPr lang="en-US" smtClean="0"/>
              <a:pPr/>
              <a:t>5</a:t>
            </a:fld>
            <a:endParaRPr lang="en-US"/>
          </a:p>
        </p:txBody>
      </p:sp>
      <p:sp>
        <p:nvSpPr>
          <p:cNvPr id="7" name="Footer Placeholder 4">
            <a:extLst>
              <a:ext uri="{FF2B5EF4-FFF2-40B4-BE49-F238E27FC236}">
                <a16:creationId xmlns:a16="http://schemas.microsoft.com/office/drawing/2014/main" id="{0528C420-638A-4D4C-9B72-8A32B09AC93D}"/>
              </a:ext>
            </a:extLst>
          </p:cNvPr>
          <p:cNvSpPr>
            <a:spLocks noGrp="1"/>
          </p:cNvSpPr>
          <p:nvPr>
            <p:ph type="ftr" sz="quarter" idx="11"/>
          </p:nvPr>
        </p:nvSpPr>
        <p:spPr>
          <a:xfrm>
            <a:off x="2537844" y="198172"/>
            <a:ext cx="3527200" cy="244475"/>
          </a:xfrm>
        </p:spPr>
        <p:txBody>
          <a:bodyPr/>
          <a:lstStyle/>
          <a:p>
            <a:r>
              <a:rPr lang="en-US" dirty="0" smtClean="0"/>
              <a:t>Safety Shower and Eyewash Station</a:t>
            </a:r>
            <a:endParaRPr lang="en-US" dirty="0"/>
          </a:p>
        </p:txBody>
      </p:sp>
      <p:pic>
        <p:nvPicPr>
          <p:cNvPr id="1026" name="Picture 2" descr="https://lh5.googleusercontent.com/jK8dmHrz_nMwEYFhHJhztM3nipcsK6K9BPJiQcHkX38farQZAfWbI5HAseGGNp8hdisMh_sij3ZBGLqJi4QTVU-zNYFmo0wgZxOtXexTf5vl10CH8SkmViwuwbDvGW372Q"/>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6674" y="2523408"/>
            <a:ext cx="2153840" cy="215384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of User Guide: How To Use An Emergency Eye Wash Stati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87380" y="1147099"/>
            <a:ext cx="2857500" cy="16764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603493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AE0E4-85DE-4F16-91DA-63A23F739F1F}"/>
              </a:ext>
            </a:extLst>
          </p:cNvPr>
          <p:cNvSpPr>
            <a:spLocks noGrp="1"/>
          </p:cNvSpPr>
          <p:nvPr>
            <p:ph type="title"/>
          </p:nvPr>
        </p:nvSpPr>
        <p:spPr>
          <a:xfrm>
            <a:off x="341079" y="545123"/>
            <a:ext cx="8527886" cy="1058840"/>
          </a:xfrm>
        </p:spPr>
        <p:txBody>
          <a:bodyPr>
            <a:noAutofit/>
          </a:bodyPr>
          <a:lstStyle/>
          <a:p>
            <a:pPr algn="ctr"/>
            <a:r>
              <a:rPr lang="en-US" sz="3200" dirty="0" smtClean="0"/>
              <a:t>Obstructed Eyewash Stations</a:t>
            </a:r>
            <a:br>
              <a:rPr lang="en-US" sz="3200" dirty="0" smtClean="0"/>
            </a:br>
            <a:endParaRPr lang="en-US" sz="2000" b="0" dirty="0"/>
          </a:p>
        </p:txBody>
      </p:sp>
      <p:sp>
        <p:nvSpPr>
          <p:cNvPr id="3" name="Content Placeholder 2">
            <a:extLst>
              <a:ext uri="{FF2B5EF4-FFF2-40B4-BE49-F238E27FC236}">
                <a16:creationId xmlns:a16="http://schemas.microsoft.com/office/drawing/2014/main" id="{C194C429-305C-4CC4-9AAC-45E533DB8CCF}"/>
              </a:ext>
            </a:extLst>
          </p:cNvPr>
          <p:cNvSpPr>
            <a:spLocks noGrp="1"/>
          </p:cNvSpPr>
          <p:nvPr>
            <p:ph idx="1"/>
          </p:nvPr>
        </p:nvSpPr>
        <p:spPr>
          <a:xfrm>
            <a:off x="490549" y="1701410"/>
            <a:ext cx="4691051" cy="4635831"/>
          </a:xfrm>
        </p:spPr>
        <p:txBody>
          <a:bodyPr>
            <a:noAutofit/>
          </a:bodyPr>
          <a:lstStyle/>
          <a:p>
            <a:pPr marL="0" indent="0" algn="just">
              <a:lnSpc>
                <a:spcPct val="150000"/>
              </a:lnSpc>
              <a:buNone/>
            </a:pPr>
            <a:r>
              <a:rPr lang="en-US" sz="1800" b="0" dirty="0" smtClean="0"/>
              <a:t>Safety shower and eyewash station must be free from obstacles. </a:t>
            </a:r>
            <a:endParaRPr lang="en-US" sz="1800" b="0" dirty="0"/>
          </a:p>
          <a:p>
            <a:pPr algn="just">
              <a:buFontTx/>
              <a:buNone/>
            </a:pPr>
            <a:endParaRPr lang="en-US" altLang="en-US" sz="1800" b="0" dirty="0" smtClean="0"/>
          </a:p>
          <a:p>
            <a:pPr algn="just">
              <a:buFontTx/>
              <a:buNone/>
            </a:pPr>
            <a:r>
              <a:rPr lang="en-US" altLang="en-US" sz="1800" b="0" dirty="0" smtClean="0"/>
              <a:t>Consider </a:t>
            </a:r>
            <a:r>
              <a:rPr lang="en-US" altLang="en-US" sz="1800" b="0" dirty="0"/>
              <a:t>this scenario:</a:t>
            </a:r>
          </a:p>
          <a:p>
            <a:pPr algn="just">
              <a:lnSpc>
                <a:spcPct val="150000"/>
              </a:lnSpc>
              <a:buFontTx/>
              <a:buNone/>
            </a:pPr>
            <a:r>
              <a:rPr lang="en-US" altLang="en-US" sz="1800" b="0" dirty="0"/>
              <a:t>  A lab user with chemical in his/her eyes, bumping into equipment, tables, clothes on hangers, storage boxes, then finding the eyewash station was not hooked up to water!</a:t>
            </a:r>
          </a:p>
          <a:p>
            <a:pPr marL="0" indent="0" algn="just">
              <a:lnSpc>
                <a:spcPct val="150000"/>
              </a:lnSpc>
              <a:buNone/>
            </a:pPr>
            <a:endParaRPr lang="en-US" sz="2000" b="0" dirty="0"/>
          </a:p>
        </p:txBody>
      </p:sp>
      <p:sp>
        <p:nvSpPr>
          <p:cNvPr id="4" name="Date Placeholder 3">
            <a:extLst>
              <a:ext uri="{FF2B5EF4-FFF2-40B4-BE49-F238E27FC236}">
                <a16:creationId xmlns:a16="http://schemas.microsoft.com/office/drawing/2014/main" id="{9E2B48B6-5880-4AD0-87AA-3CD2E06489A3}"/>
              </a:ext>
            </a:extLst>
          </p:cNvPr>
          <p:cNvSpPr>
            <a:spLocks noGrp="1"/>
          </p:cNvSpPr>
          <p:nvPr>
            <p:ph type="dt" sz="half" idx="10"/>
          </p:nvPr>
        </p:nvSpPr>
        <p:spPr/>
        <p:txBody>
          <a:bodyPr/>
          <a:lstStyle/>
          <a:p>
            <a:r>
              <a:rPr lang="en-US" dirty="0" smtClean="0"/>
              <a:t>2023</a:t>
            </a:r>
            <a:endParaRPr lang="en-US" dirty="0"/>
          </a:p>
        </p:txBody>
      </p:sp>
      <p:sp>
        <p:nvSpPr>
          <p:cNvPr id="6" name="Slide Number Placeholder 5">
            <a:extLst>
              <a:ext uri="{FF2B5EF4-FFF2-40B4-BE49-F238E27FC236}">
                <a16:creationId xmlns:a16="http://schemas.microsoft.com/office/drawing/2014/main" id="{5E918707-6809-45DB-87A9-B541AB553D1C}"/>
              </a:ext>
            </a:extLst>
          </p:cNvPr>
          <p:cNvSpPr>
            <a:spLocks noGrp="1"/>
          </p:cNvSpPr>
          <p:nvPr>
            <p:ph type="sldNum" sz="quarter" idx="12"/>
          </p:nvPr>
        </p:nvSpPr>
        <p:spPr/>
        <p:txBody>
          <a:bodyPr/>
          <a:lstStyle/>
          <a:p>
            <a:fld id="{1E68DD1B-5CD8-424B-8173-19E182143E0A}" type="slidenum">
              <a:rPr lang="en-US" smtClean="0"/>
              <a:pPr/>
              <a:t>6</a:t>
            </a:fld>
            <a:endParaRPr lang="en-US"/>
          </a:p>
        </p:txBody>
      </p:sp>
      <p:sp>
        <p:nvSpPr>
          <p:cNvPr id="7" name="Footer Placeholder 4">
            <a:extLst>
              <a:ext uri="{FF2B5EF4-FFF2-40B4-BE49-F238E27FC236}">
                <a16:creationId xmlns:a16="http://schemas.microsoft.com/office/drawing/2014/main" id="{0528C420-638A-4D4C-9B72-8A32B09AC93D}"/>
              </a:ext>
            </a:extLst>
          </p:cNvPr>
          <p:cNvSpPr>
            <a:spLocks noGrp="1"/>
          </p:cNvSpPr>
          <p:nvPr>
            <p:ph type="ftr" sz="quarter" idx="11"/>
          </p:nvPr>
        </p:nvSpPr>
        <p:spPr>
          <a:xfrm>
            <a:off x="2537844" y="198172"/>
            <a:ext cx="3527200" cy="244475"/>
          </a:xfrm>
        </p:spPr>
        <p:txBody>
          <a:bodyPr/>
          <a:lstStyle/>
          <a:p>
            <a:r>
              <a:rPr lang="en-US" dirty="0" smtClean="0"/>
              <a:t>Safety Shower and Eyewash Station</a:t>
            </a:r>
            <a:endParaRPr lang="en-US" dirty="0"/>
          </a:p>
        </p:txBody>
      </p:sp>
      <p:pic>
        <p:nvPicPr>
          <p:cNvPr id="8" name="Picture 7" descr="IMG_0027"/>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13388"/>
          <a:stretch/>
        </p:blipFill>
        <p:spPr>
          <a:xfrm>
            <a:off x="5394960" y="1701410"/>
            <a:ext cx="3497911" cy="4419600"/>
          </a:xfrm>
          <a:prstGeom prst="rect">
            <a:avLst/>
          </a:prstGeom>
          <a:extLst>
            <a:ext uri="{909E8E84-426E-40DD-AFC4-6F175D3DCCD1}">
              <a14:hiddenFill xmlns:a14="http://schemas.microsoft.com/office/drawing/2010/main">
                <a:solidFill>
                  <a:srgbClr val="FFFFFF"/>
                </a:solidFill>
              </a14:hiddenFill>
            </a:ext>
          </a:extLst>
        </p:spPr>
      </p:pic>
      <p:sp>
        <p:nvSpPr>
          <p:cNvPr id="10" name="Multiply 9"/>
          <p:cNvSpPr/>
          <p:nvPr/>
        </p:nvSpPr>
        <p:spPr>
          <a:xfrm>
            <a:off x="6293810" y="2951159"/>
            <a:ext cx="1883037" cy="2456110"/>
          </a:xfrm>
          <a:prstGeom prst="mathMultiply">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9665563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AE0E4-85DE-4F16-91DA-63A23F739F1F}"/>
              </a:ext>
            </a:extLst>
          </p:cNvPr>
          <p:cNvSpPr>
            <a:spLocks noGrp="1"/>
          </p:cNvSpPr>
          <p:nvPr>
            <p:ph type="title"/>
          </p:nvPr>
        </p:nvSpPr>
        <p:spPr>
          <a:xfrm>
            <a:off x="341079" y="633046"/>
            <a:ext cx="8724339" cy="993531"/>
          </a:xfrm>
        </p:spPr>
        <p:txBody>
          <a:bodyPr>
            <a:noAutofit/>
          </a:bodyPr>
          <a:lstStyle/>
          <a:p>
            <a:pPr algn="ctr"/>
            <a:r>
              <a:rPr lang="en-US" sz="3200" dirty="0" smtClean="0"/>
              <a:t>Eyewash requirements</a:t>
            </a:r>
            <a:br>
              <a:rPr lang="en-US" sz="3200" dirty="0" smtClean="0"/>
            </a:br>
            <a:endParaRPr lang="en-US" sz="2000" b="0" dirty="0"/>
          </a:p>
        </p:txBody>
      </p:sp>
      <p:sp>
        <p:nvSpPr>
          <p:cNvPr id="3" name="Content Placeholder 2">
            <a:extLst>
              <a:ext uri="{FF2B5EF4-FFF2-40B4-BE49-F238E27FC236}">
                <a16:creationId xmlns:a16="http://schemas.microsoft.com/office/drawing/2014/main" id="{C194C429-305C-4CC4-9AAC-45E533DB8CCF}"/>
              </a:ext>
            </a:extLst>
          </p:cNvPr>
          <p:cNvSpPr>
            <a:spLocks noGrp="1"/>
          </p:cNvSpPr>
          <p:nvPr>
            <p:ph idx="1"/>
          </p:nvPr>
        </p:nvSpPr>
        <p:spPr>
          <a:xfrm>
            <a:off x="543303" y="1437641"/>
            <a:ext cx="5633183" cy="4635831"/>
          </a:xfrm>
        </p:spPr>
        <p:txBody>
          <a:bodyPr>
            <a:noAutofit/>
          </a:bodyPr>
          <a:lstStyle/>
          <a:p>
            <a:pPr algn="just">
              <a:spcBef>
                <a:spcPts val="0"/>
              </a:spcBef>
            </a:pPr>
            <a:r>
              <a:rPr lang="en-US" sz="1800" b="0" dirty="0"/>
              <a:t>Velocity of the stream of water must be such that injury to the eye is avoided.</a:t>
            </a:r>
          </a:p>
          <a:p>
            <a:pPr algn="just">
              <a:spcBef>
                <a:spcPts val="0"/>
              </a:spcBef>
            </a:pPr>
            <a:r>
              <a:rPr lang="en-US" sz="1800" b="0" dirty="0" smtClean="0"/>
              <a:t>Controlled </a:t>
            </a:r>
            <a:r>
              <a:rPr lang="en-US" sz="1800" b="0" dirty="0"/>
              <a:t>flow must be provided to both eyes simultaneously.</a:t>
            </a:r>
          </a:p>
          <a:p>
            <a:pPr algn="just">
              <a:spcBef>
                <a:spcPts val="0"/>
              </a:spcBef>
            </a:pPr>
            <a:r>
              <a:rPr lang="en-US" sz="1800" b="0" dirty="0"/>
              <a:t>The </a:t>
            </a:r>
            <a:r>
              <a:rPr lang="en-US" sz="1800" b="0" dirty="0" smtClean="0"/>
              <a:t>nozzles </a:t>
            </a:r>
            <a:r>
              <a:rPr lang="en-US" sz="1800" b="0" dirty="0"/>
              <a:t>must be covered to prevent contamination and covers must automatically open when the unit is activated.</a:t>
            </a:r>
          </a:p>
          <a:p>
            <a:pPr algn="just">
              <a:spcBef>
                <a:spcPts val="0"/>
              </a:spcBef>
            </a:pPr>
            <a:r>
              <a:rPr lang="en-US" sz="1800" b="0" dirty="0"/>
              <a:t>User must have enough room to hold both eyes open while in the stream of water. </a:t>
            </a:r>
          </a:p>
          <a:p>
            <a:pPr algn="just">
              <a:spcBef>
                <a:spcPts val="0"/>
              </a:spcBef>
            </a:pPr>
            <a:r>
              <a:rPr lang="en-US" sz="1800" b="0" dirty="0"/>
              <a:t>All units should be plumbed at 210kPa and must be able to maintain a period of not less than 15 minutes.</a:t>
            </a:r>
          </a:p>
          <a:p>
            <a:pPr algn="just">
              <a:spcBef>
                <a:spcPts val="0"/>
              </a:spcBef>
            </a:pPr>
            <a:r>
              <a:rPr lang="en-US" sz="1800" b="0" dirty="0"/>
              <a:t>Water flow rate required</a:t>
            </a:r>
          </a:p>
          <a:p>
            <a:pPr lvl="1" algn="just">
              <a:spcBef>
                <a:spcPts val="0"/>
              </a:spcBef>
            </a:pPr>
            <a:r>
              <a:rPr lang="en-US" sz="1800" dirty="0"/>
              <a:t>Showers 75.7 liters per minute</a:t>
            </a:r>
          </a:p>
          <a:p>
            <a:pPr lvl="1" algn="just">
              <a:spcBef>
                <a:spcPts val="0"/>
              </a:spcBef>
            </a:pPr>
            <a:r>
              <a:rPr lang="en-US" sz="1800" dirty="0" smtClean="0"/>
              <a:t>Face </a:t>
            </a:r>
            <a:r>
              <a:rPr lang="en-US" sz="1800" dirty="0"/>
              <a:t>wash 11.4 liters per minute</a:t>
            </a:r>
          </a:p>
          <a:p>
            <a:pPr lvl="1" algn="just">
              <a:spcBef>
                <a:spcPts val="0"/>
              </a:spcBef>
            </a:pPr>
            <a:r>
              <a:rPr lang="en-US" sz="1800" dirty="0"/>
              <a:t>Eyewash 1.5 liters per minute</a:t>
            </a:r>
          </a:p>
          <a:p>
            <a:pPr algn="just"/>
            <a:endParaRPr lang="en-US" sz="2000" b="0" dirty="0"/>
          </a:p>
          <a:p>
            <a:pPr marL="0" indent="0" algn="just">
              <a:buNone/>
            </a:pPr>
            <a:endParaRPr lang="en-US" sz="2000" b="0" dirty="0"/>
          </a:p>
        </p:txBody>
      </p:sp>
      <p:sp>
        <p:nvSpPr>
          <p:cNvPr id="4" name="Date Placeholder 3">
            <a:extLst>
              <a:ext uri="{FF2B5EF4-FFF2-40B4-BE49-F238E27FC236}">
                <a16:creationId xmlns:a16="http://schemas.microsoft.com/office/drawing/2014/main" id="{9E2B48B6-5880-4AD0-87AA-3CD2E06489A3}"/>
              </a:ext>
            </a:extLst>
          </p:cNvPr>
          <p:cNvSpPr>
            <a:spLocks noGrp="1"/>
          </p:cNvSpPr>
          <p:nvPr>
            <p:ph type="dt" sz="half" idx="10"/>
          </p:nvPr>
        </p:nvSpPr>
        <p:spPr/>
        <p:txBody>
          <a:bodyPr/>
          <a:lstStyle/>
          <a:p>
            <a:r>
              <a:rPr lang="en-US" dirty="0" smtClean="0"/>
              <a:t>2023</a:t>
            </a:r>
            <a:endParaRPr lang="en-US" dirty="0"/>
          </a:p>
        </p:txBody>
      </p:sp>
      <p:sp>
        <p:nvSpPr>
          <p:cNvPr id="6" name="Slide Number Placeholder 5">
            <a:extLst>
              <a:ext uri="{FF2B5EF4-FFF2-40B4-BE49-F238E27FC236}">
                <a16:creationId xmlns:a16="http://schemas.microsoft.com/office/drawing/2014/main" id="{5E918707-6809-45DB-87A9-B541AB553D1C}"/>
              </a:ext>
            </a:extLst>
          </p:cNvPr>
          <p:cNvSpPr>
            <a:spLocks noGrp="1"/>
          </p:cNvSpPr>
          <p:nvPr>
            <p:ph type="sldNum" sz="quarter" idx="12"/>
          </p:nvPr>
        </p:nvSpPr>
        <p:spPr/>
        <p:txBody>
          <a:bodyPr/>
          <a:lstStyle/>
          <a:p>
            <a:fld id="{1E68DD1B-5CD8-424B-8173-19E182143E0A}" type="slidenum">
              <a:rPr lang="en-US" smtClean="0"/>
              <a:pPr/>
              <a:t>7</a:t>
            </a:fld>
            <a:endParaRPr lang="en-US"/>
          </a:p>
        </p:txBody>
      </p:sp>
      <p:sp>
        <p:nvSpPr>
          <p:cNvPr id="7" name="Footer Placeholder 4">
            <a:extLst>
              <a:ext uri="{FF2B5EF4-FFF2-40B4-BE49-F238E27FC236}">
                <a16:creationId xmlns:a16="http://schemas.microsoft.com/office/drawing/2014/main" id="{0528C420-638A-4D4C-9B72-8A32B09AC93D}"/>
              </a:ext>
            </a:extLst>
          </p:cNvPr>
          <p:cNvSpPr>
            <a:spLocks noGrp="1"/>
          </p:cNvSpPr>
          <p:nvPr>
            <p:ph type="ftr" sz="quarter" idx="11"/>
          </p:nvPr>
        </p:nvSpPr>
        <p:spPr>
          <a:xfrm>
            <a:off x="2537844" y="198172"/>
            <a:ext cx="3527200" cy="244475"/>
          </a:xfrm>
        </p:spPr>
        <p:txBody>
          <a:bodyPr/>
          <a:lstStyle/>
          <a:p>
            <a:r>
              <a:rPr lang="en-US" dirty="0" smtClean="0"/>
              <a:t>Safety Shower and Eyewash Station</a:t>
            </a:r>
            <a:endParaRPr lang="en-US" dirty="0"/>
          </a:p>
        </p:txBody>
      </p:sp>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44604" t="22393" r="5476" b="20007"/>
          <a:stretch/>
        </p:blipFill>
        <p:spPr>
          <a:xfrm>
            <a:off x="6176486" y="1811947"/>
            <a:ext cx="2888931" cy="3333382"/>
          </a:xfrm>
          <a:prstGeom prst="rect">
            <a:avLst/>
          </a:prstGeom>
        </p:spPr>
      </p:pic>
    </p:spTree>
    <p:extLst>
      <p:ext uri="{BB962C8B-B14F-4D97-AF65-F5344CB8AC3E}">
        <p14:creationId xmlns:p14="http://schemas.microsoft.com/office/powerpoint/2010/main" val="60115939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AE0E4-85DE-4F16-91DA-63A23F739F1F}"/>
              </a:ext>
            </a:extLst>
          </p:cNvPr>
          <p:cNvSpPr>
            <a:spLocks noGrp="1"/>
          </p:cNvSpPr>
          <p:nvPr>
            <p:ph type="title"/>
          </p:nvPr>
        </p:nvSpPr>
        <p:spPr>
          <a:xfrm>
            <a:off x="341079" y="545123"/>
            <a:ext cx="8527886" cy="817685"/>
          </a:xfrm>
        </p:spPr>
        <p:txBody>
          <a:bodyPr>
            <a:noAutofit/>
          </a:bodyPr>
          <a:lstStyle/>
          <a:p>
            <a:pPr algn="ctr"/>
            <a:r>
              <a:rPr lang="en-US" sz="3200" dirty="0" smtClean="0"/>
              <a:t>Eyewash/ Safety shower testing</a:t>
            </a:r>
            <a:endParaRPr lang="en-US" sz="2000" b="0" dirty="0"/>
          </a:p>
        </p:txBody>
      </p:sp>
      <p:sp>
        <p:nvSpPr>
          <p:cNvPr id="3" name="Content Placeholder 2">
            <a:extLst>
              <a:ext uri="{FF2B5EF4-FFF2-40B4-BE49-F238E27FC236}">
                <a16:creationId xmlns:a16="http://schemas.microsoft.com/office/drawing/2014/main" id="{C194C429-305C-4CC4-9AAC-45E533DB8CCF}"/>
              </a:ext>
            </a:extLst>
          </p:cNvPr>
          <p:cNvSpPr>
            <a:spLocks noGrp="1"/>
          </p:cNvSpPr>
          <p:nvPr>
            <p:ph idx="1"/>
          </p:nvPr>
        </p:nvSpPr>
        <p:spPr>
          <a:xfrm>
            <a:off x="490549" y="1701410"/>
            <a:ext cx="4855174" cy="4635831"/>
          </a:xfrm>
        </p:spPr>
        <p:txBody>
          <a:bodyPr>
            <a:noAutofit/>
          </a:bodyPr>
          <a:lstStyle/>
          <a:p>
            <a:pPr marL="0" indent="0" algn="just">
              <a:buNone/>
            </a:pPr>
            <a:r>
              <a:rPr lang="en-US" altLang="en-US" sz="1800" b="0" dirty="0"/>
              <a:t>Facilities Management team will performs yearly testing of safety shower/eyewash stations. </a:t>
            </a:r>
            <a:endParaRPr lang="en-US" altLang="en-US" sz="1800" b="0" dirty="0" smtClean="0"/>
          </a:p>
          <a:p>
            <a:pPr marL="0" indent="0" algn="just">
              <a:buNone/>
            </a:pPr>
            <a:r>
              <a:rPr lang="en-US" altLang="en-US" sz="1800" b="0" dirty="0" smtClean="0"/>
              <a:t> Lab custodian MUST </a:t>
            </a:r>
            <a:r>
              <a:rPr lang="en-US" altLang="en-US" sz="1800" b="0" dirty="0"/>
              <a:t>perform </a:t>
            </a:r>
            <a:r>
              <a:rPr lang="en-US" altLang="en-US" sz="1800" b="0" dirty="0" smtClean="0"/>
              <a:t>monthly </a:t>
            </a:r>
            <a:r>
              <a:rPr lang="en-US" altLang="en-US" sz="1800" b="0" dirty="0"/>
              <a:t>testing of eyewash stations. This is to ensure proper function of the eyewash station and to flush out sediment buildup and stagnant water. Ideally one should flow the eyewash for one to three minutes.</a:t>
            </a:r>
          </a:p>
          <a:p>
            <a:pPr marL="0" indent="0" algn="just">
              <a:buNone/>
            </a:pPr>
            <a:endParaRPr lang="en-US" altLang="en-US" sz="1800" b="0" dirty="0"/>
          </a:p>
          <a:p>
            <a:pPr marL="0" indent="0" algn="just">
              <a:buNone/>
            </a:pPr>
            <a:r>
              <a:rPr lang="en-US" sz="1800" b="0" dirty="0"/>
              <a:t>Self-contained units should be activated in accordance with the manufacturer’s directions.</a:t>
            </a:r>
          </a:p>
          <a:p>
            <a:pPr marL="0" indent="0" algn="just">
              <a:lnSpc>
                <a:spcPct val="150000"/>
              </a:lnSpc>
              <a:buNone/>
            </a:pPr>
            <a:endParaRPr lang="en-US" altLang="en-US" sz="2000" b="0" dirty="0"/>
          </a:p>
          <a:p>
            <a:pPr marL="0" indent="0" algn="just">
              <a:lnSpc>
                <a:spcPct val="150000"/>
              </a:lnSpc>
              <a:buNone/>
            </a:pPr>
            <a:endParaRPr lang="en-US" altLang="en-US" sz="2000" b="0" dirty="0"/>
          </a:p>
          <a:p>
            <a:pPr marL="0" indent="0" algn="just">
              <a:lnSpc>
                <a:spcPct val="150000"/>
              </a:lnSpc>
              <a:buNone/>
            </a:pPr>
            <a:endParaRPr lang="en-US" sz="2000" b="0" dirty="0"/>
          </a:p>
        </p:txBody>
      </p:sp>
      <p:sp>
        <p:nvSpPr>
          <p:cNvPr id="4" name="Date Placeholder 3">
            <a:extLst>
              <a:ext uri="{FF2B5EF4-FFF2-40B4-BE49-F238E27FC236}">
                <a16:creationId xmlns:a16="http://schemas.microsoft.com/office/drawing/2014/main" id="{9E2B48B6-5880-4AD0-87AA-3CD2E06489A3}"/>
              </a:ext>
            </a:extLst>
          </p:cNvPr>
          <p:cNvSpPr>
            <a:spLocks noGrp="1"/>
          </p:cNvSpPr>
          <p:nvPr>
            <p:ph type="dt" sz="half" idx="10"/>
          </p:nvPr>
        </p:nvSpPr>
        <p:spPr/>
        <p:txBody>
          <a:bodyPr/>
          <a:lstStyle/>
          <a:p>
            <a:r>
              <a:rPr lang="en-US" dirty="0" smtClean="0"/>
              <a:t>2023</a:t>
            </a:r>
            <a:endParaRPr lang="en-US" dirty="0"/>
          </a:p>
        </p:txBody>
      </p:sp>
      <p:sp>
        <p:nvSpPr>
          <p:cNvPr id="6" name="Slide Number Placeholder 5">
            <a:extLst>
              <a:ext uri="{FF2B5EF4-FFF2-40B4-BE49-F238E27FC236}">
                <a16:creationId xmlns:a16="http://schemas.microsoft.com/office/drawing/2014/main" id="{5E918707-6809-45DB-87A9-B541AB553D1C}"/>
              </a:ext>
            </a:extLst>
          </p:cNvPr>
          <p:cNvSpPr>
            <a:spLocks noGrp="1"/>
          </p:cNvSpPr>
          <p:nvPr>
            <p:ph type="sldNum" sz="quarter" idx="12"/>
          </p:nvPr>
        </p:nvSpPr>
        <p:spPr/>
        <p:txBody>
          <a:bodyPr/>
          <a:lstStyle/>
          <a:p>
            <a:fld id="{1E68DD1B-5CD8-424B-8173-19E182143E0A}" type="slidenum">
              <a:rPr lang="en-US" smtClean="0"/>
              <a:pPr/>
              <a:t>8</a:t>
            </a:fld>
            <a:endParaRPr lang="en-US"/>
          </a:p>
        </p:txBody>
      </p:sp>
      <p:sp>
        <p:nvSpPr>
          <p:cNvPr id="7" name="Footer Placeholder 4">
            <a:extLst>
              <a:ext uri="{FF2B5EF4-FFF2-40B4-BE49-F238E27FC236}">
                <a16:creationId xmlns:a16="http://schemas.microsoft.com/office/drawing/2014/main" id="{0528C420-638A-4D4C-9B72-8A32B09AC93D}"/>
              </a:ext>
            </a:extLst>
          </p:cNvPr>
          <p:cNvSpPr>
            <a:spLocks noGrp="1"/>
          </p:cNvSpPr>
          <p:nvPr>
            <p:ph type="ftr" sz="quarter" idx="11"/>
          </p:nvPr>
        </p:nvSpPr>
        <p:spPr>
          <a:xfrm>
            <a:off x="2537844" y="198172"/>
            <a:ext cx="3527200" cy="244475"/>
          </a:xfrm>
        </p:spPr>
        <p:txBody>
          <a:bodyPr/>
          <a:lstStyle/>
          <a:p>
            <a:r>
              <a:rPr lang="en-US" dirty="0" smtClean="0"/>
              <a:t>Safety Shower and Eyewash Station</a:t>
            </a:r>
            <a:endParaRPr lang="en-US" dirty="0"/>
          </a:p>
        </p:txBody>
      </p:sp>
      <p:pic>
        <p:nvPicPr>
          <p:cNvPr id="8" name="Picture 2" descr="Y:\FMD\EHS\PICTURES\Lab Pictures 2\DSC0197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5400000">
            <a:off x="5226216" y="2198368"/>
            <a:ext cx="3943254" cy="294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738682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AE0E4-85DE-4F16-91DA-63A23F739F1F}"/>
              </a:ext>
            </a:extLst>
          </p:cNvPr>
          <p:cNvSpPr>
            <a:spLocks noGrp="1"/>
          </p:cNvSpPr>
          <p:nvPr>
            <p:ph type="title"/>
          </p:nvPr>
        </p:nvSpPr>
        <p:spPr>
          <a:xfrm>
            <a:off x="341079" y="793219"/>
            <a:ext cx="8527886" cy="448407"/>
          </a:xfrm>
        </p:spPr>
        <p:txBody>
          <a:bodyPr>
            <a:noAutofit/>
          </a:bodyPr>
          <a:lstStyle/>
          <a:p>
            <a:pPr algn="ctr"/>
            <a:r>
              <a:rPr lang="en-US" sz="3200" dirty="0" smtClean="0"/>
              <a:t>Types </a:t>
            </a:r>
            <a:r>
              <a:rPr lang="en-US" sz="3200" dirty="0"/>
              <a:t>of Eyewash and Safety </a:t>
            </a:r>
            <a:r>
              <a:rPr lang="en-US" sz="3200" dirty="0" smtClean="0"/>
              <a:t>Showers</a:t>
            </a:r>
            <a:endParaRPr lang="en-US" sz="3200" dirty="0"/>
          </a:p>
        </p:txBody>
      </p:sp>
      <p:sp>
        <p:nvSpPr>
          <p:cNvPr id="4" name="Date Placeholder 3">
            <a:extLst>
              <a:ext uri="{FF2B5EF4-FFF2-40B4-BE49-F238E27FC236}">
                <a16:creationId xmlns:a16="http://schemas.microsoft.com/office/drawing/2014/main" id="{9E2B48B6-5880-4AD0-87AA-3CD2E06489A3}"/>
              </a:ext>
            </a:extLst>
          </p:cNvPr>
          <p:cNvSpPr>
            <a:spLocks noGrp="1"/>
          </p:cNvSpPr>
          <p:nvPr>
            <p:ph type="dt" sz="half" idx="10"/>
          </p:nvPr>
        </p:nvSpPr>
        <p:spPr/>
        <p:txBody>
          <a:bodyPr/>
          <a:lstStyle/>
          <a:p>
            <a:r>
              <a:rPr lang="en-US" dirty="0" smtClean="0"/>
              <a:t>2023</a:t>
            </a:r>
            <a:endParaRPr lang="en-US" dirty="0"/>
          </a:p>
        </p:txBody>
      </p:sp>
      <p:sp>
        <p:nvSpPr>
          <p:cNvPr id="6" name="Slide Number Placeholder 5">
            <a:extLst>
              <a:ext uri="{FF2B5EF4-FFF2-40B4-BE49-F238E27FC236}">
                <a16:creationId xmlns:a16="http://schemas.microsoft.com/office/drawing/2014/main" id="{5E918707-6809-45DB-87A9-B541AB553D1C}"/>
              </a:ext>
            </a:extLst>
          </p:cNvPr>
          <p:cNvSpPr>
            <a:spLocks noGrp="1"/>
          </p:cNvSpPr>
          <p:nvPr>
            <p:ph type="sldNum" sz="quarter" idx="12"/>
          </p:nvPr>
        </p:nvSpPr>
        <p:spPr/>
        <p:txBody>
          <a:bodyPr/>
          <a:lstStyle/>
          <a:p>
            <a:fld id="{1E68DD1B-5CD8-424B-8173-19E182143E0A}" type="slidenum">
              <a:rPr lang="en-US" smtClean="0"/>
              <a:pPr/>
              <a:t>9</a:t>
            </a:fld>
            <a:endParaRPr lang="en-US"/>
          </a:p>
        </p:txBody>
      </p:sp>
      <p:sp>
        <p:nvSpPr>
          <p:cNvPr id="7" name="Footer Placeholder 4">
            <a:extLst>
              <a:ext uri="{FF2B5EF4-FFF2-40B4-BE49-F238E27FC236}">
                <a16:creationId xmlns:a16="http://schemas.microsoft.com/office/drawing/2014/main" id="{0528C420-638A-4D4C-9B72-8A32B09AC93D}"/>
              </a:ext>
            </a:extLst>
          </p:cNvPr>
          <p:cNvSpPr>
            <a:spLocks noGrp="1"/>
          </p:cNvSpPr>
          <p:nvPr>
            <p:ph type="ftr" sz="quarter" idx="11"/>
          </p:nvPr>
        </p:nvSpPr>
        <p:spPr>
          <a:xfrm>
            <a:off x="2537844" y="198172"/>
            <a:ext cx="3527200" cy="244475"/>
          </a:xfrm>
        </p:spPr>
        <p:txBody>
          <a:bodyPr/>
          <a:lstStyle/>
          <a:p>
            <a:r>
              <a:rPr lang="en-US" dirty="0" smtClean="0"/>
              <a:t>Safety Shower and Eyewash Station</a:t>
            </a:r>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074" y="1638423"/>
            <a:ext cx="980463" cy="2980608"/>
          </a:xfrm>
          <a:prstGeom prst="rect">
            <a:avLst/>
          </a:prstGeom>
        </p:spPr>
      </p:pic>
      <p:sp>
        <p:nvSpPr>
          <p:cNvPr id="8" name="Rectangle 7"/>
          <p:cNvSpPr/>
          <p:nvPr/>
        </p:nvSpPr>
        <p:spPr>
          <a:xfrm>
            <a:off x="546175" y="1479270"/>
            <a:ext cx="1511225" cy="276999"/>
          </a:xfrm>
          <a:prstGeom prst="rect">
            <a:avLst/>
          </a:prstGeom>
        </p:spPr>
        <p:txBody>
          <a:bodyPr wrap="square">
            <a:spAutoFit/>
          </a:bodyPr>
          <a:lstStyle/>
          <a:p>
            <a:pPr algn="ctr"/>
            <a:r>
              <a:rPr lang="en-US" sz="1200" u="sng" dirty="0"/>
              <a:t>Emergency Shower</a:t>
            </a:r>
          </a:p>
        </p:txBody>
      </p:sp>
      <p:sp>
        <p:nvSpPr>
          <p:cNvPr id="12" name="Rectangle 11"/>
          <p:cNvSpPr/>
          <p:nvPr/>
        </p:nvSpPr>
        <p:spPr>
          <a:xfrm>
            <a:off x="3204166" y="1493289"/>
            <a:ext cx="806631" cy="276999"/>
          </a:xfrm>
          <a:prstGeom prst="rect">
            <a:avLst/>
          </a:prstGeom>
        </p:spPr>
        <p:txBody>
          <a:bodyPr wrap="none">
            <a:spAutoFit/>
          </a:bodyPr>
          <a:lstStyle/>
          <a:p>
            <a:pPr algn="ctr"/>
            <a:r>
              <a:rPr lang="en-US" sz="1200" u="sng" dirty="0"/>
              <a:t>Eyewash</a:t>
            </a: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69962" y="3357939"/>
            <a:ext cx="1549113" cy="1549113"/>
          </a:xfrm>
          <a:prstGeom prst="rect">
            <a:avLst/>
          </a:prstGeom>
        </p:spPr>
      </p:pic>
      <p:sp>
        <p:nvSpPr>
          <p:cNvPr id="16" name="Rectangle 15"/>
          <p:cNvSpPr/>
          <p:nvPr/>
        </p:nvSpPr>
        <p:spPr>
          <a:xfrm>
            <a:off x="2636114" y="4934815"/>
            <a:ext cx="1612044" cy="276999"/>
          </a:xfrm>
          <a:prstGeom prst="rect">
            <a:avLst/>
          </a:prstGeom>
        </p:spPr>
        <p:txBody>
          <a:bodyPr wrap="none">
            <a:spAutoFit/>
          </a:bodyPr>
          <a:lstStyle/>
          <a:p>
            <a:pPr algn="ctr"/>
            <a:r>
              <a:rPr lang="en-US" sz="1200" u="sng" dirty="0" smtClean="0"/>
              <a:t>Wall </a:t>
            </a:r>
            <a:r>
              <a:rPr lang="en-US" sz="1200" u="sng" dirty="0"/>
              <a:t>mount Eyewash</a:t>
            </a:r>
          </a:p>
        </p:txBody>
      </p:sp>
      <p:sp>
        <p:nvSpPr>
          <p:cNvPr id="18" name="Rectangle 17"/>
          <p:cNvSpPr/>
          <p:nvPr/>
        </p:nvSpPr>
        <p:spPr>
          <a:xfrm>
            <a:off x="5318680" y="3239040"/>
            <a:ext cx="1539204" cy="276999"/>
          </a:xfrm>
          <a:prstGeom prst="rect">
            <a:avLst/>
          </a:prstGeom>
        </p:spPr>
        <p:txBody>
          <a:bodyPr wrap="none">
            <a:spAutoFit/>
          </a:bodyPr>
          <a:lstStyle/>
          <a:p>
            <a:pPr algn="ctr"/>
            <a:r>
              <a:rPr lang="en-US" sz="1200" u="sng" dirty="0" smtClean="0"/>
              <a:t>Personnel Eyewash</a:t>
            </a:r>
            <a:endParaRPr lang="en-US" sz="1200" u="sng" dirty="0"/>
          </a:p>
        </p:txBody>
      </p:sp>
      <p:sp>
        <p:nvSpPr>
          <p:cNvPr id="21" name="Rectangle 20"/>
          <p:cNvSpPr/>
          <p:nvPr/>
        </p:nvSpPr>
        <p:spPr>
          <a:xfrm>
            <a:off x="7235901" y="1469902"/>
            <a:ext cx="1436611" cy="276999"/>
          </a:xfrm>
          <a:prstGeom prst="rect">
            <a:avLst/>
          </a:prstGeom>
        </p:spPr>
        <p:txBody>
          <a:bodyPr wrap="none">
            <a:spAutoFit/>
          </a:bodyPr>
          <a:lstStyle/>
          <a:p>
            <a:pPr lvl="0" algn="ctr" defTabSz="685800">
              <a:defRPr/>
            </a:pPr>
            <a:r>
              <a:rPr lang="en-US" sz="1200" u="sng" dirty="0"/>
              <a:t>Combination Units</a:t>
            </a:r>
          </a:p>
        </p:txBody>
      </p:sp>
      <p:sp>
        <p:nvSpPr>
          <p:cNvPr id="22" name="Rectangle 21"/>
          <p:cNvSpPr/>
          <p:nvPr/>
        </p:nvSpPr>
        <p:spPr>
          <a:xfrm>
            <a:off x="5466521" y="1493290"/>
            <a:ext cx="1148650" cy="276999"/>
          </a:xfrm>
          <a:prstGeom prst="rect">
            <a:avLst/>
          </a:prstGeom>
        </p:spPr>
        <p:txBody>
          <a:bodyPr wrap="square">
            <a:spAutoFit/>
          </a:bodyPr>
          <a:lstStyle/>
          <a:p>
            <a:pPr algn="ctr"/>
            <a:r>
              <a:rPr lang="en-US" sz="1200" u="sng" dirty="0"/>
              <a:t>F</a:t>
            </a:r>
            <a:r>
              <a:rPr lang="en-US" sz="1200" u="sng" dirty="0" smtClean="0"/>
              <a:t>acewash</a:t>
            </a:r>
            <a:endParaRPr lang="en-US" sz="1200" u="sng" dirty="0"/>
          </a:p>
        </p:txBody>
      </p:sp>
      <p:pic>
        <p:nvPicPr>
          <p:cNvPr id="23" name="Picture 22"/>
          <p:cNvPicPr>
            <a:picLocks noChangeAspect="1"/>
          </p:cNvPicPr>
          <p:nvPr/>
        </p:nvPicPr>
        <p:blipFill rotWithShape="1">
          <a:blip r:embed="rId5" cstate="print">
            <a:extLst>
              <a:ext uri="{28A0092B-C50C-407E-A947-70E740481C1C}">
                <a14:useLocalDpi xmlns:a14="http://schemas.microsoft.com/office/drawing/2010/main" val="0"/>
              </a:ext>
            </a:extLst>
          </a:blip>
          <a:srcRect t="19997" b="17265"/>
          <a:stretch/>
        </p:blipFill>
        <p:spPr>
          <a:xfrm>
            <a:off x="5042690" y="1784172"/>
            <a:ext cx="2312377" cy="1450731"/>
          </a:xfrm>
          <a:prstGeom prst="rect">
            <a:avLst/>
          </a:prstGeom>
        </p:spPr>
      </p:pic>
      <p:grpSp>
        <p:nvGrpSpPr>
          <p:cNvPr id="25" name="Group 24"/>
          <p:cNvGrpSpPr/>
          <p:nvPr/>
        </p:nvGrpSpPr>
        <p:grpSpPr>
          <a:xfrm>
            <a:off x="7091542" y="1746088"/>
            <a:ext cx="1910135" cy="4554416"/>
            <a:chOff x="6958830" y="1565030"/>
            <a:chExt cx="2168795" cy="4809393"/>
          </a:xfrm>
        </p:grpSpPr>
        <p:pic>
          <p:nvPicPr>
            <p:cNvPr id="20" name="Picture 19"/>
            <p:cNvPicPr>
              <a:picLocks noChangeAspect="1"/>
            </p:cNvPicPr>
            <p:nvPr/>
          </p:nvPicPr>
          <p:blipFill rotWithShape="1">
            <a:blip r:embed="rId6" cstate="print">
              <a:extLst>
                <a:ext uri="{28A0092B-C50C-407E-A947-70E740481C1C}">
                  <a14:useLocalDpi xmlns:a14="http://schemas.microsoft.com/office/drawing/2010/main" val="0"/>
                </a:ext>
              </a:extLst>
            </a:blip>
            <a:srcRect l="39872" t="2692" r="21923" b="4615"/>
            <a:stretch/>
          </p:blipFill>
          <p:spPr>
            <a:xfrm>
              <a:off x="7147131" y="1565030"/>
              <a:ext cx="1980494" cy="4805024"/>
            </a:xfrm>
            <a:prstGeom prst="rect">
              <a:avLst/>
            </a:prstGeom>
          </p:spPr>
        </p:pic>
        <p:sp>
          <p:nvSpPr>
            <p:cNvPr id="24" name="Rectangle 23"/>
            <p:cNvSpPr/>
            <p:nvPr/>
          </p:nvSpPr>
          <p:spPr>
            <a:xfrm>
              <a:off x="6958830" y="4877403"/>
              <a:ext cx="1247953" cy="1497020"/>
            </a:xfrm>
            <a:prstGeom prst="rect">
              <a:avLst/>
            </a:prstGeom>
            <a:solidFill>
              <a:schemeClr val="bg1"/>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6" name="Picture 25"/>
          <p:cNvPicPr>
            <a:picLocks noChangeAspect="1"/>
          </p:cNvPicPr>
          <p:nvPr/>
        </p:nvPicPr>
        <p:blipFill rotWithShape="1">
          <a:blip r:embed="rId7" cstate="print">
            <a:extLst>
              <a:ext uri="{28A0092B-C50C-407E-A947-70E740481C1C}">
                <a14:useLocalDpi xmlns:a14="http://schemas.microsoft.com/office/drawing/2010/main" val="0"/>
              </a:ext>
            </a:extLst>
          </a:blip>
          <a:srcRect t="11945" b="9591"/>
          <a:stretch/>
        </p:blipFill>
        <p:spPr>
          <a:xfrm>
            <a:off x="5260782" y="3513573"/>
            <a:ext cx="1545842" cy="1212927"/>
          </a:xfrm>
          <a:prstGeom prst="rect">
            <a:avLst/>
          </a:prstGeom>
        </p:spPr>
      </p:pic>
      <p:pic>
        <p:nvPicPr>
          <p:cNvPr id="27" name="Picture 2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46175" y="4883664"/>
            <a:ext cx="1012491" cy="1569890"/>
          </a:xfrm>
          <a:prstGeom prst="rect">
            <a:avLst/>
          </a:prstGeom>
        </p:spPr>
      </p:pic>
      <p:sp>
        <p:nvSpPr>
          <p:cNvPr id="28" name="Rectangle 27"/>
          <p:cNvSpPr/>
          <p:nvPr/>
        </p:nvSpPr>
        <p:spPr>
          <a:xfrm>
            <a:off x="172738" y="4606665"/>
            <a:ext cx="1718740" cy="276999"/>
          </a:xfrm>
          <a:prstGeom prst="rect">
            <a:avLst/>
          </a:prstGeom>
        </p:spPr>
        <p:txBody>
          <a:bodyPr wrap="none">
            <a:spAutoFit/>
          </a:bodyPr>
          <a:lstStyle/>
          <a:p>
            <a:pPr algn="ctr"/>
            <a:r>
              <a:rPr lang="en-US" sz="1200" u="sng" dirty="0" smtClean="0"/>
              <a:t>Drench hose Eyewash</a:t>
            </a:r>
            <a:endParaRPr lang="en-US" sz="1200" u="sng" dirty="0"/>
          </a:p>
        </p:txBody>
      </p:sp>
      <p:pic>
        <p:nvPicPr>
          <p:cNvPr id="29" name="Picture 28"/>
          <p:cNvPicPr>
            <a:picLocks noChangeAspect="1"/>
          </p:cNvPicPr>
          <p:nvPr/>
        </p:nvPicPr>
        <p:blipFill rotWithShape="1">
          <a:blip r:embed="rId9" cstate="print">
            <a:extLst>
              <a:ext uri="{28A0092B-C50C-407E-A947-70E740481C1C}">
                <a14:useLocalDpi xmlns:a14="http://schemas.microsoft.com/office/drawing/2010/main" val="0"/>
              </a:ext>
            </a:extLst>
          </a:blip>
          <a:srcRect t="10122" b="15370"/>
          <a:stretch/>
        </p:blipFill>
        <p:spPr>
          <a:xfrm>
            <a:off x="5090626" y="5230947"/>
            <a:ext cx="2052817" cy="1531404"/>
          </a:xfrm>
          <a:prstGeom prst="rect">
            <a:avLst/>
          </a:prstGeom>
        </p:spPr>
      </p:pic>
      <p:sp>
        <p:nvSpPr>
          <p:cNvPr id="30" name="Rectangle 29"/>
          <p:cNvSpPr/>
          <p:nvPr/>
        </p:nvSpPr>
        <p:spPr>
          <a:xfrm>
            <a:off x="5173251" y="4936357"/>
            <a:ext cx="1915910" cy="276999"/>
          </a:xfrm>
          <a:prstGeom prst="rect">
            <a:avLst/>
          </a:prstGeom>
        </p:spPr>
        <p:txBody>
          <a:bodyPr wrap="none">
            <a:spAutoFit/>
          </a:bodyPr>
          <a:lstStyle/>
          <a:p>
            <a:pPr algn="ctr"/>
            <a:r>
              <a:rPr lang="en-US" sz="1200" u="sng" dirty="0" smtClean="0"/>
              <a:t>Portable Eyewash station</a:t>
            </a:r>
            <a:endParaRPr lang="en-US" sz="1200" u="sng" dirty="0"/>
          </a:p>
        </p:txBody>
      </p:sp>
      <p:pic>
        <p:nvPicPr>
          <p:cNvPr id="32" name="Picture 31"/>
          <p:cNvPicPr>
            <a:picLocks noChangeAspect="1"/>
          </p:cNvPicPr>
          <p:nvPr/>
        </p:nvPicPr>
        <p:blipFill rotWithShape="1">
          <a:blip r:embed="rId10" cstate="print">
            <a:extLst>
              <a:ext uri="{28A0092B-C50C-407E-A947-70E740481C1C}">
                <a14:useLocalDpi xmlns:a14="http://schemas.microsoft.com/office/drawing/2010/main" val="0"/>
              </a:ext>
            </a:extLst>
          </a:blip>
          <a:srcRect l="8875" t="11863" r="24166" b="18013"/>
          <a:stretch/>
        </p:blipFill>
        <p:spPr>
          <a:xfrm>
            <a:off x="2462603" y="5198563"/>
            <a:ext cx="1548194" cy="1621337"/>
          </a:xfrm>
          <a:prstGeom prst="rect">
            <a:avLst/>
          </a:prstGeom>
        </p:spPr>
      </p:pic>
      <p:sp>
        <p:nvSpPr>
          <p:cNvPr id="33" name="Rectangle 32"/>
          <p:cNvSpPr/>
          <p:nvPr/>
        </p:nvSpPr>
        <p:spPr>
          <a:xfrm>
            <a:off x="2765760" y="3220079"/>
            <a:ext cx="1789271" cy="276999"/>
          </a:xfrm>
          <a:prstGeom prst="rect">
            <a:avLst/>
          </a:prstGeom>
        </p:spPr>
        <p:txBody>
          <a:bodyPr wrap="none">
            <a:spAutoFit/>
          </a:bodyPr>
          <a:lstStyle/>
          <a:p>
            <a:pPr algn="ctr"/>
            <a:r>
              <a:rPr lang="en-US" sz="1200" u="sng" dirty="0"/>
              <a:t>Faucet mount Eyewash</a:t>
            </a:r>
          </a:p>
        </p:txBody>
      </p:sp>
      <p:pic>
        <p:nvPicPr>
          <p:cNvPr id="36" name="Picture 35"/>
          <p:cNvPicPr>
            <a:picLocks noChangeAspect="1"/>
          </p:cNvPicPr>
          <p:nvPr/>
        </p:nvPicPr>
        <p:blipFill rotWithShape="1">
          <a:blip r:embed="rId11" cstate="print">
            <a:extLst>
              <a:ext uri="{28A0092B-C50C-407E-A947-70E740481C1C}">
                <a14:useLocalDpi xmlns:a14="http://schemas.microsoft.com/office/drawing/2010/main" val="0"/>
              </a:ext>
            </a:extLst>
          </a:blip>
          <a:srcRect t="10115" b="8725"/>
          <a:stretch/>
        </p:blipFill>
        <p:spPr>
          <a:xfrm>
            <a:off x="2878972" y="1744006"/>
            <a:ext cx="1849781" cy="1501272"/>
          </a:xfrm>
          <a:prstGeom prst="rect">
            <a:avLst/>
          </a:prstGeom>
        </p:spPr>
      </p:pic>
    </p:spTree>
    <p:extLst>
      <p:ext uri="{BB962C8B-B14F-4D97-AF65-F5344CB8AC3E}">
        <p14:creationId xmlns:p14="http://schemas.microsoft.com/office/powerpoint/2010/main" val="6331039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AE0E4-85DE-4F16-91DA-63A23F739F1F}"/>
              </a:ext>
            </a:extLst>
          </p:cNvPr>
          <p:cNvSpPr>
            <a:spLocks noGrp="1"/>
          </p:cNvSpPr>
          <p:nvPr>
            <p:ph type="title"/>
          </p:nvPr>
        </p:nvSpPr>
        <p:spPr>
          <a:xfrm>
            <a:off x="360129" y="723800"/>
            <a:ext cx="8527886" cy="817685"/>
          </a:xfrm>
        </p:spPr>
        <p:txBody>
          <a:bodyPr>
            <a:noAutofit/>
          </a:bodyPr>
          <a:lstStyle/>
          <a:p>
            <a:pPr algn="ctr"/>
            <a:r>
              <a:rPr lang="en-US" sz="3200" dirty="0" smtClean="0"/>
              <a:t>Training to </a:t>
            </a:r>
            <a:r>
              <a:rPr lang="en-US" sz="3200" dirty="0"/>
              <a:t>u</a:t>
            </a:r>
            <a:r>
              <a:rPr lang="en-US" sz="3200" dirty="0" smtClean="0"/>
              <a:t>se </a:t>
            </a:r>
            <a:r>
              <a:rPr lang="en-US" sz="3200" dirty="0"/>
              <a:t>Eyewash and Safety Shower </a:t>
            </a:r>
            <a:r>
              <a:rPr lang="en-US" sz="3200" dirty="0" smtClean="0"/>
              <a:t>facilities</a:t>
            </a:r>
            <a:endParaRPr lang="en-US" sz="3200" dirty="0"/>
          </a:p>
        </p:txBody>
      </p:sp>
      <p:sp>
        <p:nvSpPr>
          <p:cNvPr id="3" name="Content Placeholder 2">
            <a:extLst>
              <a:ext uri="{FF2B5EF4-FFF2-40B4-BE49-F238E27FC236}">
                <a16:creationId xmlns:a16="http://schemas.microsoft.com/office/drawing/2014/main" id="{C194C429-305C-4CC4-9AAC-45E533DB8CCF}"/>
              </a:ext>
            </a:extLst>
          </p:cNvPr>
          <p:cNvSpPr>
            <a:spLocks noGrp="1"/>
          </p:cNvSpPr>
          <p:nvPr>
            <p:ph idx="1"/>
          </p:nvPr>
        </p:nvSpPr>
        <p:spPr>
          <a:xfrm>
            <a:off x="490548" y="1665208"/>
            <a:ext cx="8257797" cy="4849891"/>
          </a:xfrm>
        </p:spPr>
        <p:txBody>
          <a:bodyPr>
            <a:noAutofit/>
          </a:bodyPr>
          <a:lstStyle/>
          <a:p>
            <a:pPr marL="0" indent="0" algn="just">
              <a:spcBef>
                <a:spcPts val="0"/>
              </a:spcBef>
              <a:buNone/>
            </a:pPr>
            <a:r>
              <a:rPr lang="en-US" sz="1800" b="0" dirty="0" smtClean="0"/>
              <a:t>All staff/students </a:t>
            </a:r>
            <a:r>
              <a:rPr lang="en-US" sz="1800" b="0" dirty="0"/>
              <a:t>who might be exposed to a chemical splash must be familiarized and trained by their department or lab </a:t>
            </a:r>
            <a:r>
              <a:rPr lang="en-US" sz="1800" b="0" dirty="0" smtClean="0"/>
              <a:t>supervisor as part of their lab specific induction </a:t>
            </a:r>
          </a:p>
          <a:p>
            <a:pPr lvl="1" algn="just">
              <a:spcBef>
                <a:spcPts val="0"/>
              </a:spcBef>
            </a:pPr>
            <a:endParaRPr lang="en-US" sz="1600" dirty="0" smtClean="0"/>
          </a:p>
          <a:p>
            <a:pPr lvl="1" algn="just">
              <a:lnSpc>
                <a:spcPct val="150000"/>
              </a:lnSpc>
            </a:pPr>
            <a:r>
              <a:rPr lang="en-US" sz="1600" dirty="0" smtClean="0"/>
              <a:t>KU Emergency </a:t>
            </a:r>
            <a:r>
              <a:rPr lang="en-US" sz="1600" dirty="0"/>
              <a:t>eyewash station and safety shower guidelines</a:t>
            </a:r>
          </a:p>
          <a:p>
            <a:pPr lvl="1" algn="just">
              <a:lnSpc>
                <a:spcPct val="150000"/>
              </a:lnSpc>
            </a:pPr>
            <a:r>
              <a:rPr lang="en-US" sz="1600" dirty="0" smtClean="0"/>
              <a:t>Learn </a:t>
            </a:r>
            <a:r>
              <a:rPr lang="en-US" sz="1600" dirty="0"/>
              <a:t>the location and use of all emergency equipment </a:t>
            </a:r>
            <a:endParaRPr lang="en-US" sz="1600" dirty="0" smtClean="0"/>
          </a:p>
          <a:p>
            <a:pPr lvl="1" algn="just">
              <a:lnSpc>
                <a:spcPct val="150000"/>
              </a:lnSpc>
            </a:pPr>
            <a:r>
              <a:rPr lang="en-US" sz="1600" dirty="0" smtClean="0"/>
              <a:t>How </a:t>
            </a:r>
            <a:r>
              <a:rPr lang="en-US" sz="1600" dirty="0"/>
              <a:t>to properly activate and use the </a:t>
            </a:r>
            <a:r>
              <a:rPr lang="en-US" sz="1600" dirty="0" smtClean="0"/>
              <a:t>emergency equipment.</a:t>
            </a:r>
          </a:p>
          <a:p>
            <a:pPr lvl="1" algn="just">
              <a:lnSpc>
                <a:spcPct val="150000"/>
              </a:lnSpc>
            </a:pPr>
            <a:r>
              <a:rPr lang="en-US" sz="1600" b="0" dirty="0" smtClean="0"/>
              <a:t>Know </a:t>
            </a:r>
            <a:r>
              <a:rPr lang="en-US" sz="1600" b="0" dirty="0"/>
              <a:t>the effects of chemicals with which </a:t>
            </a:r>
            <a:r>
              <a:rPr lang="en-US" sz="1600" dirty="0" smtClean="0"/>
              <a:t>he/she is</a:t>
            </a:r>
            <a:r>
              <a:rPr lang="en-US" sz="1600" b="0" dirty="0" smtClean="0"/>
              <a:t> </a:t>
            </a:r>
            <a:r>
              <a:rPr lang="en-US" sz="1600" b="0" dirty="0"/>
              <a:t>working. </a:t>
            </a:r>
            <a:r>
              <a:rPr lang="en-US" sz="1600" b="0" dirty="0" smtClean="0"/>
              <a:t>Read and understand </a:t>
            </a:r>
            <a:r>
              <a:rPr lang="en-US" sz="1600" b="0" dirty="0"/>
              <a:t>safety </a:t>
            </a:r>
            <a:r>
              <a:rPr lang="en-US" sz="1600" b="0" dirty="0" smtClean="0"/>
              <a:t>data sheets </a:t>
            </a:r>
            <a:r>
              <a:rPr lang="en-US" sz="1600" b="0" dirty="0"/>
              <a:t>for each chemical with which </a:t>
            </a:r>
            <a:r>
              <a:rPr lang="en-US" sz="1600" b="0" dirty="0" smtClean="0"/>
              <a:t>lab user work.</a:t>
            </a:r>
          </a:p>
          <a:p>
            <a:pPr lvl="1" algn="just">
              <a:lnSpc>
                <a:spcPct val="150000"/>
              </a:lnSpc>
            </a:pPr>
            <a:r>
              <a:rPr lang="en-US" sz="1600" dirty="0" smtClean="0"/>
              <a:t>Al</a:t>
            </a:r>
            <a:r>
              <a:rPr lang="en-US" sz="1600" b="0" dirty="0" smtClean="0"/>
              <a:t>ways </a:t>
            </a:r>
            <a:r>
              <a:rPr lang="en-US" sz="1600" b="0" dirty="0"/>
              <a:t>wear </a:t>
            </a:r>
            <a:r>
              <a:rPr lang="en-US" sz="1600" b="0" dirty="0" smtClean="0"/>
              <a:t>appropriate personal </a:t>
            </a:r>
            <a:r>
              <a:rPr lang="en-US" sz="1600" b="0" dirty="0"/>
              <a:t>protective </a:t>
            </a:r>
            <a:r>
              <a:rPr lang="en-US" sz="1600" b="0" dirty="0" smtClean="0"/>
              <a:t>equipment during chemical handling.</a:t>
            </a:r>
          </a:p>
          <a:p>
            <a:pPr lvl="1" algn="just">
              <a:lnSpc>
                <a:spcPct val="150000"/>
              </a:lnSpc>
            </a:pPr>
            <a:r>
              <a:rPr lang="en-US" sz="1600" dirty="0"/>
              <a:t>Know how to help others reach showers or eyewashes and how to help them get medical assistance.</a:t>
            </a:r>
          </a:p>
          <a:p>
            <a:pPr lvl="1" algn="just"/>
            <a:endParaRPr lang="en-US" sz="1600" b="0" dirty="0" smtClean="0"/>
          </a:p>
          <a:p>
            <a:pPr marL="0" indent="0" algn="just">
              <a:lnSpc>
                <a:spcPct val="150000"/>
              </a:lnSpc>
              <a:buNone/>
            </a:pPr>
            <a:endParaRPr lang="en-US" sz="1800" b="0" dirty="0"/>
          </a:p>
        </p:txBody>
      </p:sp>
      <p:sp>
        <p:nvSpPr>
          <p:cNvPr id="4" name="Date Placeholder 3">
            <a:extLst>
              <a:ext uri="{FF2B5EF4-FFF2-40B4-BE49-F238E27FC236}">
                <a16:creationId xmlns:a16="http://schemas.microsoft.com/office/drawing/2014/main" id="{9E2B48B6-5880-4AD0-87AA-3CD2E06489A3}"/>
              </a:ext>
            </a:extLst>
          </p:cNvPr>
          <p:cNvSpPr>
            <a:spLocks noGrp="1"/>
          </p:cNvSpPr>
          <p:nvPr>
            <p:ph type="dt" sz="half" idx="10"/>
          </p:nvPr>
        </p:nvSpPr>
        <p:spPr/>
        <p:txBody>
          <a:bodyPr/>
          <a:lstStyle/>
          <a:p>
            <a:r>
              <a:rPr lang="en-US" dirty="0" smtClean="0"/>
              <a:t>2023</a:t>
            </a:r>
            <a:endParaRPr lang="en-US" dirty="0"/>
          </a:p>
        </p:txBody>
      </p:sp>
      <p:sp>
        <p:nvSpPr>
          <p:cNvPr id="6" name="Slide Number Placeholder 5">
            <a:extLst>
              <a:ext uri="{FF2B5EF4-FFF2-40B4-BE49-F238E27FC236}">
                <a16:creationId xmlns:a16="http://schemas.microsoft.com/office/drawing/2014/main" id="{5E918707-6809-45DB-87A9-B541AB553D1C}"/>
              </a:ext>
            </a:extLst>
          </p:cNvPr>
          <p:cNvSpPr>
            <a:spLocks noGrp="1"/>
          </p:cNvSpPr>
          <p:nvPr>
            <p:ph type="sldNum" sz="quarter" idx="12"/>
          </p:nvPr>
        </p:nvSpPr>
        <p:spPr/>
        <p:txBody>
          <a:bodyPr/>
          <a:lstStyle/>
          <a:p>
            <a:fld id="{1E68DD1B-5CD8-424B-8173-19E182143E0A}" type="slidenum">
              <a:rPr lang="en-US" smtClean="0"/>
              <a:pPr/>
              <a:t>10</a:t>
            </a:fld>
            <a:endParaRPr lang="en-US"/>
          </a:p>
        </p:txBody>
      </p:sp>
      <p:sp>
        <p:nvSpPr>
          <p:cNvPr id="7" name="Footer Placeholder 4">
            <a:extLst>
              <a:ext uri="{FF2B5EF4-FFF2-40B4-BE49-F238E27FC236}">
                <a16:creationId xmlns:a16="http://schemas.microsoft.com/office/drawing/2014/main" id="{0528C420-638A-4D4C-9B72-8A32B09AC93D}"/>
              </a:ext>
            </a:extLst>
          </p:cNvPr>
          <p:cNvSpPr>
            <a:spLocks noGrp="1"/>
          </p:cNvSpPr>
          <p:nvPr>
            <p:ph type="ftr" sz="quarter" idx="11"/>
          </p:nvPr>
        </p:nvSpPr>
        <p:spPr>
          <a:xfrm>
            <a:off x="2537844" y="198172"/>
            <a:ext cx="3527200" cy="244475"/>
          </a:xfrm>
        </p:spPr>
        <p:txBody>
          <a:bodyPr/>
          <a:lstStyle/>
          <a:p>
            <a:r>
              <a:rPr lang="en-US" dirty="0" smtClean="0"/>
              <a:t>Safety Shower and Eyewash Station</a:t>
            </a:r>
            <a:endParaRPr lang="en-US" dirty="0"/>
          </a:p>
        </p:txBody>
      </p:sp>
    </p:spTree>
    <p:extLst>
      <p:ext uri="{BB962C8B-B14F-4D97-AF65-F5344CB8AC3E}">
        <p14:creationId xmlns:p14="http://schemas.microsoft.com/office/powerpoint/2010/main" val="372870792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AE0E4-85DE-4F16-91DA-63A23F739F1F}"/>
              </a:ext>
            </a:extLst>
          </p:cNvPr>
          <p:cNvSpPr>
            <a:spLocks noGrp="1"/>
          </p:cNvSpPr>
          <p:nvPr>
            <p:ph type="title"/>
          </p:nvPr>
        </p:nvSpPr>
        <p:spPr>
          <a:xfrm>
            <a:off x="341079" y="826477"/>
            <a:ext cx="8527886" cy="782515"/>
          </a:xfrm>
        </p:spPr>
        <p:txBody>
          <a:bodyPr>
            <a:noAutofit/>
          </a:bodyPr>
          <a:lstStyle/>
          <a:p>
            <a:pPr algn="ctr"/>
            <a:r>
              <a:rPr lang="en-US" sz="3200" dirty="0" smtClean="0"/>
              <a:t>Using </a:t>
            </a:r>
            <a:r>
              <a:rPr lang="en-US" sz="3200" dirty="0"/>
              <a:t>a</a:t>
            </a:r>
            <a:r>
              <a:rPr lang="en-US" sz="3200" dirty="0" smtClean="0"/>
              <a:t>n Eyewash Station/ Safety shower </a:t>
            </a:r>
            <a:r>
              <a:rPr lang="en-US" sz="3200" dirty="0"/>
              <a:t>d</a:t>
            </a:r>
            <a:r>
              <a:rPr lang="en-US" sz="3200" dirty="0" smtClean="0"/>
              <a:t>uring </a:t>
            </a:r>
            <a:r>
              <a:rPr lang="en-US" sz="3200" dirty="0"/>
              <a:t>a</a:t>
            </a:r>
            <a:r>
              <a:rPr lang="en-US" sz="3200" dirty="0" smtClean="0"/>
              <a:t>n </a:t>
            </a:r>
            <a:r>
              <a:rPr lang="en-US" sz="3200" dirty="0"/>
              <a:t>e</a:t>
            </a:r>
            <a:r>
              <a:rPr lang="en-US" sz="3200" dirty="0" smtClean="0"/>
              <a:t>mergency</a:t>
            </a:r>
            <a:endParaRPr lang="en-US" sz="3200" dirty="0"/>
          </a:p>
        </p:txBody>
      </p:sp>
      <p:sp>
        <p:nvSpPr>
          <p:cNvPr id="3" name="Content Placeholder 2">
            <a:extLst>
              <a:ext uri="{FF2B5EF4-FFF2-40B4-BE49-F238E27FC236}">
                <a16:creationId xmlns:a16="http://schemas.microsoft.com/office/drawing/2014/main" id="{C194C429-305C-4CC4-9AAC-45E533DB8CCF}"/>
              </a:ext>
            </a:extLst>
          </p:cNvPr>
          <p:cNvSpPr>
            <a:spLocks noGrp="1"/>
          </p:cNvSpPr>
          <p:nvPr>
            <p:ph idx="1"/>
          </p:nvPr>
        </p:nvSpPr>
        <p:spPr>
          <a:xfrm>
            <a:off x="446588" y="1670538"/>
            <a:ext cx="7994028" cy="4499650"/>
          </a:xfrm>
        </p:spPr>
        <p:txBody>
          <a:bodyPr>
            <a:noAutofit/>
          </a:bodyPr>
          <a:lstStyle/>
          <a:p>
            <a:pPr algn="just">
              <a:spcBef>
                <a:spcPts val="600"/>
              </a:spcBef>
            </a:pPr>
            <a:r>
              <a:rPr lang="en-US" sz="1800" b="0" dirty="0"/>
              <a:t>In case of chemical exposure, flush skin or eyes with cool water for at least 15 minutes. DO NOT RUB!</a:t>
            </a:r>
          </a:p>
          <a:p>
            <a:pPr algn="just">
              <a:spcBef>
                <a:spcPts val="600"/>
              </a:spcBef>
            </a:pPr>
            <a:r>
              <a:rPr lang="en-US" sz="1800" b="0" dirty="0" smtClean="0"/>
              <a:t>In </a:t>
            </a:r>
            <a:r>
              <a:rPr lang="en-US" sz="1800" b="0" dirty="0"/>
              <a:t>case of eye exposure, hold eyelids open using the thumb and index finger to help ensure that effective rinsing has occurred behind the eyelid</a:t>
            </a:r>
            <a:r>
              <a:rPr lang="en-US" sz="1800" b="0" dirty="0" smtClean="0"/>
              <a:t>. “</a:t>
            </a:r>
            <a:r>
              <a:rPr lang="en-US" sz="1800" b="0" dirty="0"/>
              <a:t>Roll” eyes around to ensure full rinsing. </a:t>
            </a:r>
            <a:endParaRPr lang="en-US" sz="1800" b="0" dirty="0" smtClean="0"/>
          </a:p>
          <a:p>
            <a:pPr algn="just">
              <a:spcBef>
                <a:spcPts val="600"/>
              </a:spcBef>
            </a:pPr>
            <a:r>
              <a:rPr lang="en-US" sz="1800" b="0" dirty="0" smtClean="0"/>
              <a:t>Contact </a:t>
            </a:r>
            <a:r>
              <a:rPr lang="en-US" sz="1800" b="0" dirty="0"/>
              <a:t>lenses must be removed as soon as possible to ensure that chemicals are not trapped behind the lenses and then the eyes can be completely rinsed of any harmful chemicals</a:t>
            </a:r>
            <a:r>
              <a:rPr lang="en-US" sz="1800" b="0" dirty="0" smtClean="0"/>
              <a:t>.</a:t>
            </a:r>
            <a:endParaRPr lang="en-US" sz="1800" b="0" dirty="0"/>
          </a:p>
          <a:p>
            <a:pPr algn="just">
              <a:spcBef>
                <a:spcPts val="600"/>
              </a:spcBef>
            </a:pPr>
            <a:r>
              <a:rPr lang="en-US" sz="1800" b="0" dirty="0" smtClean="0"/>
              <a:t>Remove </a:t>
            </a:r>
            <a:r>
              <a:rPr lang="en-US" sz="1800" b="0" dirty="0"/>
              <a:t>contaminated clothing after the shower has been </a:t>
            </a:r>
            <a:r>
              <a:rPr lang="en-US" sz="1800" b="0" dirty="0" smtClean="0"/>
              <a:t>activated.</a:t>
            </a:r>
          </a:p>
          <a:p>
            <a:pPr algn="just">
              <a:spcBef>
                <a:spcPts val="600"/>
              </a:spcBef>
            </a:pPr>
            <a:r>
              <a:rPr lang="en-US" sz="1800" b="0" dirty="0" smtClean="0"/>
              <a:t>Immediately </a:t>
            </a:r>
            <a:r>
              <a:rPr lang="en-US" sz="1800" b="0" dirty="0"/>
              <a:t>wash off even small amounts of chemicals.</a:t>
            </a:r>
          </a:p>
          <a:p>
            <a:pPr algn="just">
              <a:spcBef>
                <a:spcPts val="600"/>
              </a:spcBef>
            </a:pPr>
            <a:r>
              <a:rPr lang="en-US" sz="1800" b="0" dirty="0" smtClean="0"/>
              <a:t>Medical </a:t>
            </a:r>
            <a:r>
              <a:rPr lang="en-US" sz="1800" b="0" dirty="0"/>
              <a:t>attention should be sought immediately!  Ideally another person in the lab should make contact with emergency contact number </a:t>
            </a:r>
            <a:r>
              <a:rPr lang="en-US" sz="1800" b="0" dirty="0" smtClean="0"/>
              <a:t>02 312 3999 </a:t>
            </a:r>
            <a:r>
              <a:rPr lang="en-US" sz="1800" b="0" dirty="0"/>
              <a:t>for medical support. The sooner medical attention can be given, the chances of not sustaining permanent damage or blindness is greatly improved. </a:t>
            </a:r>
          </a:p>
          <a:p>
            <a:pPr algn="just">
              <a:spcBef>
                <a:spcPts val="0"/>
              </a:spcBef>
            </a:pPr>
            <a:endParaRPr lang="en-US" sz="1800" b="0" dirty="0"/>
          </a:p>
          <a:p>
            <a:pPr marL="0" indent="0" algn="just">
              <a:spcBef>
                <a:spcPts val="0"/>
              </a:spcBef>
              <a:buNone/>
            </a:pPr>
            <a:endParaRPr lang="en-US" sz="1800" b="0" dirty="0"/>
          </a:p>
        </p:txBody>
      </p:sp>
      <p:sp>
        <p:nvSpPr>
          <p:cNvPr id="4" name="Date Placeholder 3">
            <a:extLst>
              <a:ext uri="{FF2B5EF4-FFF2-40B4-BE49-F238E27FC236}">
                <a16:creationId xmlns:a16="http://schemas.microsoft.com/office/drawing/2014/main" id="{9E2B48B6-5880-4AD0-87AA-3CD2E06489A3}"/>
              </a:ext>
            </a:extLst>
          </p:cNvPr>
          <p:cNvSpPr>
            <a:spLocks noGrp="1"/>
          </p:cNvSpPr>
          <p:nvPr>
            <p:ph type="dt" sz="half" idx="10"/>
          </p:nvPr>
        </p:nvSpPr>
        <p:spPr/>
        <p:txBody>
          <a:bodyPr/>
          <a:lstStyle/>
          <a:p>
            <a:r>
              <a:rPr lang="en-US" dirty="0" smtClean="0"/>
              <a:t>2023</a:t>
            </a:r>
            <a:endParaRPr lang="en-US" dirty="0"/>
          </a:p>
        </p:txBody>
      </p:sp>
      <p:sp>
        <p:nvSpPr>
          <p:cNvPr id="6" name="Slide Number Placeholder 5">
            <a:extLst>
              <a:ext uri="{FF2B5EF4-FFF2-40B4-BE49-F238E27FC236}">
                <a16:creationId xmlns:a16="http://schemas.microsoft.com/office/drawing/2014/main" id="{5E918707-6809-45DB-87A9-B541AB553D1C}"/>
              </a:ext>
            </a:extLst>
          </p:cNvPr>
          <p:cNvSpPr>
            <a:spLocks noGrp="1"/>
          </p:cNvSpPr>
          <p:nvPr>
            <p:ph type="sldNum" sz="quarter" idx="12"/>
          </p:nvPr>
        </p:nvSpPr>
        <p:spPr/>
        <p:txBody>
          <a:bodyPr/>
          <a:lstStyle/>
          <a:p>
            <a:fld id="{1E68DD1B-5CD8-424B-8173-19E182143E0A}" type="slidenum">
              <a:rPr lang="en-US" smtClean="0"/>
              <a:pPr/>
              <a:t>11</a:t>
            </a:fld>
            <a:endParaRPr lang="en-US"/>
          </a:p>
        </p:txBody>
      </p:sp>
      <p:sp>
        <p:nvSpPr>
          <p:cNvPr id="7" name="Footer Placeholder 4">
            <a:extLst>
              <a:ext uri="{FF2B5EF4-FFF2-40B4-BE49-F238E27FC236}">
                <a16:creationId xmlns:a16="http://schemas.microsoft.com/office/drawing/2014/main" id="{0528C420-638A-4D4C-9B72-8A32B09AC93D}"/>
              </a:ext>
            </a:extLst>
          </p:cNvPr>
          <p:cNvSpPr>
            <a:spLocks noGrp="1"/>
          </p:cNvSpPr>
          <p:nvPr>
            <p:ph type="ftr" sz="quarter" idx="11"/>
          </p:nvPr>
        </p:nvSpPr>
        <p:spPr>
          <a:xfrm>
            <a:off x="2537844" y="198172"/>
            <a:ext cx="3527200" cy="244475"/>
          </a:xfrm>
        </p:spPr>
        <p:txBody>
          <a:bodyPr/>
          <a:lstStyle/>
          <a:p>
            <a:r>
              <a:rPr lang="en-US" dirty="0" smtClean="0"/>
              <a:t>Safety Shower and Eyewash Station</a:t>
            </a:r>
            <a:endParaRPr lang="en-US" dirty="0"/>
          </a:p>
        </p:txBody>
      </p:sp>
    </p:spTree>
    <p:extLst>
      <p:ext uri="{BB962C8B-B14F-4D97-AF65-F5344CB8AC3E}">
        <p14:creationId xmlns:p14="http://schemas.microsoft.com/office/powerpoint/2010/main" val="189534206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E2B48B6-5880-4AD0-87AA-3CD2E06489A3}"/>
              </a:ext>
            </a:extLst>
          </p:cNvPr>
          <p:cNvSpPr>
            <a:spLocks noGrp="1"/>
          </p:cNvSpPr>
          <p:nvPr>
            <p:ph type="dt" sz="half" idx="10"/>
          </p:nvPr>
        </p:nvSpPr>
        <p:spPr/>
        <p:txBody>
          <a:bodyPr/>
          <a:lstStyle/>
          <a:p>
            <a:r>
              <a:rPr lang="en-US" dirty="0" smtClean="0"/>
              <a:t>2023</a:t>
            </a:r>
            <a:endParaRPr lang="en-US" dirty="0"/>
          </a:p>
        </p:txBody>
      </p:sp>
      <p:sp>
        <p:nvSpPr>
          <p:cNvPr id="6" name="Slide Number Placeholder 5">
            <a:extLst>
              <a:ext uri="{FF2B5EF4-FFF2-40B4-BE49-F238E27FC236}">
                <a16:creationId xmlns:a16="http://schemas.microsoft.com/office/drawing/2014/main" id="{5E918707-6809-45DB-87A9-B541AB553D1C}"/>
              </a:ext>
            </a:extLst>
          </p:cNvPr>
          <p:cNvSpPr>
            <a:spLocks noGrp="1"/>
          </p:cNvSpPr>
          <p:nvPr>
            <p:ph type="sldNum" sz="quarter" idx="12"/>
          </p:nvPr>
        </p:nvSpPr>
        <p:spPr/>
        <p:txBody>
          <a:bodyPr/>
          <a:lstStyle/>
          <a:p>
            <a:fld id="{1E68DD1B-5CD8-424B-8173-19E182143E0A}" type="slidenum">
              <a:rPr lang="en-US" smtClean="0"/>
              <a:pPr/>
              <a:t>12</a:t>
            </a:fld>
            <a:endParaRPr lang="en-US"/>
          </a:p>
        </p:txBody>
      </p:sp>
      <p:sp>
        <p:nvSpPr>
          <p:cNvPr id="7" name="Footer Placeholder 4">
            <a:extLst>
              <a:ext uri="{FF2B5EF4-FFF2-40B4-BE49-F238E27FC236}">
                <a16:creationId xmlns:a16="http://schemas.microsoft.com/office/drawing/2014/main" id="{0528C420-638A-4D4C-9B72-8A32B09AC93D}"/>
              </a:ext>
            </a:extLst>
          </p:cNvPr>
          <p:cNvSpPr>
            <a:spLocks noGrp="1"/>
          </p:cNvSpPr>
          <p:nvPr>
            <p:ph type="ftr" sz="quarter" idx="11"/>
          </p:nvPr>
        </p:nvSpPr>
        <p:spPr>
          <a:xfrm>
            <a:off x="2537844" y="198172"/>
            <a:ext cx="3527200" cy="244475"/>
          </a:xfrm>
        </p:spPr>
        <p:txBody>
          <a:bodyPr/>
          <a:lstStyle/>
          <a:p>
            <a:r>
              <a:rPr lang="en-US" dirty="0" smtClean="0"/>
              <a:t>Safety Shower and Eyewash Station</a:t>
            </a:r>
            <a:endParaRPr lang="en-US" dirty="0"/>
          </a:p>
        </p:txBody>
      </p:sp>
      <p:pic>
        <p:nvPicPr>
          <p:cNvPr id="5" name="Picture 4"/>
          <p:cNvPicPr>
            <a:picLocks noChangeAspect="1"/>
          </p:cNvPicPr>
          <p:nvPr/>
        </p:nvPicPr>
        <p:blipFill rotWithShape="1">
          <a:blip r:embed="rId3"/>
          <a:srcRect l="8824" t="32787" r="7692" b="11026"/>
          <a:stretch/>
        </p:blipFill>
        <p:spPr>
          <a:xfrm>
            <a:off x="341079" y="2095499"/>
            <a:ext cx="8745930" cy="3311037"/>
          </a:xfrm>
          <a:prstGeom prst="rect">
            <a:avLst/>
          </a:prstGeom>
        </p:spPr>
      </p:pic>
      <p:sp>
        <p:nvSpPr>
          <p:cNvPr id="8" name="Title 1">
            <a:extLst>
              <a:ext uri="{FF2B5EF4-FFF2-40B4-BE49-F238E27FC236}">
                <a16:creationId xmlns:a16="http://schemas.microsoft.com/office/drawing/2014/main" id="{44DAE0E4-85DE-4F16-91DA-63A23F739F1F}"/>
              </a:ext>
            </a:extLst>
          </p:cNvPr>
          <p:cNvSpPr>
            <a:spLocks noGrp="1"/>
          </p:cNvSpPr>
          <p:nvPr>
            <p:ph type="title"/>
          </p:nvPr>
        </p:nvSpPr>
        <p:spPr>
          <a:xfrm>
            <a:off x="341079" y="826477"/>
            <a:ext cx="8527886" cy="782515"/>
          </a:xfrm>
        </p:spPr>
        <p:txBody>
          <a:bodyPr>
            <a:noAutofit/>
          </a:bodyPr>
          <a:lstStyle/>
          <a:p>
            <a:pPr algn="ctr"/>
            <a:r>
              <a:rPr lang="en-US" sz="3200" dirty="0" smtClean="0"/>
              <a:t>Using </a:t>
            </a:r>
            <a:r>
              <a:rPr lang="en-US" sz="3200" dirty="0"/>
              <a:t>a</a:t>
            </a:r>
            <a:r>
              <a:rPr lang="en-US" sz="3200" dirty="0" smtClean="0"/>
              <a:t>n Eyewash Station during </a:t>
            </a:r>
            <a:r>
              <a:rPr lang="en-US" sz="3200" dirty="0"/>
              <a:t>a</a:t>
            </a:r>
            <a:r>
              <a:rPr lang="en-US" sz="3200" dirty="0" smtClean="0"/>
              <a:t>n </a:t>
            </a:r>
            <a:r>
              <a:rPr lang="en-US" sz="3200" dirty="0"/>
              <a:t>e</a:t>
            </a:r>
            <a:r>
              <a:rPr lang="en-US" sz="3200" dirty="0" smtClean="0"/>
              <a:t>mergency</a:t>
            </a:r>
            <a:endParaRPr lang="en-US" sz="3200" dirty="0"/>
          </a:p>
        </p:txBody>
      </p:sp>
    </p:spTree>
    <p:extLst>
      <p:ext uri="{BB962C8B-B14F-4D97-AF65-F5344CB8AC3E}">
        <p14:creationId xmlns:p14="http://schemas.microsoft.com/office/powerpoint/2010/main" val="28413686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2285847"/>
      </p:ext>
    </p:extLst>
  </p:cSld>
  <p:clrMapOvr>
    <a:masterClrMapping/>
  </p:clrMapOvr>
  <p:timing>
    <p:tnLst>
      <p:par>
        <p:cTn id="1" dur="indefinite" restart="never" nodeType="tmRoot"/>
      </p:par>
    </p:tnLst>
  </p:timing>
</p:sld>
</file>

<file path=ppt/theme/theme1.xml><?xml version="1.0" encoding="utf-8"?>
<a:theme xmlns:a="http://schemas.openxmlformats.org/drawingml/2006/main" name="KU Theme">
  <a:themeElements>
    <a:clrScheme name="Khalifa">
      <a:dk1>
        <a:srgbClr val="000000"/>
      </a:dk1>
      <a:lt1>
        <a:srgbClr val="FFFFFF"/>
      </a:lt1>
      <a:dk2>
        <a:srgbClr val="0057B8"/>
      </a:dk2>
      <a:lt2>
        <a:srgbClr val="75787B"/>
      </a:lt2>
      <a:accent1>
        <a:srgbClr val="78D64B"/>
      </a:accent1>
      <a:accent2>
        <a:srgbClr val="F8485E"/>
      </a:accent2>
      <a:accent3>
        <a:srgbClr val="00A9CE"/>
      </a:accent3>
      <a:accent4>
        <a:srgbClr val="6F5091"/>
      </a:accent4>
      <a:accent5>
        <a:srgbClr val="FF8F1C"/>
      </a:accent5>
      <a:accent6>
        <a:srgbClr val="D0CECE"/>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850" smtClean="0"/>
        </a:defPPr>
      </a:lstStyle>
    </a:txDef>
  </a:objectDefaults>
  <a:extraClrSchemeLst/>
  <a:extLst>
    <a:ext uri="{05A4C25C-085E-4340-85A3-A5531E510DB2}">
      <thm15:themeFamily xmlns:thm15="http://schemas.microsoft.com/office/thememl/2012/main" name="KU_presentation_template_v2018-04-09 E.potx" id="{AF960482-6B50-417C-AC38-1AFEBFC77BA4}" vid="{1F04D338-456F-4FFC-9561-BAAA645232F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KU Theme</Template>
  <TotalTime>14557</TotalTime>
  <Words>1005</Words>
  <Application>Microsoft Office PowerPoint</Application>
  <PresentationFormat>On-screen Show (4:3)</PresentationFormat>
  <Paragraphs>126</Paragraphs>
  <Slides>13</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KU Theme</vt:lpstr>
      <vt:lpstr>Online EHS Training </vt:lpstr>
      <vt:lpstr>Learning objective</vt:lpstr>
      <vt:lpstr>Ways of using Safety Shower/  Eyewash Station</vt:lpstr>
      <vt:lpstr>Safety Showers &amp; Eyewash stations </vt:lpstr>
      <vt:lpstr>Eyewash Stations </vt:lpstr>
      <vt:lpstr>Obstructed Eyewash Stations </vt:lpstr>
      <vt:lpstr>Eyewash requirements </vt:lpstr>
      <vt:lpstr>Eyewash/ Safety shower testing</vt:lpstr>
      <vt:lpstr>Types of Eyewash and Safety Showers</vt:lpstr>
      <vt:lpstr>Training to use Eyewash and Safety Shower facilities</vt:lpstr>
      <vt:lpstr>Using an Eyewash Station/ Safety shower during an emergency</vt:lpstr>
      <vt:lpstr>Using an Eyewash Station during an emergency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 Title Goes Here</dc:title>
  <dc:creator>Majed Almansoori</dc:creator>
  <cp:lastModifiedBy>Fatima Mohsen Abdulla AlFaqeeh</cp:lastModifiedBy>
  <cp:revision>231</cp:revision>
  <cp:lastPrinted>2019-01-21T04:24:15Z</cp:lastPrinted>
  <dcterms:created xsi:type="dcterms:W3CDTF">2018-04-29T10:48:36Z</dcterms:created>
  <dcterms:modified xsi:type="dcterms:W3CDTF">2023-01-23T08:53:53Z</dcterms:modified>
</cp:coreProperties>
</file>