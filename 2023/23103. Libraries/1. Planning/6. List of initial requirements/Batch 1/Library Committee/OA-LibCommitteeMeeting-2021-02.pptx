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71" r:id="rId5"/>
    <p:sldId id="286" r:id="rId6"/>
    <p:sldId id="272" r:id="rId7"/>
    <p:sldId id="274" r:id="rId8"/>
    <p:sldId id="275" r:id="rId9"/>
    <p:sldId id="283" r:id="rId10"/>
    <p:sldId id="276" r:id="rId11"/>
    <p:sldId id="277" r:id="rId12"/>
    <p:sldId id="279" r:id="rId13"/>
    <p:sldId id="278" r:id="rId14"/>
    <p:sldId id="28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62C6B1E-325E-42E9-81E2-E6513B8013DC}">
          <p14:sldIdLst>
            <p14:sldId id="271"/>
            <p14:sldId id="286"/>
            <p14:sldId id="272"/>
            <p14:sldId id="274"/>
            <p14:sldId id="275"/>
          </p14:sldIdLst>
        </p14:section>
        <p14:section name="Expansion" id="{847E38D0-EC35-4AFF-8950-CF242A6CBFA8}">
          <p14:sldIdLst>
            <p14:sldId id="283"/>
            <p14:sldId id="276"/>
            <p14:sldId id="277"/>
            <p14:sldId id="279"/>
            <p14:sldId id="278"/>
            <p14:sldId id="28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14A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B10EC-0C42-41DB-8678-E3608C01A7F5}" v="23" dt="2021-06-13T09:44:06.162"/>
  </p1510:revLst>
</p1510:revInfo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58" autoAdjust="0"/>
    <p:restoredTop sz="94613" autoAdjust="0"/>
  </p:normalViewPr>
  <p:slideViewPr>
    <p:cSldViewPr snapToGrid="0" showGuides="1">
      <p:cViewPr varScale="1">
        <p:scale>
          <a:sx n="73" d="100"/>
          <a:sy n="73" d="100"/>
        </p:scale>
        <p:origin x="6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Brian Hall" userId="e6e93837-89b2-4a49-b3f7-93654dc8488e" providerId="ADAL" clId="{166B10EC-0C42-41DB-8678-E3608C01A7F5}"/>
    <pc:docChg chg="undo custSel modSld">
      <pc:chgData name="Walter Brian Hall" userId="e6e93837-89b2-4a49-b3f7-93654dc8488e" providerId="ADAL" clId="{166B10EC-0C42-41DB-8678-E3608C01A7F5}" dt="2021-06-13T09:44:06.162" v="302"/>
      <pc:docMkLst>
        <pc:docMk/>
      </pc:docMkLst>
      <pc:sldChg chg="modSp mod">
        <pc:chgData name="Walter Brian Hall" userId="e6e93837-89b2-4a49-b3f7-93654dc8488e" providerId="ADAL" clId="{166B10EC-0C42-41DB-8678-E3608C01A7F5}" dt="2021-06-13T09:15:19.989" v="170" actId="20577"/>
        <pc:sldMkLst>
          <pc:docMk/>
          <pc:sldMk cId="3198639524" sldId="271"/>
        </pc:sldMkLst>
        <pc:spChg chg="mod">
          <ac:chgData name="Walter Brian Hall" userId="e6e93837-89b2-4a49-b3f7-93654dc8488e" providerId="ADAL" clId="{166B10EC-0C42-41DB-8678-E3608C01A7F5}" dt="2021-06-13T09:15:19.989" v="170" actId="20577"/>
          <ac:spMkLst>
            <pc:docMk/>
            <pc:sldMk cId="3198639524" sldId="271"/>
            <ac:spMk id="4" creationId="{4D96F05C-E8E5-40A0-96E2-70DA59031E10}"/>
          </ac:spMkLst>
        </pc:spChg>
      </pc:sldChg>
      <pc:sldChg chg="modSp mod modAnim">
        <pc:chgData name="Walter Brian Hall" userId="e6e93837-89b2-4a49-b3f7-93654dc8488e" providerId="ADAL" clId="{166B10EC-0C42-41DB-8678-E3608C01A7F5}" dt="2021-06-13T09:42:10.506" v="230"/>
        <pc:sldMkLst>
          <pc:docMk/>
          <pc:sldMk cId="3086428605" sldId="272"/>
        </pc:sldMkLst>
        <pc:spChg chg="mod">
          <ac:chgData name="Walter Brian Hall" userId="e6e93837-89b2-4a49-b3f7-93654dc8488e" providerId="ADAL" clId="{166B10EC-0C42-41DB-8678-E3608C01A7F5}" dt="2021-06-06T07:29:13.597" v="52" actId="20577"/>
          <ac:spMkLst>
            <pc:docMk/>
            <pc:sldMk cId="3086428605" sldId="272"/>
            <ac:spMk id="9" creationId="{0D6186DA-7A02-4309-95FF-51CA7B2966D9}"/>
          </ac:spMkLst>
        </pc:spChg>
        <pc:graphicFrameChg chg="mod modGraphic">
          <ac:chgData name="Walter Brian Hall" userId="e6e93837-89b2-4a49-b3f7-93654dc8488e" providerId="ADAL" clId="{166B10EC-0C42-41DB-8678-E3608C01A7F5}" dt="2021-06-13T09:42:10.506" v="230"/>
          <ac:graphicFrameMkLst>
            <pc:docMk/>
            <pc:sldMk cId="3086428605" sldId="272"/>
            <ac:graphicFrameMk id="7" creationId="{7284F32C-B791-4076-A9A5-80AB6970088A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2:05.923" v="229" actId="20577"/>
        <pc:sldMkLst>
          <pc:docMk/>
          <pc:sldMk cId="2631905745" sldId="274"/>
        </pc:sldMkLst>
        <pc:spChg chg="mod">
          <ac:chgData name="Walter Brian Hall" userId="e6e93837-89b2-4a49-b3f7-93654dc8488e" providerId="ADAL" clId="{166B10EC-0C42-41DB-8678-E3608C01A7F5}" dt="2021-06-13T08:46:53.188" v="147" actId="20577"/>
          <ac:spMkLst>
            <pc:docMk/>
            <pc:sldMk cId="2631905745" sldId="274"/>
            <ac:spMk id="10" creationId="{9C8603BC-C6E0-4DDD-B354-88646C12CD55}"/>
          </ac:spMkLst>
        </pc:spChg>
        <pc:graphicFrameChg chg="modGraphic">
          <ac:chgData name="Walter Brian Hall" userId="e6e93837-89b2-4a49-b3f7-93654dc8488e" providerId="ADAL" clId="{166B10EC-0C42-41DB-8678-E3608C01A7F5}" dt="2021-06-13T09:42:05.923" v="229" actId="20577"/>
          <ac:graphicFrameMkLst>
            <pc:docMk/>
            <pc:sldMk cId="2631905745" sldId="274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166B10EC-0C42-41DB-8678-E3608C01A7F5}" dt="2021-06-13T08:38:26.802" v="136" actId="20577"/>
          <ac:graphicFrameMkLst>
            <pc:docMk/>
            <pc:sldMk cId="2631905745" sldId="274"/>
            <ac:graphicFrameMk id="8" creationId="{36393A4F-3827-4A8F-9EF6-9A8E0DD6E677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2:12.966" v="231"/>
        <pc:sldMkLst>
          <pc:docMk/>
          <pc:sldMk cId="359077660" sldId="275"/>
        </pc:sldMkLst>
        <pc:graphicFrameChg chg="mod">
          <ac:chgData name="Walter Brian Hall" userId="e6e93837-89b2-4a49-b3f7-93654dc8488e" providerId="ADAL" clId="{166B10EC-0C42-41DB-8678-E3608C01A7F5}" dt="2021-06-13T09:42:12.966" v="231"/>
          <ac:graphicFrameMkLst>
            <pc:docMk/>
            <pc:sldMk cId="359077660" sldId="275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166B10EC-0C42-41DB-8678-E3608C01A7F5}" dt="2021-06-13T08:39:17.388" v="140" actId="20577"/>
          <ac:graphicFrameMkLst>
            <pc:docMk/>
            <pc:sldMk cId="359077660" sldId="275"/>
            <ac:graphicFrameMk id="8" creationId="{36393A4F-3827-4A8F-9EF6-9A8E0DD6E677}"/>
          </ac:graphicFrameMkLst>
        </pc:graphicFrameChg>
      </pc:sldChg>
      <pc:sldChg chg="modSp modAnim">
        <pc:chgData name="Walter Brian Hall" userId="e6e93837-89b2-4a49-b3f7-93654dc8488e" providerId="ADAL" clId="{166B10EC-0C42-41DB-8678-E3608C01A7F5}" dt="2021-06-13T09:42:20.609" v="232"/>
        <pc:sldMkLst>
          <pc:docMk/>
          <pc:sldMk cId="386202058" sldId="277"/>
        </pc:sldMkLst>
        <pc:graphicFrameChg chg="mod">
          <ac:chgData name="Walter Brian Hall" userId="e6e93837-89b2-4a49-b3f7-93654dc8488e" providerId="ADAL" clId="{166B10EC-0C42-41DB-8678-E3608C01A7F5}" dt="2021-06-13T09:42:20.609" v="232"/>
          <ac:graphicFrameMkLst>
            <pc:docMk/>
            <pc:sldMk cId="386202058" sldId="277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13.560" v="272" actId="20577"/>
        <pc:sldMkLst>
          <pc:docMk/>
          <pc:sldMk cId="3244992052" sldId="278"/>
        </pc:sldMkLst>
        <pc:graphicFrameChg chg="mod modGraphic">
          <ac:chgData name="Walter Brian Hall" userId="e6e93837-89b2-4a49-b3f7-93654dc8488e" providerId="ADAL" clId="{166B10EC-0C42-41DB-8678-E3608C01A7F5}" dt="2021-06-13T09:43:13.560" v="272" actId="20577"/>
          <ac:graphicFrameMkLst>
            <pc:docMk/>
            <pc:sldMk cId="3244992052" sldId="278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04.169" v="262" actId="20577"/>
        <pc:sldMkLst>
          <pc:docMk/>
          <pc:sldMk cId="522364116" sldId="279"/>
        </pc:sldMkLst>
        <pc:graphicFrameChg chg="modGraphic">
          <ac:chgData name="Walter Brian Hall" userId="e6e93837-89b2-4a49-b3f7-93654dc8488e" providerId="ADAL" clId="{166B10EC-0C42-41DB-8678-E3608C01A7F5}" dt="2021-06-13T09:43:04.169" v="262" actId="20577"/>
          <ac:graphicFrameMkLst>
            <pc:docMk/>
            <pc:sldMk cId="522364116" sldId="279"/>
            <ac:graphicFrameMk id="8" creationId="{3331EA9D-FFF2-4299-B5A5-02EB479056C6}"/>
          </ac:graphicFrameMkLst>
        </pc:graphicFrameChg>
      </pc:sldChg>
      <pc:sldChg chg="modSp mod modAnim">
        <pc:chgData name="Walter Brian Hall" userId="e6e93837-89b2-4a49-b3f7-93654dc8488e" providerId="ADAL" clId="{166B10EC-0C42-41DB-8678-E3608C01A7F5}" dt="2021-06-13T09:43:29.336" v="301" actId="20577"/>
        <pc:sldMkLst>
          <pc:docMk/>
          <pc:sldMk cId="3361371248" sldId="280"/>
        </pc:sldMkLst>
        <pc:graphicFrameChg chg="mod modGraphic">
          <ac:chgData name="Walter Brian Hall" userId="e6e93837-89b2-4a49-b3f7-93654dc8488e" providerId="ADAL" clId="{166B10EC-0C42-41DB-8678-E3608C01A7F5}" dt="2021-06-13T09:43:29.336" v="301" actId="20577"/>
          <ac:graphicFrameMkLst>
            <pc:docMk/>
            <pc:sldMk cId="3361371248" sldId="280"/>
            <ac:graphicFrameMk id="8" creationId="{3331EA9D-FFF2-4299-B5A5-02EB479056C6}"/>
          </ac:graphicFrameMkLst>
        </pc:graphicFrameChg>
      </pc:sldChg>
      <pc:sldChg chg="modAnim">
        <pc:chgData name="Walter Brian Hall" userId="e6e93837-89b2-4a49-b3f7-93654dc8488e" providerId="ADAL" clId="{166B10EC-0C42-41DB-8678-E3608C01A7F5}" dt="2021-06-13T08:49:28.009" v="161"/>
        <pc:sldMkLst>
          <pc:docMk/>
          <pc:sldMk cId="2367745354" sldId="281"/>
        </pc:sldMkLst>
      </pc:sldChg>
      <pc:sldChg chg="modSp mod modAnim">
        <pc:chgData name="Walter Brian Hall" userId="e6e93837-89b2-4a49-b3f7-93654dc8488e" providerId="ADAL" clId="{166B10EC-0C42-41DB-8678-E3608C01A7F5}" dt="2021-06-13T09:44:06.162" v="302"/>
        <pc:sldMkLst>
          <pc:docMk/>
          <pc:sldMk cId="1630779370" sldId="284"/>
        </pc:sldMkLst>
        <pc:graphicFrameChg chg="modGraphic">
          <ac:chgData name="Walter Brian Hall" userId="e6e93837-89b2-4a49-b3f7-93654dc8488e" providerId="ADAL" clId="{166B10EC-0C42-41DB-8678-E3608C01A7F5}" dt="2021-06-13T08:40:48.532" v="144" actId="20577"/>
          <ac:graphicFrameMkLst>
            <pc:docMk/>
            <pc:sldMk cId="1630779370" sldId="284"/>
            <ac:graphicFrameMk id="9" creationId="{C5A40B74-943D-4ED1-BA5F-E9479E9376C2}"/>
          </ac:graphicFrameMkLst>
        </pc:graphicFrameChg>
      </pc:sldChg>
      <pc:sldChg chg="modSp mod">
        <pc:chgData name="Walter Brian Hall" userId="e6e93837-89b2-4a49-b3f7-93654dc8488e" providerId="ADAL" clId="{166B10EC-0C42-41DB-8678-E3608C01A7F5}" dt="2021-06-06T07:30:49.362" v="134" actId="20577"/>
        <pc:sldMkLst>
          <pc:docMk/>
          <pc:sldMk cId="2853818872" sldId="285"/>
        </pc:sldMkLst>
        <pc:graphicFrameChg chg="modGraphic">
          <ac:chgData name="Walter Brian Hall" userId="e6e93837-89b2-4a49-b3f7-93654dc8488e" providerId="ADAL" clId="{166B10EC-0C42-41DB-8678-E3608C01A7F5}" dt="2021-06-06T07:30:49.362" v="134" actId="20577"/>
          <ac:graphicFrameMkLst>
            <pc:docMk/>
            <pc:sldMk cId="2853818872" sldId="285"/>
            <ac:graphicFrameMk id="8" creationId="{C38178EB-5D65-4527-AA9B-5A32EDC5CCBD}"/>
          </ac:graphicFrameMkLst>
        </pc:graphicFrameChg>
      </pc:sldChg>
      <pc:sldChg chg="modAnim">
        <pc:chgData name="Walter Brian Hall" userId="e6e93837-89b2-4a49-b3f7-93654dc8488e" providerId="ADAL" clId="{166B10EC-0C42-41DB-8678-E3608C01A7F5}" dt="2021-06-13T08:46:09.028" v="146"/>
        <pc:sldMkLst>
          <pc:docMk/>
          <pc:sldMk cId="1890708447" sldId="286"/>
        </pc:sldMkLst>
      </pc:sldChg>
      <pc:sldChg chg="modSp mod">
        <pc:chgData name="Walter Brian Hall" userId="e6e93837-89b2-4a49-b3f7-93654dc8488e" providerId="ADAL" clId="{166B10EC-0C42-41DB-8678-E3608C01A7F5}" dt="2021-06-13T09:19:17.494" v="189" actId="20577"/>
        <pc:sldMkLst>
          <pc:docMk/>
          <pc:sldMk cId="3867878501" sldId="287"/>
        </pc:sldMkLst>
        <pc:graphicFrameChg chg="modGraphic">
          <ac:chgData name="Walter Brian Hall" userId="e6e93837-89b2-4a49-b3f7-93654dc8488e" providerId="ADAL" clId="{166B10EC-0C42-41DB-8678-E3608C01A7F5}" dt="2021-06-13T09:19:17.494" v="189" actId="20577"/>
          <ac:graphicFrameMkLst>
            <pc:docMk/>
            <pc:sldMk cId="3867878501" sldId="287"/>
            <ac:graphicFrameMk id="9" creationId="{F9D78E1F-60BE-4F29-B6C9-1BC3ACA92F5F}"/>
          </ac:graphicFrameMkLst>
        </pc:graphicFrameChg>
      </pc:sldChg>
    </pc:docChg>
  </pc:docChgLst>
  <pc:docChgLst>
    <pc:chgData name="Walter Brian Hall" userId="e6e93837-89b2-4a49-b3f7-93654dc8488e" providerId="ADAL" clId="{CCF0262C-4BBF-4A5D-B6D2-2682D11947B4}"/>
    <pc:docChg chg="undo custSel addSld delSld modSld sldOrd addSection modSection">
      <pc:chgData name="Walter Brian Hall" userId="e6e93837-89b2-4a49-b3f7-93654dc8488e" providerId="ADAL" clId="{CCF0262C-4BBF-4A5D-B6D2-2682D11947B4}" dt="2021-05-26T06:23:32.630" v="5358" actId="14100"/>
      <pc:docMkLst>
        <pc:docMk/>
      </pc:docMkLst>
      <pc:sldChg chg="del">
        <pc:chgData name="Walter Brian Hall" userId="e6e93837-89b2-4a49-b3f7-93654dc8488e" providerId="ADAL" clId="{CCF0262C-4BBF-4A5D-B6D2-2682D11947B4}" dt="2021-05-20T09:05:20.500" v="9" actId="47"/>
        <pc:sldMkLst>
          <pc:docMk/>
          <pc:sldMk cId="3568357586" sldId="260"/>
        </pc:sldMkLst>
      </pc:sldChg>
      <pc:sldChg chg="del">
        <pc:chgData name="Walter Brian Hall" userId="e6e93837-89b2-4a49-b3f7-93654dc8488e" providerId="ADAL" clId="{CCF0262C-4BBF-4A5D-B6D2-2682D11947B4}" dt="2021-05-20T09:05:14.437" v="0" actId="47"/>
        <pc:sldMkLst>
          <pc:docMk/>
          <pc:sldMk cId="537252680" sldId="261"/>
        </pc:sldMkLst>
      </pc:sldChg>
      <pc:sldChg chg="del">
        <pc:chgData name="Walter Brian Hall" userId="e6e93837-89b2-4a49-b3f7-93654dc8488e" providerId="ADAL" clId="{CCF0262C-4BBF-4A5D-B6D2-2682D11947B4}" dt="2021-05-20T09:05:15.041" v="1" actId="47"/>
        <pc:sldMkLst>
          <pc:docMk/>
          <pc:sldMk cId="1426654328" sldId="262"/>
        </pc:sldMkLst>
      </pc:sldChg>
      <pc:sldChg chg="del">
        <pc:chgData name="Walter Brian Hall" userId="e6e93837-89b2-4a49-b3f7-93654dc8488e" providerId="ADAL" clId="{CCF0262C-4BBF-4A5D-B6D2-2682D11947B4}" dt="2021-05-20T09:05:15.629" v="2" actId="47"/>
        <pc:sldMkLst>
          <pc:docMk/>
          <pc:sldMk cId="193376356" sldId="263"/>
        </pc:sldMkLst>
      </pc:sldChg>
      <pc:sldChg chg="del">
        <pc:chgData name="Walter Brian Hall" userId="e6e93837-89b2-4a49-b3f7-93654dc8488e" providerId="ADAL" clId="{CCF0262C-4BBF-4A5D-B6D2-2682D11947B4}" dt="2021-05-20T09:05:16.160" v="3" actId="47"/>
        <pc:sldMkLst>
          <pc:docMk/>
          <pc:sldMk cId="2941838684" sldId="264"/>
        </pc:sldMkLst>
      </pc:sldChg>
      <pc:sldChg chg="del">
        <pc:chgData name="Walter Brian Hall" userId="e6e93837-89b2-4a49-b3f7-93654dc8488e" providerId="ADAL" clId="{CCF0262C-4BBF-4A5D-B6D2-2682D11947B4}" dt="2021-05-20T09:05:17.650" v="6" actId="47"/>
        <pc:sldMkLst>
          <pc:docMk/>
          <pc:sldMk cId="3246973160" sldId="265"/>
        </pc:sldMkLst>
      </pc:sldChg>
      <pc:sldChg chg="del">
        <pc:chgData name="Walter Brian Hall" userId="e6e93837-89b2-4a49-b3f7-93654dc8488e" providerId="ADAL" clId="{CCF0262C-4BBF-4A5D-B6D2-2682D11947B4}" dt="2021-05-20T09:05:18.163" v="7" actId="47"/>
        <pc:sldMkLst>
          <pc:docMk/>
          <pc:sldMk cId="3954509969" sldId="266"/>
        </pc:sldMkLst>
      </pc:sldChg>
      <pc:sldChg chg="del">
        <pc:chgData name="Walter Brian Hall" userId="e6e93837-89b2-4a49-b3f7-93654dc8488e" providerId="ADAL" clId="{CCF0262C-4BBF-4A5D-B6D2-2682D11947B4}" dt="2021-05-20T09:05:18.735" v="8" actId="47"/>
        <pc:sldMkLst>
          <pc:docMk/>
          <pc:sldMk cId="2327630848" sldId="267"/>
        </pc:sldMkLst>
      </pc:sldChg>
      <pc:sldChg chg="delSp modSp mod">
        <pc:chgData name="Walter Brian Hall" userId="e6e93837-89b2-4a49-b3f7-93654dc8488e" providerId="ADAL" clId="{CCF0262C-4BBF-4A5D-B6D2-2682D11947B4}" dt="2021-05-26T05:54:18.934" v="5101" actId="478"/>
        <pc:sldMkLst>
          <pc:docMk/>
          <pc:sldMk cId="3198639524" sldId="271"/>
        </pc:sldMkLst>
        <pc:spChg chg="mod">
          <ac:chgData name="Walter Brian Hall" userId="e6e93837-89b2-4a49-b3f7-93654dc8488e" providerId="ADAL" clId="{CCF0262C-4BBF-4A5D-B6D2-2682D11947B4}" dt="2021-05-26T05:54:15.487" v="5100" actId="120"/>
          <ac:spMkLst>
            <pc:docMk/>
            <pc:sldMk cId="3198639524" sldId="271"/>
            <ac:spMk id="2" creationId="{6BB43ABC-9A46-4327-BF74-FE0C643DC4CF}"/>
          </ac:spMkLst>
        </pc:spChg>
        <pc:spChg chg="del">
          <ac:chgData name="Walter Brian Hall" userId="e6e93837-89b2-4a49-b3f7-93654dc8488e" providerId="ADAL" clId="{CCF0262C-4BBF-4A5D-B6D2-2682D11947B4}" dt="2021-05-26T05:54:18.934" v="5101" actId="478"/>
          <ac:spMkLst>
            <pc:docMk/>
            <pc:sldMk cId="3198639524" sldId="271"/>
            <ac:spMk id="3" creationId="{C0FC7021-FB77-4D35-AE1D-A857D1A422CD}"/>
          </ac:spMkLst>
        </pc:spChg>
        <pc:spChg chg="mod">
          <ac:chgData name="Walter Brian Hall" userId="e6e93837-89b2-4a49-b3f7-93654dc8488e" providerId="ADAL" clId="{CCF0262C-4BBF-4A5D-B6D2-2682D11947B4}" dt="2021-05-20T09:06:18.264" v="52" actId="6549"/>
          <ac:spMkLst>
            <pc:docMk/>
            <pc:sldMk cId="3198639524" sldId="271"/>
            <ac:spMk id="4" creationId="{4D96F05C-E8E5-40A0-96E2-70DA59031E10}"/>
          </ac:spMkLst>
        </pc:spChg>
      </pc:sldChg>
      <pc:sldChg chg="del">
        <pc:chgData name="Walter Brian Hall" userId="e6e93837-89b2-4a49-b3f7-93654dc8488e" providerId="ADAL" clId="{CCF0262C-4BBF-4A5D-B6D2-2682D11947B4}" dt="2021-05-20T09:05:16.669" v="4" actId="47"/>
        <pc:sldMkLst>
          <pc:docMk/>
          <pc:sldMk cId="1770842989" sldId="272"/>
        </pc:sldMkLst>
      </pc:sldChg>
      <pc:sldChg chg="addSp delSp modSp new mod">
        <pc:chgData name="Walter Brian Hall" userId="e6e93837-89b2-4a49-b3f7-93654dc8488e" providerId="ADAL" clId="{CCF0262C-4BBF-4A5D-B6D2-2682D11947B4}" dt="2021-05-26T06:17:17.878" v="5245" actId="798"/>
        <pc:sldMkLst>
          <pc:docMk/>
          <pc:sldMk cId="3086428605" sldId="272"/>
        </pc:sldMkLst>
        <pc:spChg chg="mod">
          <ac:chgData name="Walter Brian Hall" userId="e6e93837-89b2-4a49-b3f7-93654dc8488e" providerId="ADAL" clId="{CCF0262C-4BBF-4A5D-B6D2-2682D11947B4}" dt="2021-05-20T09:06:57.901" v="95" actId="20577"/>
          <ac:spMkLst>
            <pc:docMk/>
            <pc:sldMk cId="3086428605" sldId="272"/>
            <ac:spMk id="2" creationId="{A0D45EE8-66D4-4642-95E2-466494C9585A}"/>
          </ac:spMkLst>
        </pc:spChg>
        <pc:spChg chg="del mod">
          <ac:chgData name="Walter Brian Hall" userId="e6e93837-89b2-4a49-b3f7-93654dc8488e" providerId="ADAL" clId="{CCF0262C-4BBF-4A5D-B6D2-2682D11947B4}" dt="2021-05-20T09:31:45.919" v="488" actId="478"/>
          <ac:spMkLst>
            <pc:docMk/>
            <pc:sldMk cId="3086428605" sldId="272"/>
            <ac:spMk id="3" creationId="{177D5863-C048-4CFC-B626-3947B7CEA372}"/>
          </ac:spMkLst>
        </pc:spChg>
        <pc:spChg chg="add mod">
          <ac:chgData name="Walter Brian Hall" userId="e6e93837-89b2-4a49-b3f7-93654dc8488e" providerId="ADAL" clId="{CCF0262C-4BBF-4A5D-B6D2-2682D11947B4}" dt="2021-05-26T06:07:32.336" v="5236" actId="179"/>
          <ac:spMkLst>
            <pc:docMk/>
            <pc:sldMk cId="3086428605" sldId="272"/>
            <ac:spMk id="9" creationId="{0D6186DA-7A02-4309-95FF-51CA7B2966D9}"/>
          </ac:spMkLst>
        </pc:spChg>
        <pc:spChg chg="add del mod">
          <ac:chgData name="Walter Brian Hall" userId="e6e93837-89b2-4a49-b3f7-93654dc8488e" providerId="ADAL" clId="{CCF0262C-4BBF-4A5D-B6D2-2682D11947B4}" dt="2021-05-20T09:31:57.031" v="489" actId="478"/>
          <ac:spMkLst>
            <pc:docMk/>
            <pc:sldMk cId="3086428605" sldId="272"/>
            <ac:spMk id="10" creationId="{DA4AFC05-FD67-4586-8EEE-F8D5CBC46922}"/>
          </ac:spMkLst>
        </pc:spChg>
        <pc:graphicFrameChg chg="add mod modGraphic">
          <ac:chgData name="Walter Brian Hall" userId="e6e93837-89b2-4a49-b3f7-93654dc8488e" providerId="ADAL" clId="{CCF0262C-4BBF-4A5D-B6D2-2682D11947B4}" dt="2021-05-26T06:17:17.878" v="5245" actId="798"/>
          <ac:graphicFrameMkLst>
            <pc:docMk/>
            <pc:sldMk cId="3086428605" sldId="272"/>
            <ac:graphicFrameMk id="7" creationId="{7284F32C-B791-4076-A9A5-80AB6970088A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5:05:50.586" v="4366" actId="20577"/>
          <ac:graphicFrameMkLst>
            <pc:docMk/>
            <pc:sldMk cId="3086428605" sldId="272"/>
            <ac:graphicFrameMk id="8" creationId="{8E3640E5-B705-4E1A-BE2A-B51A6A3890A3}"/>
          </ac:graphicFrameMkLst>
        </pc:graphicFrameChg>
      </pc:sldChg>
      <pc:sldChg chg="del">
        <pc:chgData name="Walter Brian Hall" userId="e6e93837-89b2-4a49-b3f7-93654dc8488e" providerId="ADAL" clId="{CCF0262C-4BBF-4A5D-B6D2-2682D11947B4}" dt="2021-05-20T09:05:17.186" v="5" actId="47"/>
        <pc:sldMkLst>
          <pc:docMk/>
          <pc:sldMk cId="1868719744" sldId="273"/>
        </pc:sldMkLst>
      </pc:sldChg>
      <pc:sldChg chg="delSp modSp new mod">
        <pc:chgData name="Walter Brian Hall" userId="e6e93837-89b2-4a49-b3f7-93654dc8488e" providerId="ADAL" clId="{CCF0262C-4BBF-4A5D-B6D2-2682D11947B4}" dt="2021-05-26T05:54:34.303" v="5102" actId="478"/>
        <pc:sldMkLst>
          <pc:docMk/>
          <pc:sldMk cId="3170984156" sldId="273"/>
        </pc:sldMkLst>
        <pc:spChg chg="mod">
          <ac:chgData name="Walter Brian Hall" userId="e6e93837-89b2-4a49-b3f7-93654dc8488e" providerId="ADAL" clId="{CCF0262C-4BBF-4A5D-B6D2-2682D11947B4}" dt="2021-05-24T10:20:00.999" v="3959" actId="6549"/>
          <ac:spMkLst>
            <pc:docMk/>
            <pc:sldMk cId="3170984156" sldId="273"/>
            <ac:spMk id="2" creationId="{FC744759-4936-4704-B2B8-261631CED600}"/>
          </ac:spMkLst>
        </pc:spChg>
        <pc:spChg chg="del">
          <ac:chgData name="Walter Brian Hall" userId="e6e93837-89b2-4a49-b3f7-93654dc8488e" providerId="ADAL" clId="{CCF0262C-4BBF-4A5D-B6D2-2682D11947B4}" dt="2021-05-26T05:54:34.303" v="5102" actId="478"/>
          <ac:spMkLst>
            <pc:docMk/>
            <pc:sldMk cId="3170984156" sldId="273"/>
            <ac:spMk id="3" creationId="{B28EEA32-0A0F-4F57-B874-B9298FAA07C6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6T06:17:28.566" v="5246" actId="798"/>
        <pc:sldMkLst>
          <pc:docMk/>
          <pc:sldMk cId="2631905745" sldId="274"/>
        </pc:sldMkLst>
        <pc:spChg chg="mod">
          <ac:chgData name="Walter Brian Hall" userId="e6e93837-89b2-4a49-b3f7-93654dc8488e" providerId="ADAL" clId="{CCF0262C-4BBF-4A5D-B6D2-2682D11947B4}" dt="2021-05-20T09:13:49.580" v="249" actId="20577"/>
          <ac:spMkLst>
            <pc:docMk/>
            <pc:sldMk cId="2631905745" sldId="274"/>
            <ac:spMk id="2" creationId="{E37EE26C-3B49-4DDC-9388-887C004A2A80}"/>
          </ac:spMkLst>
        </pc:spChg>
        <pc:spChg chg="del mod">
          <ac:chgData name="Walter Brian Hall" userId="e6e93837-89b2-4a49-b3f7-93654dc8488e" providerId="ADAL" clId="{CCF0262C-4BBF-4A5D-B6D2-2682D11947B4}" dt="2021-05-20T09:32:40.816" v="492" actId="478"/>
          <ac:spMkLst>
            <pc:docMk/>
            <pc:sldMk cId="2631905745" sldId="274"/>
            <ac:spMk id="3" creationId="{A09628D8-B455-44B8-92F5-B5C6605E6BE4}"/>
          </ac:spMkLst>
        </pc:spChg>
        <pc:spChg chg="add del">
          <ac:chgData name="Walter Brian Hall" userId="e6e93837-89b2-4a49-b3f7-93654dc8488e" providerId="ADAL" clId="{CCF0262C-4BBF-4A5D-B6D2-2682D11947B4}" dt="2021-05-24T09:26:05.271" v="2098" actId="22"/>
          <ac:spMkLst>
            <pc:docMk/>
            <pc:sldMk cId="2631905745" sldId="274"/>
            <ac:spMk id="9" creationId="{1EE5E7A9-C395-4902-AD93-C2648F502EBF}"/>
          </ac:spMkLst>
        </pc:spChg>
        <pc:spChg chg="add del mod">
          <ac:chgData name="Walter Brian Hall" userId="e6e93837-89b2-4a49-b3f7-93654dc8488e" providerId="ADAL" clId="{CCF0262C-4BBF-4A5D-B6D2-2682D11947B4}" dt="2021-05-20T09:32:42.148" v="493" actId="478"/>
          <ac:spMkLst>
            <pc:docMk/>
            <pc:sldMk cId="2631905745" sldId="274"/>
            <ac:spMk id="10" creationId="{9026AE78-3F58-402E-AC85-515C1AE9F341}"/>
          </ac:spMkLst>
        </pc:spChg>
        <pc:spChg chg="add mod">
          <ac:chgData name="Walter Brian Hall" userId="e6e93837-89b2-4a49-b3f7-93654dc8488e" providerId="ADAL" clId="{CCF0262C-4BBF-4A5D-B6D2-2682D11947B4}" dt="2021-05-26T06:07:39.153" v="5238" actId="179"/>
          <ac:spMkLst>
            <pc:docMk/>
            <pc:sldMk cId="2631905745" sldId="274"/>
            <ac:spMk id="10" creationId="{9C8603BC-C6E0-4DDD-B354-88646C12CD55}"/>
          </ac:spMkLst>
        </pc:spChg>
        <pc:graphicFrameChg chg="add mod modGraphic">
          <ac:chgData name="Walter Brian Hall" userId="e6e93837-89b2-4a49-b3f7-93654dc8488e" providerId="ADAL" clId="{CCF0262C-4BBF-4A5D-B6D2-2682D11947B4}" dt="2021-05-26T06:17:28.566" v="5246" actId="798"/>
          <ac:graphicFrameMkLst>
            <pc:docMk/>
            <pc:sldMk cId="2631905745" sldId="274"/>
            <ac:graphicFrameMk id="7" creationId="{9EC3C0CE-3648-4CA9-A5E2-C447547419F1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0T09:37:13.622" v="513" actId="14734"/>
          <ac:graphicFrameMkLst>
            <pc:docMk/>
            <pc:sldMk cId="2631905745" sldId="274"/>
            <ac:graphicFrameMk id="8" creationId="{36393A4F-3827-4A8F-9EF6-9A8E0DD6E677}"/>
          </ac:graphicFrameMkLst>
        </pc:graphicFrameChg>
      </pc:sldChg>
      <pc:sldChg chg="addSp modSp add mod">
        <pc:chgData name="Walter Brian Hall" userId="e6e93837-89b2-4a49-b3f7-93654dc8488e" providerId="ADAL" clId="{CCF0262C-4BBF-4A5D-B6D2-2682D11947B4}" dt="2021-05-26T06:17:37.074" v="5249" actId="798"/>
        <pc:sldMkLst>
          <pc:docMk/>
          <pc:sldMk cId="359077660" sldId="275"/>
        </pc:sldMkLst>
        <pc:spChg chg="mod">
          <ac:chgData name="Walter Brian Hall" userId="e6e93837-89b2-4a49-b3f7-93654dc8488e" providerId="ADAL" clId="{CCF0262C-4BBF-4A5D-B6D2-2682D11947B4}" dt="2021-05-20T09:37:47.282" v="518" actId="20577"/>
          <ac:spMkLst>
            <pc:docMk/>
            <pc:sldMk cId="359077660" sldId="275"/>
            <ac:spMk id="2" creationId="{E37EE26C-3B49-4DDC-9388-887C004A2A80}"/>
          </ac:spMkLst>
        </pc:spChg>
        <pc:spChg chg="add mod">
          <ac:chgData name="Walter Brian Hall" userId="e6e93837-89b2-4a49-b3f7-93654dc8488e" providerId="ADAL" clId="{CCF0262C-4BBF-4A5D-B6D2-2682D11947B4}" dt="2021-05-26T06:07:43.984" v="5241" actId="179"/>
          <ac:spMkLst>
            <pc:docMk/>
            <pc:sldMk cId="359077660" sldId="275"/>
            <ac:spMk id="3" creationId="{6A73B1DE-5E53-4537-8CC6-AB5E8265B6E5}"/>
          </ac:spMkLst>
        </pc:spChg>
        <pc:graphicFrameChg chg="mod modGraphic">
          <ac:chgData name="Walter Brian Hall" userId="e6e93837-89b2-4a49-b3f7-93654dc8488e" providerId="ADAL" clId="{CCF0262C-4BBF-4A5D-B6D2-2682D11947B4}" dt="2021-05-26T06:17:37.074" v="5249" actId="798"/>
          <ac:graphicFrameMkLst>
            <pc:docMk/>
            <pc:sldMk cId="359077660" sldId="275"/>
            <ac:graphicFrameMk id="7" creationId="{9EC3C0CE-3648-4CA9-A5E2-C447547419F1}"/>
          </ac:graphicFrameMkLst>
        </pc:graphicFrameChg>
        <pc:graphicFrameChg chg="modGraphic">
          <ac:chgData name="Walter Brian Hall" userId="e6e93837-89b2-4a49-b3f7-93654dc8488e" providerId="ADAL" clId="{CCF0262C-4BBF-4A5D-B6D2-2682D11947B4}" dt="2021-05-20T09:42:40.603" v="541" actId="20577"/>
          <ac:graphicFrameMkLst>
            <pc:docMk/>
            <pc:sldMk cId="359077660" sldId="275"/>
            <ac:graphicFrameMk id="8" creationId="{36393A4F-3827-4A8F-9EF6-9A8E0DD6E677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6T05:56:54.459" v="5185" actId="12"/>
        <pc:sldMkLst>
          <pc:docMk/>
          <pc:sldMk cId="4105866181" sldId="276"/>
        </pc:sldMkLst>
        <pc:spChg chg="mod">
          <ac:chgData name="Walter Brian Hall" userId="e6e93837-89b2-4a49-b3f7-93654dc8488e" providerId="ADAL" clId="{CCF0262C-4BBF-4A5D-B6D2-2682D11947B4}" dt="2021-05-20T09:43:19.189" v="565" actId="20577"/>
          <ac:spMkLst>
            <pc:docMk/>
            <pc:sldMk cId="4105866181" sldId="276"/>
            <ac:spMk id="2" creationId="{F3508F75-F5AB-41A3-8B49-798104783FEC}"/>
          </ac:spMkLst>
        </pc:spChg>
        <pc:spChg chg="mod">
          <ac:chgData name="Walter Brian Hall" userId="e6e93837-89b2-4a49-b3f7-93654dc8488e" providerId="ADAL" clId="{CCF0262C-4BBF-4A5D-B6D2-2682D11947B4}" dt="2021-05-26T05:56:54.459" v="5185" actId="12"/>
          <ac:spMkLst>
            <pc:docMk/>
            <pc:sldMk cId="4105866181" sldId="276"/>
            <ac:spMk id="3" creationId="{4606058E-57AC-466D-9EBF-938777E702B2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6T06:17:47.284" v="5250" actId="798"/>
        <pc:sldMkLst>
          <pc:docMk/>
          <pc:sldMk cId="386202058" sldId="277"/>
        </pc:sldMkLst>
        <pc:spChg chg="mod">
          <ac:chgData name="Walter Brian Hall" userId="e6e93837-89b2-4a49-b3f7-93654dc8488e" providerId="ADAL" clId="{CCF0262C-4BBF-4A5D-B6D2-2682D11947B4}" dt="2021-05-24T07:36:34.747" v="626" actId="20577"/>
          <ac:spMkLst>
            <pc:docMk/>
            <pc:sldMk cId="386202058" sldId="277"/>
            <ac:spMk id="2" creationId="{F589F5C7-14F6-47F7-B3E2-E017CF0499AE}"/>
          </ac:spMkLst>
        </pc:spChg>
        <pc:spChg chg="add del mod">
          <ac:chgData name="Walter Brian Hall" userId="e6e93837-89b2-4a49-b3f7-93654dc8488e" providerId="ADAL" clId="{CCF0262C-4BBF-4A5D-B6D2-2682D11947B4}" dt="2021-05-26T05:22:27.023" v="4559" actId="15"/>
          <ac:spMkLst>
            <pc:docMk/>
            <pc:sldMk cId="386202058" sldId="277"/>
            <ac:spMk id="3" creationId="{7197569E-E29D-4576-BC84-B10F35BDF46E}"/>
          </ac:spMkLst>
        </pc:spChg>
        <pc:graphicFrameChg chg="add del mod">
          <ac:chgData name="Walter Brian Hall" userId="e6e93837-89b2-4a49-b3f7-93654dc8488e" providerId="ADAL" clId="{CCF0262C-4BBF-4A5D-B6D2-2682D11947B4}" dt="2021-05-24T07:38:58.699" v="628"/>
          <ac:graphicFrameMkLst>
            <pc:docMk/>
            <pc:sldMk cId="386202058" sldId="277"/>
            <ac:graphicFrameMk id="7" creationId="{EE557895-3AF9-4B98-8B20-656F09F0D92B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6:17:47.284" v="5250" actId="798"/>
          <ac:graphicFrameMkLst>
            <pc:docMk/>
            <pc:sldMk cId="386202058" sldId="277"/>
            <ac:graphicFrameMk id="8" creationId="{3331EA9D-FFF2-4299-B5A5-02EB479056C6}"/>
          </ac:graphicFrameMkLst>
        </pc:graphicFrameChg>
      </pc:sldChg>
      <pc:sldChg chg="addSp delSp modSp add mod">
        <pc:chgData name="Walter Brian Hall" userId="e6e93837-89b2-4a49-b3f7-93654dc8488e" providerId="ADAL" clId="{CCF0262C-4BBF-4A5D-B6D2-2682D11947B4}" dt="2021-05-26T06:17:57.311" v="5251" actId="798"/>
        <pc:sldMkLst>
          <pc:docMk/>
          <pc:sldMk cId="3244992052" sldId="278"/>
        </pc:sldMkLst>
        <pc:spChg chg="mod">
          <ac:chgData name="Walter Brian Hall" userId="e6e93837-89b2-4a49-b3f7-93654dc8488e" providerId="ADAL" clId="{CCF0262C-4BBF-4A5D-B6D2-2682D11947B4}" dt="2021-05-24T07:45:38.854" v="898" actId="20577"/>
          <ac:spMkLst>
            <pc:docMk/>
            <pc:sldMk cId="3244992052" sldId="278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2:03.979" v="4558"/>
          <ac:spMkLst>
            <pc:docMk/>
            <pc:sldMk cId="3244992052" sldId="278"/>
            <ac:spMk id="3" creationId="{7197569E-E29D-4576-BC84-B10F35BDF46E}"/>
          </ac:spMkLst>
        </pc:spChg>
        <pc:graphicFrameChg chg="add del mod modGraphic">
          <ac:chgData name="Walter Brian Hall" userId="e6e93837-89b2-4a49-b3f7-93654dc8488e" providerId="ADAL" clId="{CCF0262C-4BBF-4A5D-B6D2-2682D11947B4}" dt="2021-05-24T07:53:55.785" v="1080"/>
          <ac:graphicFrameMkLst>
            <pc:docMk/>
            <pc:sldMk cId="3244992052" sldId="278"/>
            <ac:graphicFrameMk id="7" creationId="{5685DB46-11CE-4E0F-A154-AD439A47BF8D}"/>
          </ac:graphicFrameMkLst>
        </pc:graphicFrameChg>
        <pc:graphicFrameChg chg="mod modGraphic">
          <ac:chgData name="Walter Brian Hall" userId="e6e93837-89b2-4a49-b3f7-93654dc8488e" providerId="ADAL" clId="{CCF0262C-4BBF-4A5D-B6D2-2682D11947B4}" dt="2021-05-26T06:17:57.311" v="5251" actId="798"/>
          <ac:graphicFrameMkLst>
            <pc:docMk/>
            <pc:sldMk cId="3244992052" sldId="278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18:05.461" v="5252" actId="798"/>
        <pc:sldMkLst>
          <pc:docMk/>
          <pc:sldMk cId="522364116" sldId="279"/>
        </pc:sldMkLst>
        <pc:spChg chg="mod">
          <ac:chgData name="Walter Brian Hall" userId="e6e93837-89b2-4a49-b3f7-93654dc8488e" providerId="ADAL" clId="{CCF0262C-4BBF-4A5D-B6D2-2682D11947B4}" dt="2021-05-24T08:08:13.433" v="1385" actId="20577"/>
          <ac:spMkLst>
            <pc:docMk/>
            <pc:sldMk cId="522364116" sldId="279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5:09.422" v="4591" actId="6549"/>
          <ac:spMkLst>
            <pc:docMk/>
            <pc:sldMk cId="522364116" sldId="279"/>
            <ac:spMk id="3" creationId="{7197569E-E29D-4576-BC84-B10F35BDF46E}"/>
          </ac:spMkLst>
        </pc:spChg>
        <pc:graphicFrameChg chg="mod modGraphic">
          <ac:chgData name="Walter Brian Hall" userId="e6e93837-89b2-4a49-b3f7-93654dc8488e" providerId="ADAL" clId="{CCF0262C-4BBF-4A5D-B6D2-2682D11947B4}" dt="2021-05-26T06:18:05.461" v="5252" actId="798"/>
          <ac:graphicFrameMkLst>
            <pc:docMk/>
            <pc:sldMk cId="522364116" sldId="279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18:17.751" v="5253" actId="798"/>
        <pc:sldMkLst>
          <pc:docMk/>
          <pc:sldMk cId="3361371248" sldId="280"/>
        </pc:sldMkLst>
        <pc:spChg chg="mod">
          <ac:chgData name="Walter Brian Hall" userId="e6e93837-89b2-4a49-b3f7-93654dc8488e" providerId="ADAL" clId="{CCF0262C-4BBF-4A5D-B6D2-2682D11947B4}" dt="2021-05-24T08:21:03.367" v="1504" actId="20577"/>
          <ac:spMkLst>
            <pc:docMk/>
            <pc:sldMk cId="3361371248" sldId="280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5:24:58.802" v="4587" actId="6549"/>
          <ac:spMkLst>
            <pc:docMk/>
            <pc:sldMk cId="3361371248" sldId="280"/>
            <ac:spMk id="3" creationId="{7197569E-E29D-4576-BC84-B10F35BDF46E}"/>
          </ac:spMkLst>
        </pc:spChg>
        <pc:graphicFrameChg chg="mod modGraphic">
          <ac:chgData name="Walter Brian Hall" userId="e6e93837-89b2-4a49-b3f7-93654dc8488e" providerId="ADAL" clId="{CCF0262C-4BBF-4A5D-B6D2-2682D11947B4}" dt="2021-05-26T06:18:17.751" v="5253" actId="798"/>
          <ac:graphicFrameMkLst>
            <pc:docMk/>
            <pc:sldMk cId="3361371248" sldId="280"/>
            <ac:graphicFrameMk id="8" creationId="{3331EA9D-FFF2-4299-B5A5-02EB479056C6}"/>
          </ac:graphicFrameMkLst>
        </pc:graphicFrameChg>
      </pc:sldChg>
      <pc:sldChg chg="modSp add mod">
        <pc:chgData name="Walter Brian Hall" userId="e6e93837-89b2-4a49-b3f7-93654dc8488e" providerId="ADAL" clId="{CCF0262C-4BBF-4A5D-B6D2-2682D11947B4}" dt="2021-05-26T06:08:00.486" v="5242" actId="20577"/>
        <pc:sldMkLst>
          <pc:docMk/>
          <pc:sldMk cId="2367745354" sldId="281"/>
        </pc:sldMkLst>
        <pc:spChg chg="mod">
          <ac:chgData name="Walter Brian Hall" userId="e6e93837-89b2-4a49-b3f7-93654dc8488e" providerId="ADAL" clId="{CCF0262C-4BBF-4A5D-B6D2-2682D11947B4}" dt="2021-05-24T08:21:38.035" v="1572" actId="20577"/>
          <ac:spMkLst>
            <pc:docMk/>
            <pc:sldMk cId="2367745354" sldId="281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6T06:08:00.486" v="5242" actId="20577"/>
          <ac:spMkLst>
            <pc:docMk/>
            <pc:sldMk cId="2367745354" sldId="281"/>
            <ac:spMk id="3" creationId="{7197569E-E29D-4576-BC84-B10F35BDF46E}"/>
          </ac:spMkLst>
        </pc:spChg>
        <pc:graphicFrameChg chg="modGraphic">
          <ac:chgData name="Walter Brian Hall" userId="e6e93837-89b2-4a49-b3f7-93654dc8488e" providerId="ADAL" clId="{CCF0262C-4BBF-4A5D-B6D2-2682D11947B4}" dt="2021-05-26T04:55:49.106" v="4261" actId="20577"/>
          <ac:graphicFrameMkLst>
            <pc:docMk/>
            <pc:sldMk cId="2367745354" sldId="281"/>
            <ac:graphicFrameMk id="8" creationId="{3331EA9D-FFF2-4299-B5A5-02EB479056C6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4T09:28:27.884" v="2310" actId="20577"/>
        <pc:sldMkLst>
          <pc:docMk/>
          <pc:sldMk cId="481889448" sldId="282"/>
        </pc:sldMkLst>
        <pc:spChg chg="mod">
          <ac:chgData name="Walter Brian Hall" userId="e6e93837-89b2-4a49-b3f7-93654dc8488e" providerId="ADAL" clId="{CCF0262C-4BBF-4A5D-B6D2-2682D11947B4}" dt="2021-05-24T09:28:27.884" v="2310" actId="20577"/>
          <ac:spMkLst>
            <pc:docMk/>
            <pc:sldMk cId="481889448" sldId="282"/>
            <ac:spMk id="2" creationId="{F4B1E4A7-6444-40C3-91CB-CC8F234F0719}"/>
          </ac:spMkLst>
        </pc:spChg>
      </pc:sldChg>
      <pc:sldChg chg="modSp add del mod">
        <pc:chgData name="Walter Brian Hall" userId="e6e93837-89b2-4a49-b3f7-93654dc8488e" providerId="ADAL" clId="{CCF0262C-4BBF-4A5D-B6D2-2682D11947B4}" dt="2021-05-24T09:28:03.176" v="2292" actId="47"/>
        <pc:sldMkLst>
          <pc:docMk/>
          <pc:sldMk cId="2666689689" sldId="282"/>
        </pc:sldMkLst>
        <pc:spChg chg="mod">
          <ac:chgData name="Walter Brian Hall" userId="e6e93837-89b2-4a49-b3f7-93654dc8488e" providerId="ADAL" clId="{CCF0262C-4BBF-4A5D-B6D2-2682D11947B4}" dt="2021-05-24T09:22:14.318" v="1742" actId="20577"/>
          <ac:spMkLst>
            <pc:docMk/>
            <pc:sldMk cId="2666689689" sldId="282"/>
            <ac:spMk id="2" creationId="{F589F5C7-14F6-47F7-B3E2-E017CF0499AE}"/>
          </ac:spMkLst>
        </pc:spChg>
        <pc:spChg chg="mod">
          <ac:chgData name="Walter Brian Hall" userId="e6e93837-89b2-4a49-b3f7-93654dc8488e" providerId="ADAL" clId="{CCF0262C-4BBF-4A5D-B6D2-2682D11947B4}" dt="2021-05-24T09:25:08.270" v="2094" actId="20577"/>
          <ac:spMkLst>
            <pc:docMk/>
            <pc:sldMk cId="2666689689" sldId="282"/>
            <ac:spMk id="3" creationId="{7197569E-E29D-4576-BC84-B10F35BDF46E}"/>
          </ac:spMkLst>
        </pc:spChg>
      </pc:sldChg>
      <pc:sldChg chg="delSp modSp new mod ord">
        <pc:chgData name="Walter Brian Hall" userId="e6e93837-89b2-4a49-b3f7-93654dc8488e" providerId="ADAL" clId="{CCF0262C-4BBF-4A5D-B6D2-2682D11947B4}" dt="2021-05-26T05:55:59.244" v="5135" actId="20577"/>
        <pc:sldMkLst>
          <pc:docMk/>
          <pc:sldMk cId="3535581702" sldId="283"/>
        </pc:sldMkLst>
        <pc:spChg chg="mod">
          <ac:chgData name="Walter Brian Hall" userId="e6e93837-89b2-4a49-b3f7-93654dc8488e" providerId="ADAL" clId="{CCF0262C-4BBF-4A5D-B6D2-2682D11947B4}" dt="2021-05-26T05:55:59.244" v="5135" actId="20577"/>
          <ac:spMkLst>
            <pc:docMk/>
            <pc:sldMk cId="3535581702" sldId="283"/>
            <ac:spMk id="2" creationId="{8797E599-E995-4AB1-A0DD-241D9C5FE191}"/>
          </ac:spMkLst>
        </pc:spChg>
        <pc:spChg chg="del">
          <ac:chgData name="Walter Brian Hall" userId="e6e93837-89b2-4a49-b3f7-93654dc8488e" providerId="ADAL" clId="{CCF0262C-4BBF-4A5D-B6D2-2682D11947B4}" dt="2021-05-26T05:55:52.806" v="5119" actId="478"/>
          <ac:spMkLst>
            <pc:docMk/>
            <pc:sldMk cId="3535581702" sldId="283"/>
            <ac:spMk id="3" creationId="{98175D07-F617-4C15-98BF-32071266C267}"/>
          </ac:spMkLst>
        </pc:spChg>
      </pc:sldChg>
      <pc:sldChg chg="addSp delSp modSp new mod">
        <pc:chgData name="Walter Brian Hall" userId="e6e93837-89b2-4a49-b3f7-93654dc8488e" providerId="ADAL" clId="{CCF0262C-4BBF-4A5D-B6D2-2682D11947B4}" dt="2021-05-24T09:44:44.365" v="2975" actId="20577"/>
        <pc:sldMkLst>
          <pc:docMk/>
          <pc:sldMk cId="1630779370" sldId="284"/>
        </pc:sldMkLst>
        <pc:spChg chg="mod">
          <ac:chgData name="Walter Brian Hall" userId="e6e93837-89b2-4a49-b3f7-93654dc8488e" providerId="ADAL" clId="{CCF0262C-4BBF-4A5D-B6D2-2682D11947B4}" dt="2021-05-24T09:44:44.365" v="2975" actId="20577"/>
          <ac:spMkLst>
            <pc:docMk/>
            <pc:sldMk cId="1630779370" sldId="284"/>
            <ac:spMk id="2" creationId="{691C0004-1A72-4F80-A85E-C98AC0729695}"/>
          </ac:spMkLst>
        </pc:spChg>
        <pc:spChg chg="mod">
          <ac:chgData name="Walter Brian Hall" userId="e6e93837-89b2-4a49-b3f7-93654dc8488e" providerId="ADAL" clId="{CCF0262C-4BBF-4A5D-B6D2-2682D11947B4}" dt="2021-05-24T09:40:20.148" v="2929" actId="20577"/>
          <ac:spMkLst>
            <pc:docMk/>
            <pc:sldMk cId="1630779370" sldId="284"/>
            <ac:spMk id="3" creationId="{392C4744-B9F4-48B0-8CF0-BF6DE9ECFCC5}"/>
          </ac:spMkLst>
        </pc:spChg>
        <pc:spChg chg="add del mod">
          <ac:chgData name="Walter Brian Hall" userId="e6e93837-89b2-4a49-b3f7-93654dc8488e" providerId="ADAL" clId="{CCF0262C-4BBF-4A5D-B6D2-2682D11947B4}" dt="2021-05-24T09:33:28.665" v="2397"/>
          <ac:spMkLst>
            <pc:docMk/>
            <pc:sldMk cId="1630779370" sldId="284"/>
            <ac:spMk id="7" creationId="{3B8641E6-0CEB-4F57-989B-EEC08335CC2F}"/>
          </ac:spMkLst>
        </pc:spChg>
        <pc:graphicFrameChg chg="add del mod modGraphic">
          <ac:chgData name="Walter Brian Hall" userId="e6e93837-89b2-4a49-b3f7-93654dc8488e" providerId="ADAL" clId="{CCF0262C-4BBF-4A5D-B6D2-2682D11947B4}" dt="2021-05-24T09:37:17.802" v="2674" actId="478"/>
          <ac:graphicFrameMkLst>
            <pc:docMk/>
            <pc:sldMk cId="1630779370" sldId="284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4T09:40:28.290" v="2930" actId="1076"/>
          <ac:graphicFrameMkLst>
            <pc:docMk/>
            <pc:sldMk cId="1630779370" sldId="284"/>
            <ac:graphicFrameMk id="9" creationId="{C5A40B74-943D-4ED1-BA5F-E9479E9376C2}"/>
          </ac:graphicFrameMkLst>
        </pc:graphicFrameChg>
      </pc:sldChg>
      <pc:sldChg chg="new del">
        <pc:chgData name="Walter Brian Hall" userId="e6e93837-89b2-4a49-b3f7-93654dc8488e" providerId="ADAL" clId="{CCF0262C-4BBF-4A5D-B6D2-2682D11947B4}" dt="2021-05-24T09:29:25.145" v="2334" actId="2696"/>
        <pc:sldMkLst>
          <pc:docMk/>
          <pc:sldMk cId="2686821284" sldId="284"/>
        </pc:sldMkLst>
      </pc:sldChg>
      <pc:sldChg chg="addSp modSp add mod">
        <pc:chgData name="Walter Brian Hall" userId="e6e93837-89b2-4a49-b3f7-93654dc8488e" providerId="ADAL" clId="{CCF0262C-4BBF-4A5D-B6D2-2682D11947B4}" dt="2021-05-26T06:23:32.630" v="5358" actId="14100"/>
        <pc:sldMkLst>
          <pc:docMk/>
          <pc:sldMk cId="2853818872" sldId="285"/>
        </pc:sldMkLst>
        <pc:spChg chg="mod">
          <ac:chgData name="Walter Brian Hall" userId="e6e93837-89b2-4a49-b3f7-93654dc8488e" providerId="ADAL" clId="{CCF0262C-4BBF-4A5D-B6D2-2682D11947B4}" dt="2021-05-24T09:44:57.313" v="3003" actId="20577"/>
          <ac:spMkLst>
            <pc:docMk/>
            <pc:sldMk cId="2853818872" sldId="285"/>
            <ac:spMk id="2" creationId="{691C0004-1A72-4F80-A85E-C98AC0729695}"/>
          </ac:spMkLst>
        </pc:spChg>
        <pc:spChg chg="mod">
          <ac:chgData name="Walter Brian Hall" userId="e6e93837-89b2-4a49-b3f7-93654dc8488e" providerId="ADAL" clId="{CCF0262C-4BBF-4A5D-B6D2-2682D11947B4}" dt="2021-05-26T06:23:32.630" v="5358" actId="14100"/>
          <ac:spMkLst>
            <pc:docMk/>
            <pc:sldMk cId="2853818872" sldId="285"/>
            <ac:spMk id="3" creationId="{392C4744-B9F4-48B0-8CF0-BF6DE9ECFCC5}"/>
          </ac:spMkLst>
        </pc:spChg>
        <pc:spChg chg="add mod">
          <ac:chgData name="Walter Brian Hall" userId="e6e93837-89b2-4a49-b3f7-93654dc8488e" providerId="ADAL" clId="{CCF0262C-4BBF-4A5D-B6D2-2682D11947B4}" dt="2021-05-26T06:23:23.056" v="5357" actId="20577"/>
          <ac:spMkLst>
            <pc:docMk/>
            <pc:sldMk cId="2853818872" sldId="285"/>
            <ac:spMk id="7" creationId="{9F642005-8BF1-4A11-87BF-41E9F522AA44}"/>
          </ac:spMkLst>
        </pc:spChg>
        <pc:graphicFrameChg chg="mod modGraphic">
          <ac:chgData name="Walter Brian Hall" userId="e6e93837-89b2-4a49-b3f7-93654dc8488e" providerId="ADAL" clId="{CCF0262C-4BBF-4A5D-B6D2-2682D11947B4}" dt="2021-05-26T06:21:01.840" v="5295" actId="20577"/>
          <ac:graphicFrameMkLst>
            <pc:docMk/>
            <pc:sldMk cId="2853818872" sldId="285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6:21:13.897" v="5297" actId="20577"/>
          <ac:graphicFrameMkLst>
            <pc:docMk/>
            <pc:sldMk cId="2853818872" sldId="285"/>
            <ac:graphicFrameMk id="9" creationId="{67A25B18-4190-42BB-BD97-D5976113E429}"/>
          </ac:graphicFrameMkLst>
        </pc:graphicFrameChg>
      </pc:sldChg>
      <pc:sldChg chg="modSp new mod">
        <pc:chgData name="Walter Brian Hall" userId="e6e93837-89b2-4a49-b3f7-93654dc8488e" providerId="ADAL" clId="{CCF0262C-4BBF-4A5D-B6D2-2682D11947B4}" dt="2021-05-26T05:48:48.069" v="5075" actId="20577"/>
        <pc:sldMkLst>
          <pc:docMk/>
          <pc:sldMk cId="1890708447" sldId="286"/>
        </pc:sldMkLst>
        <pc:spChg chg="mod">
          <ac:chgData name="Walter Brian Hall" userId="e6e93837-89b2-4a49-b3f7-93654dc8488e" providerId="ADAL" clId="{CCF0262C-4BBF-4A5D-B6D2-2682D11947B4}" dt="2021-05-24T10:03:56.156" v="3523" actId="6549"/>
          <ac:spMkLst>
            <pc:docMk/>
            <pc:sldMk cId="1890708447" sldId="286"/>
            <ac:spMk id="2" creationId="{5E7A7893-AB5E-4FDF-994C-565DE7726D42}"/>
          </ac:spMkLst>
        </pc:spChg>
        <pc:spChg chg="mod">
          <ac:chgData name="Walter Brian Hall" userId="e6e93837-89b2-4a49-b3f7-93654dc8488e" providerId="ADAL" clId="{CCF0262C-4BBF-4A5D-B6D2-2682D11947B4}" dt="2021-05-26T05:48:48.069" v="5075" actId="20577"/>
          <ac:spMkLst>
            <pc:docMk/>
            <pc:sldMk cId="1890708447" sldId="286"/>
            <ac:spMk id="3" creationId="{F41F4A60-4114-49E2-9A7F-11AFBADC29AB}"/>
          </ac:spMkLst>
        </pc:spChg>
      </pc:sldChg>
      <pc:sldChg chg="addSp delSp modSp add mod ord">
        <pc:chgData name="Walter Brian Hall" userId="e6e93837-89b2-4a49-b3f7-93654dc8488e" providerId="ADAL" clId="{CCF0262C-4BBF-4A5D-B6D2-2682D11947B4}" dt="2021-05-26T05:52:39.725" v="5090" actId="20577"/>
        <pc:sldMkLst>
          <pc:docMk/>
          <pc:sldMk cId="3867878501" sldId="287"/>
        </pc:sldMkLst>
        <pc:spChg chg="mod">
          <ac:chgData name="Walter Brian Hall" userId="e6e93837-89b2-4a49-b3f7-93654dc8488e" providerId="ADAL" clId="{CCF0262C-4BBF-4A5D-B6D2-2682D11947B4}" dt="2021-05-24T10:18:19.481" v="3949" actId="20577"/>
          <ac:spMkLst>
            <pc:docMk/>
            <pc:sldMk cId="3867878501" sldId="287"/>
            <ac:spMk id="2" creationId="{691C0004-1A72-4F80-A85E-C98AC0729695}"/>
          </ac:spMkLst>
        </pc:spChg>
        <pc:spChg chg="del mod">
          <ac:chgData name="Walter Brian Hall" userId="e6e93837-89b2-4a49-b3f7-93654dc8488e" providerId="ADAL" clId="{CCF0262C-4BBF-4A5D-B6D2-2682D11947B4}" dt="2021-05-24T10:14:59.263" v="3831" actId="478"/>
          <ac:spMkLst>
            <pc:docMk/>
            <pc:sldMk cId="3867878501" sldId="287"/>
            <ac:spMk id="3" creationId="{392C4744-B9F4-48B0-8CF0-BF6DE9ECFCC5}"/>
          </ac:spMkLst>
        </pc:spChg>
        <pc:graphicFrameChg chg="mod modGraphic">
          <ac:chgData name="Walter Brian Hall" userId="e6e93837-89b2-4a49-b3f7-93654dc8488e" providerId="ADAL" clId="{CCF0262C-4BBF-4A5D-B6D2-2682D11947B4}" dt="2021-05-26T05:52:39.725" v="5090" actId="20577"/>
          <ac:graphicFrameMkLst>
            <pc:docMk/>
            <pc:sldMk cId="3867878501" sldId="287"/>
            <ac:graphicFrameMk id="8" creationId="{C38178EB-5D65-4527-AA9B-5A32EDC5CCBD}"/>
          </ac:graphicFrameMkLst>
        </pc:graphicFrameChg>
        <pc:graphicFrameChg chg="add mod modGraphic">
          <ac:chgData name="Walter Brian Hall" userId="e6e93837-89b2-4a49-b3f7-93654dc8488e" providerId="ADAL" clId="{CCF0262C-4BBF-4A5D-B6D2-2682D11947B4}" dt="2021-05-26T05:51:51.755" v="5076" actId="122"/>
          <ac:graphicFrameMkLst>
            <pc:docMk/>
            <pc:sldMk cId="3867878501" sldId="287"/>
            <ac:graphicFrameMk id="9" creationId="{F9D78E1F-60BE-4F29-B6C9-1BC3ACA92F5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June 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Open Access Expansion Update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67" y="891158"/>
            <a:ext cx="2368684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545809"/>
            <a:ext cx="10648950" cy="17697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Thank</a:t>
            </a:r>
            <a:r>
              <a:rPr lang="fi-FI" sz="11500" b="1" spc="-100" baseline="0" dirty="0">
                <a:solidFill>
                  <a:srgbClr val="FFFFFF"/>
                </a:solidFill>
                <a:latin typeface="+mj-lt"/>
              </a:rPr>
              <a:t> </a:t>
            </a:r>
            <a:r>
              <a:rPr lang="fi-FI" sz="11500" b="1" spc="-100" baseline="0" dirty="0" err="1">
                <a:solidFill>
                  <a:srgbClr val="FFFFFF"/>
                </a:solidFill>
                <a:latin typeface="+mj-lt"/>
              </a:rPr>
              <a:t>You</a:t>
            </a:r>
            <a:endParaRPr lang="en-US" sz="11500" b="1" spc="-100" baseline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043" y="2004350"/>
            <a:ext cx="10822088" cy="17145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Open Access </a:t>
            </a:r>
            <a:r>
              <a:rPr lang="en-US" dirty="0" smtClean="0"/>
              <a:t>Update</a:t>
            </a:r>
            <a:br>
              <a:rPr lang="en-US" dirty="0" smtClean="0"/>
            </a:br>
            <a:r>
              <a:rPr lang="en-US" sz="3200" dirty="0" smtClean="0"/>
              <a:t>Library Committee Meeting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043" y="5490499"/>
            <a:ext cx="6730165" cy="314325"/>
          </a:xfrm>
        </p:spPr>
        <p:txBody>
          <a:bodyPr/>
          <a:lstStyle/>
          <a:p>
            <a:pPr algn="l"/>
            <a:r>
              <a:rPr lang="fi-FI" dirty="0" smtClean="0"/>
              <a:t>February 2022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OA Publishing History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645035"/>
              </p:ext>
            </p:extLst>
          </p:nvPr>
        </p:nvGraphicFramePr>
        <p:xfrm>
          <a:off x="1362075" y="1866900"/>
          <a:ext cx="9991728" cy="37084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02748">
                  <a:extLst>
                    <a:ext uri="{9D8B030D-6E8A-4147-A177-3AD203B41FA5}">
                      <a16:colId xmlns:a16="http://schemas.microsoft.com/office/drawing/2014/main" val="660820806"/>
                    </a:ext>
                  </a:extLst>
                </a:gridCol>
                <a:gridCol w="2761347">
                  <a:extLst>
                    <a:ext uri="{9D8B030D-6E8A-4147-A177-3AD203B41FA5}">
                      <a16:colId xmlns:a16="http://schemas.microsoft.com/office/drawing/2014/main" val="1176251780"/>
                    </a:ext>
                  </a:extLst>
                </a:gridCol>
                <a:gridCol w="3405729">
                  <a:extLst>
                    <a:ext uri="{9D8B030D-6E8A-4147-A177-3AD203B41FA5}">
                      <a16:colId xmlns:a16="http://schemas.microsoft.com/office/drawing/2014/main" val="3662321510"/>
                    </a:ext>
                  </a:extLst>
                </a:gridCol>
                <a:gridCol w="2521904">
                  <a:extLst>
                    <a:ext uri="{9D8B030D-6E8A-4147-A177-3AD203B41FA5}">
                      <a16:colId xmlns:a16="http://schemas.microsoft.com/office/drawing/2014/main" val="3261437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OA</a:t>
                      </a:r>
                      <a:r>
                        <a:rPr lang="en-US" baseline="0" dirty="0" smtClean="0"/>
                        <a:t> Articles Published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Non-OA Articles</a:t>
                      </a:r>
                      <a:r>
                        <a:rPr lang="en-US" baseline="0" dirty="0" smtClean="0"/>
                        <a:t> Published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OA</a:t>
                      </a:r>
                      <a:r>
                        <a:rPr lang="en-US" baseline="0" dirty="0" smtClean="0"/>
                        <a:t> Percentage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343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44.4%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369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2020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42.9%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0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2019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35.4%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412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30.4%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06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2017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569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27.1%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2016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26.9%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38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28.9%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0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19.1%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8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2013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16.6%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9115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5EE8-66D4-4642-95E2-466494C9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Wiley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A025F-848E-4EA0-A10B-483A9423C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16A3-4364-40C7-B509-BC4FA676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39E0D-AE49-4FEF-A7F0-DB3D9211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84F32C-B791-4076-A9A5-80AB69700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115399"/>
              </p:ext>
            </p:extLst>
          </p:nvPr>
        </p:nvGraphicFramePr>
        <p:xfrm>
          <a:off x="844376" y="1860549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</a:t>
                      </a:r>
                      <a:r>
                        <a:rPr lang="en-US" b="1" dirty="0" smtClean="0"/>
                        <a:t>Articles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460405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821219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E3640E5-B705-4E1A-BE2A-B51A6A389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297119"/>
              </p:ext>
            </p:extLst>
          </p:nvPr>
        </p:nvGraphicFramePr>
        <p:xfrm>
          <a:off x="6084915" y="1860549"/>
          <a:ext cx="5268883" cy="11125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422746">
                  <a:extLst>
                    <a:ext uri="{9D8B030D-6E8A-4147-A177-3AD203B41FA5}">
                      <a16:colId xmlns:a16="http://schemas.microsoft.com/office/drawing/2014/main" val="1216824851"/>
                    </a:ext>
                  </a:extLst>
                </a:gridCol>
                <a:gridCol w="2846137">
                  <a:extLst>
                    <a:ext uri="{9D8B030D-6E8A-4147-A177-3AD203B41FA5}">
                      <a16:colId xmlns:a16="http://schemas.microsoft.com/office/drawing/2014/main" val="394479403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OA Project Articles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6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6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03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42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E26C-3B49-4DDC-9388-887C004A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American Chemical Society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86D31-A312-47D5-9B56-C180B84E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3DF2A-F27E-42E2-ACBD-1AFE6881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D43FF-428F-4CE6-BF48-037AD506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EC3C0CE-3648-4CA9-A5E2-C44754741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152471"/>
              </p:ext>
            </p:extLst>
          </p:nvPr>
        </p:nvGraphicFramePr>
        <p:xfrm>
          <a:off x="940896" y="2558818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</a:t>
                      </a:r>
                      <a:r>
                        <a:rPr lang="en-US" b="1" dirty="0" smtClean="0"/>
                        <a:t>Articles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 smtClean="0"/>
                        <a:t>35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059314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49630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6393A4F-3827-4A8F-9EF6-9A8E0DD6E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300837"/>
              </p:ext>
            </p:extLst>
          </p:nvPr>
        </p:nvGraphicFramePr>
        <p:xfrm>
          <a:off x="6181435" y="2558818"/>
          <a:ext cx="4508731" cy="11125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247670">
                  <a:extLst>
                    <a:ext uri="{9D8B030D-6E8A-4147-A177-3AD203B41FA5}">
                      <a16:colId xmlns:a16="http://schemas.microsoft.com/office/drawing/2014/main" val="1216824851"/>
                    </a:ext>
                  </a:extLst>
                </a:gridCol>
                <a:gridCol w="2261061">
                  <a:extLst>
                    <a:ext uri="{9D8B030D-6E8A-4147-A177-3AD203B41FA5}">
                      <a16:colId xmlns:a16="http://schemas.microsoft.com/office/drawing/2014/main" val="394479403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OA Project Articles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6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6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03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90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E26C-3B49-4DDC-9388-887C004A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86D31-A312-47D5-9B56-C180B84EC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3DF2A-F27E-42E2-ACBD-1AFE6881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D43FF-428F-4CE6-BF48-037AD506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EC3C0CE-3648-4CA9-A5E2-C44754741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763288"/>
              </p:ext>
            </p:extLst>
          </p:nvPr>
        </p:nvGraphicFramePr>
        <p:xfrm>
          <a:off x="940896" y="2558818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Articles*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121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054615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512430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6393A4F-3827-4A8F-9EF6-9A8E0DD6E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898629"/>
              </p:ext>
            </p:extLst>
          </p:nvPr>
        </p:nvGraphicFramePr>
        <p:xfrm>
          <a:off x="6181435" y="2558818"/>
          <a:ext cx="4508731" cy="111252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247670">
                  <a:extLst>
                    <a:ext uri="{9D8B030D-6E8A-4147-A177-3AD203B41FA5}">
                      <a16:colId xmlns:a16="http://schemas.microsoft.com/office/drawing/2014/main" val="1216824851"/>
                    </a:ext>
                  </a:extLst>
                </a:gridCol>
                <a:gridCol w="2261061">
                  <a:extLst>
                    <a:ext uri="{9D8B030D-6E8A-4147-A177-3AD203B41FA5}">
                      <a16:colId xmlns:a16="http://schemas.microsoft.com/office/drawing/2014/main" val="394479403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OA Project Articles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6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66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03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7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7E599-E995-4AB1-A0DD-241D9C5F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Expansion Status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FFD77-D30B-4D31-8F12-0CBE2BDF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B23D2-BA6F-4672-ACBD-60B4DE4A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26D81-EC23-41B1-91D0-ECB35161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8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08F75-F5AB-41A3-8B49-79810478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Expansion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058E-57AC-466D-9EBF-938777E70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Library Contacted</a:t>
            </a:r>
          </a:p>
          <a:p>
            <a:pPr lvl="1"/>
            <a:r>
              <a:rPr lang="en-US" dirty="0"/>
              <a:t>Elsevier</a:t>
            </a:r>
          </a:p>
          <a:p>
            <a:pPr lvl="1"/>
            <a:r>
              <a:rPr lang="en-US" dirty="0"/>
              <a:t>PLOS</a:t>
            </a:r>
          </a:p>
          <a:p>
            <a:pPr lvl="1"/>
            <a:r>
              <a:rPr lang="en-US" dirty="0"/>
              <a:t>MDPI</a:t>
            </a:r>
          </a:p>
          <a:p>
            <a:pPr marL="361950" lvl="1" indent="0">
              <a:buNone/>
            </a:pPr>
            <a:endParaRPr lang="en-US" dirty="0"/>
          </a:p>
          <a:p>
            <a:pPr marL="361950" lvl="1" indent="0">
              <a:buNone/>
            </a:pPr>
            <a:r>
              <a:rPr lang="en-US" dirty="0"/>
              <a:t>(Based on input from faculty and committee approval)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EF92-2DB0-41BE-A589-A0059B781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588EC-3391-4CAE-A850-2BE2986E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0ED3C-00C3-43F1-9436-E39AEC92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5C7-14F6-47F7-B3E2-E017CF04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Elsevier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569E-E29D-4576-BC84-B10F35BDF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4" y="1866900"/>
            <a:ext cx="5387861" cy="4448175"/>
          </a:xfrm>
        </p:spPr>
        <p:txBody>
          <a:bodyPr/>
          <a:lstStyle/>
          <a:p>
            <a:r>
              <a:rPr lang="en-US" b="0" dirty="0"/>
              <a:t>Unwilling to sign agreement with individual institutions in 2020</a:t>
            </a:r>
          </a:p>
          <a:p>
            <a:r>
              <a:rPr lang="en-US" b="0" dirty="0"/>
              <a:t>In 2021, library team presented case for </a:t>
            </a:r>
            <a:r>
              <a:rPr lang="en-US" b="0" dirty="0" smtClean="0"/>
              <a:t>agreement</a:t>
            </a:r>
          </a:p>
          <a:p>
            <a:pPr lvl="1"/>
            <a:r>
              <a:rPr lang="en-US" dirty="0" smtClean="0"/>
              <a:t>Elsevier again declined</a:t>
            </a: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89AD5-8FE3-4FAD-BF26-0169ACFC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CDFE-D9EF-49C4-85A7-C67E7FDA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76E8-4E77-49ED-A4C7-21810380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31EA9D-FFF2-4299-B5A5-02EB47905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454145"/>
              </p:ext>
            </p:extLst>
          </p:nvPr>
        </p:nvGraphicFramePr>
        <p:xfrm>
          <a:off x="6981825" y="1965210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</a:t>
                      </a:r>
                      <a:r>
                        <a:rPr lang="en-US" b="1" dirty="0" smtClean="0"/>
                        <a:t>Articles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244536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630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0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5C7-14F6-47F7-B3E2-E017CF04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MDPI – Multidisciplinary Digital Publishing Institute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569E-E29D-4576-BC84-B10F35BDF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4" y="1866900"/>
            <a:ext cx="5387861" cy="4448175"/>
          </a:xfrm>
        </p:spPr>
        <p:txBody>
          <a:bodyPr/>
          <a:lstStyle/>
          <a:p>
            <a:r>
              <a:rPr lang="en-US" b="0" dirty="0"/>
              <a:t>First choice of Medical School</a:t>
            </a:r>
          </a:p>
          <a:p>
            <a:pPr lvl="1"/>
            <a:r>
              <a:rPr lang="en-US" b="0" dirty="0"/>
              <a:t>Did not respond to our inquiries</a:t>
            </a:r>
          </a:p>
          <a:p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89AD5-8FE3-4FAD-BF26-0169ACFC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CDFE-D9EF-49C4-85A7-C67E7FDA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76E8-4E77-49ED-A4C7-21810380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31EA9D-FFF2-4299-B5A5-02EB47905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3408"/>
              </p:ext>
            </p:extLst>
          </p:nvPr>
        </p:nvGraphicFramePr>
        <p:xfrm>
          <a:off x="6981825" y="1965210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</a:t>
                      </a:r>
                      <a:r>
                        <a:rPr lang="en-US" b="1" dirty="0" smtClean="0"/>
                        <a:t>Articles</a:t>
                      </a:r>
                      <a:endParaRPr lang="en-US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107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876046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1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36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5C7-14F6-47F7-B3E2-E017CF04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PLOS – Public Library of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7569E-E29D-4576-BC84-B10F35BDF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4" y="1866900"/>
            <a:ext cx="5387861" cy="4448175"/>
          </a:xfrm>
        </p:spPr>
        <p:txBody>
          <a:bodyPr/>
          <a:lstStyle/>
          <a:p>
            <a:pPr lvl="1"/>
            <a:r>
              <a:rPr lang="en-US" b="0" dirty="0" smtClean="0"/>
              <a:t>Signed agreement</a:t>
            </a:r>
          </a:p>
          <a:p>
            <a:pPr lvl="2"/>
            <a:r>
              <a:rPr lang="en-US" dirty="0" smtClean="0"/>
              <a:t>Unlimited articles</a:t>
            </a:r>
          </a:p>
          <a:p>
            <a:pPr lvl="2"/>
            <a:r>
              <a:rPr lang="en-US" dirty="0" smtClean="0"/>
              <a:t>Eight Journals</a:t>
            </a:r>
          </a:p>
          <a:p>
            <a:pPr lvl="2"/>
            <a:r>
              <a:rPr lang="en-US" b="0" dirty="0" smtClean="0"/>
              <a:t>Took effect 1 January 2022</a:t>
            </a:r>
            <a:endParaRPr lang="en-US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89AD5-8FE3-4FAD-BF26-0169ACFC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June 2021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CDFE-D9EF-49C4-85A7-C67E7FDA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Open Access Expansion Update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176E8-4E77-49ED-A4C7-21810380B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331EA9D-FFF2-4299-B5A5-02EB479056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837699"/>
              </p:ext>
            </p:extLst>
          </p:nvPr>
        </p:nvGraphicFramePr>
        <p:xfrm>
          <a:off x="6981825" y="1965210"/>
          <a:ext cx="4234700" cy="3903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117350">
                  <a:extLst>
                    <a:ext uri="{9D8B030D-6E8A-4147-A177-3AD203B41FA5}">
                      <a16:colId xmlns:a16="http://schemas.microsoft.com/office/drawing/2014/main" val="1830430815"/>
                    </a:ext>
                  </a:extLst>
                </a:gridCol>
                <a:gridCol w="2117350">
                  <a:extLst>
                    <a:ext uri="{9D8B030D-6E8A-4147-A177-3AD203B41FA5}">
                      <a16:colId xmlns:a16="http://schemas.microsoft.com/office/drawing/2014/main" val="2808961568"/>
                    </a:ext>
                  </a:extLst>
                </a:gridCol>
              </a:tblGrid>
              <a:tr h="48793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All OA Articles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933676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7819632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844315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09435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308253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5827667"/>
                  </a:ext>
                </a:extLst>
              </a:tr>
              <a:tr h="48793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2021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643574"/>
                  </a:ext>
                </a:extLst>
              </a:tr>
              <a:tr h="48793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12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99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June 2021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Open Access Expansion Update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3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28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DB7C5C4121E04A8F506AC4D24C41D9" ma:contentTypeVersion="13" ma:contentTypeDescription="Create a new document." ma:contentTypeScope="" ma:versionID="0fd2037f6c9658953f8a5cb6682514b5">
  <xsd:schema xmlns:xsd="http://www.w3.org/2001/XMLSchema" xmlns:xs="http://www.w3.org/2001/XMLSchema" xmlns:p="http://schemas.microsoft.com/office/2006/metadata/properties" xmlns:ns3="81d9f89d-e066-484d-82b3-e16b44ede40a" xmlns:ns4="e810b99a-13a4-46f1-8c87-a6f5bb942692" targetNamespace="http://schemas.microsoft.com/office/2006/metadata/properties" ma:root="true" ma:fieldsID="10eb2a6ee17c5ebf3cb5eb81bd7e3f58" ns3:_="" ns4:_="">
    <xsd:import namespace="81d9f89d-e066-484d-82b3-e16b44ede40a"/>
    <xsd:import namespace="e810b99a-13a4-46f1-8c87-a6f5bb94269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f89d-e066-484d-82b3-e16b44ede4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10b99a-13a4-46f1-8c87-a6f5bb94269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D50A8C-CA97-4410-A798-5A85CCD8F1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94947A-9025-4F51-BBEA-4AC37BAB50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9f89d-e066-484d-82b3-e16b44ede40a"/>
    <ds:schemaRef ds:uri="e810b99a-13a4-46f1-8c87-a6f5bb9426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510135-11A2-4CE9-AC9A-F9B5F7E81A9F}">
  <ds:schemaRefs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e810b99a-13a4-46f1-8c87-a6f5bb942692"/>
    <ds:schemaRef ds:uri="81d9f89d-e066-484d-82b3-e16b44ede40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823</TotalTime>
  <Words>331</Words>
  <Application>Microsoft Office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KU Theme</vt:lpstr>
      <vt:lpstr>Open Access Update Library Committee Meeting</vt:lpstr>
      <vt:lpstr>OA Publishing History</vt:lpstr>
      <vt:lpstr>Wiley</vt:lpstr>
      <vt:lpstr>American Chemical Society</vt:lpstr>
      <vt:lpstr>IEEE</vt:lpstr>
      <vt:lpstr>Expansion Status</vt:lpstr>
      <vt:lpstr>Initial Expansion Plans</vt:lpstr>
      <vt:lpstr>Elsevier</vt:lpstr>
      <vt:lpstr>MDPI – Multidisciplinary Digital Publishing Institute</vt:lpstr>
      <vt:lpstr>PLOS – Public Library of Science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Walter Brian Hall</cp:lastModifiedBy>
  <cp:revision>23</cp:revision>
  <dcterms:created xsi:type="dcterms:W3CDTF">2018-04-29T10:48:36Z</dcterms:created>
  <dcterms:modified xsi:type="dcterms:W3CDTF">2022-02-09T07:21:00Z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0x010100D4DB7C5C4121E04A8F506AC4D24C41D9</vt:lpwstr>
  </property>
</Properties>
</file>