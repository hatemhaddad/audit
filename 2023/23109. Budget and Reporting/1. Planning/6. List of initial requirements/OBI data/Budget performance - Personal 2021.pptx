
<file path=[Content_Types].xml><?xml version="1.0" encoding="utf-8"?>
<Types xmlns="http://schemas.openxmlformats.org/package/2006/content-types">
  <Default Extension="jpeg" ContentType="image/jpeg"/>
  <Default Extension="gif" ContentType="image/gif"/>
  <Default Extension="png" ContentType="image/png"/>
  <Default Extension="bmp" ContentType="image/x-bmp"/>
  <Default Extension="dib" ContentType="image/x-bmp"/>
  <Default Extension="wmf" ContentType="image/x-wmf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package/2006/relationships/metadata/core-properties" Target="docProps/core.xml"/>
<Relationship Id="rId3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0058400" cy="777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40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2/8/2007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2/8/2007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2/8/2007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2/8/2007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3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4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5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6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7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8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9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10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11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12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13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14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15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16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17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18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19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0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1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2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3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4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5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6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7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8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9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30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31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32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33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extBox 3"/>
          <p:cNvSpPr txBox="1"/>
          <p:nvPr/>
        </p:nvSpPr>
        <p:spPr>
          <a:xfrm>
            <a:off x="381000" y="409067"/>
            <a:ext cx="1942465" cy="2204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rgbClr val="333399"/>
                </a:solidFill>
                <a:latin typeface="fallback"/>
                <a:cs typeface="fallback"/>
              </a:rPr>
              <a:t>Budget performance - Personal</a:t>
            </a:r>
            <a:endParaRPr lang="en-US" dirty="0"/>
          </a:p>
        </p:txBody>
      </p:sp>
      <p:sp>
        <p:nvSpPr>
          <p:cNvPr id="1001" name="Rectangle 4"/>
          <p:cNvSpPr>
            <a:spLocks noChangeArrowheads="1"/>
          </p:cNvSpPr>
          <p:nvPr/>
        </p:nvSpPr>
        <p:spPr bwMode="auto">
          <a:xfrm>
            <a:off x="469900" y="667512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02" name="TextBox 3"/>
          <p:cNvSpPr txBox="1"/>
          <p:nvPr/>
        </p:nvSpPr>
        <p:spPr>
          <a:xfrm>
            <a:off x="419100" y="643470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1003" name="TextBox 3"/>
          <p:cNvSpPr txBox="1"/>
          <p:nvPr/>
        </p:nvSpPr>
        <p:spPr>
          <a:xfrm>
            <a:off x="419100" y="760920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1004" name="Rectangle 4"/>
          <p:cNvSpPr>
            <a:spLocks noChangeArrowheads="1"/>
          </p:cNvSpPr>
          <p:nvPr/>
        </p:nvSpPr>
        <p:spPr bwMode="auto">
          <a:xfrm>
            <a:off x="878255" y="667512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05" name="TextBox 3"/>
          <p:cNvSpPr txBox="1"/>
          <p:nvPr/>
        </p:nvSpPr>
        <p:spPr>
          <a:xfrm>
            <a:off x="827455" y="643470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1006" name="TextBox 3"/>
          <p:cNvSpPr txBox="1"/>
          <p:nvPr/>
        </p:nvSpPr>
        <p:spPr>
          <a:xfrm>
            <a:off x="827455" y="760920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1007" name="TextBox 3"/>
          <p:cNvSpPr txBox="1"/>
          <p:nvPr/>
        </p:nvSpPr>
        <p:spPr>
          <a:xfrm>
            <a:off x="827455" y="878370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008" name="Rectangle 4"/>
          <p:cNvSpPr>
            <a:spLocks noChangeArrowheads="1"/>
          </p:cNvSpPr>
          <p:nvPr/>
        </p:nvSpPr>
        <p:spPr bwMode="auto">
          <a:xfrm>
            <a:off x="1365758" y="667512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09" name="TextBox 3"/>
          <p:cNvSpPr txBox="1"/>
          <p:nvPr/>
        </p:nvSpPr>
        <p:spPr>
          <a:xfrm>
            <a:off x="1314958" y="643470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1010" name="TextBox 3"/>
          <p:cNvSpPr txBox="1"/>
          <p:nvPr/>
        </p:nvSpPr>
        <p:spPr>
          <a:xfrm>
            <a:off x="1314958" y="760920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1011" name="Rectangle 4"/>
          <p:cNvSpPr>
            <a:spLocks noChangeArrowheads="1"/>
          </p:cNvSpPr>
          <p:nvPr/>
        </p:nvSpPr>
        <p:spPr bwMode="auto">
          <a:xfrm>
            <a:off x="2163546" y="667512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12" name="TextBox 3"/>
          <p:cNvSpPr txBox="1"/>
          <p:nvPr/>
        </p:nvSpPr>
        <p:spPr>
          <a:xfrm>
            <a:off x="2112746" y="643470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1013" name="TextBox 3"/>
          <p:cNvSpPr txBox="1"/>
          <p:nvPr/>
        </p:nvSpPr>
        <p:spPr>
          <a:xfrm>
            <a:off x="2112746" y="760920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014" name="Rectangle 4"/>
          <p:cNvSpPr>
            <a:spLocks noChangeArrowheads="1"/>
          </p:cNvSpPr>
          <p:nvPr/>
        </p:nvSpPr>
        <p:spPr bwMode="auto">
          <a:xfrm>
            <a:off x="2622702" y="667512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15" name="TextBox 3"/>
          <p:cNvSpPr txBox="1"/>
          <p:nvPr/>
        </p:nvSpPr>
        <p:spPr>
          <a:xfrm>
            <a:off x="2571902" y="643470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1016" name="Rectangle 4"/>
          <p:cNvSpPr>
            <a:spLocks noChangeArrowheads="1"/>
          </p:cNvSpPr>
          <p:nvPr/>
        </p:nvSpPr>
        <p:spPr bwMode="auto">
          <a:xfrm>
            <a:off x="3680282" y="667512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17" name="TextBox 3"/>
          <p:cNvSpPr txBox="1"/>
          <p:nvPr/>
        </p:nvSpPr>
        <p:spPr>
          <a:xfrm>
            <a:off x="3629482" y="643470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1018" name="Rectangle 4"/>
          <p:cNvSpPr>
            <a:spLocks noChangeArrowheads="1"/>
          </p:cNvSpPr>
          <p:nvPr/>
        </p:nvSpPr>
        <p:spPr bwMode="auto">
          <a:xfrm>
            <a:off x="5918962" y="667512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19" name="TextBox 3"/>
          <p:cNvSpPr txBox="1"/>
          <p:nvPr/>
        </p:nvSpPr>
        <p:spPr>
          <a:xfrm>
            <a:off x="5868162" y="643470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1020" name="TextBox 3"/>
          <p:cNvSpPr txBox="1"/>
          <p:nvPr/>
        </p:nvSpPr>
        <p:spPr>
          <a:xfrm>
            <a:off x="5868162" y="760920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021" name="Rectangle 4"/>
          <p:cNvSpPr>
            <a:spLocks noChangeArrowheads="1"/>
          </p:cNvSpPr>
          <p:nvPr/>
        </p:nvSpPr>
        <p:spPr bwMode="auto">
          <a:xfrm>
            <a:off x="6566408" y="667512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22" name="TextBox 3"/>
          <p:cNvSpPr txBox="1"/>
          <p:nvPr/>
        </p:nvSpPr>
        <p:spPr>
          <a:xfrm>
            <a:off x="6515607" y="643470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1023" name="TextBox 3"/>
          <p:cNvSpPr txBox="1"/>
          <p:nvPr/>
        </p:nvSpPr>
        <p:spPr>
          <a:xfrm>
            <a:off x="6515607" y="760920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024" name="Rectangle 4"/>
          <p:cNvSpPr>
            <a:spLocks noChangeArrowheads="1"/>
          </p:cNvSpPr>
          <p:nvPr/>
        </p:nvSpPr>
        <p:spPr bwMode="auto">
          <a:xfrm>
            <a:off x="7213854" y="667512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25" name="TextBox 3"/>
          <p:cNvSpPr txBox="1"/>
          <p:nvPr/>
        </p:nvSpPr>
        <p:spPr>
          <a:xfrm>
            <a:off x="7163054" y="643470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1026" name="TextBox 3"/>
          <p:cNvSpPr txBox="1"/>
          <p:nvPr/>
        </p:nvSpPr>
        <p:spPr>
          <a:xfrm>
            <a:off x="7163054" y="760920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7861300" y="667512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28" name="TextBox 3"/>
          <p:cNvSpPr txBox="1"/>
          <p:nvPr/>
        </p:nvSpPr>
        <p:spPr>
          <a:xfrm>
            <a:off x="7810500" y="643470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1029" name="Rectangle 4"/>
          <p:cNvSpPr>
            <a:spLocks noChangeArrowheads="1"/>
          </p:cNvSpPr>
          <p:nvPr/>
        </p:nvSpPr>
        <p:spPr bwMode="auto">
          <a:xfrm>
            <a:off x="8094497" y="667512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30" name="TextBox 3"/>
          <p:cNvSpPr txBox="1"/>
          <p:nvPr/>
        </p:nvSpPr>
        <p:spPr>
          <a:xfrm>
            <a:off x="8043697" y="643470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1031" name="Rectangle 4"/>
          <p:cNvSpPr>
            <a:spLocks noChangeArrowheads="1"/>
          </p:cNvSpPr>
          <p:nvPr/>
        </p:nvSpPr>
        <p:spPr bwMode="auto">
          <a:xfrm>
            <a:off x="8333384" y="667512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32" name="TextBox 3"/>
          <p:cNvSpPr txBox="1"/>
          <p:nvPr/>
        </p:nvSpPr>
        <p:spPr>
          <a:xfrm>
            <a:off x="8282584" y="643470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1033" name="TextBox 3"/>
          <p:cNvSpPr txBox="1"/>
          <p:nvPr/>
        </p:nvSpPr>
        <p:spPr>
          <a:xfrm>
            <a:off x="8282584" y="760920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1034" name="Rectangle 4"/>
          <p:cNvSpPr>
            <a:spLocks noChangeArrowheads="1"/>
          </p:cNvSpPr>
          <p:nvPr/>
        </p:nvSpPr>
        <p:spPr bwMode="auto">
          <a:xfrm>
            <a:off x="469900" y="1067485"/>
            <a:ext cx="408355" cy="614248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5" name="TextBox 3"/>
          <p:cNvSpPr txBox="1"/>
          <p:nvPr/>
        </p:nvSpPr>
        <p:spPr>
          <a:xfrm>
            <a:off x="422275" y="1041857"/>
            <a:ext cx="47701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</a:t>
            </a:r>
            <a:endParaRPr lang="en-US" dirty="0"/>
          </a:p>
        </p:txBody>
      </p:sp>
      <p:sp>
        <p:nvSpPr>
          <p:cNvPr id="1036" name="TextBox 3"/>
          <p:cNvSpPr txBox="1"/>
          <p:nvPr/>
        </p:nvSpPr>
        <p:spPr>
          <a:xfrm>
            <a:off x="422275" y="1159306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1037" name="Rectangle 4"/>
          <p:cNvSpPr>
            <a:spLocks noChangeArrowheads="1"/>
          </p:cNvSpPr>
          <p:nvPr/>
        </p:nvSpPr>
        <p:spPr bwMode="auto">
          <a:xfrm>
            <a:off x="878255" y="1067485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8" name="TextBox 3"/>
          <p:cNvSpPr txBox="1"/>
          <p:nvPr/>
        </p:nvSpPr>
        <p:spPr>
          <a:xfrm>
            <a:off x="827455" y="103868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8470110</a:t>
            </a:r>
            <a:endParaRPr lang="en-US" dirty="0"/>
          </a:p>
        </p:txBody>
      </p:sp>
      <p:sp>
        <p:nvSpPr>
          <p:cNvPr id="1039" name="Rectangle 4"/>
          <p:cNvSpPr>
            <a:spLocks noChangeArrowheads="1"/>
          </p:cNvSpPr>
          <p:nvPr/>
        </p:nvSpPr>
        <p:spPr bwMode="auto">
          <a:xfrm>
            <a:off x="1365758" y="1067485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0" name="TextBox 3"/>
          <p:cNvSpPr txBox="1"/>
          <p:nvPr/>
        </p:nvSpPr>
        <p:spPr>
          <a:xfrm>
            <a:off x="1314958" y="1038682"/>
            <a:ext cx="8327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Office </a:t>
            </a:r>
            <a:endParaRPr lang="en-US" dirty="0"/>
          </a:p>
        </p:txBody>
      </p:sp>
      <p:sp>
        <p:nvSpPr>
          <p:cNvPr id="1041" name="TextBox 3"/>
          <p:cNvSpPr txBox="1"/>
          <p:nvPr/>
        </p:nvSpPr>
        <p:spPr>
          <a:xfrm>
            <a:off x="1314958" y="1156131"/>
            <a:ext cx="8894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the President</a:t>
            </a:r>
            <a:endParaRPr lang="en-US" dirty="0"/>
          </a:p>
        </p:txBody>
      </p:sp>
      <p:sp>
        <p:nvSpPr>
          <p:cNvPr id="1042" name="Rectangle 4"/>
          <p:cNvSpPr>
            <a:spLocks noChangeArrowheads="1"/>
          </p:cNvSpPr>
          <p:nvPr/>
        </p:nvSpPr>
        <p:spPr bwMode="auto">
          <a:xfrm>
            <a:off x="2163546" y="1067485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3" name="TextBox 3"/>
          <p:cNvSpPr txBox="1"/>
          <p:nvPr/>
        </p:nvSpPr>
        <p:spPr>
          <a:xfrm>
            <a:off x="2112746" y="103868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1044" name="Rectangle 4"/>
          <p:cNvSpPr>
            <a:spLocks noChangeArrowheads="1"/>
          </p:cNvSpPr>
          <p:nvPr/>
        </p:nvSpPr>
        <p:spPr bwMode="auto">
          <a:xfrm>
            <a:off x="2622702" y="1067485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5" name="TextBox 3"/>
          <p:cNvSpPr txBox="1"/>
          <p:nvPr/>
        </p:nvSpPr>
        <p:spPr>
          <a:xfrm>
            <a:off x="2571902" y="1038682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1046" name="TextBox 3"/>
          <p:cNvSpPr txBox="1"/>
          <p:nvPr/>
        </p:nvSpPr>
        <p:spPr>
          <a:xfrm>
            <a:off x="2571902" y="1156131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1047" name="Rectangle 4"/>
          <p:cNvSpPr>
            <a:spLocks noChangeArrowheads="1"/>
          </p:cNvSpPr>
          <p:nvPr/>
        </p:nvSpPr>
        <p:spPr bwMode="auto">
          <a:xfrm>
            <a:off x="3680282" y="1067485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8" name="TextBox 3"/>
          <p:cNvSpPr txBox="1"/>
          <p:nvPr/>
        </p:nvSpPr>
        <p:spPr>
          <a:xfrm>
            <a:off x="3629482" y="103868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847.8470110.1.412121.000000.847001.100178</a:t>
            </a:r>
            <a:endParaRPr lang="en-US" dirty="0"/>
          </a:p>
        </p:txBody>
      </p:sp>
      <p:sp>
        <p:nvSpPr>
          <p:cNvPr id="1049" name="Rectangle 4"/>
          <p:cNvSpPr>
            <a:spLocks noChangeArrowheads="1"/>
          </p:cNvSpPr>
          <p:nvPr/>
        </p:nvSpPr>
        <p:spPr bwMode="auto">
          <a:xfrm>
            <a:off x="5918962" y="106748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0" name="TextBox 3"/>
          <p:cNvSpPr txBox="1"/>
          <p:nvPr/>
        </p:nvSpPr>
        <p:spPr>
          <a:xfrm>
            <a:off x="5987491" y="103868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2,640,332</a:t>
            </a:r>
            <a:endParaRPr lang="en-US" dirty="0"/>
          </a:p>
        </p:txBody>
      </p:sp>
      <p:sp>
        <p:nvSpPr>
          <p:cNvPr id="1051" name="Rectangle 4"/>
          <p:cNvSpPr>
            <a:spLocks noChangeArrowheads="1"/>
          </p:cNvSpPr>
          <p:nvPr/>
        </p:nvSpPr>
        <p:spPr bwMode="auto">
          <a:xfrm>
            <a:off x="6566408" y="106748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2" name="TextBox 3"/>
          <p:cNvSpPr txBox="1"/>
          <p:nvPr/>
        </p:nvSpPr>
        <p:spPr>
          <a:xfrm>
            <a:off x="6634937" y="103868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2,196,742</a:t>
            </a:r>
            <a:endParaRPr lang="en-US" dirty="0"/>
          </a:p>
        </p:txBody>
      </p:sp>
      <p:sp>
        <p:nvSpPr>
          <p:cNvPr id="1053" name="Rectangle 4"/>
          <p:cNvSpPr>
            <a:spLocks noChangeArrowheads="1"/>
          </p:cNvSpPr>
          <p:nvPr/>
        </p:nvSpPr>
        <p:spPr bwMode="auto">
          <a:xfrm>
            <a:off x="7213854" y="106748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4" name="TextBox 3"/>
          <p:cNvSpPr txBox="1"/>
          <p:nvPr/>
        </p:nvSpPr>
        <p:spPr>
          <a:xfrm>
            <a:off x="7282383" y="103868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2,196,741</a:t>
            </a:r>
            <a:endParaRPr lang="en-US" dirty="0"/>
          </a:p>
        </p:txBody>
      </p:sp>
      <p:sp>
        <p:nvSpPr>
          <p:cNvPr id="1055" name="Rectangle 4"/>
          <p:cNvSpPr>
            <a:spLocks noChangeArrowheads="1"/>
          </p:cNvSpPr>
          <p:nvPr/>
        </p:nvSpPr>
        <p:spPr bwMode="auto">
          <a:xfrm>
            <a:off x="7861300" y="1067485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6" name="Rectangle 4"/>
          <p:cNvSpPr>
            <a:spLocks noChangeArrowheads="1"/>
          </p:cNvSpPr>
          <p:nvPr/>
        </p:nvSpPr>
        <p:spPr bwMode="auto">
          <a:xfrm>
            <a:off x="8094497" y="1067485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7" name="Rectangle 4"/>
          <p:cNvSpPr>
            <a:spLocks noChangeArrowheads="1"/>
          </p:cNvSpPr>
          <p:nvPr/>
        </p:nvSpPr>
        <p:spPr bwMode="auto">
          <a:xfrm>
            <a:off x="8333384" y="1067485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8" name="TextBox 3"/>
          <p:cNvSpPr txBox="1"/>
          <p:nvPr/>
        </p:nvSpPr>
        <p:spPr>
          <a:xfrm>
            <a:off x="8650986" y="103868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059" name="Rectangle 4"/>
          <p:cNvSpPr>
            <a:spLocks noChangeArrowheads="1"/>
          </p:cNvSpPr>
          <p:nvPr/>
        </p:nvSpPr>
        <p:spPr bwMode="auto">
          <a:xfrm>
            <a:off x="878255" y="1345247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0" name="TextBox 3"/>
          <p:cNvSpPr txBox="1"/>
          <p:nvPr/>
        </p:nvSpPr>
        <p:spPr>
          <a:xfrm>
            <a:off x="827455" y="131644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8470110</a:t>
            </a:r>
            <a:endParaRPr lang="en-US" dirty="0"/>
          </a:p>
        </p:txBody>
      </p:sp>
      <p:sp>
        <p:nvSpPr>
          <p:cNvPr id="1061" name="Rectangle 4"/>
          <p:cNvSpPr>
            <a:spLocks noChangeArrowheads="1"/>
          </p:cNvSpPr>
          <p:nvPr/>
        </p:nvSpPr>
        <p:spPr bwMode="auto">
          <a:xfrm>
            <a:off x="1365758" y="1345247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2" name="TextBox 3"/>
          <p:cNvSpPr txBox="1"/>
          <p:nvPr/>
        </p:nvSpPr>
        <p:spPr>
          <a:xfrm>
            <a:off x="1314958" y="1316443"/>
            <a:ext cx="8327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Office </a:t>
            </a:r>
            <a:endParaRPr lang="en-US" dirty="0"/>
          </a:p>
        </p:txBody>
      </p:sp>
      <p:sp>
        <p:nvSpPr>
          <p:cNvPr id="1063" name="TextBox 3"/>
          <p:cNvSpPr txBox="1"/>
          <p:nvPr/>
        </p:nvSpPr>
        <p:spPr>
          <a:xfrm>
            <a:off x="1314958" y="1433893"/>
            <a:ext cx="8894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the President</a:t>
            </a:r>
            <a:endParaRPr lang="en-US" dirty="0"/>
          </a:p>
        </p:txBody>
      </p:sp>
      <p:sp>
        <p:nvSpPr>
          <p:cNvPr id="1064" name="Rectangle 4"/>
          <p:cNvSpPr>
            <a:spLocks noChangeArrowheads="1"/>
          </p:cNvSpPr>
          <p:nvPr/>
        </p:nvSpPr>
        <p:spPr bwMode="auto">
          <a:xfrm>
            <a:off x="2163546" y="1345247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5" name="TextBox 3"/>
          <p:cNvSpPr txBox="1"/>
          <p:nvPr/>
        </p:nvSpPr>
        <p:spPr>
          <a:xfrm>
            <a:off x="2112746" y="131644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412123</a:t>
            </a:r>
            <a:endParaRPr lang="en-US" dirty="0"/>
          </a:p>
        </p:txBody>
      </p:sp>
      <p:sp>
        <p:nvSpPr>
          <p:cNvPr id="1066" name="Rectangle 4"/>
          <p:cNvSpPr>
            <a:spLocks noChangeArrowheads="1"/>
          </p:cNvSpPr>
          <p:nvPr/>
        </p:nvSpPr>
        <p:spPr bwMode="auto">
          <a:xfrm>
            <a:off x="2622702" y="1345247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7" name="TextBox 3"/>
          <p:cNvSpPr txBox="1"/>
          <p:nvPr/>
        </p:nvSpPr>
        <p:spPr>
          <a:xfrm>
            <a:off x="2571902" y="1316443"/>
            <a:ext cx="11320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Nationality allowance</a:t>
            </a:r>
            <a:endParaRPr lang="en-US" dirty="0"/>
          </a:p>
        </p:txBody>
      </p:sp>
      <p:sp>
        <p:nvSpPr>
          <p:cNvPr id="1068" name="TextBox 3"/>
          <p:cNvSpPr txBox="1"/>
          <p:nvPr/>
        </p:nvSpPr>
        <p:spPr>
          <a:xfrm>
            <a:off x="2571902" y="1433893"/>
            <a:ext cx="10021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- Regular situation</a:t>
            </a:r>
            <a:endParaRPr lang="en-US" dirty="0"/>
          </a:p>
        </p:txBody>
      </p:sp>
      <p:sp>
        <p:nvSpPr>
          <p:cNvPr id="1069" name="Rectangle 4"/>
          <p:cNvSpPr>
            <a:spLocks noChangeArrowheads="1"/>
          </p:cNvSpPr>
          <p:nvPr/>
        </p:nvSpPr>
        <p:spPr bwMode="auto">
          <a:xfrm>
            <a:off x="3680282" y="1345247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0" name="TextBox 3"/>
          <p:cNvSpPr txBox="1"/>
          <p:nvPr/>
        </p:nvSpPr>
        <p:spPr>
          <a:xfrm>
            <a:off x="3629482" y="131644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847.8470110.1.412123.000000.847001.100178</a:t>
            </a:r>
            <a:endParaRPr lang="en-US" dirty="0"/>
          </a:p>
        </p:txBody>
      </p:sp>
      <p:sp>
        <p:nvSpPr>
          <p:cNvPr id="1071" name="Rectangle 4"/>
          <p:cNvSpPr>
            <a:spLocks noChangeArrowheads="1"/>
          </p:cNvSpPr>
          <p:nvPr/>
        </p:nvSpPr>
        <p:spPr bwMode="auto">
          <a:xfrm>
            <a:off x="5918962" y="134524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2" name="TextBox 3"/>
          <p:cNvSpPr txBox="1"/>
          <p:nvPr/>
        </p:nvSpPr>
        <p:spPr>
          <a:xfrm>
            <a:off x="6128715" y="131644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26,400</a:t>
            </a:r>
            <a:endParaRPr lang="en-US" dirty="0"/>
          </a:p>
        </p:txBody>
      </p:sp>
      <p:sp>
        <p:nvSpPr>
          <p:cNvPr id="1073" name="Rectangle 4"/>
          <p:cNvSpPr>
            <a:spLocks noChangeArrowheads="1"/>
          </p:cNvSpPr>
          <p:nvPr/>
        </p:nvSpPr>
        <p:spPr bwMode="auto">
          <a:xfrm>
            <a:off x="6566408" y="134524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4" name="TextBox 3"/>
          <p:cNvSpPr txBox="1"/>
          <p:nvPr/>
        </p:nvSpPr>
        <p:spPr>
          <a:xfrm>
            <a:off x="6776161" y="131644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20,801</a:t>
            </a:r>
            <a:endParaRPr lang="en-US" dirty="0"/>
          </a:p>
        </p:txBody>
      </p:sp>
      <p:sp>
        <p:nvSpPr>
          <p:cNvPr id="1075" name="Rectangle 4"/>
          <p:cNvSpPr>
            <a:spLocks noChangeArrowheads="1"/>
          </p:cNvSpPr>
          <p:nvPr/>
        </p:nvSpPr>
        <p:spPr bwMode="auto">
          <a:xfrm>
            <a:off x="7213854" y="134524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6" name="TextBox 3"/>
          <p:cNvSpPr txBox="1"/>
          <p:nvPr/>
        </p:nvSpPr>
        <p:spPr>
          <a:xfrm>
            <a:off x="7423607" y="131644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20,800</a:t>
            </a:r>
            <a:endParaRPr lang="en-US" dirty="0"/>
          </a:p>
        </p:txBody>
      </p:sp>
      <p:sp>
        <p:nvSpPr>
          <p:cNvPr id="1077" name="Rectangle 4"/>
          <p:cNvSpPr>
            <a:spLocks noChangeArrowheads="1"/>
          </p:cNvSpPr>
          <p:nvPr/>
        </p:nvSpPr>
        <p:spPr bwMode="auto">
          <a:xfrm>
            <a:off x="7861300" y="1345247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8" name="Rectangle 4"/>
          <p:cNvSpPr>
            <a:spLocks noChangeArrowheads="1"/>
          </p:cNvSpPr>
          <p:nvPr/>
        </p:nvSpPr>
        <p:spPr bwMode="auto">
          <a:xfrm>
            <a:off x="8094497" y="1345247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9" name="Rectangle 4"/>
          <p:cNvSpPr>
            <a:spLocks noChangeArrowheads="1"/>
          </p:cNvSpPr>
          <p:nvPr/>
        </p:nvSpPr>
        <p:spPr bwMode="auto">
          <a:xfrm>
            <a:off x="8333384" y="1345247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0" name="TextBox 3"/>
          <p:cNvSpPr txBox="1"/>
          <p:nvPr/>
        </p:nvSpPr>
        <p:spPr>
          <a:xfrm>
            <a:off x="8650986" y="131644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081" name="Rectangle 4"/>
          <p:cNvSpPr>
            <a:spLocks noChangeArrowheads="1"/>
          </p:cNvSpPr>
          <p:nvPr/>
        </p:nvSpPr>
        <p:spPr bwMode="auto">
          <a:xfrm>
            <a:off x="878255" y="162300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2" name="TextBox 3"/>
          <p:cNvSpPr txBox="1"/>
          <p:nvPr/>
        </p:nvSpPr>
        <p:spPr>
          <a:xfrm>
            <a:off x="827455" y="159420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8470110</a:t>
            </a:r>
            <a:endParaRPr lang="en-US" dirty="0"/>
          </a:p>
        </p:txBody>
      </p:sp>
      <p:sp>
        <p:nvSpPr>
          <p:cNvPr id="1083" name="Rectangle 4"/>
          <p:cNvSpPr>
            <a:spLocks noChangeArrowheads="1"/>
          </p:cNvSpPr>
          <p:nvPr/>
        </p:nvSpPr>
        <p:spPr bwMode="auto">
          <a:xfrm>
            <a:off x="1365758" y="162300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4" name="TextBox 3"/>
          <p:cNvSpPr txBox="1"/>
          <p:nvPr/>
        </p:nvSpPr>
        <p:spPr>
          <a:xfrm>
            <a:off x="1314958" y="1594205"/>
            <a:ext cx="8327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Office </a:t>
            </a:r>
            <a:endParaRPr lang="en-US" dirty="0"/>
          </a:p>
        </p:txBody>
      </p:sp>
      <p:sp>
        <p:nvSpPr>
          <p:cNvPr id="1085" name="TextBox 3"/>
          <p:cNvSpPr txBox="1"/>
          <p:nvPr/>
        </p:nvSpPr>
        <p:spPr>
          <a:xfrm>
            <a:off x="1314958" y="1711655"/>
            <a:ext cx="8894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the President</a:t>
            </a:r>
            <a:endParaRPr lang="en-US" dirty="0"/>
          </a:p>
        </p:txBody>
      </p:sp>
      <p:sp>
        <p:nvSpPr>
          <p:cNvPr id="1086" name="Rectangle 4"/>
          <p:cNvSpPr>
            <a:spLocks noChangeArrowheads="1"/>
          </p:cNvSpPr>
          <p:nvPr/>
        </p:nvSpPr>
        <p:spPr bwMode="auto">
          <a:xfrm>
            <a:off x="2163546" y="162300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7" name="TextBox 3"/>
          <p:cNvSpPr txBox="1"/>
          <p:nvPr/>
        </p:nvSpPr>
        <p:spPr>
          <a:xfrm>
            <a:off x="2112746" y="159420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1088" name="Rectangle 4"/>
          <p:cNvSpPr>
            <a:spLocks noChangeArrowheads="1"/>
          </p:cNvSpPr>
          <p:nvPr/>
        </p:nvSpPr>
        <p:spPr bwMode="auto">
          <a:xfrm>
            <a:off x="2622702" y="162300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9" name="TextBox 3"/>
          <p:cNvSpPr txBox="1"/>
          <p:nvPr/>
        </p:nvSpPr>
        <p:spPr>
          <a:xfrm>
            <a:off x="2571902" y="1594205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1090" name="TextBox 3"/>
          <p:cNvSpPr txBox="1"/>
          <p:nvPr/>
        </p:nvSpPr>
        <p:spPr>
          <a:xfrm>
            <a:off x="2571902" y="1711655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1091" name="TextBox 3"/>
          <p:cNvSpPr txBox="1"/>
          <p:nvPr/>
        </p:nvSpPr>
        <p:spPr>
          <a:xfrm>
            <a:off x="2571902" y="1829105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1092" name="Rectangle 4"/>
          <p:cNvSpPr>
            <a:spLocks noChangeArrowheads="1"/>
          </p:cNvSpPr>
          <p:nvPr/>
        </p:nvSpPr>
        <p:spPr bwMode="auto">
          <a:xfrm>
            <a:off x="3680282" y="162300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3" name="TextBox 3"/>
          <p:cNvSpPr txBox="1"/>
          <p:nvPr/>
        </p:nvSpPr>
        <p:spPr>
          <a:xfrm>
            <a:off x="3629482" y="159420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847.8470110.1.412125.000000.847001.100178</a:t>
            </a:r>
            <a:endParaRPr lang="en-US" dirty="0"/>
          </a:p>
        </p:txBody>
      </p:sp>
      <p:sp>
        <p:nvSpPr>
          <p:cNvPr id="1094" name="Rectangle 4"/>
          <p:cNvSpPr>
            <a:spLocks noChangeArrowheads="1"/>
          </p:cNvSpPr>
          <p:nvPr/>
        </p:nvSpPr>
        <p:spPr bwMode="auto">
          <a:xfrm>
            <a:off x="5918962" y="162300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5" name="TextBox 3"/>
          <p:cNvSpPr txBox="1"/>
          <p:nvPr/>
        </p:nvSpPr>
        <p:spPr>
          <a:xfrm>
            <a:off x="5987491" y="15942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1,323,904</a:t>
            </a:r>
            <a:endParaRPr lang="en-US" dirty="0"/>
          </a:p>
        </p:txBody>
      </p:sp>
      <p:sp>
        <p:nvSpPr>
          <p:cNvPr id="1096" name="Rectangle 4"/>
          <p:cNvSpPr>
            <a:spLocks noChangeArrowheads="1"/>
          </p:cNvSpPr>
          <p:nvPr/>
        </p:nvSpPr>
        <p:spPr bwMode="auto">
          <a:xfrm>
            <a:off x="6566408" y="162300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7" name="TextBox 3"/>
          <p:cNvSpPr txBox="1"/>
          <p:nvPr/>
        </p:nvSpPr>
        <p:spPr>
          <a:xfrm>
            <a:off x="6634937" y="15942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1,430,664</a:t>
            </a:r>
            <a:endParaRPr lang="en-US" dirty="0"/>
          </a:p>
        </p:txBody>
      </p:sp>
      <p:sp>
        <p:nvSpPr>
          <p:cNvPr id="1098" name="Rectangle 4"/>
          <p:cNvSpPr>
            <a:spLocks noChangeArrowheads="1"/>
          </p:cNvSpPr>
          <p:nvPr/>
        </p:nvSpPr>
        <p:spPr bwMode="auto">
          <a:xfrm>
            <a:off x="7213854" y="162300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9" name="TextBox 3"/>
          <p:cNvSpPr txBox="1"/>
          <p:nvPr/>
        </p:nvSpPr>
        <p:spPr>
          <a:xfrm>
            <a:off x="7282383" y="15942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1,430,656</a:t>
            </a:r>
            <a:endParaRPr lang="en-US" dirty="0"/>
          </a:p>
        </p:txBody>
      </p:sp>
      <p:sp>
        <p:nvSpPr>
          <p:cNvPr id="1100" name="Rectangle 4"/>
          <p:cNvSpPr>
            <a:spLocks noChangeArrowheads="1"/>
          </p:cNvSpPr>
          <p:nvPr/>
        </p:nvSpPr>
        <p:spPr bwMode="auto">
          <a:xfrm>
            <a:off x="7861300" y="162300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1" name="Rectangle 4"/>
          <p:cNvSpPr>
            <a:spLocks noChangeArrowheads="1"/>
          </p:cNvSpPr>
          <p:nvPr/>
        </p:nvSpPr>
        <p:spPr bwMode="auto">
          <a:xfrm>
            <a:off x="8094497" y="162300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2" name="Rectangle 4"/>
          <p:cNvSpPr>
            <a:spLocks noChangeArrowheads="1"/>
          </p:cNvSpPr>
          <p:nvPr/>
        </p:nvSpPr>
        <p:spPr bwMode="auto">
          <a:xfrm>
            <a:off x="8333384" y="162300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3" name="TextBox 3"/>
          <p:cNvSpPr txBox="1"/>
          <p:nvPr/>
        </p:nvSpPr>
        <p:spPr>
          <a:xfrm>
            <a:off x="8650986" y="159420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</a:t>
            </a:r>
            <a:endParaRPr lang="en-US" dirty="0"/>
          </a:p>
        </p:txBody>
      </p:sp>
      <p:sp>
        <p:nvSpPr>
          <p:cNvPr id="1104" name="Rectangle 4"/>
          <p:cNvSpPr>
            <a:spLocks noChangeArrowheads="1"/>
          </p:cNvSpPr>
          <p:nvPr/>
        </p:nvSpPr>
        <p:spPr bwMode="auto">
          <a:xfrm>
            <a:off x="878255" y="2018220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5" name="TextBox 3"/>
          <p:cNvSpPr txBox="1"/>
          <p:nvPr/>
        </p:nvSpPr>
        <p:spPr>
          <a:xfrm>
            <a:off x="827455" y="198941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8470110</a:t>
            </a:r>
            <a:endParaRPr lang="en-US" dirty="0"/>
          </a:p>
        </p:txBody>
      </p:sp>
      <p:sp>
        <p:nvSpPr>
          <p:cNvPr id="1106" name="Rectangle 4"/>
          <p:cNvSpPr>
            <a:spLocks noChangeArrowheads="1"/>
          </p:cNvSpPr>
          <p:nvPr/>
        </p:nvSpPr>
        <p:spPr bwMode="auto">
          <a:xfrm>
            <a:off x="1365758" y="2018220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7" name="TextBox 3"/>
          <p:cNvSpPr txBox="1"/>
          <p:nvPr/>
        </p:nvSpPr>
        <p:spPr>
          <a:xfrm>
            <a:off x="1314958" y="1989416"/>
            <a:ext cx="8327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Office </a:t>
            </a:r>
            <a:endParaRPr lang="en-US" dirty="0"/>
          </a:p>
        </p:txBody>
      </p:sp>
      <p:sp>
        <p:nvSpPr>
          <p:cNvPr id="1108" name="TextBox 3"/>
          <p:cNvSpPr txBox="1"/>
          <p:nvPr/>
        </p:nvSpPr>
        <p:spPr>
          <a:xfrm>
            <a:off x="1314958" y="2106866"/>
            <a:ext cx="8894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the President</a:t>
            </a:r>
            <a:endParaRPr lang="en-US" dirty="0"/>
          </a:p>
        </p:txBody>
      </p:sp>
      <p:sp>
        <p:nvSpPr>
          <p:cNvPr id="1109" name="Rectangle 4"/>
          <p:cNvSpPr>
            <a:spLocks noChangeArrowheads="1"/>
          </p:cNvSpPr>
          <p:nvPr/>
        </p:nvSpPr>
        <p:spPr bwMode="auto">
          <a:xfrm>
            <a:off x="2163546" y="2018220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0" name="TextBox 3"/>
          <p:cNvSpPr txBox="1"/>
          <p:nvPr/>
        </p:nvSpPr>
        <p:spPr>
          <a:xfrm>
            <a:off x="2112746" y="198941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412151</a:t>
            </a:r>
            <a:endParaRPr lang="en-US" dirty="0"/>
          </a:p>
        </p:txBody>
      </p:sp>
      <p:sp>
        <p:nvSpPr>
          <p:cNvPr id="1111" name="Rectangle 4"/>
          <p:cNvSpPr>
            <a:spLocks noChangeArrowheads="1"/>
          </p:cNvSpPr>
          <p:nvPr/>
        </p:nvSpPr>
        <p:spPr bwMode="auto">
          <a:xfrm>
            <a:off x="2622702" y="2018220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2" name="TextBox 3"/>
          <p:cNvSpPr txBox="1"/>
          <p:nvPr/>
        </p:nvSpPr>
        <p:spPr>
          <a:xfrm>
            <a:off x="2571902" y="1989416"/>
            <a:ext cx="9456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Committee pay / </a:t>
            </a:r>
            <a:endParaRPr lang="en-US" dirty="0"/>
          </a:p>
        </p:txBody>
      </p:sp>
      <p:sp>
        <p:nvSpPr>
          <p:cNvPr id="1113" name="TextBox 3"/>
          <p:cNvSpPr txBox="1"/>
          <p:nvPr/>
        </p:nvSpPr>
        <p:spPr>
          <a:xfrm>
            <a:off x="2571902" y="2106866"/>
            <a:ext cx="1148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Board Member/Board</a:t>
            </a:r>
            <a:endParaRPr lang="en-US" dirty="0"/>
          </a:p>
        </p:txBody>
      </p:sp>
      <p:sp>
        <p:nvSpPr>
          <p:cNvPr id="1114" name="TextBox 3"/>
          <p:cNvSpPr txBox="1"/>
          <p:nvPr/>
        </p:nvSpPr>
        <p:spPr>
          <a:xfrm>
            <a:off x="2571902" y="2224316"/>
            <a:ext cx="8554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Trustees fee</a:t>
            </a:r>
            <a:endParaRPr lang="en-US" dirty="0"/>
          </a:p>
        </p:txBody>
      </p:sp>
      <p:sp>
        <p:nvSpPr>
          <p:cNvPr id="1115" name="Rectangle 4"/>
          <p:cNvSpPr>
            <a:spLocks noChangeArrowheads="1"/>
          </p:cNvSpPr>
          <p:nvPr/>
        </p:nvSpPr>
        <p:spPr bwMode="auto">
          <a:xfrm>
            <a:off x="3680282" y="2018220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6" name="TextBox 3"/>
          <p:cNvSpPr txBox="1"/>
          <p:nvPr/>
        </p:nvSpPr>
        <p:spPr>
          <a:xfrm>
            <a:off x="3629482" y="198941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847.8470110.1.412151.000000.847001.100178</a:t>
            </a:r>
            <a:endParaRPr lang="en-US" dirty="0"/>
          </a:p>
        </p:txBody>
      </p:sp>
      <p:sp>
        <p:nvSpPr>
          <p:cNvPr id="1117" name="Rectangle 4"/>
          <p:cNvSpPr>
            <a:spLocks noChangeArrowheads="1"/>
          </p:cNvSpPr>
          <p:nvPr/>
        </p:nvSpPr>
        <p:spPr bwMode="auto">
          <a:xfrm>
            <a:off x="5918962" y="201822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8" name="TextBox 3"/>
          <p:cNvSpPr txBox="1"/>
          <p:nvPr/>
        </p:nvSpPr>
        <p:spPr>
          <a:xfrm>
            <a:off x="6072225" y="198941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808,316</a:t>
            </a:r>
            <a:endParaRPr lang="en-US" dirty="0"/>
          </a:p>
        </p:txBody>
      </p:sp>
      <p:sp>
        <p:nvSpPr>
          <p:cNvPr id="1119" name="Rectangle 4"/>
          <p:cNvSpPr>
            <a:spLocks noChangeArrowheads="1"/>
          </p:cNvSpPr>
          <p:nvPr/>
        </p:nvSpPr>
        <p:spPr bwMode="auto">
          <a:xfrm>
            <a:off x="6566408" y="201822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0" name="TextBox 3"/>
          <p:cNvSpPr txBox="1"/>
          <p:nvPr/>
        </p:nvSpPr>
        <p:spPr>
          <a:xfrm>
            <a:off x="6634937" y="198941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1,268,793</a:t>
            </a:r>
            <a:endParaRPr lang="en-US" dirty="0"/>
          </a:p>
        </p:txBody>
      </p:sp>
      <p:sp>
        <p:nvSpPr>
          <p:cNvPr id="1121" name="Rectangle 4"/>
          <p:cNvSpPr>
            <a:spLocks noChangeArrowheads="1"/>
          </p:cNvSpPr>
          <p:nvPr/>
        </p:nvSpPr>
        <p:spPr bwMode="auto">
          <a:xfrm>
            <a:off x="7213854" y="201822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2" name="TextBox 3"/>
          <p:cNvSpPr txBox="1"/>
          <p:nvPr/>
        </p:nvSpPr>
        <p:spPr>
          <a:xfrm>
            <a:off x="7282383" y="198941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1,192,332</a:t>
            </a:r>
            <a:endParaRPr lang="en-US" dirty="0"/>
          </a:p>
        </p:txBody>
      </p:sp>
      <p:sp>
        <p:nvSpPr>
          <p:cNvPr id="1123" name="Rectangle 4"/>
          <p:cNvSpPr>
            <a:spLocks noChangeArrowheads="1"/>
          </p:cNvSpPr>
          <p:nvPr/>
        </p:nvSpPr>
        <p:spPr bwMode="auto">
          <a:xfrm>
            <a:off x="7861300" y="2018220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4" name="Rectangle 4"/>
          <p:cNvSpPr>
            <a:spLocks noChangeArrowheads="1"/>
          </p:cNvSpPr>
          <p:nvPr/>
        </p:nvSpPr>
        <p:spPr bwMode="auto">
          <a:xfrm>
            <a:off x="8094497" y="2018220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5" name="Rectangle 4"/>
          <p:cNvSpPr>
            <a:spLocks noChangeArrowheads="1"/>
          </p:cNvSpPr>
          <p:nvPr/>
        </p:nvSpPr>
        <p:spPr bwMode="auto">
          <a:xfrm>
            <a:off x="8333384" y="2018220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6" name="TextBox 3"/>
          <p:cNvSpPr txBox="1"/>
          <p:nvPr/>
        </p:nvSpPr>
        <p:spPr>
          <a:xfrm>
            <a:off x="8396783" y="198941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76,461</a:t>
            </a:r>
            <a:endParaRPr lang="en-US" dirty="0"/>
          </a:p>
        </p:txBody>
      </p:sp>
      <p:sp>
        <p:nvSpPr>
          <p:cNvPr id="1127" name="Rectangle 4"/>
          <p:cNvSpPr>
            <a:spLocks noChangeArrowheads="1"/>
          </p:cNvSpPr>
          <p:nvPr/>
        </p:nvSpPr>
        <p:spPr bwMode="auto">
          <a:xfrm>
            <a:off x="878255" y="2413431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8" name="TextBox 3"/>
          <p:cNvSpPr txBox="1"/>
          <p:nvPr/>
        </p:nvSpPr>
        <p:spPr>
          <a:xfrm>
            <a:off x="827455" y="238462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8470110</a:t>
            </a:r>
            <a:endParaRPr lang="en-US" dirty="0"/>
          </a:p>
        </p:txBody>
      </p:sp>
      <p:sp>
        <p:nvSpPr>
          <p:cNvPr id="1129" name="Rectangle 4"/>
          <p:cNvSpPr>
            <a:spLocks noChangeArrowheads="1"/>
          </p:cNvSpPr>
          <p:nvPr/>
        </p:nvSpPr>
        <p:spPr bwMode="auto">
          <a:xfrm>
            <a:off x="1365758" y="2413431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0" name="TextBox 3"/>
          <p:cNvSpPr txBox="1"/>
          <p:nvPr/>
        </p:nvSpPr>
        <p:spPr>
          <a:xfrm>
            <a:off x="1314958" y="2384628"/>
            <a:ext cx="8327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Office </a:t>
            </a:r>
            <a:endParaRPr lang="en-US" dirty="0"/>
          </a:p>
        </p:txBody>
      </p:sp>
      <p:sp>
        <p:nvSpPr>
          <p:cNvPr id="1131" name="TextBox 3"/>
          <p:cNvSpPr txBox="1"/>
          <p:nvPr/>
        </p:nvSpPr>
        <p:spPr>
          <a:xfrm>
            <a:off x="1314958" y="2502078"/>
            <a:ext cx="8894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the President</a:t>
            </a:r>
            <a:endParaRPr lang="en-US" dirty="0"/>
          </a:p>
        </p:txBody>
      </p:sp>
      <p:sp>
        <p:nvSpPr>
          <p:cNvPr id="1132" name="Rectangle 4"/>
          <p:cNvSpPr>
            <a:spLocks noChangeArrowheads="1"/>
          </p:cNvSpPr>
          <p:nvPr/>
        </p:nvSpPr>
        <p:spPr bwMode="auto">
          <a:xfrm>
            <a:off x="2163546" y="2413431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3" name="TextBox 3"/>
          <p:cNvSpPr txBox="1"/>
          <p:nvPr/>
        </p:nvSpPr>
        <p:spPr>
          <a:xfrm>
            <a:off x="2112746" y="238462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412511</a:t>
            </a:r>
            <a:endParaRPr lang="en-US" dirty="0"/>
          </a:p>
        </p:txBody>
      </p:sp>
      <p:sp>
        <p:nvSpPr>
          <p:cNvPr id="1134" name="Rectangle 4"/>
          <p:cNvSpPr>
            <a:spLocks noChangeArrowheads="1"/>
          </p:cNvSpPr>
          <p:nvPr/>
        </p:nvSpPr>
        <p:spPr bwMode="auto">
          <a:xfrm>
            <a:off x="2622702" y="2413431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5" name="TextBox 3"/>
          <p:cNvSpPr txBox="1"/>
          <p:nvPr/>
        </p:nvSpPr>
        <p:spPr>
          <a:xfrm>
            <a:off x="2571902" y="2384628"/>
            <a:ext cx="798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Consolidated </a:t>
            </a:r>
            <a:endParaRPr lang="en-US" dirty="0"/>
          </a:p>
        </p:txBody>
      </p:sp>
      <p:sp>
        <p:nvSpPr>
          <p:cNvPr id="1136" name="TextBox 3"/>
          <p:cNvSpPr txBox="1"/>
          <p:nvPr/>
        </p:nvSpPr>
        <p:spPr>
          <a:xfrm>
            <a:off x="2571902" y="2502078"/>
            <a:ext cx="1081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allowances: Emirati </a:t>
            </a:r>
            <a:endParaRPr lang="en-US" dirty="0"/>
          </a:p>
        </p:txBody>
      </p:sp>
      <p:sp>
        <p:nvSpPr>
          <p:cNvPr id="1137" name="TextBox 3"/>
          <p:cNvSpPr txBox="1"/>
          <p:nvPr/>
        </p:nvSpPr>
        <p:spPr>
          <a:xfrm>
            <a:off x="2571902" y="2619527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1138" name="Rectangle 4"/>
          <p:cNvSpPr>
            <a:spLocks noChangeArrowheads="1"/>
          </p:cNvSpPr>
          <p:nvPr/>
        </p:nvSpPr>
        <p:spPr bwMode="auto">
          <a:xfrm>
            <a:off x="3680282" y="2413431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9" name="TextBox 3"/>
          <p:cNvSpPr txBox="1"/>
          <p:nvPr/>
        </p:nvSpPr>
        <p:spPr>
          <a:xfrm>
            <a:off x="3629482" y="238462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847.8470110.1.412511.000000.847001.100178</a:t>
            </a:r>
            <a:endParaRPr lang="en-US" dirty="0"/>
          </a:p>
        </p:txBody>
      </p:sp>
      <p:sp>
        <p:nvSpPr>
          <p:cNvPr id="1140" name="Rectangle 4"/>
          <p:cNvSpPr>
            <a:spLocks noChangeArrowheads="1"/>
          </p:cNvSpPr>
          <p:nvPr/>
        </p:nvSpPr>
        <p:spPr bwMode="auto">
          <a:xfrm>
            <a:off x="5918962" y="241343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1" name="TextBox 3"/>
          <p:cNvSpPr txBox="1"/>
          <p:nvPr/>
        </p:nvSpPr>
        <p:spPr>
          <a:xfrm>
            <a:off x="6072225" y="238462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303,120</a:t>
            </a:r>
            <a:endParaRPr lang="en-US" dirty="0"/>
          </a:p>
        </p:txBody>
      </p:sp>
      <p:sp>
        <p:nvSpPr>
          <p:cNvPr id="1142" name="Rectangle 4"/>
          <p:cNvSpPr>
            <a:spLocks noChangeArrowheads="1"/>
          </p:cNvSpPr>
          <p:nvPr/>
        </p:nvSpPr>
        <p:spPr bwMode="auto">
          <a:xfrm>
            <a:off x="6566408" y="241343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3" name="TextBox 3"/>
          <p:cNvSpPr txBox="1"/>
          <p:nvPr/>
        </p:nvSpPr>
        <p:spPr>
          <a:xfrm>
            <a:off x="6719671" y="238462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260,980</a:t>
            </a:r>
            <a:endParaRPr lang="en-US" dirty="0"/>
          </a:p>
        </p:txBody>
      </p:sp>
      <p:sp>
        <p:nvSpPr>
          <p:cNvPr id="1144" name="Rectangle 4"/>
          <p:cNvSpPr>
            <a:spLocks noChangeArrowheads="1"/>
          </p:cNvSpPr>
          <p:nvPr/>
        </p:nvSpPr>
        <p:spPr bwMode="auto">
          <a:xfrm>
            <a:off x="7213854" y="241343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5" name="TextBox 3"/>
          <p:cNvSpPr txBox="1"/>
          <p:nvPr/>
        </p:nvSpPr>
        <p:spPr>
          <a:xfrm>
            <a:off x="7367118" y="238462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260,980</a:t>
            </a:r>
            <a:endParaRPr lang="en-US" dirty="0"/>
          </a:p>
        </p:txBody>
      </p:sp>
      <p:sp>
        <p:nvSpPr>
          <p:cNvPr id="1146" name="Rectangle 4"/>
          <p:cNvSpPr>
            <a:spLocks noChangeArrowheads="1"/>
          </p:cNvSpPr>
          <p:nvPr/>
        </p:nvSpPr>
        <p:spPr bwMode="auto">
          <a:xfrm>
            <a:off x="7861300" y="2413431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7" name="Rectangle 4"/>
          <p:cNvSpPr>
            <a:spLocks noChangeArrowheads="1"/>
          </p:cNvSpPr>
          <p:nvPr/>
        </p:nvSpPr>
        <p:spPr bwMode="auto">
          <a:xfrm>
            <a:off x="8094497" y="2413431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8" name="Rectangle 4"/>
          <p:cNvSpPr>
            <a:spLocks noChangeArrowheads="1"/>
          </p:cNvSpPr>
          <p:nvPr/>
        </p:nvSpPr>
        <p:spPr bwMode="auto">
          <a:xfrm>
            <a:off x="8333384" y="2413431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9" name="TextBox 3"/>
          <p:cNvSpPr txBox="1"/>
          <p:nvPr/>
        </p:nvSpPr>
        <p:spPr>
          <a:xfrm>
            <a:off x="8650986" y="238462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150" name="Rectangle 4"/>
          <p:cNvSpPr>
            <a:spLocks noChangeArrowheads="1"/>
          </p:cNvSpPr>
          <p:nvPr/>
        </p:nvSpPr>
        <p:spPr bwMode="auto">
          <a:xfrm>
            <a:off x="878255" y="2808643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1" name="TextBox 3"/>
          <p:cNvSpPr txBox="1"/>
          <p:nvPr/>
        </p:nvSpPr>
        <p:spPr>
          <a:xfrm>
            <a:off x="827455" y="277983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8470110</a:t>
            </a:r>
            <a:endParaRPr lang="en-US" dirty="0"/>
          </a:p>
        </p:txBody>
      </p:sp>
      <p:sp>
        <p:nvSpPr>
          <p:cNvPr id="1152" name="Rectangle 4"/>
          <p:cNvSpPr>
            <a:spLocks noChangeArrowheads="1"/>
          </p:cNvSpPr>
          <p:nvPr/>
        </p:nvSpPr>
        <p:spPr bwMode="auto">
          <a:xfrm>
            <a:off x="1365758" y="2808643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3" name="TextBox 3"/>
          <p:cNvSpPr txBox="1"/>
          <p:nvPr/>
        </p:nvSpPr>
        <p:spPr>
          <a:xfrm>
            <a:off x="1314958" y="2779839"/>
            <a:ext cx="8327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Office </a:t>
            </a:r>
            <a:endParaRPr lang="en-US" dirty="0"/>
          </a:p>
        </p:txBody>
      </p:sp>
      <p:sp>
        <p:nvSpPr>
          <p:cNvPr id="1154" name="TextBox 3"/>
          <p:cNvSpPr txBox="1"/>
          <p:nvPr/>
        </p:nvSpPr>
        <p:spPr>
          <a:xfrm>
            <a:off x="1314958" y="2897289"/>
            <a:ext cx="8894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the President</a:t>
            </a:r>
            <a:endParaRPr lang="en-US" dirty="0"/>
          </a:p>
        </p:txBody>
      </p:sp>
      <p:sp>
        <p:nvSpPr>
          <p:cNvPr id="1155" name="Rectangle 4"/>
          <p:cNvSpPr>
            <a:spLocks noChangeArrowheads="1"/>
          </p:cNvSpPr>
          <p:nvPr/>
        </p:nvSpPr>
        <p:spPr bwMode="auto">
          <a:xfrm>
            <a:off x="2163546" y="2808643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6" name="TextBox 3"/>
          <p:cNvSpPr txBox="1"/>
          <p:nvPr/>
        </p:nvSpPr>
        <p:spPr>
          <a:xfrm>
            <a:off x="2112746" y="277983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1157" name="Rectangle 4"/>
          <p:cNvSpPr>
            <a:spLocks noChangeArrowheads="1"/>
          </p:cNvSpPr>
          <p:nvPr/>
        </p:nvSpPr>
        <p:spPr bwMode="auto">
          <a:xfrm>
            <a:off x="2622702" y="2808643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8" name="TextBox 3"/>
          <p:cNvSpPr txBox="1"/>
          <p:nvPr/>
        </p:nvSpPr>
        <p:spPr>
          <a:xfrm>
            <a:off x="2571902" y="2779839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1159" name="Rectangle 4"/>
          <p:cNvSpPr>
            <a:spLocks noChangeArrowheads="1"/>
          </p:cNvSpPr>
          <p:nvPr/>
        </p:nvSpPr>
        <p:spPr bwMode="auto">
          <a:xfrm>
            <a:off x="3680282" y="2808643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0" name="TextBox 3"/>
          <p:cNvSpPr txBox="1"/>
          <p:nvPr/>
        </p:nvSpPr>
        <p:spPr>
          <a:xfrm>
            <a:off x="3629482" y="277983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847.8470110.1.412523.000000.847001.100178</a:t>
            </a:r>
            <a:endParaRPr lang="en-US" dirty="0"/>
          </a:p>
        </p:txBody>
      </p:sp>
      <p:sp>
        <p:nvSpPr>
          <p:cNvPr id="1161" name="Rectangle 4"/>
          <p:cNvSpPr>
            <a:spLocks noChangeArrowheads="1"/>
          </p:cNvSpPr>
          <p:nvPr/>
        </p:nvSpPr>
        <p:spPr bwMode="auto">
          <a:xfrm>
            <a:off x="5918962" y="280864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2" name="TextBox 3"/>
          <p:cNvSpPr txBox="1"/>
          <p:nvPr/>
        </p:nvSpPr>
        <p:spPr>
          <a:xfrm>
            <a:off x="6128715" y="277983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86,400</a:t>
            </a:r>
            <a:endParaRPr lang="en-US" dirty="0"/>
          </a:p>
        </p:txBody>
      </p:sp>
      <p:sp>
        <p:nvSpPr>
          <p:cNvPr id="1163" name="Rectangle 4"/>
          <p:cNvSpPr>
            <a:spLocks noChangeArrowheads="1"/>
          </p:cNvSpPr>
          <p:nvPr/>
        </p:nvSpPr>
        <p:spPr bwMode="auto">
          <a:xfrm>
            <a:off x="6566408" y="280864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4" name="TextBox 3"/>
          <p:cNvSpPr txBox="1"/>
          <p:nvPr/>
        </p:nvSpPr>
        <p:spPr>
          <a:xfrm>
            <a:off x="6776161" y="277983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74,360</a:t>
            </a:r>
            <a:endParaRPr lang="en-US" dirty="0"/>
          </a:p>
        </p:txBody>
      </p:sp>
      <p:sp>
        <p:nvSpPr>
          <p:cNvPr id="1165" name="Rectangle 4"/>
          <p:cNvSpPr>
            <a:spLocks noChangeArrowheads="1"/>
          </p:cNvSpPr>
          <p:nvPr/>
        </p:nvSpPr>
        <p:spPr bwMode="auto">
          <a:xfrm>
            <a:off x="7213854" y="280864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6" name="TextBox 3"/>
          <p:cNvSpPr txBox="1"/>
          <p:nvPr/>
        </p:nvSpPr>
        <p:spPr>
          <a:xfrm>
            <a:off x="7423607" y="277983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74,360</a:t>
            </a:r>
            <a:endParaRPr lang="en-US" dirty="0"/>
          </a:p>
        </p:txBody>
      </p:sp>
      <p:sp>
        <p:nvSpPr>
          <p:cNvPr id="1167" name="Rectangle 4"/>
          <p:cNvSpPr>
            <a:spLocks noChangeArrowheads="1"/>
          </p:cNvSpPr>
          <p:nvPr/>
        </p:nvSpPr>
        <p:spPr bwMode="auto">
          <a:xfrm>
            <a:off x="7861300" y="2808643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8" name="Rectangle 4"/>
          <p:cNvSpPr>
            <a:spLocks noChangeArrowheads="1"/>
          </p:cNvSpPr>
          <p:nvPr/>
        </p:nvSpPr>
        <p:spPr bwMode="auto">
          <a:xfrm>
            <a:off x="8094497" y="2808643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9" name="Rectangle 4"/>
          <p:cNvSpPr>
            <a:spLocks noChangeArrowheads="1"/>
          </p:cNvSpPr>
          <p:nvPr/>
        </p:nvSpPr>
        <p:spPr bwMode="auto">
          <a:xfrm>
            <a:off x="8333384" y="2808643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70" name="TextBox 3"/>
          <p:cNvSpPr txBox="1"/>
          <p:nvPr/>
        </p:nvSpPr>
        <p:spPr>
          <a:xfrm>
            <a:off x="8650986" y="277983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171" name="Rectangle 4"/>
          <p:cNvSpPr>
            <a:spLocks noChangeArrowheads="1"/>
          </p:cNvSpPr>
          <p:nvPr/>
        </p:nvSpPr>
        <p:spPr bwMode="auto">
          <a:xfrm>
            <a:off x="878255" y="3086404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72" name="TextBox 3"/>
          <p:cNvSpPr txBox="1"/>
          <p:nvPr/>
        </p:nvSpPr>
        <p:spPr>
          <a:xfrm>
            <a:off x="827455" y="305760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8470110</a:t>
            </a:r>
            <a:endParaRPr lang="en-US" dirty="0"/>
          </a:p>
        </p:txBody>
      </p:sp>
      <p:sp>
        <p:nvSpPr>
          <p:cNvPr id="1173" name="Rectangle 4"/>
          <p:cNvSpPr>
            <a:spLocks noChangeArrowheads="1"/>
          </p:cNvSpPr>
          <p:nvPr/>
        </p:nvSpPr>
        <p:spPr bwMode="auto">
          <a:xfrm>
            <a:off x="1365758" y="3086404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74" name="TextBox 3"/>
          <p:cNvSpPr txBox="1"/>
          <p:nvPr/>
        </p:nvSpPr>
        <p:spPr>
          <a:xfrm>
            <a:off x="1314958" y="3057601"/>
            <a:ext cx="8327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Office </a:t>
            </a:r>
            <a:endParaRPr lang="en-US" dirty="0"/>
          </a:p>
        </p:txBody>
      </p:sp>
      <p:sp>
        <p:nvSpPr>
          <p:cNvPr id="1175" name="TextBox 3"/>
          <p:cNvSpPr txBox="1"/>
          <p:nvPr/>
        </p:nvSpPr>
        <p:spPr>
          <a:xfrm>
            <a:off x="1314958" y="3175051"/>
            <a:ext cx="8894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the President</a:t>
            </a:r>
            <a:endParaRPr lang="en-US" dirty="0"/>
          </a:p>
        </p:txBody>
      </p:sp>
      <p:sp>
        <p:nvSpPr>
          <p:cNvPr id="1176" name="Rectangle 4"/>
          <p:cNvSpPr>
            <a:spLocks noChangeArrowheads="1"/>
          </p:cNvSpPr>
          <p:nvPr/>
        </p:nvSpPr>
        <p:spPr bwMode="auto">
          <a:xfrm>
            <a:off x="2163546" y="3086404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77" name="TextBox 3"/>
          <p:cNvSpPr txBox="1"/>
          <p:nvPr/>
        </p:nvSpPr>
        <p:spPr>
          <a:xfrm>
            <a:off x="2112746" y="305760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412526</a:t>
            </a:r>
            <a:endParaRPr lang="en-US" dirty="0"/>
          </a:p>
        </p:txBody>
      </p:sp>
      <p:sp>
        <p:nvSpPr>
          <p:cNvPr id="1178" name="Rectangle 4"/>
          <p:cNvSpPr>
            <a:spLocks noChangeArrowheads="1"/>
          </p:cNvSpPr>
          <p:nvPr/>
        </p:nvSpPr>
        <p:spPr bwMode="auto">
          <a:xfrm>
            <a:off x="2622702" y="3086404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79" name="TextBox 3"/>
          <p:cNvSpPr txBox="1"/>
          <p:nvPr/>
        </p:nvSpPr>
        <p:spPr>
          <a:xfrm>
            <a:off x="2571902" y="3057601"/>
            <a:ext cx="10304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Housing allowance</a:t>
            </a:r>
            <a:endParaRPr lang="en-US" dirty="0"/>
          </a:p>
        </p:txBody>
      </p:sp>
      <p:sp>
        <p:nvSpPr>
          <p:cNvPr id="1180" name="Rectangle 4"/>
          <p:cNvSpPr>
            <a:spLocks noChangeArrowheads="1"/>
          </p:cNvSpPr>
          <p:nvPr/>
        </p:nvSpPr>
        <p:spPr bwMode="auto">
          <a:xfrm>
            <a:off x="3680282" y="3086404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1" name="TextBox 3"/>
          <p:cNvSpPr txBox="1"/>
          <p:nvPr/>
        </p:nvSpPr>
        <p:spPr>
          <a:xfrm>
            <a:off x="3629482" y="305760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847.8470110.1.412526.000000.847001.100178</a:t>
            </a:r>
            <a:endParaRPr lang="en-US" dirty="0"/>
          </a:p>
        </p:txBody>
      </p:sp>
      <p:sp>
        <p:nvSpPr>
          <p:cNvPr id="1182" name="Rectangle 4"/>
          <p:cNvSpPr>
            <a:spLocks noChangeArrowheads="1"/>
          </p:cNvSpPr>
          <p:nvPr/>
        </p:nvSpPr>
        <p:spPr bwMode="auto">
          <a:xfrm>
            <a:off x="5918962" y="308640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3" name="TextBox 3"/>
          <p:cNvSpPr txBox="1"/>
          <p:nvPr/>
        </p:nvSpPr>
        <p:spPr>
          <a:xfrm>
            <a:off x="6072225" y="305760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880,008</a:t>
            </a:r>
            <a:endParaRPr lang="en-US" dirty="0"/>
          </a:p>
        </p:txBody>
      </p:sp>
      <p:sp>
        <p:nvSpPr>
          <p:cNvPr id="1184" name="Rectangle 4"/>
          <p:cNvSpPr>
            <a:spLocks noChangeArrowheads="1"/>
          </p:cNvSpPr>
          <p:nvPr/>
        </p:nvSpPr>
        <p:spPr bwMode="auto">
          <a:xfrm>
            <a:off x="6566408" y="308640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5" name="TextBox 3"/>
          <p:cNvSpPr txBox="1"/>
          <p:nvPr/>
        </p:nvSpPr>
        <p:spPr>
          <a:xfrm>
            <a:off x="6719671" y="305760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770,920</a:t>
            </a:r>
            <a:endParaRPr lang="en-US" dirty="0"/>
          </a:p>
        </p:txBody>
      </p:sp>
      <p:sp>
        <p:nvSpPr>
          <p:cNvPr id="1186" name="Rectangle 4"/>
          <p:cNvSpPr>
            <a:spLocks noChangeArrowheads="1"/>
          </p:cNvSpPr>
          <p:nvPr/>
        </p:nvSpPr>
        <p:spPr bwMode="auto">
          <a:xfrm>
            <a:off x="7213854" y="308640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7" name="TextBox 3"/>
          <p:cNvSpPr txBox="1"/>
          <p:nvPr/>
        </p:nvSpPr>
        <p:spPr>
          <a:xfrm>
            <a:off x="7367118" y="305760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770,920</a:t>
            </a:r>
            <a:endParaRPr lang="en-US" dirty="0"/>
          </a:p>
        </p:txBody>
      </p:sp>
      <p:sp>
        <p:nvSpPr>
          <p:cNvPr id="1188" name="Rectangle 4"/>
          <p:cNvSpPr>
            <a:spLocks noChangeArrowheads="1"/>
          </p:cNvSpPr>
          <p:nvPr/>
        </p:nvSpPr>
        <p:spPr bwMode="auto">
          <a:xfrm>
            <a:off x="7861300" y="3086404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9" name="Rectangle 4"/>
          <p:cNvSpPr>
            <a:spLocks noChangeArrowheads="1"/>
          </p:cNvSpPr>
          <p:nvPr/>
        </p:nvSpPr>
        <p:spPr bwMode="auto">
          <a:xfrm>
            <a:off x="8094497" y="3086404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0" name="Rectangle 4"/>
          <p:cNvSpPr>
            <a:spLocks noChangeArrowheads="1"/>
          </p:cNvSpPr>
          <p:nvPr/>
        </p:nvSpPr>
        <p:spPr bwMode="auto">
          <a:xfrm>
            <a:off x="8333384" y="3086404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1" name="TextBox 3"/>
          <p:cNvSpPr txBox="1"/>
          <p:nvPr/>
        </p:nvSpPr>
        <p:spPr>
          <a:xfrm>
            <a:off x="8650986" y="305760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192" name="Rectangle 4"/>
          <p:cNvSpPr>
            <a:spLocks noChangeArrowheads="1"/>
          </p:cNvSpPr>
          <p:nvPr/>
        </p:nvSpPr>
        <p:spPr bwMode="auto">
          <a:xfrm>
            <a:off x="878255" y="3364166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3" name="TextBox 3"/>
          <p:cNvSpPr txBox="1"/>
          <p:nvPr/>
        </p:nvSpPr>
        <p:spPr>
          <a:xfrm>
            <a:off x="827455" y="333536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8470110</a:t>
            </a:r>
            <a:endParaRPr lang="en-US" dirty="0"/>
          </a:p>
        </p:txBody>
      </p:sp>
      <p:sp>
        <p:nvSpPr>
          <p:cNvPr id="1194" name="Rectangle 4"/>
          <p:cNvSpPr>
            <a:spLocks noChangeArrowheads="1"/>
          </p:cNvSpPr>
          <p:nvPr/>
        </p:nvSpPr>
        <p:spPr bwMode="auto">
          <a:xfrm>
            <a:off x="1365758" y="3364166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5" name="TextBox 3"/>
          <p:cNvSpPr txBox="1"/>
          <p:nvPr/>
        </p:nvSpPr>
        <p:spPr>
          <a:xfrm>
            <a:off x="1314958" y="3335362"/>
            <a:ext cx="8327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Office </a:t>
            </a:r>
            <a:endParaRPr lang="en-US" dirty="0"/>
          </a:p>
        </p:txBody>
      </p:sp>
      <p:sp>
        <p:nvSpPr>
          <p:cNvPr id="1196" name="TextBox 3"/>
          <p:cNvSpPr txBox="1"/>
          <p:nvPr/>
        </p:nvSpPr>
        <p:spPr>
          <a:xfrm>
            <a:off x="1314958" y="3452812"/>
            <a:ext cx="8894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the President</a:t>
            </a:r>
            <a:endParaRPr lang="en-US" dirty="0"/>
          </a:p>
        </p:txBody>
      </p:sp>
      <p:sp>
        <p:nvSpPr>
          <p:cNvPr id="1197" name="Rectangle 4"/>
          <p:cNvSpPr>
            <a:spLocks noChangeArrowheads="1"/>
          </p:cNvSpPr>
          <p:nvPr/>
        </p:nvSpPr>
        <p:spPr bwMode="auto">
          <a:xfrm>
            <a:off x="2163546" y="3364166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8" name="TextBox 3"/>
          <p:cNvSpPr txBox="1"/>
          <p:nvPr/>
        </p:nvSpPr>
        <p:spPr>
          <a:xfrm>
            <a:off x="2112746" y="333536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1199" name="Rectangle 4"/>
          <p:cNvSpPr>
            <a:spLocks noChangeArrowheads="1"/>
          </p:cNvSpPr>
          <p:nvPr/>
        </p:nvSpPr>
        <p:spPr bwMode="auto">
          <a:xfrm>
            <a:off x="2622702" y="3364166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0" name="TextBox 3"/>
          <p:cNvSpPr txBox="1"/>
          <p:nvPr/>
        </p:nvSpPr>
        <p:spPr>
          <a:xfrm>
            <a:off x="2571902" y="3335362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1201" name="TextBox 3"/>
          <p:cNvSpPr txBox="1"/>
          <p:nvPr/>
        </p:nvSpPr>
        <p:spPr>
          <a:xfrm>
            <a:off x="2571902" y="3452812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1202" name="Rectangle 4"/>
          <p:cNvSpPr>
            <a:spLocks noChangeArrowheads="1"/>
          </p:cNvSpPr>
          <p:nvPr/>
        </p:nvSpPr>
        <p:spPr bwMode="auto">
          <a:xfrm>
            <a:off x="3680282" y="3364166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3" name="TextBox 3"/>
          <p:cNvSpPr txBox="1"/>
          <p:nvPr/>
        </p:nvSpPr>
        <p:spPr>
          <a:xfrm>
            <a:off x="3629482" y="333536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847.8470110.1.412534.000000.847001.100178</a:t>
            </a:r>
            <a:endParaRPr lang="en-US" dirty="0"/>
          </a:p>
        </p:txBody>
      </p:sp>
      <p:sp>
        <p:nvSpPr>
          <p:cNvPr id="1204" name="Rectangle 4"/>
          <p:cNvSpPr>
            <a:spLocks noChangeArrowheads="1"/>
          </p:cNvSpPr>
          <p:nvPr/>
        </p:nvSpPr>
        <p:spPr bwMode="auto">
          <a:xfrm>
            <a:off x="5918962" y="336416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5" name="TextBox 3"/>
          <p:cNvSpPr txBox="1"/>
          <p:nvPr/>
        </p:nvSpPr>
        <p:spPr>
          <a:xfrm>
            <a:off x="6072225" y="333536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200,000</a:t>
            </a:r>
            <a:endParaRPr lang="en-US" dirty="0"/>
          </a:p>
        </p:txBody>
      </p:sp>
      <p:sp>
        <p:nvSpPr>
          <p:cNvPr id="1206" name="Rectangle 4"/>
          <p:cNvSpPr>
            <a:spLocks noChangeArrowheads="1"/>
          </p:cNvSpPr>
          <p:nvPr/>
        </p:nvSpPr>
        <p:spPr bwMode="auto">
          <a:xfrm>
            <a:off x="6566408" y="336416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7" name="TextBox 3"/>
          <p:cNvSpPr txBox="1"/>
          <p:nvPr/>
        </p:nvSpPr>
        <p:spPr>
          <a:xfrm>
            <a:off x="6719671" y="333536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218,730</a:t>
            </a:r>
            <a:endParaRPr lang="en-US" dirty="0"/>
          </a:p>
        </p:txBody>
      </p:sp>
      <p:sp>
        <p:nvSpPr>
          <p:cNvPr id="1208" name="Rectangle 4"/>
          <p:cNvSpPr>
            <a:spLocks noChangeArrowheads="1"/>
          </p:cNvSpPr>
          <p:nvPr/>
        </p:nvSpPr>
        <p:spPr bwMode="auto">
          <a:xfrm>
            <a:off x="7213854" y="336416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9" name="TextBox 3"/>
          <p:cNvSpPr txBox="1"/>
          <p:nvPr/>
        </p:nvSpPr>
        <p:spPr>
          <a:xfrm>
            <a:off x="7367118" y="333536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218,721</a:t>
            </a:r>
            <a:endParaRPr lang="en-US" dirty="0"/>
          </a:p>
        </p:txBody>
      </p:sp>
      <p:sp>
        <p:nvSpPr>
          <p:cNvPr id="1210" name="Rectangle 4"/>
          <p:cNvSpPr>
            <a:spLocks noChangeArrowheads="1"/>
          </p:cNvSpPr>
          <p:nvPr/>
        </p:nvSpPr>
        <p:spPr bwMode="auto">
          <a:xfrm>
            <a:off x="7861300" y="3364166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1" name="Rectangle 4"/>
          <p:cNvSpPr>
            <a:spLocks noChangeArrowheads="1"/>
          </p:cNvSpPr>
          <p:nvPr/>
        </p:nvSpPr>
        <p:spPr bwMode="auto">
          <a:xfrm>
            <a:off x="8094497" y="3364166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2" name="Rectangle 4"/>
          <p:cNvSpPr>
            <a:spLocks noChangeArrowheads="1"/>
          </p:cNvSpPr>
          <p:nvPr/>
        </p:nvSpPr>
        <p:spPr bwMode="auto">
          <a:xfrm>
            <a:off x="8333384" y="3364166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3" name="TextBox 3"/>
          <p:cNvSpPr txBox="1"/>
          <p:nvPr/>
        </p:nvSpPr>
        <p:spPr>
          <a:xfrm>
            <a:off x="8650986" y="333536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</a:t>
            </a:r>
            <a:endParaRPr lang="en-US" dirty="0"/>
          </a:p>
        </p:txBody>
      </p:sp>
      <p:sp>
        <p:nvSpPr>
          <p:cNvPr id="1214" name="Rectangle 4"/>
          <p:cNvSpPr>
            <a:spLocks noChangeArrowheads="1"/>
          </p:cNvSpPr>
          <p:nvPr/>
        </p:nvSpPr>
        <p:spPr bwMode="auto">
          <a:xfrm>
            <a:off x="878255" y="3641928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5" name="TextBox 3"/>
          <p:cNvSpPr txBox="1"/>
          <p:nvPr/>
        </p:nvSpPr>
        <p:spPr>
          <a:xfrm>
            <a:off x="827455" y="361312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8470110</a:t>
            </a:r>
            <a:endParaRPr lang="en-US" dirty="0"/>
          </a:p>
        </p:txBody>
      </p:sp>
      <p:sp>
        <p:nvSpPr>
          <p:cNvPr id="1216" name="Rectangle 4"/>
          <p:cNvSpPr>
            <a:spLocks noChangeArrowheads="1"/>
          </p:cNvSpPr>
          <p:nvPr/>
        </p:nvSpPr>
        <p:spPr bwMode="auto">
          <a:xfrm>
            <a:off x="1365758" y="3641928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7" name="TextBox 3"/>
          <p:cNvSpPr txBox="1"/>
          <p:nvPr/>
        </p:nvSpPr>
        <p:spPr>
          <a:xfrm>
            <a:off x="1314958" y="3613124"/>
            <a:ext cx="8327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Office </a:t>
            </a:r>
            <a:endParaRPr lang="en-US" dirty="0"/>
          </a:p>
        </p:txBody>
      </p:sp>
      <p:sp>
        <p:nvSpPr>
          <p:cNvPr id="1218" name="TextBox 3"/>
          <p:cNvSpPr txBox="1"/>
          <p:nvPr/>
        </p:nvSpPr>
        <p:spPr>
          <a:xfrm>
            <a:off x="1314958" y="3730574"/>
            <a:ext cx="8894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the President</a:t>
            </a:r>
            <a:endParaRPr lang="en-US" dirty="0"/>
          </a:p>
        </p:txBody>
      </p:sp>
      <p:sp>
        <p:nvSpPr>
          <p:cNvPr id="1219" name="Rectangle 4"/>
          <p:cNvSpPr>
            <a:spLocks noChangeArrowheads="1"/>
          </p:cNvSpPr>
          <p:nvPr/>
        </p:nvSpPr>
        <p:spPr bwMode="auto">
          <a:xfrm>
            <a:off x="2163546" y="3641928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0" name="TextBox 3"/>
          <p:cNvSpPr txBox="1"/>
          <p:nvPr/>
        </p:nvSpPr>
        <p:spPr>
          <a:xfrm>
            <a:off x="2112746" y="361312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1221" name="Rectangle 4"/>
          <p:cNvSpPr>
            <a:spLocks noChangeArrowheads="1"/>
          </p:cNvSpPr>
          <p:nvPr/>
        </p:nvSpPr>
        <p:spPr bwMode="auto">
          <a:xfrm>
            <a:off x="2622702" y="3641928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2" name="TextBox 3"/>
          <p:cNvSpPr txBox="1"/>
          <p:nvPr/>
        </p:nvSpPr>
        <p:spPr>
          <a:xfrm>
            <a:off x="2571902" y="3613124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1223" name="Rectangle 4"/>
          <p:cNvSpPr>
            <a:spLocks noChangeArrowheads="1"/>
          </p:cNvSpPr>
          <p:nvPr/>
        </p:nvSpPr>
        <p:spPr bwMode="auto">
          <a:xfrm>
            <a:off x="3680282" y="3641928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4" name="TextBox 3"/>
          <p:cNvSpPr txBox="1"/>
          <p:nvPr/>
        </p:nvSpPr>
        <p:spPr>
          <a:xfrm>
            <a:off x="3629482" y="361312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847.8470110.1.412546.000000.847001.100178</a:t>
            </a:r>
            <a:endParaRPr lang="en-US" dirty="0"/>
          </a:p>
        </p:txBody>
      </p:sp>
      <p:sp>
        <p:nvSpPr>
          <p:cNvPr id="1225" name="Rectangle 4"/>
          <p:cNvSpPr>
            <a:spLocks noChangeArrowheads="1"/>
          </p:cNvSpPr>
          <p:nvPr/>
        </p:nvSpPr>
        <p:spPr bwMode="auto">
          <a:xfrm>
            <a:off x="5918962" y="364192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6" name="TextBox 3"/>
          <p:cNvSpPr txBox="1"/>
          <p:nvPr/>
        </p:nvSpPr>
        <p:spPr>
          <a:xfrm>
            <a:off x="6382918" y="361312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227" name="Rectangle 4"/>
          <p:cNvSpPr>
            <a:spLocks noChangeArrowheads="1"/>
          </p:cNvSpPr>
          <p:nvPr/>
        </p:nvSpPr>
        <p:spPr bwMode="auto">
          <a:xfrm>
            <a:off x="6566408" y="364192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8" name="TextBox 3"/>
          <p:cNvSpPr txBox="1"/>
          <p:nvPr/>
        </p:nvSpPr>
        <p:spPr>
          <a:xfrm>
            <a:off x="6776161" y="361312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15,750</a:t>
            </a:r>
            <a:endParaRPr lang="en-US" dirty="0"/>
          </a:p>
        </p:txBody>
      </p:sp>
      <p:sp>
        <p:nvSpPr>
          <p:cNvPr id="1229" name="Rectangle 4"/>
          <p:cNvSpPr>
            <a:spLocks noChangeArrowheads="1"/>
          </p:cNvSpPr>
          <p:nvPr/>
        </p:nvSpPr>
        <p:spPr bwMode="auto">
          <a:xfrm>
            <a:off x="7213854" y="364192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0" name="TextBox 3"/>
          <p:cNvSpPr txBox="1"/>
          <p:nvPr/>
        </p:nvSpPr>
        <p:spPr>
          <a:xfrm>
            <a:off x="7423607" y="361312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15,736</a:t>
            </a:r>
            <a:endParaRPr lang="en-US" dirty="0"/>
          </a:p>
        </p:txBody>
      </p:sp>
      <p:sp>
        <p:nvSpPr>
          <p:cNvPr id="1231" name="Rectangle 4"/>
          <p:cNvSpPr>
            <a:spLocks noChangeArrowheads="1"/>
          </p:cNvSpPr>
          <p:nvPr/>
        </p:nvSpPr>
        <p:spPr bwMode="auto">
          <a:xfrm>
            <a:off x="7861300" y="3641928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2" name="Rectangle 4"/>
          <p:cNvSpPr>
            <a:spLocks noChangeArrowheads="1"/>
          </p:cNvSpPr>
          <p:nvPr/>
        </p:nvSpPr>
        <p:spPr bwMode="auto">
          <a:xfrm>
            <a:off x="8094497" y="3641928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3" name="Rectangle 4"/>
          <p:cNvSpPr>
            <a:spLocks noChangeArrowheads="1"/>
          </p:cNvSpPr>
          <p:nvPr/>
        </p:nvSpPr>
        <p:spPr bwMode="auto">
          <a:xfrm>
            <a:off x="8333384" y="3641928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4" name="TextBox 3"/>
          <p:cNvSpPr txBox="1"/>
          <p:nvPr/>
        </p:nvSpPr>
        <p:spPr>
          <a:xfrm>
            <a:off x="8594496" y="3613124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14</a:t>
            </a:r>
            <a:endParaRPr lang="en-US" dirty="0"/>
          </a:p>
        </p:txBody>
      </p:sp>
      <p:sp>
        <p:nvSpPr>
          <p:cNvPr id="1235" name="Rectangle 4"/>
          <p:cNvSpPr>
            <a:spLocks noChangeArrowheads="1"/>
          </p:cNvSpPr>
          <p:nvPr/>
        </p:nvSpPr>
        <p:spPr bwMode="auto">
          <a:xfrm>
            <a:off x="878255" y="391968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6" name="TextBox 3"/>
          <p:cNvSpPr txBox="1"/>
          <p:nvPr/>
        </p:nvSpPr>
        <p:spPr>
          <a:xfrm>
            <a:off x="827455" y="389088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8470110</a:t>
            </a:r>
            <a:endParaRPr lang="en-US" dirty="0"/>
          </a:p>
        </p:txBody>
      </p:sp>
      <p:sp>
        <p:nvSpPr>
          <p:cNvPr id="1237" name="Rectangle 4"/>
          <p:cNvSpPr>
            <a:spLocks noChangeArrowheads="1"/>
          </p:cNvSpPr>
          <p:nvPr/>
        </p:nvSpPr>
        <p:spPr bwMode="auto">
          <a:xfrm>
            <a:off x="1365758" y="391968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8" name="TextBox 3"/>
          <p:cNvSpPr txBox="1"/>
          <p:nvPr/>
        </p:nvSpPr>
        <p:spPr>
          <a:xfrm>
            <a:off x="1314958" y="3890886"/>
            <a:ext cx="8327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Office </a:t>
            </a:r>
            <a:endParaRPr lang="en-US" dirty="0"/>
          </a:p>
        </p:txBody>
      </p:sp>
      <p:sp>
        <p:nvSpPr>
          <p:cNvPr id="1239" name="TextBox 3"/>
          <p:cNvSpPr txBox="1"/>
          <p:nvPr/>
        </p:nvSpPr>
        <p:spPr>
          <a:xfrm>
            <a:off x="1314958" y="4008336"/>
            <a:ext cx="8894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the President</a:t>
            </a:r>
            <a:endParaRPr lang="en-US" dirty="0"/>
          </a:p>
        </p:txBody>
      </p:sp>
      <p:sp>
        <p:nvSpPr>
          <p:cNvPr id="1240" name="Rectangle 4"/>
          <p:cNvSpPr>
            <a:spLocks noChangeArrowheads="1"/>
          </p:cNvSpPr>
          <p:nvPr/>
        </p:nvSpPr>
        <p:spPr bwMode="auto">
          <a:xfrm>
            <a:off x="2163546" y="391968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1" name="TextBox 3"/>
          <p:cNvSpPr txBox="1"/>
          <p:nvPr/>
        </p:nvSpPr>
        <p:spPr>
          <a:xfrm>
            <a:off x="2112746" y="389088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413121</a:t>
            </a:r>
            <a:endParaRPr lang="en-US" dirty="0"/>
          </a:p>
        </p:txBody>
      </p:sp>
      <p:sp>
        <p:nvSpPr>
          <p:cNvPr id="1242" name="Rectangle 4"/>
          <p:cNvSpPr>
            <a:spLocks noChangeArrowheads="1"/>
          </p:cNvSpPr>
          <p:nvPr/>
        </p:nvSpPr>
        <p:spPr bwMode="auto">
          <a:xfrm>
            <a:off x="2622702" y="391968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3" name="TextBox 3"/>
          <p:cNvSpPr txBox="1"/>
          <p:nvPr/>
        </p:nvSpPr>
        <p:spPr>
          <a:xfrm>
            <a:off x="2571902" y="3890886"/>
            <a:ext cx="10753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Daily-</a:t>
            </a:r>
            <a:endParaRPr lang="en-US" dirty="0"/>
          </a:p>
        </p:txBody>
      </p:sp>
      <p:sp>
        <p:nvSpPr>
          <p:cNvPr id="1244" name="TextBox 3"/>
          <p:cNvSpPr txBox="1"/>
          <p:nvPr/>
        </p:nvSpPr>
        <p:spPr>
          <a:xfrm>
            <a:off x="2571902" y="4008336"/>
            <a:ext cx="110967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rated personnel and </a:t>
            </a:r>
            <a:endParaRPr lang="en-US" dirty="0"/>
          </a:p>
        </p:txBody>
      </p:sp>
      <p:sp>
        <p:nvSpPr>
          <p:cNvPr id="1245" name="TextBox 3"/>
          <p:cNvSpPr txBox="1"/>
          <p:nvPr/>
        </p:nvSpPr>
        <p:spPr>
          <a:xfrm>
            <a:off x="2571902" y="4125785"/>
            <a:ext cx="9909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casual employees</a:t>
            </a:r>
            <a:endParaRPr lang="en-US" dirty="0"/>
          </a:p>
        </p:txBody>
      </p:sp>
      <p:sp>
        <p:nvSpPr>
          <p:cNvPr id="1246" name="Rectangle 4"/>
          <p:cNvSpPr>
            <a:spLocks noChangeArrowheads="1"/>
          </p:cNvSpPr>
          <p:nvPr/>
        </p:nvSpPr>
        <p:spPr bwMode="auto">
          <a:xfrm>
            <a:off x="3680282" y="391968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7" name="TextBox 3"/>
          <p:cNvSpPr txBox="1"/>
          <p:nvPr/>
        </p:nvSpPr>
        <p:spPr>
          <a:xfrm>
            <a:off x="3629482" y="389088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847.8470110.1.413121.000000.847001.100178</a:t>
            </a:r>
            <a:endParaRPr lang="en-US" dirty="0"/>
          </a:p>
        </p:txBody>
      </p:sp>
      <p:sp>
        <p:nvSpPr>
          <p:cNvPr id="1248" name="Rectangle 4"/>
          <p:cNvSpPr>
            <a:spLocks noChangeArrowheads="1"/>
          </p:cNvSpPr>
          <p:nvPr/>
        </p:nvSpPr>
        <p:spPr bwMode="auto">
          <a:xfrm>
            <a:off x="5918962" y="391968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9" name="TextBox 3"/>
          <p:cNvSpPr txBox="1"/>
          <p:nvPr/>
        </p:nvSpPr>
        <p:spPr>
          <a:xfrm>
            <a:off x="5987491" y="389088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1,700,000</a:t>
            </a:r>
            <a:endParaRPr lang="en-US" dirty="0"/>
          </a:p>
        </p:txBody>
      </p:sp>
      <p:sp>
        <p:nvSpPr>
          <p:cNvPr id="1250" name="Rectangle 4"/>
          <p:cNvSpPr>
            <a:spLocks noChangeArrowheads="1"/>
          </p:cNvSpPr>
          <p:nvPr/>
        </p:nvSpPr>
        <p:spPr bwMode="auto">
          <a:xfrm>
            <a:off x="6566408" y="391968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51" name="TextBox 3"/>
          <p:cNvSpPr txBox="1"/>
          <p:nvPr/>
        </p:nvSpPr>
        <p:spPr>
          <a:xfrm>
            <a:off x="6719671" y="389088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209,542</a:t>
            </a:r>
            <a:endParaRPr lang="en-US" dirty="0"/>
          </a:p>
        </p:txBody>
      </p:sp>
      <p:sp>
        <p:nvSpPr>
          <p:cNvPr id="1252" name="Rectangle 4"/>
          <p:cNvSpPr>
            <a:spLocks noChangeArrowheads="1"/>
          </p:cNvSpPr>
          <p:nvPr/>
        </p:nvSpPr>
        <p:spPr bwMode="auto">
          <a:xfrm>
            <a:off x="7213854" y="391968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53" name="TextBox 3"/>
          <p:cNvSpPr txBox="1"/>
          <p:nvPr/>
        </p:nvSpPr>
        <p:spPr>
          <a:xfrm>
            <a:off x="7367118" y="389088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196,012</a:t>
            </a:r>
            <a:endParaRPr lang="en-US" dirty="0"/>
          </a:p>
        </p:txBody>
      </p:sp>
      <p:sp>
        <p:nvSpPr>
          <p:cNvPr id="1254" name="Rectangle 4"/>
          <p:cNvSpPr>
            <a:spLocks noChangeArrowheads="1"/>
          </p:cNvSpPr>
          <p:nvPr/>
        </p:nvSpPr>
        <p:spPr bwMode="auto">
          <a:xfrm>
            <a:off x="7861300" y="391968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55" name="Rectangle 4"/>
          <p:cNvSpPr>
            <a:spLocks noChangeArrowheads="1"/>
          </p:cNvSpPr>
          <p:nvPr/>
        </p:nvSpPr>
        <p:spPr bwMode="auto">
          <a:xfrm>
            <a:off x="8094497" y="391968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56" name="Rectangle 4"/>
          <p:cNvSpPr>
            <a:spLocks noChangeArrowheads="1"/>
          </p:cNvSpPr>
          <p:nvPr/>
        </p:nvSpPr>
        <p:spPr bwMode="auto">
          <a:xfrm>
            <a:off x="8333384" y="391968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57" name="TextBox 3"/>
          <p:cNvSpPr txBox="1"/>
          <p:nvPr/>
        </p:nvSpPr>
        <p:spPr>
          <a:xfrm>
            <a:off x="8396783" y="389088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13,531</a:t>
            </a:r>
            <a:endParaRPr lang="en-US" dirty="0"/>
          </a:p>
        </p:txBody>
      </p:sp>
      <p:sp>
        <p:nvSpPr>
          <p:cNvPr id="1258" name="Rectangle 4"/>
          <p:cNvSpPr>
            <a:spLocks noChangeArrowheads="1"/>
          </p:cNvSpPr>
          <p:nvPr/>
        </p:nvSpPr>
        <p:spPr bwMode="auto">
          <a:xfrm>
            <a:off x="878255" y="4314901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59" name="TextBox 3"/>
          <p:cNvSpPr txBox="1"/>
          <p:nvPr/>
        </p:nvSpPr>
        <p:spPr>
          <a:xfrm>
            <a:off x="827455" y="428609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8470110</a:t>
            </a:r>
            <a:endParaRPr lang="en-US" dirty="0"/>
          </a:p>
        </p:txBody>
      </p:sp>
      <p:sp>
        <p:nvSpPr>
          <p:cNvPr id="1260" name="Rectangle 4"/>
          <p:cNvSpPr>
            <a:spLocks noChangeArrowheads="1"/>
          </p:cNvSpPr>
          <p:nvPr/>
        </p:nvSpPr>
        <p:spPr bwMode="auto">
          <a:xfrm>
            <a:off x="1365758" y="4314901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1" name="TextBox 3"/>
          <p:cNvSpPr txBox="1"/>
          <p:nvPr/>
        </p:nvSpPr>
        <p:spPr>
          <a:xfrm>
            <a:off x="1314958" y="4286098"/>
            <a:ext cx="8327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Office </a:t>
            </a:r>
            <a:endParaRPr lang="en-US" dirty="0"/>
          </a:p>
        </p:txBody>
      </p:sp>
      <p:sp>
        <p:nvSpPr>
          <p:cNvPr id="1262" name="TextBox 3"/>
          <p:cNvSpPr txBox="1"/>
          <p:nvPr/>
        </p:nvSpPr>
        <p:spPr>
          <a:xfrm>
            <a:off x="1314958" y="4403547"/>
            <a:ext cx="8894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the President</a:t>
            </a:r>
            <a:endParaRPr lang="en-US" dirty="0"/>
          </a:p>
        </p:txBody>
      </p:sp>
      <p:sp>
        <p:nvSpPr>
          <p:cNvPr id="1263" name="Rectangle 4"/>
          <p:cNvSpPr>
            <a:spLocks noChangeArrowheads="1"/>
          </p:cNvSpPr>
          <p:nvPr/>
        </p:nvSpPr>
        <p:spPr bwMode="auto">
          <a:xfrm>
            <a:off x="2163546" y="4314901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4" name="TextBox 3"/>
          <p:cNvSpPr txBox="1"/>
          <p:nvPr/>
        </p:nvSpPr>
        <p:spPr>
          <a:xfrm>
            <a:off x="2112746" y="428609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1265" name="Rectangle 4"/>
          <p:cNvSpPr>
            <a:spLocks noChangeArrowheads="1"/>
          </p:cNvSpPr>
          <p:nvPr/>
        </p:nvSpPr>
        <p:spPr bwMode="auto">
          <a:xfrm>
            <a:off x="2622702" y="4314901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6" name="TextBox 3"/>
          <p:cNvSpPr txBox="1"/>
          <p:nvPr/>
        </p:nvSpPr>
        <p:spPr>
          <a:xfrm>
            <a:off x="2571902" y="4286098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1267" name="TextBox 3"/>
          <p:cNvSpPr txBox="1"/>
          <p:nvPr/>
        </p:nvSpPr>
        <p:spPr>
          <a:xfrm>
            <a:off x="2571902" y="4403547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1268" name="Rectangle 4"/>
          <p:cNvSpPr>
            <a:spLocks noChangeArrowheads="1"/>
          </p:cNvSpPr>
          <p:nvPr/>
        </p:nvSpPr>
        <p:spPr bwMode="auto">
          <a:xfrm>
            <a:off x="3680282" y="4314901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9" name="TextBox 3"/>
          <p:cNvSpPr txBox="1"/>
          <p:nvPr/>
        </p:nvSpPr>
        <p:spPr>
          <a:xfrm>
            <a:off x="3629482" y="428609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847.8470110.1.415110.000000.847001.100178</a:t>
            </a:r>
            <a:endParaRPr lang="en-US" dirty="0"/>
          </a:p>
        </p:txBody>
      </p:sp>
      <p:sp>
        <p:nvSpPr>
          <p:cNvPr id="1270" name="Rectangle 4"/>
          <p:cNvSpPr>
            <a:spLocks noChangeArrowheads="1"/>
          </p:cNvSpPr>
          <p:nvPr/>
        </p:nvSpPr>
        <p:spPr bwMode="auto">
          <a:xfrm>
            <a:off x="5918962" y="431490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1" name="TextBox 3"/>
          <p:cNvSpPr txBox="1"/>
          <p:nvPr/>
        </p:nvSpPr>
        <p:spPr>
          <a:xfrm>
            <a:off x="6072225" y="428609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381,692</a:t>
            </a:r>
            <a:endParaRPr lang="en-US" dirty="0"/>
          </a:p>
        </p:txBody>
      </p:sp>
      <p:sp>
        <p:nvSpPr>
          <p:cNvPr id="1272" name="Rectangle 4"/>
          <p:cNvSpPr>
            <a:spLocks noChangeArrowheads="1"/>
          </p:cNvSpPr>
          <p:nvPr/>
        </p:nvSpPr>
        <p:spPr bwMode="auto">
          <a:xfrm>
            <a:off x="6566408" y="431490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3" name="TextBox 3"/>
          <p:cNvSpPr txBox="1"/>
          <p:nvPr/>
        </p:nvSpPr>
        <p:spPr>
          <a:xfrm>
            <a:off x="6719671" y="428609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376,016</a:t>
            </a:r>
            <a:endParaRPr lang="en-US" dirty="0"/>
          </a:p>
        </p:txBody>
      </p:sp>
      <p:sp>
        <p:nvSpPr>
          <p:cNvPr id="1274" name="Rectangle 4"/>
          <p:cNvSpPr>
            <a:spLocks noChangeArrowheads="1"/>
          </p:cNvSpPr>
          <p:nvPr/>
        </p:nvSpPr>
        <p:spPr bwMode="auto">
          <a:xfrm>
            <a:off x="7213854" y="431490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5" name="TextBox 3"/>
          <p:cNvSpPr txBox="1"/>
          <p:nvPr/>
        </p:nvSpPr>
        <p:spPr>
          <a:xfrm>
            <a:off x="7367118" y="428609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376,014</a:t>
            </a:r>
            <a:endParaRPr lang="en-US" dirty="0"/>
          </a:p>
        </p:txBody>
      </p:sp>
      <p:sp>
        <p:nvSpPr>
          <p:cNvPr id="1276" name="Rectangle 4"/>
          <p:cNvSpPr>
            <a:spLocks noChangeArrowheads="1"/>
          </p:cNvSpPr>
          <p:nvPr/>
        </p:nvSpPr>
        <p:spPr bwMode="auto">
          <a:xfrm>
            <a:off x="7861300" y="4314901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7" name="Rectangle 4"/>
          <p:cNvSpPr>
            <a:spLocks noChangeArrowheads="1"/>
          </p:cNvSpPr>
          <p:nvPr/>
        </p:nvSpPr>
        <p:spPr bwMode="auto">
          <a:xfrm>
            <a:off x="8094497" y="4314901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8" name="Rectangle 4"/>
          <p:cNvSpPr>
            <a:spLocks noChangeArrowheads="1"/>
          </p:cNvSpPr>
          <p:nvPr/>
        </p:nvSpPr>
        <p:spPr bwMode="auto">
          <a:xfrm>
            <a:off x="8333384" y="4314901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9" name="TextBox 3"/>
          <p:cNvSpPr txBox="1"/>
          <p:nvPr/>
        </p:nvSpPr>
        <p:spPr>
          <a:xfrm>
            <a:off x="8650986" y="428609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</a:t>
            </a:r>
            <a:endParaRPr lang="en-US" dirty="0"/>
          </a:p>
        </p:txBody>
      </p:sp>
      <p:sp>
        <p:nvSpPr>
          <p:cNvPr id="1280" name="Rectangle 4"/>
          <p:cNvSpPr>
            <a:spLocks noChangeArrowheads="1"/>
          </p:cNvSpPr>
          <p:nvPr/>
        </p:nvSpPr>
        <p:spPr bwMode="auto">
          <a:xfrm>
            <a:off x="878255" y="4592663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1" name="TextBox 3"/>
          <p:cNvSpPr txBox="1"/>
          <p:nvPr/>
        </p:nvSpPr>
        <p:spPr>
          <a:xfrm>
            <a:off x="827455" y="456385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8470110</a:t>
            </a:r>
            <a:endParaRPr lang="en-US" dirty="0"/>
          </a:p>
        </p:txBody>
      </p:sp>
      <p:sp>
        <p:nvSpPr>
          <p:cNvPr id="1282" name="Rectangle 4"/>
          <p:cNvSpPr>
            <a:spLocks noChangeArrowheads="1"/>
          </p:cNvSpPr>
          <p:nvPr/>
        </p:nvSpPr>
        <p:spPr bwMode="auto">
          <a:xfrm>
            <a:off x="1365758" y="4592663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3" name="TextBox 3"/>
          <p:cNvSpPr txBox="1"/>
          <p:nvPr/>
        </p:nvSpPr>
        <p:spPr>
          <a:xfrm>
            <a:off x="1314958" y="4563859"/>
            <a:ext cx="8327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Office </a:t>
            </a:r>
            <a:endParaRPr lang="en-US" dirty="0"/>
          </a:p>
        </p:txBody>
      </p:sp>
      <p:sp>
        <p:nvSpPr>
          <p:cNvPr id="1284" name="TextBox 3"/>
          <p:cNvSpPr txBox="1"/>
          <p:nvPr/>
        </p:nvSpPr>
        <p:spPr>
          <a:xfrm>
            <a:off x="1314958" y="4681309"/>
            <a:ext cx="8894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the President</a:t>
            </a:r>
            <a:endParaRPr lang="en-US" dirty="0"/>
          </a:p>
        </p:txBody>
      </p:sp>
      <p:sp>
        <p:nvSpPr>
          <p:cNvPr id="1285" name="Rectangle 4"/>
          <p:cNvSpPr>
            <a:spLocks noChangeArrowheads="1"/>
          </p:cNvSpPr>
          <p:nvPr/>
        </p:nvSpPr>
        <p:spPr bwMode="auto">
          <a:xfrm>
            <a:off x="2163546" y="4592663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6" name="TextBox 3"/>
          <p:cNvSpPr txBox="1"/>
          <p:nvPr/>
        </p:nvSpPr>
        <p:spPr>
          <a:xfrm>
            <a:off x="2112746" y="456385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1287" name="Rectangle 4"/>
          <p:cNvSpPr>
            <a:spLocks noChangeArrowheads="1"/>
          </p:cNvSpPr>
          <p:nvPr/>
        </p:nvSpPr>
        <p:spPr bwMode="auto">
          <a:xfrm>
            <a:off x="2622702" y="4592663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8" name="TextBox 3"/>
          <p:cNvSpPr txBox="1"/>
          <p:nvPr/>
        </p:nvSpPr>
        <p:spPr>
          <a:xfrm>
            <a:off x="2571902" y="4563859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1289" name="TextBox 3"/>
          <p:cNvSpPr txBox="1"/>
          <p:nvPr/>
        </p:nvSpPr>
        <p:spPr>
          <a:xfrm>
            <a:off x="2571902" y="4681309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1290" name="Rectangle 4"/>
          <p:cNvSpPr>
            <a:spLocks noChangeArrowheads="1"/>
          </p:cNvSpPr>
          <p:nvPr/>
        </p:nvSpPr>
        <p:spPr bwMode="auto">
          <a:xfrm>
            <a:off x="3680282" y="4592663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91" name="TextBox 3"/>
          <p:cNvSpPr txBox="1"/>
          <p:nvPr/>
        </p:nvSpPr>
        <p:spPr>
          <a:xfrm>
            <a:off x="3629482" y="456385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847.8470110.1.416110.000000.847001.100178</a:t>
            </a:r>
            <a:endParaRPr lang="en-US" dirty="0"/>
          </a:p>
        </p:txBody>
      </p:sp>
      <p:sp>
        <p:nvSpPr>
          <p:cNvPr id="1292" name="Rectangle 4"/>
          <p:cNvSpPr>
            <a:spLocks noChangeArrowheads="1"/>
          </p:cNvSpPr>
          <p:nvPr/>
        </p:nvSpPr>
        <p:spPr bwMode="auto">
          <a:xfrm>
            <a:off x="5918962" y="459266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93" name="TextBox 3"/>
          <p:cNvSpPr txBox="1"/>
          <p:nvPr/>
        </p:nvSpPr>
        <p:spPr>
          <a:xfrm>
            <a:off x="6382918" y="456385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294" name="Rectangle 4"/>
          <p:cNvSpPr>
            <a:spLocks noChangeArrowheads="1"/>
          </p:cNvSpPr>
          <p:nvPr/>
        </p:nvSpPr>
        <p:spPr bwMode="auto">
          <a:xfrm>
            <a:off x="6566408" y="459266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95" name="TextBox 3"/>
          <p:cNvSpPr txBox="1"/>
          <p:nvPr/>
        </p:nvSpPr>
        <p:spPr>
          <a:xfrm>
            <a:off x="6776161" y="456385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30,200</a:t>
            </a:r>
            <a:endParaRPr lang="en-US" dirty="0"/>
          </a:p>
        </p:txBody>
      </p:sp>
      <p:sp>
        <p:nvSpPr>
          <p:cNvPr id="1296" name="Rectangle 4"/>
          <p:cNvSpPr>
            <a:spLocks noChangeArrowheads="1"/>
          </p:cNvSpPr>
          <p:nvPr/>
        </p:nvSpPr>
        <p:spPr bwMode="auto">
          <a:xfrm>
            <a:off x="7213854" y="459266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97" name="TextBox 3"/>
          <p:cNvSpPr txBox="1"/>
          <p:nvPr/>
        </p:nvSpPr>
        <p:spPr>
          <a:xfrm>
            <a:off x="7423607" y="456385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30,200</a:t>
            </a:r>
            <a:endParaRPr lang="en-US" dirty="0"/>
          </a:p>
        </p:txBody>
      </p:sp>
      <p:sp>
        <p:nvSpPr>
          <p:cNvPr id="1298" name="Rectangle 4"/>
          <p:cNvSpPr>
            <a:spLocks noChangeArrowheads="1"/>
          </p:cNvSpPr>
          <p:nvPr/>
        </p:nvSpPr>
        <p:spPr bwMode="auto">
          <a:xfrm>
            <a:off x="7861300" y="4592663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99" name="Rectangle 4"/>
          <p:cNvSpPr>
            <a:spLocks noChangeArrowheads="1"/>
          </p:cNvSpPr>
          <p:nvPr/>
        </p:nvSpPr>
        <p:spPr bwMode="auto">
          <a:xfrm>
            <a:off x="8094497" y="4592663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0" name="Rectangle 4"/>
          <p:cNvSpPr>
            <a:spLocks noChangeArrowheads="1"/>
          </p:cNvSpPr>
          <p:nvPr/>
        </p:nvSpPr>
        <p:spPr bwMode="auto">
          <a:xfrm>
            <a:off x="8333384" y="4592663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1" name="TextBox 3"/>
          <p:cNvSpPr txBox="1"/>
          <p:nvPr/>
        </p:nvSpPr>
        <p:spPr>
          <a:xfrm>
            <a:off x="8650986" y="456385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302" name="Rectangle 4"/>
          <p:cNvSpPr>
            <a:spLocks noChangeArrowheads="1"/>
          </p:cNvSpPr>
          <p:nvPr/>
        </p:nvSpPr>
        <p:spPr bwMode="auto">
          <a:xfrm>
            <a:off x="878255" y="4870424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3" name="TextBox 3"/>
          <p:cNvSpPr txBox="1"/>
          <p:nvPr/>
        </p:nvSpPr>
        <p:spPr>
          <a:xfrm>
            <a:off x="827455" y="484162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8470110</a:t>
            </a:r>
            <a:endParaRPr lang="en-US" dirty="0"/>
          </a:p>
        </p:txBody>
      </p:sp>
      <p:sp>
        <p:nvSpPr>
          <p:cNvPr id="1304" name="Rectangle 4"/>
          <p:cNvSpPr>
            <a:spLocks noChangeArrowheads="1"/>
          </p:cNvSpPr>
          <p:nvPr/>
        </p:nvSpPr>
        <p:spPr bwMode="auto">
          <a:xfrm>
            <a:off x="1365758" y="4870424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5" name="TextBox 3"/>
          <p:cNvSpPr txBox="1"/>
          <p:nvPr/>
        </p:nvSpPr>
        <p:spPr>
          <a:xfrm>
            <a:off x="1314958" y="4841621"/>
            <a:ext cx="8327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Office </a:t>
            </a:r>
            <a:endParaRPr lang="en-US" dirty="0"/>
          </a:p>
        </p:txBody>
      </p:sp>
      <p:sp>
        <p:nvSpPr>
          <p:cNvPr id="1306" name="TextBox 3"/>
          <p:cNvSpPr txBox="1"/>
          <p:nvPr/>
        </p:nvSpPr>
        <p:spPr>
          <a:xfrm>
            <a:off x="1314958" y="4959070"/>
            <a:ext cx="8894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the President</a:t>
            </a:r>
            <a:endParaRPr lang="en-US" dirty="0"/>
          </a:p>
        </p:txBody>
      </p:sp>
      <p:sp>
        <p:nvSpPr>
          <p:cNvPr id="1307" name="Rectangle 4"/>
          <p:cNvSpPr>
            <a:spLocks noChangeArrowheads="1"/>
          </p:cNvSpPr>
          <p:nvPr/>
        </p:nvSpPr>
        <p:spPr bwMode="auto">
          <a:xfrm>
            <a:off x="2163546" y="4870424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8" name="TextBox 3"/>
          <p:cNvSpPr txBox="1"/>
          <p:nvPr/>
        </p:nvSpPr>
        <p:spPr>
          <a:xfrm>
            <a:off x="2112746" y="484162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1309" name="Rectangle 4"/>
          <p:cNvSpPr>
            <a:spLocks noChangeArrowheads="1"/>
          </p:cNvSpPr>
          <p:nvPr/>
        </p:nvSpPr>
        <p:spPr bwMode="auto">
          <a:xfrm>
            <a:off x="2622702" y="4870424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0" name="TextBox 3"/>
          <p:cNvSpPr txBox="1"/>
          <p:nvPr/>
        </p:nvSpPr>
        <p:spPr>
          <a:xfrm>
            <a:off x="2571902" y="4841621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1311" name="TextBox 3"/>
          <p:cNvSpPr txBox="1"/>
          <p:nvPr/>
        </p:nvSpPr>
        <p:spPr>
          <a:xfrm>
            <a:off x="2571902" y="4959070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1312" name="Rectangle 4"/>
          <p:cNvSpPr>
            <a:spLocks noChangeArrowheads="1"/>
          </p:cNvSpPr>
          <p:nvPr/>
        </p:nvSpPr>
        <p:spPr bwMode="auto">
          <a:xfrm>
            <a:off x="3680282" y="4870424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3" name="TextBox 3"/>
          <p:cNvSpPr txBox="1"/>
          <p:nvPr/>
        </p:nvSpPr>
        <p:spPr>
          <a:xfrm>
            <a:off x="3629482" y="484162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847.8470110.1.416310.000000.847001.100178</a:t>
            </a:r>
            <a:endParaRPr lang="en-US" dirty="0"/>
          </a:p>
        </p:txBody>
      </p:sp>
      <p:sp>
        <p:nvSpPr>
          <p:cNvPr id="1314" name="Rectangle 4"/>
          <p:cNvSpPr>
            <a:spLocks noChangeArrowheads="1"/>
          </p:cNvSpPr>
          <p:nvPr/>
        </p:nvSpPr>
        <p:spPr bwMode="auto">
          <a:xfrm>
            <a:off x="5918962" y="487042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5" name="TextBox 3"/>
          <p:cNvSpPr txBox="1"/>
          <p:nvPr/>
        </p:nvSpPr>
        <p:spPr>
          <a:xfrm>
            <a:off x="6128715" y="484162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55,284</a:t>
            </a:r>
            <a:endParaRPr lang="en-US" dirty="0"/>
          </a:p>
        </p:txBody>
      </p:sp>
      <p:sp>
        <p:nvSpPr>
          <p:cNvPr id="1316" name="Rectangle 4"/>
          <p:cNvSpPr>
            <a:spLocks noChangeArrowheads="1"/>
          </p:cNvSpPr>
          <p:nvPr/>
        </p:nvSpPr>
        <p:spPr bwMode="auto">
          <a:xfrm>
            <a:off x="6566408" y="487042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7" name="TextBox 3"/>
          <p:cNvSpPr txBox="1"/>
          <p:nvPr/>
        </p:nvSpPr>
        <p:spPr>
          <a:xfrm>
            <a:off x="6776161" y="484162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11,974</a:t>
            </a:r>
            <a:endParaRPr lang="en-US" dirty="0"/>
          </a:p>
        </p:txBody>
      </p:sp>
      <p:sp>
        <p:nvSpPr>
          <p:cNvPr id="1318" name="Rectangle 4"/>
          <p:cNvSpPr>
            <a:spLocks noChangeArrowheads="1"/>
          </p:cNvSpPr>
          <p:nvPr/>
        </p:nvSpPr>
        <p:spPr bwMode="auto">
          <a:xfrm>
            <a:off x="7213854" y="487042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9" name="TextBox 3"/>
          <p:cNvSpPr txBox="1"/>
          <p:nvPr/>
        </p:nvSpPr>
        <p:spPr>
          <a:xfrm>
            <a:off x="7423607" y="484162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11,968</a:t>
            </a:r>
            <a:endParaRPr lang="en-US" dirty="0"/>
          </a:p>
        </p:txBody>
      </p:sp>
      <p:sp>
        <p:nvSpPr>
          <p:cNvPr id="1320" name="Rectangle 4"/>
          <p:cNvSpPr>
            <a:spLocks noChangeArrowheads="1"/>
          </p:cNvSpPr>
          <p:nvPr/>
        </p:nvSpPr>
        <p:spPr bwMode="auto">
          <a:xfrm>
            <a:off x="7861300" y="4870424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1" name="Rectangle 4"/>
          <p:cNvSpPr>
            <a:spLocks noChangeArrowheads="1"/>
          </p:cNvSpPr>
          <p:nvPr/>
        </p:nvSpPr>
        <p:spPr bwMode="auto">
          <a:xfrm>
            <a:off x="8094497" y="4870424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2" name="Rectangle 4"/>
          <p:cNvSpPr>
            <a:spLocks noChangeArrowheads="1"/>
          </p:cNvSpPr>
          <p:nvPr/>
        </p:nvSpPr>
        <p:spPr bwMode="auto">
          <a:xfrm>
            <a:off x="8333384" y="4870424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3" name="TextBox 3"/>
          <p:cNvSpPr txBox="1"/>
          <p:nvPr/>
        </p:nvSpPr>
        <p:spPr>
          <a:xfrm>
            <a:off x="8650986" y="484162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</a:t>
            </a:r>
            <a:endParaRPr lang="en-US" dirty="0"/>
          </a:p>
        </p:txBody>
      </p:sp>
      <p:sp>
        <p:nvSpPr>
          <p:cNvPr id="1324" name="Rectangle 4"/>
          <p:cNvSpPr>
            <a:spLocks noChangeArrowheads="1"/>
          </p:cNvSpPr>
          <p:nvPr/>
        </p:nvSpPr>
        <p:spPr bwMode="auto">
          <a:xfrm>
            <a:off x="878255" y="5148186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25" name="TextBox 3"/>
          <p:cNvSpPr txBox="1"/>
          <p:nvPr/>
        </p:nvSpPr>
        <p:spPr>
          <a:xfrm>
            <a:off x="827455" y="511938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8470110</a:t>
            </a:r>
            <a:endParaRPr lang="en-US" dirty="0"/>
          </a:p>
        </p:txBody>
      </p:sp>
      <p:sp>
        <p:nvSpPr>
          <p:cNvPr id="1326" name="TextBox 3"/>
          <p:cNvSpPr txBox="1"/>
          <p:nvPr/>
        </p:nvSpPr>
        <p:spPr>
          <a:xfrm>
            <a:off x="827455" y="5236832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327" name="Rectangle 4"/>
          <p:cNvSpPr>
            <a:spLocks noChangeArrowheads="1"/>
          </p:cNvSpPr>
          <p:nvPr/>
        </p:nvSpPr>
        <p:spPr bwMode="auto">
          <a:xfrm>
            <a:off x="1365758" y="5148186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28" name="Rectangle 4"/>
          <p:cNvSpPr>
            <a:spLocks noChangeArrowheads="1"/>
          </p:cNvSpPr>
          <p:nvPr/>
        </p:nvSpPr>
        <p:spPr bwMode="auto">
          <a:xfrm>
            <a:off x="2163546" y="5148186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29" name="Rectangle 4"/>
          <p:cNvSpPr>
            <a:spLocks noChangeArrowheads="1"/>
          </p:cNvSpPr>
          <p:nvPr/>
        </p:nvSpPr>
        <p:spPr bwMode="auto">
          <a:xfrm>
            <a:off x="2622702" y="5148186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30" name="Rectangle 4"/>
          <p:cNvSpPr>
            <a:spLocks noChangeArrowheads="1"/>
          </p:cNvSpPr>
          <p:nvPr/>
        </p:nvSpPr>
        <p:spPr bwMode="auto">
          <a:xfrm>
            <a:off x="3680282" y="5148186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31" name="Rectangle 4"/>
          <p:cNvSpPr>
            <a:spLocks noChangeArrowheads="1"/>
          </p:cNvSpPr>
          <p:nvPr/>
        </p:nvSpPr>
        <p:spPr bwMode="auto">
          <a:xfrm>
            <a:off x="5918962" y="5148186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32" name="TextBox 3"/>
          <p:cNvSpPr txBox="1"/>
          <p:nvPr/>
        </p:nvSpPr>
        <p:spPr>
          <a:xfrm>
            <a:off x="5987491" y="511938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8,405,456</a:t>
            </a:r>
            <a:endParaRPr lang="en-US" dirty="0"/>
          </a:p>
        </p:txBody>
      </p:sp>
      <p:sp>
        <p:nvSpPr>
          <p:cNvPr id="1333" name="Rectangle 4"/>
          <p:cNvSpPr>
            <a:spLocks noChangeArrowheads="1"/>
          </p:cNvSpPr>
          <p:nvPr/>
        </p:nvSpPr>
        <p:spPr bwMode="auto">
          <a:xfrm>
            <a:off x="6566408" y="5148186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34" name="TextBox 3"/>
          <p:cNvSpPr txBox="1"/>
          <p:nvPr/>
        </p:nvSpPr>
        <p:spPr>
          <a:xfrm>
            <a:off x="6634937" y="511938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6,885,472</a:t>
            </a:r>
            <a:endParaRPr lang="en-US" dirty="0"/>
          </a:p>
        </p:txBody>
      </p:sp>
      <p:sp>
        <p:nvSpPr>
          <p:cNvPr id="1335" name="Rectangle 4"/>
          <p:cNvSpPr>
            <a:spLocks noChangeArrowheads="1"/>
          </p:cNvSpPr>
          <p:nvPr/>
        </p:nvSpPr>
        <p:spPr bwMode="auto">
          <a:xfrm>
            <a:off x="7213854" y="5148186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36" name="TextBox 3"/>
          <p:cNvSpPr txBox="1"/>
          <p:nvPr/>
        </p:nvSpPr>
        <p:spPr>
          <a:xfrm>
            <a:off x="7282383" y="511938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6,795,439</a:t>
            </a:r>
            <a:endParaRPr lang="en-US" dirty="0"/>
          </a:p>
        </p:txBody>
      </p:sp>
      <p:sp>
        <p:nvSpPr>
          <p:cNvPr id="1337" name="Rectangle 4"/>
          <p:cNvSpPr>
            <a:spLocks noChangeArrowheads="1"/>
          </p:cNvSpPr>
          <p:nvPr/>
        </p:nvSpPr>
        <p:spPr bwMode="auto">
          <a:xfrm>
            <a:off x="7861300" y="5148186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38" name="Rectangle 4"/>
          <p:cNvSpPr>
            <a:spLocks noChangeArrowheads="1"/>
          </p:cNvSpPr>
          <p:nvPr/>
        </p:nvSpPr>
        <p:spPr bwMode="auto">
          <a:xfrm>
            <a:off x="8094497" y="5148186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39" name="Rectangle 4"/>
          <p:cNvSpPr>
            <a:spLocks noChangeArrowheads="1"/>
          </p:cNvSpPr>
          <p:nvPr/>
        </p:nvSpPr>
        <p:spPr bwMode="auto">
          <a:xfrm>
            <a:off x="8333384" y="5148186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40" name="TextBox 3"/>
          <p:cNvSpPr txBox="1"/>
          <p:nvPr/>
        </p:nvSpPr>
        <p:spPr>
          <a:xfrm>
            <a:off x="8396783" y="511938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90,033</a:t>
            </a:r>
            <a:endParaRPr lang="en-US" dirty="0"/>
          </a:p>
        </p:txBody>
      </p:sp>
      <p:sp>
        <p:nvSpPr>
          <p:cNvPr id="1341" name="Rectangle 4"/>
          <p:cNvSpPr>
            <a:spLocks noChangeArrowheads="1"/>
          </p:cNvSpPr>
          <p:nvPr/>
        </p:nvSpPr>
        <p:spPr bwMode="auto">
          <a:xfrm>
            <a:off x="878255" y="5425948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2" name="TextBox 3"/>
          <p:cNvSpPr txBox="1"/>
          <p:nvPr/>
        </p:nvSpPr>
        <p:spPr>
          <a:xfrm>
            <a:off x="827455" y="539714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8470120</a:t>
            </a:r>
            <a:endParaRPr lang="en-US" dirty="0"/>
          </a:p>
        </p:txBody>
      </p:sp>
      <p:sp>
        <p:nvSpPr>
          <p:cNvPr id="1343" name="Rectangle 4"/>
          <p:cNvSpPr>
            <a:spLocks noChangeArrowheads="1"/>
          </p:cNvSpPr>
          <p:nvPr/>
        </p:nvSpPr>
        <p:spPr bwMode="auto">
          <a:xfrm>
            <a:off x="1365758" y="5425948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4" name="TextBox 3"/>
          <p:cNvSpPr txBox="1"/>
          <p:nvPr/>
        </p:nvSpPr>
        <p:spPr>
          <a:xfrm>
            <a:off x="1314958" y="5397144"/>
            <a:ext cx="7706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Audit</a:t>
            </a:r>
            <a:endParaRPr lang="en-US" dirty="0"/>
          </a:p>
        </p:txBody>
      </p:sp>
      <p:sp>
        <p:nvSpPr>
          <p:cNvPr id="1345" name="Rectangle 4"/>
          <p:cNvSpPr>
            <a:spLocks noChangeArrowheads="1"/>
          </p:cNvSpPr>
          <p:nvPr/>
        </p:nvSpPr>
        <p:spPr bwMode="auto">
          <a:xfrm>
            <a:off x="2163546" y="5425948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6" name="TextBox 3"/>
          <p:cNvSpPr txBox="1"/>
          <p:nvPr/>
        </p:nvSpPr>
        <p:spPr>
          <a:xfrm>
            <a:off x="2112746" y="539714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1347" name="Rectangle 4"/>
          <p:cNvSpPr>
            <a:spLocks noChangeArrowheads="1"/>
          </p:cNvSpPr>
          <p:nvPr/>
        </p:nvSpPr>
        <p:spPr bwMode="auto">
          <a:xfrm>
            <a:off x="2622702" y="5425948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8" name="TextBox 3"/>
          <p:cNvSpPr txBox="1"/>
          <p:nvPr/>
        </p:nvSpPr>
        <p:spPr>
          <a:xfrm>
            <a:off x="2571902" y="5397144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1349" name="TextBox 3"/>
          <p:cNvSpPr txBox="1"/>
          <p:nvPr/>
        </p:nvSpPr>
        <p:spPr>
          <a:xfrm>
            <a:off x="2571902" y="5514594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1350" name="Rectangle 4"/>
          <p:cNvSpPr>
            <a:spLocks noChangeArrowheads="1"/>
          </p:cNvSpPr>
          <p:nvPr/>
        </p:nvSpPr>
        <p:spPr bwMode="auto">
          <a:xfrm>
            <a:off x="3680282" y="5425948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1" name="TextBox 3"/>
          <p:cNvSpPr txBox="1"/>
          <p:nvPr/>
        </p:nvSpPr>
        <p:spPr>
          <a:xfrm>
            <a:off x="3629482" y="539714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847.8470120.1.412121.000000.847001.100178</a:t>
            </a:r>
            <a:endParaRPr lang="en-US" dirty="0"/>
          </a:p>
        </p:txBody>
      </p:sp>
      <p:sp>
        <p:nvSpPr>
          <p:cNvPr id="1352" name="Rectangle 4"/>
          <p:cNvSpPr>
            <a:spLocks noChangeArrowheads="1"/>
          </p:cNvSpPr>
          <p:nvPr/>
        </p:nvSpPr>
        <p:spPr bwMode="auto">
          <a:xfrm>
            <a:off x="5918962" y="542594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3" name="TextBox 3"/>
          <p:cNvSpPr txBox="1"/>
          <p:nvPr/>
        </p:nvSpPr>
        <p:spPr>
          <a:xfrm>
            <a:off x="6072225" y="539714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965,797</a:t>
            </a:r>
            <a:endParaRPr lang="en-US" dirty="0"/>
          </a:p>
        </p:txBody>
      </p:sp>
      <p:sp>
        <p:nvSpPr>
          <p:cNvPr id="1354" name="Rectangle 4"/>
          <p:cNvSpPr>
            <a:spLocks noChangeArrowheads="1"/>
          </p:cNvSpPr>
          <p:nvPr/>
        </p:nvSpPr>
        <p:spPr bwMode="auto">
          <a:xfrm>
            <a:off x="6566408" y="542594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5" name="TextBox 3"/>
          <p:cNvSpPr txBox="1"/>
          <p:nvPr/>
        </p:nvSpPr>
        <p:spPr>
          <a:xfrm>
            <a:off x="6634937" y="539714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1,041,397</a:t>
            </a:r>
            <a:endParaRPr lang="en-US" dirty="0"/>
          </a:p>
        </p:txBody>
      </p:sp>
      <p:sp>
        <p:nvSpPr>
          <p:cNvPr id="1356" name="Rectangle 4"/>
          <p:cNvSpPr>
            <a:spLocks noChangeArrowheads="1"/>
          </p:cNvSpPr>
          <p:nvPr/>
        </p:nvSpPr>
        <p:spPr bwMode="auto">
          <a:xfrm>
            <a:off x="7213854" y="542594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7" name="TextBox 3"/>
          <p:cNvSpPr txBox="1"/>
          <p:nvPr/>
        </p:nvSpPr>
        <p:spPr>
          <a:xfrm>
            <a:off x="7282383" y="539714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1,041,396</a:t>
            </a:r>
            <a:endParaRPr lang="en-US" dirty="0"/>
          </a:p>
        </p:txBody>
      </p:sp>
      <p:sp>
        <p:nvSpPr>
          <p:cNvPr id="1358" name="Rectangle 4"/>
          <p:cNvSpPr>
            <a:spLocks noChangeArrowheads="1"/>
          </p:cNvSpPr>
          <p:nvPr/>
        </p:nvSpPr>
        <p:spPr bwMode="auto">
          <a:xfrm>
            <a:off x="7861300" y="5425948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9" name="Rectangle 4"/>
          <p:cNvSpPr>
            <a:spLocks noChangeArrowheads="1"/>
          </p:cNvSpPr>
          <p:nvPr/>
        </p:nvSpPr>
        <p:spPr bwMode="auto">
          <a:xfrm>
            <a:off x="8094497" y="5425948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0" name="Rectangle 4"/>
          <p:cNvSpPr>
            <a:spLocks noChangeArrowheads="1"/>
          </p:cNvSpPr>
          <p:nvPr/>
        </p:nvSpPr>
        <p:spPr bwMode="auto">
          <a:xfrm>
            <a:off x="8333384" y="5425948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1" name="TextBox 3"/>
          <p:cNvSpPr txBox="1"/>
          <p:nvPr/>
        </p:nvSpPr>
        <p:spPr>
          <a:xfrm>
            <a:off x="8650986" y="539714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362" name="Rectangle 4"/>
          <p:cNvSpPr>
            <a:spLocks noChangeArrowheads="1"/>
          </p:cNvSpPr>
          <p:nvPr/>
        </p:nvSpPr>
        <p:spPr bwMode="auto">
          <a:xfrm>
            <a:off x="878255" y="570370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3" name="TextBox 3"/>
          <p:cNvSpPr txBox="1"/>
          <p:nvPr/>
        </p:nvSpPr>
        <p:spPr>
          <a:xfrm>
            <a:off x="827455" y="567490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8470120</a:t>
            </a:r>
            <a:endParaRPr lang="en-US" dirty="0"/>
          </a:p>
        </p:txBody>
      </p:sp>
      <p:sp>
        <p:nvSpPr>
          <p:cNvPr id="1364" name="Rectangle 4"/>
          <p:cNvSpPr>
            <a:spLocks noChangeArrowheads="1"/>
          </p:cNvSpPr>
          <p:nvPr/>
        </p:nvSpPr>
        <p:spPr bwMode="auto">
          <a:xfrm>
            <a:off x="1365758" y="570370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5" name="TextBox 3"/>
          <p:cNvSpPr txBox="1"/>
          <p:nvPr/>
        </p:nvSpPr>
        <p:spPr>
          <a:xfrm>
            <a:off x="1314958" y="5674906"/>
            <a:ext cx="7706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Audit</a:t>
            </a:r>
            <a:endParaRPr lang="en-US" dirty="0"/>
          </a:p>
        </p:txBody>
      </p:sp>
      <p:sp>
        <p:nvSpPr>
          <p:cNvPr id="1366" name="Rectangle 4"/>
          <p:cNvSpPr>
            <a:spLocks noChangeArrowheads="1"/>
          </p:cNvSpPr>
          <p:nvPr/>
        </p:nvSpPr>
        <p:spPr bwMode="auto">
          <a:xfrm>
            <a:off x="2163546" y="570370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7" name="TextBox 3"/>
          <p:cNvSpPr txBox="1"/>
          <p:nvPr/>
        </p:nvSpPr>
        <p:spPr>
          <a:xfrm>
            <a:off x="2112746" y="567490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1368" name="Rectangle 4"/>
          <p:cNvSpPr>
            <a:spLocks noChangeArrowheads="1"/>
          </p:cNvSpPr>
          <p:nvPr/>
        </p:nvSpPr>
        <p:spPr bwMode="auto">
          <a:xfrm>
            <a:off x="2622702" y="570370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9" name="TextBox 3"/>
          <p:cNvSpPr txBox="1"/>
          <p:nvPr/>
        </p:nvSpPr>
        <p:spPr>
          <a:xfrm>
            <a:off x="2571902" y="5674906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1370" name="TextBox 3"/>
          <p:cNvSpPr txBox="1"/>
          <p:nvPr/>
        </p:nvSpPr>
        <p:spPr>
          <a:xfrm>
            <a:off x="2571902" y="5792355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1371" name="TextBox 3"/>
          <p:cNvSpPr txBox="1"/>
          <p:nvPr/>
        </p:nvSpPr>
        <p:spPr>
          <a:xfrm>
            <a:off x="2571902" y="5909805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1372" name="Rectangle 4"/>
          <p:cNvSpPr>
            <a:spLocks noChangeArrowheads="1"/>
          </p:cNvSpPr>
          <p:nvPr/>
        </p:nvSpPr>
        <p:spPr bwMode="auto">
          <a:xfrm>
            <a:off x="3680282" y="570370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3" name="TextBox 3"/>
          <p:cNvSpPr txBox="1"/>
          <p:nvPr/>
        </p:nvSpPr>
        <p:spPr>
          <a:xfrm>
            <a:off x="3629482" y="567490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847.8470120.1.412125.000000.847001.100178</a:t>
            </a:r>
            <a:endParaRPr lang="en-US" dirty="0"/>
          </a:p>
        </p:txBody>
      </p:sp>
      <p:sp>
        <p:nvSpPr>
          <p:cNvPr id="1374" name="Rectangle 4"/>
          <p:cNvSpPr>
            <a:spLocks noChangeArrowheads="1"/>
          </p:cNvSpPr>
          <p:nvPr/>
        </p:nvSpPr>
        <p:spPr bwMode="auto">
          <a:xfrm>
            <a:off x="5918962" y="570370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5" name="TextBox 3"/>
          <p:cNvSpPr txBox="1"/>
          <p:nvPr/>
        </p:nvSpPr>
        <p:spPr>
          <a:xfrm>
            <a:off x="6072225" y="567490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785,199</a:t>
            </a:r>
            <a:endParaRPr lang="en-US" dirty="0"/>
          </a:p>
        </p:txBody>
      </p:sp>
      <p:sp>
        <p:nvSpPr>
          <p:cNvPr id="1376" name="Rectangle 4"/>
          <p:cNvSpPr>
            <a:spLocks noChangeArrowheads="1"/>
          </p:cNvSpPr>
          <p:nvPr/>
        </p:nvSpPr>
        <p:spPr bwMode="auto">
          <a:xfrm>
            <a:off x="6566408" y="570370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7" name="TextBox 3"/>
          <p:cNvSpPr txBox="1"/>
          <p:nvPr/>
        </p:nvSpPr>
        <p:spPr>
          <a:xfrm>
            <a:off x="6719671" y="567490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991,199</a:t>
            </a:r>
            <a:endParaRPr lang="en-US" dirty="0"/>
          </a:p>
        </p:txBody>
      </p:sp>
      <p:sp>
        <p:nvSpPr>
          <p:cNvPr id="1378" name="Rectangle 4"/>
          <p:cNvSpPr>
            <a:spLocks noChangeArrowheads="1"/>
          </p:cNvSpPr>
          <p:nvPr/>
        </p:nvSpPr>
        <p:spPr bwMode="auto">
          <a:xfrm>
            <a:off x="7213854" y="570370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9" name="TextBox 3"/>
          <p:cNvSpPr txBox="1"/>
          <p:nvPr/>
        </p:nvSpPr>
        <p:spPr>
          <a:xfrm>
            <a:off x="7367118" y="567490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990,417</a:t>
            </a:r>
            <a:endParaRPr lang="en-US" dirty="0"/>
          </a:p>
        </p:txBody>
      </p:sp>
      <p:sp>
        <p:nvSpPr>
          <p:cNvPr id="1380" name="Rectangle 4"/>
          <p:cNvSpPr>
            <a:spLocks noChangeArrowheads="1"/>
          </p:cNvSpPr>
          <p:nvPr/>
        </p:nvSpPr>
        <p:spPr bwMode="auto">
          <a:xfrm>
            <a:off x="7861300" y="570370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1" name="Rectangle 4"/>
          <p:cNvSpPr>
            <a:spLocks noChangeArrowheads="1"/>
          </p:cNvSpPr>
          <p:nvPr/>
        </p:nvSpPr>
        <p:spPr bwMode="auto">
          <a:xfrm>
            <a:off x="8094497" y="570370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2" name="Rectangle 4"/>
          <p:cNvSpPr>
            <a:spLocks noChangeArrowheads="1"/>
          </p:cNvSpPr>
          <p:nvPr/>
        </p:nvSpPr>
        <p:spPr bwMode="auto">
          <a:xfrm>
            <a:off x="8333384" y="570370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3" name="TextBox 3"/>
          <p:cNvSpPr txBox="1"/>
          <p:nvPr/>
        </p:nvSpPr>
        <p:spPr>
          <a:xfrm>
            <a:off x="8538006" y="5674906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782</a:t>
            </a:r>
            <a:endParaRPr lang="en-US" dirty="0"/>
          </a:p>
        </p:txBody>
      </p:sp>
      <p:sp>
        <p:nvSpPr>
          <p:cNvPr id="1384" name="Rectangle 4"/>
          <p:cNvSpPr>
            <a:spLocks noChangeArrowheads="1"/>
          </p:cNvSpPr>
          <p:nvPr/>
        </p:nvSpPr>
        <p:spPr bwMode="auto">
          <a:xfrm>
            <a:off x="878255" y="6098921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5" name="TextBox 3"/>
          <p:cNvSpPr txBox="1"/>
          <p:nvPr/>
        </p:nvSpPr>
        <p:spPr>
          <a:xfrm>
            <a:off x="827455" y="607011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8470120</a:t>
            </a:r>
            <a:endParaRPr lang="en-US" dirty="0"/>
          </a:p>
        </p:txBody>
      </p:sp>
      <p:sp>
        <p:nvSpPr>
          <p:cNvPr id="1386" name="Rectangle 4"/>
          <p:cNvSpPr>
            <a:spLocks noChangeArrowheads="1"/>
          </p:cNvSpPr>
          <p:nvPr/>
        </p:nvSpPr>
        <p:spPr bwMode="auto">
          <a:xfrm>
            <a:off x="1365758" y="6098921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7" name="TextBox 3"/>
          <p:cNvSpPr txBox="1"/>
          <p:nvPr/>
        </p:nvSpPr>
        <p:spPr>
          <a:xfrm>
            <a:off x="1314958" y="6070117"/>
            <a:ext cx="7706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Audit</a:t>
            </a:r>
            <a:endParaRPr lang="en-US" dirty="0"/>
          </a:p>
        </p:txBody>
      </p:sp>
      <p:sp>
        <p:nvSpPr>
          <p:cNvPr id="1388" name="Rectangle 4"/>
          <p:cNvSpPr>
            <a:spLocks noChangeArrowheads="1"/>
          </p:cNvSpPr>
          <p:nvPr/>
        </p:nvSpPr>
        <p:spPr bwMode="auto">
          <a:xfrm>
            <a:off x="2163546" y="6098921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9" name="TextBox 3"/>
          <p:cNvSpPr txBox="1"/>
          <p:nvPr/>
        </p:nvSpPr>
        <p:spPr>
          <a:xfrm>
            <a:off x="2112746" y="607011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412521</a:t>
            </a:r>
            <a:endParaRPr lang="en-US" dirty="0"/>
          </a:p>
        </p:txBody>
      </p:sp>
      <p:sp>
        <p:nvSpPr>
          <p:cNvPr id="1390" name="Rectangle 4"/>
          <p:cNvSpPr>
            <a:spLocks noChangeArrowheads="1"/>
          </p:cNvSpPr>
          <p:nvPr/>
        </p:nvSpPr>
        <p:spPr bwMode="auto">
          <a:xfrm>
            <a:off x="2622702" y="6098921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1" name="TextBox 3"/>
          <p:cNvSpPr txBox="1"/>
          <p:nvPr/>
        </p:nvSpPr>
        <p:spPr>
          <a:xfrm>
            <a:off x="2571902" y="6070117"/>
            <a:ext cx="8496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 </a:t>
            </a:r>
            <a:endParaRPr lang="en-US" dirty="0"/>
          </a:p>
        </p:txBody>
      </p:sp>
      <p:sp>
        <p:nvSpPr>
          <p:cNvPr id="1392" name="TextBox 3"/>
          <p:cNvSpPr txBox="1"/>
          <p:nvPr/>
        </p:nvSpPr>
        <p:spPr>
          <a:xfrm>
            <a:off x="2571902" y="6187567"/>
            <a:ext cx="1120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 (including </a:t>
            </a:r>
            <a:endParaRPr lang="en-US" dirty="0"/>
          </a:p>
        </p:txBody>
      </p:sp>
      <p:sp>
        <p:nvSpPr>
          <p:cNvPr id="1393" name="TextBox 3"/>
          <p:cNvSpPr txBox="1"/>
          <p:nvPr/>
        </p:nvSpPr>
        <p:spPr>
          <a:xfrm>
            <a:off x="2571902" y="6305017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Mansab)</a:t>
            </a:r>
            <a:endParaRPr lang="en-US" dirty="0"/>
          </a:p>
        </p:txBody>
      </p:sp>
      <p:sp>
        <p:nvSpPr>
          <p:cNvPr id="1394" name="Rectangle 4"/>
          <p:cNvSpPr>
            <a:spLocks noChangeArrowheads="1"/>
          </p:cNvSpPr>
          <p:nvPr/>
        </p:nvSpPr>
        <p:spPr bwMode="auto">
          <a:xfrm>
            <a:off x="3680282" y="6098921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5" name="TextBox 3"/>
          <p:cNvSpPr txBox="1"/>
          <p:nvPr/>
        </p:nvSpPr>
        <p:spPr>
          <a:xfrm>
            <a:off x="3629482" y="607011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847.8470120.1.412521.000000.847001.100178</a:t>
            </a:r>
            <a:endParaRPr lang="en-US" dirty="0"/>
          </a:p>
        </p:txBody>
      </p:sp>
      <p:sp>
        <p:nvSpPr>
          <p:cNvPr id="1396" name="Rectangle 4"/>
          <p:cNvSpPr>
            <a:spLocks noChangeArrowheads="1"/>
          </p:cNvSpPr>
          <p:nvPr/>
        </p:nvSpPr>
        <p:spPr bwMode="auto">
          <a:xfrm>
            <a:off x="5918962" y="609892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7" name="TextBox 3"/>
          <p:cNvSpPr txBox="1"/>
          <p:nvPr/>
        </p:nvSpPr>
        <p:spPr>
          <a:xfrm>
            <a:off x="6128715" y="607011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25,316</a:t>
            </a:r>
            <a:endParaRPr lang="en-US" dirty="0"/>
          </a:p>
        </p:txBody>
      </p:sp>
      <p:sp>
        <p:nvSpPr>
          <p:cNvPr id="1398" name="Rectangle 4"/>
          <p:cNvSpPr>
            <a:spLocks noChangeArrowheads="1"/>
          </p:cNvSpPr>
          <p:nvPr/>
        </p:nvSpPr>
        <p:spPr bwMode="auto">
          <a:xfrm>
            <a:off x="6566408" y="609892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9" name="TextBox 3"/>
          <p:cNvSpPr txBox="1"/>
          <p:nvPr/>
        </p:nvSpPr>
        <p:spPr>
          <a:xfrm>
            <a:off x="6917385" y="6070117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229</a:t>
            </a:r>
            <a:endParaRPr lang="en-US" dirty="0"/>
          </a:p>
        </p:txBody>
      </p:sp>
      <p:sp>
        <p:nvSpPr>
          <p:cNvPr id="1400" name="Rectangle 4"/>
          <p:cNvSpPr>
            <a:spLocks noChangeArrowheads="1"/>
          </p:cNvSpPr>
          <p:nvPr/>
        </p:nvSpPr>
        <p:spPr bwMode="auto">
          <a:xfrm>
            <a:off x="7213854" y="609892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1" name="TextBox 3"/>
          <p:cNvSpPr txBox="1"/>
          <p:nvPr/>
        </p:nvSpPr>
        <p:spPr>
          <a:xfrm>
            <a:off x="7643977" y="6070117"/>
            <a:ext cx="268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-0</a:t>
            </a:r>
            <a:endParaRPr lang="en-US" dirty="0"/>
          </a:p>
        </p:txBody>
      </p:sp>
      <p:sp>
        <p:nvSpPr>
          <p:cNvPr id="1402" name="Rectangle 4"/>
          <p:cNvSpPr>
            <a:spLocks noChangeArrowheads="1"/>
          </p:cNvSpPr>
          <p:nvPr/>
        </p:nvSpPr>
        <p:spPr bwMode="auto">
          <a:xfrm>
            <a:off x="7861300" y="6098921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3" name="Rectangle 4"/>
          <p:cNvSpPr>
            <a:spLocks noChangeArrowheads="1"/>
          </p:cNvSpPr>
          <p:nvPr/>
        </p:nvSpPr>
        <p:spPr bwMode="auto">
          <a:xfrm>
            <a:off x="8094497" y="6098921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4" name="Rectangle 4"/>
          <p:cNvSpPr>
            <a:spLocks noChangeArrowheads="1"/>
          </p:cNvSpPr>
          <p:nvPr/>
        </p:nvSpPr>
        <p:spPr bwMode="auto">
          <a:xfrm>
            <a:off x="8333384" y="6098921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5" name="TextBox 3"/>
          <p:cNvSpPr txBox="1"/>
          <p:nvPr/>
        </p:nvSpPr>
        <p:spPr>
          <a:xfrm>
            <a:off x="8538006" y="6070117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229</a:t>
            </a:r>
            <a:endParaRPr lang="en-US" dirty="0"/>
          </a:p>
        </p:txBody>
      </p:sp>
      <p:sp>
        <p:nvSpPr>
          <p:cNvPr id="1406" name="Rectangle 4"/>
          <p:cNvSpPr>
            <a:spLocks noChangeArrowheads="1"/>
          </p:cNvSpPr>
          <p:nvPr/>
        </p:nvSpPr>
        <p:spPr bwMode="auto">
          <a:xfrm>
            <a:off x="878255" y="6494132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7" name="TextBox 3"/>
          <p:cNvSpPr txBox="1"/>
          <p:nvPr/>
        </p:nvSpPr>
        <p:spPr>
          <a:xfrm>
            <a:off x="827455" y="646532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8470120</a:t>
            </a:r>
            <a:endParaRPr lang="en-US" dirty="0"/>
          </a:p>
        </p:txBody>
      </p:sp>
      <p:sp>
        <p:nvSpPr>
          <p:cNvPr id="1408" name="Rectangle 4"/>
          <p:cNvSpPr>
            <a:spLocks noChangeArrowheads="1"/>
          </p:cNvSpPr>
          <p:nvPr/>
        </p:nvSpPr>
        <p:spPr bwMode="auto">
          <a:xfrm>
            <a:off x="1365758" y="6494132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9" name="TextBox 3"/>
          <p:cNvSpPr txBox="1"/>
          <p:nvPr/>
        </p:nvSpPr>
        <p:spPr>
          <a:xfrm>
            <a:off x="1314958" y="6465328"/>
            <a:ext cx="7706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Audit</a:t>
            </a:r>
            <a:endParaRPr lang="en-US" dirty="0"/>
          </a:p>
        </p:txBody>
      </p:sp>
      <p:sp>
        <p:nvSpPr>
          <p:cNvPr id="1410" name="Rectangle 4"/>
          <p:cNvSpPr>
            <a:spLocks noChangeArrowheads="1"/>
          </p:cNvSpPr>
          <p:nvPr/>
        </p:nvSpPr>
        <p:spPr bwMode="auto">
          <a:xfrm>
            <a:off x="2163546" y="6494132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1" name="TextBox 3"/>
          <p:cNvSpPr txBox="1"/>
          <p:nvPr/>
        </p:nvSpPr>
        <p:spPr>
          <a:xfrm>
            <a:off x="2112746" y="646532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1412" name="Rectangle 4"/>
          <p:cNvSpPr>
            <a:spLocks noChangeArrowheads="1"/>
          </p:cNvSpPr>
          <p:nvPr/>
        </p:nvSpPr>
        <p:spPr bwMode="auto">
          <a:xfrm>
            <a:off x="2622702" y="6494132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3" name="TextBox 3"/>
          <p:cNvSpPr txBox="1"/>
          <p:nvPr/>
        </p:nvSpPr>
        <p:spPr>
          <a:xfrm>
            <a:off x="2571902" y="6465328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1414" name="TextBox 3"/>
          <p:cNvSpPr txBox="1"/>
          <p:nvPr/>
        </p:nvSpPr>
        <p:spPr>
          <a:xfrm>
            <a:off x="2571902" y="6582778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1415" name="Rectangle 4"/>
          <p:cNvSpPr>
            <a:spLocks noChangeArrowheads="1"/>
          </p:cNvSpPr>
          <p:nvPr/>
        </p:nvSpPr>
        <p:spPr bwMode="auto">
          <a:xfrm>
            <a:off x="3680282" y="6494132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6" name="TextBox 3"/>
          <p:cNvSpPr txBox="1"/>
          <p:nvPr/>
        </p:nvSpPr>
        <p:spPr>
          <a:xfrm>
            <a:off x="3629482" y="646532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847.8470120.1.412534.000000.847001.100178</a:t>
            </a:r>
            <a:endParaRPr lang="en-US" dirty="0"/>
          </a:p>
        </p:txBody>
      </p:sp>
      <p:sp>
        <p:nvSpPr>
          <p:cNvPr id="1417" name="Rectangle 4"/>
          <p:cNvSpPr>
            <a:spLocks noChangeArrowheads="1"/>
          </p:cNvSpPr>
          <p:nvPr/>
        </p:nvSpPr>
        <p:spPr bwMode="auto">
          <a:xfrm>
            <a:off x="5918962" y="649413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8" name="TextBox 3"/>
          <p:cNvSpPr txBox="1"/>
          <p:nvPr/>
        </p:nvSpPr>
        <p:spPr>
          <a:xfrm>
            <a:off x="6185204" y="6465328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6,380</a:t>
            </a:r>
            <a:endParaRPr lang="en-US" dirty="0"/>
          </a:p>
        </p:txBody>
      </p:sp>
      <p:sp>
        <p:nvSpPr>
          <p:cNvPr id="1419" name="Rectangle 4"/>
          <p:cNvSpPr>
            <a:spLocks noChangeArrowheads="1"/>
          </p:cNvSpPr>
          <p:nvPr/>
        </p:nvSpPr>
        <p:spPr bwMode="auto">
          <a:xfrm>
            <a:off x="6566408" y="649413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20" name="TextBox 3"/>
          <p:cNvSpPr txBox="1"/>
          <p:nvPr/>
        </p:nvSpPr>
        <p:spPr>
          <a:xfrm>
            <a:off x="6776161" y="646532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12,890</a:t>
            </a:r>
            <a:endParaRPr lang="en-US" dirty="0"/>
          </a:p>
        </p:txBody>
      </p:sp>
      <p:sp>
        <p:nvSpPr>
          <p:cNvPr id="1421" name="Rectangle 4"/>
          <p:cNvSpPr>
            <a:spLocks noChangeArrowheads="1"/>
          </p:cNvSpPr>
          <p:nvPr/>
        </p:nvSpPr>
        <p:spPr bwMode="auto">
          <a:xfrm>
            <a:off x="7213854" y="649413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22" name="TextBox 3"/>
          <p:cNvSpPr txBox="1"/>
          <p:nvPr/>
        </p:nvSpPr>
        <p:spPr>
          <a:xfrm>
            <a:off x="7423607" y="646532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12,412</a:t>
            </a:r>
            <a:endParaRPr lang="en-US" dirty="0"/>
          </a:p>
        </p:txBody>
      </p:sp>
      <p:sp>
        <p:nvSpPr>
          <p:cNvPr id="1423" name="Rectangle 4"/>
          <p:cNvSpPr>
            <a:spLocks noChangeArrowheads="1"/>
          </p:cNvSpPr>
          <p:nvPr/>
        </p:nvSpPr>
        <p:spPr bwMode="auto">
          <a:xfrm>
            <a:off x="7861300" y="6494132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24" name="Rectangle 4"/>
          <p:cNvSpPr>
            <a:spLocks noChangeArrowheads="1"/>
          </p:cNvSpPr>
          <p:nvPr/>
        </p:nvSpPr>
        <p:spPr bwMode="auto">
          <a:xfrm>
            <a:off x="8094497" y="6494132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25" name="Rectangle 4"/>
          <p:cNvSpPr>
            <a:spLocks noChangeArrowheads="1"/>
          </p:cNvSpPr>
          <p:nvPr/>
        </p:nvSpPr>
        <p:spPr bwMode="auto">
          <a:xfrm>
            <a:off x="8333384" y="6494132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26" name="TextBox 3"/>
          <p:cNvSpPr txBox="1"/>
          <p:nvPr/>
        </p:nvSpPr>
        <p:spPr>
          <a:xfrm>
            <a:off x="8538006" y="6465328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478</a:t>
            </a:r>
            <a:endParaRPr lang="en-US" dirty="0"/>
          </a:p>
        </p:txBody>
      </p:sp>
      <p:sp>
        <p:nvSpPr>
          <p:cNvPr id="1427" name="Rectangle 4"/>
          <p:cNvSpPr>
            <a:spLocks noChangeArrowheads="1"/>
          </p:cNvSpPr>
          <p:nvPr/>
        </p:nvSpPr>
        <p:spPr bwMode="auto">
          <a:xfrm>
            <a:off x="878255" y="6771893"/>
            <a:ext cx="487502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28" name="TextBox 3"/>
          <p:cNvSpPr txBox="1"/>
          <p:nvPr/>
        </p:nvSpPr>
        <p:spPr>
          <a:xfrm>
            <a:off x="827455" y="674309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8470120</a:t>
            </a:r>
            <a:endParaRPr lang="en-US" dirty="0"/>
          </a:p>
        </p:txBody>
      </p:sp>
      <p:sp>
        <p:nvSpPr>
          <p:cNvPr id="1429" name="Rectangle 4"/>
          <p:cNvSpPr>
            <a:spLocks noChangeArrowheads="1"/>
          </p:cNvSpPr>
          <p:nvPr/>
        </p:nvSpPr>
        <p:spPr bwMode="auto">
          <a:xfrm>
            <a:off x="1365758" y="6771893"/>
            <a:ext cx="797788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0" name="TextBox 3"/>
          <p:cNvSpPr txBox="1"/>
          <p:nvPr/>
        </p:nvSpPr>
        <p:spPr>
          <a:xfrm>
            <a:off x="1314958" y="6743090"/>
            <a:ext cx="7706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Audit</a:t>
            </a:r>
            <a:endParaRPr lang="en-US" dirty="0"/>
          </a:p>
        </p:txBody>
      </p:sp>
      <p:sp>
        <p:nvSpPr>
          <p:cNvPr id="1431" name="Rectangle 4"/>
          <p:cNvSpPr>
            <a:spLocks noChangeArrowheads="1"/>
          </p:cNvSpPr>
          <p:nvPr/>
        </p:nvSpPr>
        <p:spPr bwMode="auto">
          <a:xfrm>
            <a:off x="2163546" y="6771893"/>
            <a:ext cx="459155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2" name="TextBox 3"/>
          <p:cNvSpPr txBox="1"/>
          <p:nvPr/>
        </p:nvSpPr>
        <p:spPr>
          <a:xfrm>
            <a:off x="2112746" y="674309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1433" name="Rectangle 4"/>
          <p:cNvSpPr>
            <a:spLocks noChangeArrowheads="1"/>
          </p:cNvSpPr>
          <p:nvPr/>
        </p:nvSpPr>
        <p:spPr bwMode="auto">
          <a:xfrm>
            <a:off x="2622702" y="6771893"/>
            <a:ext cx="10575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4" name="TextBox 3"/>
          <p:cNvSpPr txBox="1"/>
          <p:nvPr/>
        </p:nvSpPr>
        <p:spPr>
          <a:xfrm>
            <a:off x="2571902" y="6743090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1435" name="Rectangle 4"/>
          <p:cNvSpPr>
            <a:spLocks noChangeArrowheads="1"/>
          </p:cNvSpPr>
          <p:nvPr/>
        </p:nvSpPr>
        <p:spPr bwMode="auto">
          <a:xfrm>
            <a:off x="3680282" y="6771893"/>
            <a:ext cx="22386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6" name="TextBox 3"/>
          <p:cNvSpPr txBox="1"/>
          <p:nvPr/>
        </p:nvSpPr>
        <p:spPr>
          <a:xfrm>
            <a:off x="3629482" y="674309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847.8470120.1.412546.000000.847001.100178</a:t>
            </a:r>
            <a:endParaRPr lang="en-US" dirty="0"/>
          </a:p>
        </p:txBody>
      </p:sp>
      <p:sp>
        <p:nvSpPr>
          <p:cNvPr id="1437" name="Rectangle 4"/>
          <p:cNvSpPr>
            <a:spLocks noChangeArrowheads="1"/>
          </p:cNvSpPr>
          <p:nvPr/>
        </p:nvSpPr>
        <p:spPr bwMode="auto">
          <a:xfrm>
            <a:off x="5918962" y="677189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8" name="TextBox 3"/>
          <p:cNvSpPr txBox="1"/>
          <p:nvPr/>
        </p:nvSpPr>
        <p:spPr>
          <a:xfrm>
            <a:off x="6128715" y="674309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14,788</a:t>
            </a:r>
            <a:endParaRPr lang="en-US" dirty="0"/>
          </a:p>
        </p:txBody>
      </p:sp>
      <p:sp>
        <p:nvSpPr>
          <p:cNvPr id="1439" name="Rectangle 4"/>
          <p:cNvSpPr>
            <a:spLocks noChangeArrowheads="1"/>
          </p:cNvSpPr>
          <p:nvPr/>
        </p:nvSpPr>
        <p:spPr bwMode="auto">
          <a:xfrm>
            <a:off x="6566408" y="677189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0" name="TextBox 3"/>
          <p:cNvSpPr txBox="1"/>
          <p:nvPr/>
        </p:nvSpPr>
        <p:spPr>
          <a:xfrm>
            <a:off x="6776161" y="674309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15,458</a:t>
            </a:r>
            <a:endParaRPr lang="en-US" dirty="0"/>
          </a:p>
        </p:txBody>
      </p:sp>
      <p:sp>
        <p:nvSpPr>
          <p:cNvPr id="1441" name="Rectangle 4"/>
          <p:cNvSpPr>
            <a:spLocks noChangeArrowheads="1"/>
          </p:cNvSpPr>
          <p:nvPr/>
        </p:nvSpPr>
        <p:spPr bwMode="auto">
          <a:xfrm>
            <a:off x="7213854" y="677189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2" name="TextBox 3"/>
          <p:cNvSpPr txBox="1"/>
          <p:nvPr/>
        </p:nvSpPr>
        <p:spPr>
          <a:xfrm>
            <a:off x="7423607" y="674309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15,456</a:t>
            </a:r>
            <a:endParaRPr lang="en-US" dirty="0"/>
          </a:p>
        </p:txBody>
      </p:sp>
      <p:sp>
        <p:nvSpPr>
          <p:cNvPr id="1443" name="Rectangle 4"/>
          <p:cNvSpPr>
            <a:spLocks noChangeArrowheads="1"/>
          </p:cNvSpPr>
          <p:nvPr/>
        </p:nvSpPr>
        <p:spPr bwMode="auto">
          <a:xfrm>
            <a:off x="7861300" y="6771893"/>
            <a:ext cx="233197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4" name="Rectangle 4"/>
          <p:cNvSpPr>
            <a:spLocks noChangeArrowheads="1"/>
          </p:cNvSpPr>
          <p:nvPr/>
        </p:nvSpPr>
        <p:spPr bwMode="auto">
          <a:xfrm>
            <a:off x="8094497" y="6771893"/>
            <a:ext cx="23888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5" name="Rectangle 4"/>
          <p:cNvSpPr>
            <a:spLocks noChangeArrowheads="1"/>
          </p:cNvSpPr>
          <p:nvPr/>
        </p:nvSpPr>
        <p:spPr bwMode="auto">
          <a:xfrm>
            <a:off x="8333384" y="6771893"/>
            <a:ext cx="501091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6" name="TextBox 3"/>
          <p:cNvSpPr txBox="1"/>
          <p:nvPr/>
        </p:nvSpPr>
        <p:spPr>
          <a:xfrm>
            <a:off x="8650986" y="674309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</a:t>
            </a:r>
            <a:endParaRPr lang="en-US" dirty="0"/>
          </a:p>
        </p:txBody>
      </p:sp>
      <p:sp>
        <p:nvSpPr>
          <p:cNvPr id="1447" name="Rectangle 4"/>
          <p:cNvSpPr>
            <a:spLocks noChangeArrowheads="1"/>
          </p:cNvSpPr>
          <p:nvPr/>
        </p:nvSpPr>
        <p:spPr bwMode="auto">
          <a:xfrm>
            <a:off x="878255" y="6932206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8" name="TextBox 3"/>
          <p:cNvSpPr txBox="1"/>
          <p:nvPr/>
        </p:nvSpPr>
        <p:spPr>
          <a:xfrm>
            <a:off x="827455" y="690340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8470120</a:t>
            </a:r>
            <a:endParaRPr lang="en-US" dirty="0"/>
          </a:p>
        </p:txBody>
      </p:sp>
      <p:sp>
        <p:nvSpPr>
          <p:cNvPr id="1449" name="Rectangle 4"/>
          <p:cNvSpPr>
            <a:spLocks noChangeArrowheads="1"/>
          </p:cNvSpPr>
          <p:nvPr/>
        </p:nvSpPr>
        <p:spPr bwMode="auto">
          <a:xfrm>
            <a:off x="1365758" y="6932206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0" name="TextBox 3"/>
          <p:cNvSpPr txBox="1"/>
          <p:nvPr/>
        </p:nvSpPr>
        <p:spPr>
          <a:xfrm>
            <a:off x="1314958" y="6903403"/>
            <a:ext cx="7706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Audit</a:t>
            </a:r>
            <a:endParaRPr lang="en-US" dirty="0"/>
          </a:p>
        </p:txBody>
      </p:sp>
      <p:sp>
        <p:nvSpPr>
          <p:cNvPr id="1451" name="Rectangle 4"/>
          <p:cNvSpPr>
            <a:spLocks noChangeArrowheads="1"/>
          </p:cNvSpPr>
          <p:nvPr/>
        </p:nvSpPr>
        <p:spPr bwMode="auto">
          <a:xfrm>
            <a:off x="2163546" y="6932206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2" name="TextBox 3"/>
          <p:cNvSpPr txBox="1"/>
          <p:nvPr/>
        </p:nvSpPr>
        <p:spPr>
          <a:xfrm>
            <a:off x="2112746" y="690340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1453" name="Rectangle 4"/>
          <p:cNvSpPr>
            <a:spLocks noChangeArrowheads="1"/>
          </p:cNvSpPr>
          <p:nvPr/>
        </p:nvSpPr>
        <p:spPr bwMode="auto">
          <a:xfrm>
            <a:off x="2622702" y="6932206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4" name="TextBox 3"/>
          <p:cNvSpPr txBox="1"/>
          <p:nvPr/>
        </p:nvSpPr>
        <p:spPr>
          <a:xfrm>
            <a:off x="2571902" y="6903403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1455" name="TextBox 3"/>
          <p:cNvSpPr txBox="1"/>
          <p:nvPr/>
        </p:nvSpPr>
        <p:spPr>
          <a:xfrm>
            <a:off x="2571902" y="7020852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1456" name="Rectangle 4"/>
          <p:cNvSpPr>
            <a:spLocks noChangeArrowheads="1"/>
          </p:cNvSpPr>
          <p:nvPr/>
        </p:nvSpPr>
        <p:spPr bwMode="auto">
          <a:xfrm>
            <a:off x="3680282" y="6932206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7" name="TextBox 3"/>
          <p:cNvSpPr txBox="1"/>
          <p:nvPr/>
        </p:nvSpPr>
        <p:spPr>
          <a:xfrm>
            <a:off x="3629482" y="690340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847.8470120.1.415110.000000.847001.100178</a:t>
            </a:r>
            <a:endParaRPr lang="en-US" dirty="0"/>
          </a:p>
        </p:txBody>
      </p:sp>
      <p:sp>
        <p:nvSpPr>
          <p:cNvPr id="1458" name="Rectangle 4"/>
          <p:cNvSpPr>
            <a:spLocks noChangeArrowheads="1"/>
          </p:cNvSpPr>
          <p:nvPr/>
        </p:nvSpPr>
        <p:spPr bwMode="auto">
          <a:xfrm>
            <a:off x="5918962" y="693220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9" name="TextBox 3"/>
          <p:cNvSpPr txBox="1"/>
          <p:nvPr/>
        </p:nvSpPr>
        <p:spPr>
          <a:xfrm>
            <a:off x="6128715" y="690340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89,196</a:t>
            </a:r>
            <a:endParaRPr lang="en-US" dirty="0"/>
          </a:p>
        </p:txBody>
      </p:sp>
      <p:sp>
        <p:nvSpPr>
          <p:cNvPr id="1460" name="Rectangle 4"/>
          <p:cNvSpPr>
            <a:spLocks noChangeArrowheads="1"/>
          </p:cNvSpPr>
          <p:nvPr/>
        </p:nvSpPr>
        <p:spPr bwMode="auto">
          <a:xfrm>
            <a:off x="6566408" y="693220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1" name="TextBox 3"/>
          <p:cNvSpPr txBox="1"/>
          <p:nvPr/>
        </p:nvSpPr>
        <p:spPr>
          <a:xfrm>
            <a:off x="6776161" y="690340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75,680</a:t>
            </a:r>
            <a:endParaRPr lang="en-US" dirty="0"/>
          </a:p>
        </p:txBody>
      </p:sp>
      <p:sp>
        <p:nvSpPr>
          <p:cNvPr id="1462" name="Rectangle 4"/>
          <p:cNvSpPr>
            <a:spLocks noChangeArrowheads="1"/>
          </p:cNvSpPr>
          <p:nvPr/>
        </p:nvSpPr>
        <p:spPr bwMode="auto">
          <a:xfrm>
            <a:off x="7213854" y="693220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3" name="TextBox 3"/>
          <p:cNvSpPr txBox="1"/>
          <p:nvPr/>
        </p:nvSpPr>
        <p:spPr>
          <a:xfrm>
            <a:off x="7423607" y="690340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75,679</a:t>
            </a:r>
            <a:endParaRPr lang="en-US" dirty="0"/>
          </a:p>
        </p:txBody>
      </p:sp>
      <p:sp>
        <p:nvSpPr>
          <p:cNvPr id="1464" name="Rectangle 4"/>
          <p:cNvSpPr>
            <a:spLocks noChangeArrowheads="1"/>
          </p:cNvSpPr>
          <p:nvPr/>
        </p:nvSpPr>
        <p:spPr bwMode="auto">
          <a:xfrm>
            <a:off x="7861300" y="6932206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5" name="Rectangle 4"/>
          <p:cNvSpPr>
            <a:spLocks noChangeArrowheads="1"/>
          </p:cNvSpPr>
          <p:nvPr/>
        </p:nvSpPr>
        <p:spPr bwMode="auto">
          <a:xfrm>
            <a:off x="8094497" y="6932206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6" name="Rectangle 4"/>
          <p:cNvSpPr>
            <a:spLocks noChangeArrowheads="1"/>
          </p:cNvSpPr>
          <p:nvPr/>
        </p:nvSpPr>
        <p:spPr bwMode="auto">
          <a:xfrm>
            <a:off x="8333384" y="6932206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7" name="TextBox 3"/>
          <p:cNvSpPr txBox="1"/>
          <p:nvPr/>
        </p:nvSpPr>
        <p:spPr>
          <a:xfrm>
            <a:off x="8650986" y="690340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468" name="Rectangle 4"/>
          <p:cNvSpPr>
            <a:spLocks noChangeArrowheads="1"/>
          </p:cNvSpPr>
          <p:nvPr/>
        </p:nvSpPr>
        <p:spPr bwMode="auto">
          <a:xfrm>
            <a:off x="466725" y="1064310"/>
            <a:ext cx="6350" cy="6148832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469" name="Rectangle 4"/>
          <p:cNvSpPr>
            <a:spLocks noChangeArrowheads="1"/>
          </p:cNvSpPr>
          <p:nvPr/>
        </p:nvSpPr>
        <p:spPr bwMode="auto">
          <a:xfrm>
            <a:off x="7213854" y="134048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0" name="Rectangle 4"/>
          <p:cNvSpPr>
            <a:spLocks noChangeArrowheads="1"/>
          </p:cNvSpPr>
          <p:nvPr/>
        </p:nvSpPr>
        <p:spPr bwMode="auto">
          <a:xfrm>
            <a:off x="878255" y="134048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1" name="Rectangle 4"/>
          <p:cNvSpPr>
            <a:spLocks noChangeArrowheads="1"/>
          </p:cNvSpPr>
          <p:nvPr/>
        </p:nvSpPr>
        <p:spPr bwMode="auto">
          <a:xfrm>
            <a:off x="7213854" y="648936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2" name="Rectangle 4"/>
          <p:cNvSpPr>
            <a:spLocks noChangeArrowheads="1"/>
          </p:cNvSpPr>
          <p:nvPr/>
        </p:nvSpPr>
        <p:spPr bwMode="auto">
          <a:xfrm>
            <a:off x="878255" y="648936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3" name="Rectangle 4"/>
          <p:cNvSpPr>
            <a:spLocks noChangeArrowheads="1"/>
          </p:cNvSpPr>
          <p:nvPr/>
        </p:nvSpPr>
        <p:spPr bwMode="auto">
          <a:xfrm>
            <a:off x="7213854" y="569894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4" name="Rectangle 4"/>
          <p:cNvSpPr>
            <a:spLocks noChangeArrowheads="1"/>
          </p:cNvSpPr>
          <p:nvPr/>
        </p:nvSpPr>
        <p:spPr bwMode="auto">
          <a:xfrm>
            <a:off x="878255" y="569894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5" name="Rectangle 4"/>
          <p:cNvSpPr>
            <a:spLocks noChangeArrowheads="1"/>
          </p:cNvSpPr>
          <p:nvPr/>
        </p:nvSpPr>
        <p:spPr bwMode="auto">
          <a:xfrm>
            <a:off x="7213854" y="486566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6" name="Rectangle 4"/>
          <p:cNvSpPr>
            <a:spLocks noChangeArrowheads="1"/>
          </p:cNvSpPr>
          <p:nvPr/>
        </p:nvSpPr>
        <p:spPr bwMode="auto">
          <a:xfrm>
            <a:off x="878255" y="486566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7" name="Rectangle 4"/>
          <p:cNvSpPr>
            <a:spLocks noChangeArrowheads="1"/>
          </p:cNvSpPr>
          <p:nvPr/>
        </p:nvSpPr>
        <p:spPr bwMode="auto">
          <a:xfrm>
            <a:off x="7213854" y="676713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8" name="Rectangle 4"/>
          <p:cNvSpPr>
            <a:spLocks noChangeArrowheads="1"/>
          </p:cNvSpPr>
          <p:nvPr/>
        </p:nvSpPr>
        <p:spPr bwMode="auto">
          <a:xfrm>
            <a:off x="878255" y="676713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9" name="Rectangle 4"/>
          <p:cNvSpPr>
            <a:spLocks noChangeArrowheads="1"/>
          </p:cNvSpPr>
          <p:nvPr/>
        </p:nvSpPr>
        <p:spPr bwMode="auto">
          <a:xfrm>
            <a:off x="7213854" y="280388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80" name="Rectangle 4"/>
          <p:cNvSpPr>
            <a:spLocks noChangeArrowheads="1"/>
          </p:cNvSpPr>
          <p:nvPr/>
        </p:nvSpPr>
        <p:spPr bwMode="auto">
          <a:xfrm>
            <a:off x="878255" y="280388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81" name="Rectangle 4"/>
          <p:cNvSpPr>
            <a:spLocks noChangeArrowheads="1"/>
          </p:cNvSpPr>
          <p:nvPr/>
        </p:nvSpPr>
        <p:spPr bwMode="auto">
          <a:xfrm>
            <a:off x="7213854" y="240866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82" name="Rectangle 4"/>
          <p:cNvSpPr>
            <a:spLocks noChangeArrowheads="1"/>
          </p:cNvSpPr>
          <p:nvPr/>
        </p:nvSpPr>
        <p:spPr bwMode="auto">
          <a:xfrm>
            <a:off x="878255" y="240866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83" name="Rectangle 4"/>
          <p:cNvSpPr>
            <a:spLocks noChangeArrowheads="1"/>
          </p:cNvSpPr>
          <p:nvPr/>
        </p:nvSpPr>
        <p:spPr bwMode="auto">
          <a:xfrm>
            <a:off x="466725" y="1064310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484" name="Rectangle 4"/>
          <p:cNvSpPr>
            <a:spLocks noChangeArrowheads="1"/>
          </p:cNvSpPr>
          <p:nvPr/>
        </p:nvSpPr>
        <p:spPr bwMode="auto">
          <a:xfrm>
            <a:off x="7213854" y="201345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85" name="Rectangle 4"/>
          <p:cNvSpPr>
            <a:spLocks noChangeArrowheads="1"/>
          </p:cNvSpPr>
          <p:nvPr/>
        </p:nvSpPr>
        <p:spPr bwMode="auto">
          <a:xfrm>
            <a:off x="878255" y="201345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86" name="Rectangle 4"/>
          <p:cNvSpPr>
            <a:spLocks noChangeArrowheads="1"/>
          </p:cNvSpPr>
          <p:nvPr/>
        </p:nvSpPr>
        <p:spPr bwMode="auto">
          <a:xfrm>
            <a:off x="7213854" y="335940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87" name="Rectangle 4"/>
          <p:cNvSpPr>
            <a:spLocks noChangeArrowheads="1"/>
          </p:cNvSpPr>
          <p:nvPr/>
        </p:nvSpPr>
        <p:spPr bwMode="auto">
          <a:xfrm>
            <a:off x="878255" y="335940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88" name="Rectangle 4"/>
          <p:cNvSpPr>
            <a:spLocks noChangeArrowheads="1"/>
          </p:cNvSpPr>
          <p:nvPr/>
        </p:nvSpPr>
        <p:spPr bwMode="auto">
          <a:xfrm>
            <a:off x="7213854" y="161824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89" name="Rectangle 4"/>
          <p:cNvSpPr>
            <a:spLocks noChangeArrowheads="1"/>
          </p:cNvSpPr>
          <p:nvPr/>
        </p:nvSpPr>
        <p:spPr bwMode="auto">
          <a:xfrm>
            <a:off x="878255" y="161824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90" name="Rectangle 4"/>
          <p:cNvSpPr>
            <a:spLocks noChangeArrowheads="1"/>
          </p:cNvSpPr>
          <p:nvPr/>
        </p:nvSpPr>
        <p:spPr bwMode="auto">
          <a:xfrm>
            <a:off x="7213854" y="720520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91" name="Rectangle 4"/>
          <p:cNvSpPr>
            <a:spLocks noChangeArrowheads="1"/>
          </p:cNvSpPr>
          <p:nvPr/>
        </p:nvSpPr>
        <p:spPr bwMode="auto">
          <a:xfrm>
            <a:off x="878255" y="720520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92" name="Rectangle 4"/>
          <p:cNvSpPr>
            <a:spLocks noChangeArrowheads="1"/>
          </p:cNvSpPr>
          <p:nvPr/>
        </p:nvSpPr>
        <p:spPr bwMode="auto">
          <a:xfrm>
            <a:off x="7213854" y="431013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93" name="Rectangle 4"/>
          <p:cNvSpPr>
            <a:spLocks noChangeArrowheads="1"/>
          </p:cNvSpPr>
          <p:nvPr/>
        </p:nvSpPr>
        <p:spPr bwMode="auto">
          <a:xfrm>
            <a:off x="878255" y="431013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94" name="Rectangle 4"/>
          <p:cNvSpPr>
            <a:spLocks noChangeArrowheads="1"/>
          </p:cNvSpPr>
          <p:nvPr/>
        </p:nvSpPr>
        <p:spPr bwMode="auto">
          <a:xfrm>
            <a:off x="7213854" y="514342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95" name="Rectangle 4"/>
          <p:cNvSpPr>
            <a:spLocks noChangeArrowheads="1"/>
          </p:cNvSpPr>
          <p:nvPr/>
        </p:nvSpPr>
        <p:spPr bwMode="auto">
          <a:xfrm>
            <a:off x="878255" y="514342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96" name="Rectangle 4"/>
          <p:cNvSpPr>
            <a:spLocks noChangeArrowheads="1"/>
          </p:cNvSpPr>
          <p:nvPr/>
        </p:nvSpPr>
        <p:spPr bwMode="auto">
          <a:xfrm>
            <a:off x="7213854" y="609415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97" name="Rectangle 4"/>
          <p:cNvSpPr>
            <a:spLocks noChangeArrowheads="1"/>
          </p:cNvSpPr>
          <p:nvPr/>
        </p:nvSpPr>
        <p:spPr bwMode="auto">
          <a:xfrm>
            <a:off x="878255" y="609415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98" name="Rectangle 4"/>
          <p:cNvSpPr>
            <a:spLocks noChangeArrowheads="1"/>
          </p:cNvSpPr>
          <p:nvPr/>
        </p:nvSpPr>
        <p:spPr bwMode="auto">
          <a:xfrm>
            <a:off x="7213854" y="363716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99" name="Rectangle 4"/>
          <p:cNvSpPr>
            <a:spLocks noChangeArrowheads="1"/>
          </p:cNvSpPr>
          <p:nvPr/>
        </p:nvSpPr>
        <p:spPr bwMode="auto">
          <a:xfrm>
            <a:off x="878255" y="363716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00" name="Rectangle 4"/>
          <p:cNvSpPr>
            <a:spLocks noChangeArrowheads="1"/>
          </p:cNvSpPr>
          <p:nvPr/>
        </p:nvSpPr>
        <p:spPr bwMode="auto">
          <a:xfrm>
            <a:off x="469900" y="7209967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01" name="Rectangle 4"/>
          <p:cNvSpPr>
            <a:spLocks noChangeArrowheads="1"/>
          </p:cNvSpPr>
          <p:nvPr/>
        </p:nvSpPr>
        <p:spPr bwMode="auto">
          <a:xfrm>
            <a:off x="7213854" y="66274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02" name="Rectangle 4"/>
          <p:cNvSpPr>
            <a:spLocks noChangeArrowheads="1"/>
          </p:cNvSpPr>
          <p:nvPr/>
        </p:nvSpPr>
        <p:spPr bwMode="auto">
          <a:xfrm>
            <a:off x="469900" y="662749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03" name="Rectangle 4"/>
          <p:cNvSpPr>
            <a:spLocks noChangeArrowheads="1"/>
          </p:cNvSpPr>
          <p:nvPr/>
        </p:nvSpPr>
        <p:spPr bwMode="auto">
          <a:xfrm>
            <a:off x="7213854" y="106272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04" name="Rectangle 4"/>
          <p:cNvSpPr>
            <a:spLocks noChangeArrowheads="1"/>
          </p:cNvSpPr>
          <p:nvPr/>
        </p:nvSpPr>
        <p:spPr bwMode="auto">
          <a:xfrm>
            <a:off x="469900" y="1062723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05" name="Rectangle 4"/>
          <p:cNvSpPr>
            <a:spLocks noChangeArrowheads="1"/>
          </p:cNvSpPr>
          <p:nvPr/>
        </p:nvSpPr>
        <p:spPr bwMode="auto">
          <a:xfrm>
            <a:off x="7213854" y="692744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06" name="Rectangle 4"/>
          <p:cNvSpPr>
            <a:spLocks noChangeArrowheads="1"/>
          </p:cNvSpPr>
          <p:nvPr/>
        </p:nvSpPr>
        <p:spPr bwMode="auto">
          <a:xfrm>
            <a:off x="878255" y="692744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07" name="Rectangle 4"/>
          <p:cNvSpPr>
            <a:spLocks noChangeArrowheads="1"/>
          </p:cNvSpPr>
          <p:nvPr/>
        </p:nvSpPr>
        <p:spPr bwMode="auto">
          <a:xfrm>
            <a:off x="7213854" y="458790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08" name="Rectangle 4"/>
          <p:cNvSpPr>
            <a:spLocks noChangeArrowheads="1"/>
          </p:cNvSpPr>
          <p:nvPr/>
        </p:nvSpPr>
        <p:spPr bwMode="auto">
          <a:xfrm>
            <a:off x="878255" y="458790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09" name="Rectangle 4"/>
          <p:cNvSpPr>
            <a:spLocks noChangeArrowheads="1"/>
          </p:cNvSpPr>
          <p:nvPr/>
        </p:nvSpPr>
        <p:spPr bwMode="auto">
          <a:xfrm>
            <a:off x="7213854" y="542118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10" name="Rectangle 4"/>
          <p:cNvSpPr>
            <a:spLocks noChangeArrowheads="1"/>
          </p:cNvSpPr>
          <p:nvPr/>
        </p:nvSpPr>
        <p:spPr bwMode="auto">
          <a:xfrm>
            <a:off x="878255" y="542118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11" name="Rectangle 4"/>
          <p:cNvSpPr>
            <a:spLocks noChangeArrowheads="1"/>
          </p:cNvSpPr>
          <p:nvPr/>
        </p:nvSpPr>
        <p:spPr bwMode="auto">
          <a:xfrm>
            <a:off x="7213854" y="308164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12" name="Rectangle 4"/>
          <p:cNvSpPr>
            <a:spLocks noChangeArrowheads="1"/>
          </p:cNvSpPr>
          <p:nvPr/>
        </p:nvSpPr>
        <p:spPr bwMode="auto">
          <a:xfrm>
            <a:off x="878255" y="308164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13" name="Rectangle 4"/>
          <p:cNvSpPr>
            <a:spLocks noChangeArrowheads="1"/>
          </p:cNvSpPr>
          <p:nvPr/>
        </p:nvSpPr>
        <p:spPr bwMode="auto">
          <a:xfrm>
            <a:off x="7213854" y="391492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14" name="Rectangle 4"/>
          <p:cNvSpPr>
            <a:spLocks noChangeArrowheads="1"/>
          </p:cNvSpPr>
          <p:nvPr/>
        </p:nvSpPr>
        <p:spPr bwMode="auto">
          <a:xfrm>
            <a:off x="878255" y="391492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15" name="Rectangle 4"/>
          <p:cNvSpPr>
            <a:spLocks noChangeArrowheads="1"/>
          </p:cNvSpPr>
          <p:nvPr/>
        </p:nvSpPr>
        <p:spPr bwMode="auto">
          <a:xfrm>
            <a:off x="466725" y="7206793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17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1518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1519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20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1521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1522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523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24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1525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1526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27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1528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529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0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1531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2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1533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4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1535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536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7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1538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539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40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1541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1542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43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1544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45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1546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47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1548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1549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36624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0" name="TextBox 3"/>
          <p:cNvSpPr txBox="1"/>
          <p:nvPr/>
        </p:nvSpPr>
        <p:spPr>
          <a:xfrm>
            <a:off x="422275" y="895045"/>
            <a:ext cx="47701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</a:t>
            </a:r>
            <a:endParaRPr lang="en-US" dirty="0"/>
          </a:p>
        </p:txBody>
      </p:sp>
      <p:sp>
        <p:nvSpPr>
          <p:cNvPr id="1551" name="TextBox 3"/>
          <p:cNvSpPr txBox="1"/>
          <p:nvPr/>
        </p:nvSpPr>
        <p:spPr>
          <a:xfrm>
            <a:off x="422275" y="1012494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1552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3" name="TextBox 3"/>
          <p:cNvSpPr txBox="1"/>
          <p:nvPr/>
        </p:nvSpPr>
        <p:spPr>
          <a:xfrm>
            <a:off x="827455" y="89187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8470120</a:t>
            </a:r>
            <a:endParaRPr lang="en-US" dirty="0"/>
          </a:p>
        </p:txBody>
      </p:sp>
      <p:sp>
        <p:nvSpPr>
          <p:cNvPr id="1554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5" name="TextBox 3"/>
          <p:cNvSpPr txBox="1"/>
          <p:nvPr/>
        </p:nvSpPr>
        <p:spPr>
          <a:xfrm>
            <a:off x="1314958" y="891870"/>
            <a:ext cx="7706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Audit</a:t>
            </a:r>
            <a:endParaRPr lang="en-US" dirty="0"/>
          </a:p>
        </p:txBody>
      </p:sp>
      <p:sp>
        <p:nvSpPr>
          <p:cNvPr id="1556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7" name="TextBox 3"/>
          <p:cNvSpPr txBox="1"/>
          <p:nvPr/>
        </p:nvSpPr>
        <p:spPr>
          <a:xfrm>
            <a:off x="2112746" y="89187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1558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9" name="TextBox 3"/>
          <p:cNvSpPr txBox="1"/>
          <p:nvPr/>
        </p:nvSpPr>
        <p:spPr>
          <a:xfrm>
            <a:off x="2571902" y="891870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1560" name="TextBox 3"/>
          <p:cNvSpPr txBox="1"/>
          <p:nvPr/>
        </p:nvSpPr>
        <p:spPr>
          <a:xfrm>
            <a:off x="2571902" y="1009319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1561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2" name="TextBox 3"/>
          <p:cNvSpPr txBox="1"/>
          <p:nvPr/>
        </p:nvSpPr>
        <p:spPr>
          <a:xfrm>
            <a:off x="3629482" y="89187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847.8470120.1.416110.000000.847001.100178</a:t>
            </a:r>
            <a:endParaRPr lang="en-US" dirty="0"/>
          </a:p>
        </p:txBody>
      </p:sp>
      <p:sp>
        <p:nvSpPr>
          <p:cNvPr id="1563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4" name="TextBox 3"/>
          <p:cNvSpPr txBox="1"/>
          <p:nvPr/>
        </p:nvSpPr>
        <p:spPr>
          <a:xfrm>
            <a:off x="6382918" y="89187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565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6" name="TextBox 3"/>
          <p:cNvSpPr txBox="1"/>
          <p:nvPr/>
        </p:nvSpPr>
        <p:spPr>
          <a:xfrm>
            <a:off x="6776161" y="89187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13,000</a:t>
            </a:r>
            <a:endParaRPr lang="en-US" dirty="0"/>
          </a:p>
        </p:txBody>
      </p:sp>
      <p:sp>
        <p:nvSpPr>
          <p:cNvPr id="1567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8" name="TextBox 3"/>
          <p:cNvSpPr txBox="1"/>
          <p:nvPr/>
        </p:nvSpPr>
        <p:spPr>
          <a:xfrm>
            <a:off x="7423607" y="89187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12,757</a:t>
            </a:r>
            <a:endParaRPr lang="en-US" dirty="0"/>
          </a:p>
        </p:txBody>
      </p:sp>
      <p:sp>
        <p:nvSpPr>
          <p:cNvPr id="1569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0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1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2" name="TextBox 3"/>
          <p:cNvSpPr txBox="1"/>
          <p:nvPr/>
        </p:nvSpPr>
        <p:spPr>
          <a:xfrm>
            <a:off x="8538006" y="891870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243</a:t>
            </a:r>
            <a:endParaRPr lang="en-US" dirty="0"/>
          </a:p>
        </p:txBody>
      </p:sp>
      <p:sp>
        <p:nvSpPr>
          <p:cNvPr id="1573" name="Rectangle 4"/>
          <p:cNvSpPr>
            <a:spLocks noChangeArrowheads="1"/>
          </p:cNvSpPr>
          <p:nvPr/>
        </p:nvSpPr>
        <p:spPr bwMode="auto">
          <a:xfrm>
            <a:off x="878255" y="1198435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4" name="TextBox 3"/>
          <p:cNvSpPr txBox="1"/>
          <p:nvPr/>
        </p:nvSpPr>
        <p:spPr>
          <a:xfrm>
            <a:off x="827455" y="116963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8470120</a:t>
            </a:r>
            <a:endParaRPr lang="en-US" dirty="0"/>
          </a:p>
        </p:txBody>
      </p:sp>
      <p:sp>
        <p:nvSpPr>
          <p:cNvPr id="1575" name="Rectangle 4"/>
          <p:cNvSpPr>
            <a:spLocks noChangeArrowheads="1"/>
          </p:cNvSpPr>
          <p:nvPr/>
        </p:nvSpPr>
        <p:spPr bwMode="auto">
          <a:xfrm>
            <a:off x="1365758" y="1198435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6" name="TextBox 3"/>
          <p:cNvSpPr txBox="1"/>
          <p:nvPr/>
        </p:nvSpPr>
        <p:spPr>
          <a:xfrm>
            <a:off x="1314958" y="1169631"/>
            <a:ext cx="7706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Audit</a:t>
            </a:r>
            <a:endParaRPr lang="en-US" dirty="0"/>
          </a:p>
        </p:txBody>
      </p:sp>
      <p:sp>
        <p:nvSpPr>
          <p:cNvPr id="1577" name="Rectangle 4"/>
          <p:cNvSpPr>
            <a:spLocks noChangeArrowheads="1"/>
          </p:cNvSpPr>
          <p:nvPr/>
        </p:nvSpPr>
        <p:spPr bwMode="auto">
          <a:xfrm>
            <a:off x="2163546" y="1198435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8" name="TextBox 3"/>
          <p:cNvSpPr txBox="1"/>
          <p:nvPr/>
        </p:nvSpPr>
        <p:spPr>
          <a:xfrm>
            <a:off x="2112746" y="116963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1579" name="Rectangle 4"/>
          <p:cNvSpPr>
            <a:spLocks noChangeArrowheads="1"/>
          </p:cNvSpPr>
          <p:nvPr/>
        </p:nvSpPr>
        <p:spPr bwMode="auto">
          <a:xfrm>
            <a:off x="2622702" y="1198435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80" name="TextBox 3"/>
          <p:cNvSpPr txBox="1"/>
          <p:nvPr/>
        </p:nvSpPr>
        <p:spPr>
          <a:xfrm>
            <a:off x="2571902" y="1169631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1581" name="TextBox 3"/>
          <p:cNvSpPr txBox="1"/>
          <p:nvPr/>
        </p:nvSpPr>
        <p:spPr>
          <a:xfrm>
            <a:off x="2571902" y="1287081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1582" name="Rectangle 4"/>
          <p:cNvSpPr>
            <a:spLocks noChangeArrowheads="1"/>
          </p:cNvSpPr>
          <p:nvPr/>
        </p:nvSpPr>
        <p:spPr bwMode="auto">
          <a:xfrm>
            <a:off x="3680282" y="1198435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83" name="TextBox 3"/>
          <p:cNvSpPr txBox="1"/>
          <p:nvPr/>
        </p:nvSpPr>
        <p:spPr>
          <a:xfrm>
            <a:off x="3629482" y="116963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847.8470120.1.416310.000000.847001.100178</a:t>
            </a:r>
            <a:endParaRPr lang="en-US" dirty="0"/>
          </a:p>
        </p:txBody>
      </p:sp>
      <p:sp>
        <p:nvSpPr>
          <p:cNvPr id="1584" name="Rectangle 4"/>
          <p:cNvSpPr>
            <a:spLocks noChangeArrowheads="1"/>
          </p:cNvSpPr>
          <p:nvPr/>
        </p:nvSpPr>
        <p:spPr bwMode="auto">
          <a:xfrm>
            <a:off x="5918962" y="119843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85" name="TextBox 3"/>
          <p:cNvSpPr txBox="1"/>
          <p:nvPr/>
        </p:nvSpPr>
        <p:spPr>
          <a:xfrm>
            <a:off x="6128715" y="116963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60,473</a:t>
            </a:r>
            <a:endParaRPr lang="en-US" dirty="0"/>
          </a:p>
        </p:txBody>
      </p:sp>
      <p:sp>
        <p:nvSpPr>
          <p:cNvPr id="1586" name="Rectangle 4"/>
          <p:cNvSpPr>
            <a:spLocks noChangeArrowheads="1"/>
          </p:cNvSpPr>
          <p:nvPr/>
        </p:nvSpPr>
        <p:spPr bwMode="auto">
          <a:xfrm>
            <a:off x="6566408" y="119843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87" name="TextBox 3"/>
          <p:cNvSpPr txBox="1"/>
          <p:nvPr/>
        </p:nvSpPr>
        <p:spPr>
          <a:xfrm>
            <a:off x="6776161" y="116963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16,773</a:t>
            </a:r>
            <a:endParaRPr lang="en-US" dirty="0"/>
          </a:p>
        </p:txBody>
      </p:sp>
      <p:sp>
        <p:nvSpPr>
          <p:cNvPr id="1588" name="Rectangle 4"/>
          <p:cNvSpPr>
            <a:spLocks noChangeArrowheads="1"/>
          </p:cNvSpPr>
          <p:nvPr/>
        </p:nvSpPr>
        <p:spPr bwMode="auto">
          <a:xfrm>
            <a:off x="7213854" y="119843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89" name="TextBox 3"/>
          <p:cNvSpPr txBox="1"/>
          <p:nvPr/>
        </p:nvSpPr>
        <p:spPr>
          <a:xfrm>
            <a:off x="7423607" y="116963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16,769</a:t>
            </a:r>
            <a:endParaRPr lang="en-US" dirty="0"/>
          </a:p>
        </p:txBody>
      </p:sp>
      <p:sp>
        <p:nvSpPr>
          <p:cNvPr id="1590" name="Rectangle 4"/>
          <p:cNvSpPr>
            <a:spLocks noChangeArrowheads="1"/>
          </p:cNvSpPr>
          <p:nvPr/>
        </p:nvSpPr>
        <p:spPr bwMode="auto">
          <a:xfrm>
            <a:off x="7861300" y="1198435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91" name="Rectangle 4"/>
          <p:cNvSpPr>
            <a:spLocks noChangeArrowheads="1"/>
          </p:cNvSpPr>
          <p:nvPr/>
        </p:nvSpPr>
        <p:spPr bwMode="auto">
          <a:xfrm>
            <a:off x="8094497" y="1198435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92" name="Rectangle 4"/>
          <p:cNvSpPr>
            <a:spLocks noChangeArrowheads="1"/>
          </p:cNvSpPr>
          <p:nvPr/>
        </p:nvSpPr>
        <p:spPr bwMode="auto">
          <a:xfrm>
            <a:off x="8333384" y="1198435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93" name="TextBox 3"/>
          <p:cNvSpPr txBox="1"/>
          <p:nvPr/>
        </p:nvSpPr>
        <p:spPr>
          <a:xfrm>
            <a:off x="8650986" y="116963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</a:t>
            </a:r>
            <a:endParaRPr lang="en-US" dirty="0"/>
          </a:p>
        </p:txBody>
      </p:sp>
      <p:sp>
        <p:nvSpPr>
          <p:cNvPr id="1594" name="Rectangle 4"/>
          <p:cNvSpPr>
            <a:spLocks noChangeArrowheads="1"/>
          </p:cNvSpPr>
          <p:nvPr/>
        </p:nvSpPr>
        <p:spPr bwMode="auto">
          <a:xfrm>
            <a:off x="878255" y="1476197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95" name="TextBox 3"/>
          <p:cNvSpPr txBox="1"/>
          <p:nvPr/>
        </p:nvSpPr>
        <p:spPr>
          <a:xfrm>
            <a:off x="827455" y="144739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8470120</a:t>
            </a:r>
            <a:endParaRPr lang="en-US" dirty="0"/>
          </a:p>
        </p:txBody>
      </p:sp>
      <p:sp>
        <p:nvSpPr>
          <p:cNvPr id="1596" name="TextBox 3"/>
          <p:cNvSpPr txBox="1"/>
          <p:nvPr/>
        </p:nvSpPr>
        <p:spPr>
          <a:xfrm>
            <a:off x="827455" y="1564843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597" name="Rectangle 4"/>
          <p:cNvSpPr>
            <a:spLocks noChangeArrowheads="1"/>
          </p:cNvSpPr>
          <p:nvPr/>
        </p:nvSpPr>
        <p:spPr bwMode="auto">
          <a:xfrm>
            <a:off x="1365758" y="1476197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98" name="Rectangle 4"/>
          <p:cNvSpPr>
            <a:spLocks noChangeArrowheads="1"/>
          </p:cNvSpPr>
          <p:nvPr/>
        </p:nvSpPr>
        <p:spPr bwMode="auto">
          <a:xfrm>
            <a:off x="2163546" y="1476197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99" name="Rectangle 4"/>
          <p:cNvSpPr>
            <a:spLocks noChangeArrowheads="1"/>
          </p:cNvSpPr>
          <p:nvPr/>
        </p:nvSpPr>
        <p:spPr bwMode="auto">
          <a:xfrm>
            <a:off x="2622702" y="1476197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600" name="Rectangle 4"/>
          <p:cNvSpPr>
            <a:spLocks noChangeArrowheads="1"/>
          </p:cNvSpPr>
          <p:nvPr/>
        </p:nvSpPr>
        <p:spPr bwMode="auto">
          <a:xfrm>
            <a:off x="3680282" y="1476197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601" name="Rectangle 4"/>
          <p:cNvSpPr>
            <a:spLocks noChangeArrowheads="1"/>
          </p:cNvSpPr>
          <p:nvPr/>
        </p:nvSpPr>
        <p:spPr bwMode="auto">
          <a:xfrm>
            <a:off x="5918962" y="147619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602" name="TextBox 3"/>
          <p:cNvSpPr txBox="1"/>
          <p:nvPr/>
        </p:nvSpPr>
        <p:spPr>
          <a:xfrm>
            <a:off x="5987491" y="144739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1,947,149</a:t>
            </a:r>
            <a:endParaRPr lang="en-US" dirty="0"/>
          </a:p>
        </p:txBody>
      </p:sp>
      <p:sp>
        <p:nvSpPr>
          <p:cNvPr id="1603" name="Rectangle 4"/>
          <p:cNvSpPr>
            <a:spLocks noChangeArrowheads="1"/>
          </p:cNvSpPr>
          <p:nvPr/>
        </p:nvSpPr>
        <p:spPr bwMode="auto">
          <a:xfrm>
            <a:off x="6566408" y="147619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604" name="TextBox 3"/>
          <p:cNvSpPr txBox="1"/>
          <p:nvPr/>
        </p:nvSpPr>
        <p:spPr>
          <a:xfrm>
            <a:off x="6634937" y="144739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2,166,626</a:t>
            </a:r>
            <a:endParaRPr lang="en-US" dirty="0"/>
          </a:p>
        </p:txBody>
      </p:sp>
      <p:sp>
        <p:nvSpPr>
          <p:cNvPr id="1605" name="Rectangle 4"/>
          <p:cNvSpPr>
            <a:spLocks noChangeArrowheads="1"/>
          </p:cNvSpPr>
          <p:nvPr/>
        </p:nvSpPr>
        <p:spPr bwMode="auto">
          <a:xfrm>
            <a:off x="7213854" y="147619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606" name="TextBox 3"/>
          <p:cNvSpPr txBox="1"/>
          <p:nvPr/>
        </p:nvSpPr>
        <p:spPr>
          <a:xfrm>
            <a:off x="7282383" y="144739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2,164,885</a:t>
            </a:r>
            <a:endParaRPr lang="en-US" dirty="0"/>
          </a:p>
        </p:txBody>
      </p:sp>
      <p:sp>
        <p:nvSpPr>
          <p:cNvPr id="1607" name="Rectangle 4"/>
          <p:cNvSpPr>
            <a:spLocks noChangeArrowheads="1"/>
          </p:cNvSpPr>
          <p:nvPr/>
        </p:nvSpPr>
        <p:spPr bwMode="auto">
          <a:xfrm>
            <a:off x="7861300" y="1476197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608" name="Rectangle 4"/>
          <p:cNvSpPr>
            <a:spLocks noChangeArrowheads="1"/>
          </p:cNvSpPr>
          <p:nvPr/>
        </p:nvSpPr>
        <p:spPr bwMode="auto">
          <a:xfrm>
            <a:off x="8094497" y="1476197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609" name="Rectangle 4"/>
          <p:cNvSpPr>
            <a:spLocks noChangeArrowheads="1"/>
          </p:cNvSpPr>
          <p:nvPr/>
        </p:nvSpPr>
        <p:spPr bwMode="auto">
          <a:xfrm>
            <a:off x="8333384" y="1476197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610" name="TextBox 3"/>
          <p:cNvSpPr txBox="1"/>
          <p:nvPr/>
        </p:nvSpPr>
        <p:spPr>
          <a:xfrm>
            <a:off x="8453272" y="1447393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1,741</a:t>
            </a:r>
            <a:endParaRPr lang="en-US" dirty="0"/>
          </a:p>
        </p:txBody>
      </p:sp>
      <p:sp>
        <p:nvSpPr>
          <p:cNvPr id="1611" name="Rectangle 4"/>
          <p:cNvSpPr>
            <a:spLocks noChangeArrowheads="1"/>
          </p:cNvSpPr>
          <p:nvPr/>
        </p:nvSpPr>
        <p:spPr bwMode="auto">
          <a:xfrm>
            <a:off x="878255" y="1753958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12" name="TextBox 3"/>
          <p:cNvSpPr txBox="1"/>
          <p:nvPr/>
        </p:nvSpPr>
        <p:spPr>
          <a:xfrm>
            <a:off x="827455" y="172515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8470130</a:t>
            </a:r>
            <a:endParaRPr lang="en-US" dirty="0"/>
          </a:p>
        </p:txBody>
      </p:sp>
      <p:sp>
        <p:nvSpPr>
          <p:cNvPr id="1613" name="Rectangle 4"/>
          <p:cNvSpPr>
            <a:spLocks noChangeArrowheads="1"/>
          </p:cNvSpPr>
          <p:nvPr/>
        </p:nvSpPr>
        <p:spPr bwMode="auto">
          <a:xfrm>
            <a:off x="1365758" y="1753958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14" name="TextBox 3"/>
          <p:cNvSpPr txBox="1"/>
          <p:nvPr/>
        </p:nvSpPr>
        <p:spPr>
          <a:xfrm>
            <a:off x="1314958" y="172515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615" name="TextBox 3"/>
          <p:cNvSpPr txBox="1"/>
          <p:nvPr/>
        </p:nvSpPr>
        <p:spPr>
          <a:xfrm>
            <a:off x="1314958" y="1842605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Institutional </a:t>
            </a:r>
            <a:endParaRPr lang="en-US" dirty="0"/>
          </a:p>
        </p:txBody>
      </p:sp>
      <p:sp>
        <p:nvSpPr>
          <p:cNvPr id="1616" name="TextBox 3"/>
          <p:cNvSpPr txBox="1"/>
          <p:nvPr/>
        </p:nvSpPr>
        <p:spPr>
          <a:xfrm>
            <a:off x="1314958" y="1960054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&amp; </a:t>
            </a:r>
            <a:endParaRPr lang="en-US" dirty="0"/>
          </a:p>
        </p:txBody>
      </p:sp>
      <p:sp>
        <p:nvSpPr>
          <p:cNvPr id="1617" name="TextBox 3"/>
          <p:cNvSpPr txBox="1"/>
          <p:nvPr/>
        </p:nvSpPr>
        <p:spPr>
          <a:xfrm>
            <a:off x="1314958" y="2077504"/>
            <a:ext cx="573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Planning</a:t>
            </a:r>
            <a:endParaRPr lang="en-US" dirty="0"/>
          </a:p>
        </p:txBody>
      </p:sp>
      <p:sp>
        <p:nvSpPr>
          <p:cNvPr id="1618" name="Rectangle 4"/>
          <p:cNvSpPr>
            <a:spLocks noChangeArrowheads="1"/>
          </p:cNvSpPr>
          <p:nvPr/>
        </p:nvSpPr>
        <p:spPr bwMode="auto">
          <a:xfrm>
            <a:off x="2163546" y="1753958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19" name="TextBox 3"/>
          <p:cNvSpPr txBox="1"/>
          <p:nvPr/>
        </p:nvSpPr>
        <p:spPr>
          <a:xfrm>
            <a:off x="2112746" y="172515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1620" name="Rectangle 4"/>
          <p:cNvSpPr>
            <a:spLocks noChangeArrowheads="1"/>
          </p:cNvSpPr>
          <p:nvPr/>
        </p:nvSpPr>
        <p:spPr bwMode="auto">
          <a:xfrm>
            <a:off x="2622702" y="1753958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21" name="TextBox 3"/>
          <p:cNvSpPr txBox="1"/>
          <p:nvPr/>
        </p:nvSpPr>
        <p:spPr>
          <a:xfrm>
            <a:off x="2571902" y="1725155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1622" name="TextBox 3"/>
          <p:cNvSpPr txBox="1"/>
          <p:nvPr/>
        </p:nvSpPr>
        <p:spPr>
          <a:xfrm>
            <a:off x="2571902" y="1842605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1623" name="Rectangle 4"/>
          <p:cNvSpPr>
            <a:spLocks noChangeArrowheads="1"/>
          </p:cNvSpPr>
          <p:nvPr/>
        </p:nvSpPr>
        <p:spPr bwMode="auto">
          <a:xfrm>
            <a:off x="3680282" y="1753958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24" name="TextBox 3"/>
          <p:cNvSpPr txBox="1"/>
          <p:nvPr/>
        </p:nvSpPr>
        <p:spPr>
          <a:xfrm>
            <a:off x="3629482" y="172515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847.8470130.1.412121.000000.847001.100178</a:t>
            </a:r>
            <a:endParaRPr lang="en-US" dirty="0"/>
          </a:p>
        </p:txBody>
      </p:sp>
      <p:sp>
        <p:nvSpPr>
          <p:cNvPr id="1625" name="Rectangle 4"/>
          <p:cNvSpPr>
            <a:spLocks noChangeArrowheads="1"/>
          </p:cNvSpPr>
          <p:nvPr/>
        </p:nvSpPr>
        <p:spPr bwMode="auto">
          <a:xfrm>
            <a:off x="5918962" y="175395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26" name="TextBox 3"/>
          <p:cNvSpPr txBox="1"/>
          <p:nvPr/>
        </p:nvSpPr>
        <p:spPr>
          <a:xfrm>
            <a:off x="5987491" y="172515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1,928,734</a:t>
            </a:r>
            <a:endParaRPr lang="en-US" dirty="0"/>
          </a:p>
        </p:txBody>
      </p:sp>
      <p:sp>
        <p:nvSpPr>
          <p:cNvPr id="1627" name="Rectangle 4"/>
          <p:cNvSpPr>
            <a:spLocks noChangeArrowheads="1"/>
          </p:cNvSpPr>
          <p:nvPr/>
        </p:nvSpPr>
        <p:spPr bwMode="auto">
          <a:xfrm>
            <a:off x="6566408" y="175395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28" name="TextBox 3"/>
          <p:cNvSpPr txBox="1"/>
          <p:nvPr/>
        </p:nvSpPr>
        <p:spPr>
          <a:xfrm>
            <a:off x="6634937" y="172515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1,465,814</a:t>
            </a:r>
            <a:endParaRPr lang="en-US" dirty="0"/>
          </a:p>
        </p:txBody>
      </p:sp>
      <p:sp>
        <p:nvSpPr>
          <p:cNvPr id="1629" name="Rectangle 4"/>
          <p:cNvSpPr>
            <a:spLocks noChangeArrowheads="1"/>
          </p:cNvSpPr>
          <p:nvPr/>
        </p:nvSpPr>
        <p:spPr bwMode="auto">
          <a:xfrm>
            <a:off x="7213854" y="175395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30" name="TextBox 3"/>
          <p:cNvSpPr txBox="1"/>
          <p:nvPr/>
        </p:nvSpPr>
        <p:spPr>
          <a:xfrm>
            <a:off x="7282383" y="172515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1,465,790</a:t>
            </a:r>
            <a:endParaRPr lang="en-US" dirty="0"/>
          </a:p>
        </p:txBody>
      </p:sp>
      <p:sp>
        <p:nvSpPr>
          <p:cNvPr id="1631" name="Rectangle 4"/>
          <p:cNvSpPr>
            <a:spLocks noChangeArrowheads="1"/>
          </p:cNvSpPr>
          <p:nvPr/>
        </p:nvSpPr>
        <p:spPr bwMode="auto">
          <a:xfrm>
            <a:off x="7861300" y="1753958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32" name="Rectangle 4"/>
          <p:cNvSpPr>
            <a:spLocks noChangeArrowheads="1"/>
          </p:cNvSpPr>
          <p:nvPr/>
        </p:nvSpPr>
        <p:spPr bwMode="auto">
          <a:xfrm>
            <a:off x="8094497" y="1753958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33" name="Rectangle 4"/>
          <p:cNvSpPr>
            <a:spLocks noChangeArrowheads="1"/>
          </p:cNvSpPr>
          <p:nvPr/>
        </p:nvSpPr>
        <p:spPr bwMode="auto">
          <a:xfrm>
            <a:off x="8333384" y="1753958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34" name="TextBox 3"/>
          <p:cNvSpPr txBox="1"/>
          <p:nvPr/>
        </p:nvSpPr>
        <p:spPr>
          <a:xfrm>
            <a:off x="8594496" y="1725155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24</a:t>
            </a:r>
            <a:endParaRPr lang="en-US" dirty="0"/>
          </a:p>
        </p:txBody>
      </p:sp>
      <p:sp>
        <p:nvSpPr>
          <p:cNvPr id="1635" name="Rectangle 4"/>
          <p:cNvSpPr>
            <a:spLocks noChangeArrowheads="1"/>
          </p:cNvSpPr>
          <p:nvPr/>
        </p:nvSpPr>
        <p:spPr bwMode="auto">
          <a:xfrm>
            <a:off x="878255" y="2266619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36" name="TextBox 3"/>
          <p:cNvSpPr txBox="1"/>
          <p:nvPr/>
        </p:nvSpPr>
        <p:spPr>
          <a:xfrm>
            <a:off x="827455" y="223781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8470130</a:t>
            </a:r>
            <a:endParaRPr lang="en-US" dirty="0"/>
          </a:p>
        </p:txBody>
      </p:sp>
      <p:sp>
        <p:nvSpPr>
          <p:cNvPr id="1637" name="Rectangle 4"/>
          <p:cNvSpPr>
            <a:spLocks noChangeArrowheads="1"/>
          </p:cNvSpPr>
          <p:nvPr/>
        </p:nvSpPr>
        <p:spPr bwMode="auto">
          <a:xfrm>
            <a:off x="1365758" y="2266619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38" name="TextBox 3"/>
          <p:cNvSpPr txBox="1"/>
          <p:nvPr/>
        </p:nvSpPr>
        <p:spPr>
          <a:xfrm>
            <a:off x="1314958" y="2237816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639" name="TextBox 3"/>
          <p:cNvSpPr txBox="1"/>
          <p:nvPr/>
        </p:nvSpPr>
        <p:spPr>
          <a:xfrm>
            <a:off x="1314958" y="2355266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Institutional </a:t>
            </a:r>
            <a:endParaRPr lang="en-US" dirty="0"/>
          </a:p>
        </p:txBody>
      </p:sp>
      <p:sp>
        <p:nvSpPr>
          <p:cNvPr id="1640" name="TextBox 3"/>
          <p:cNvSpPr txBox="1"/>
          <p:nvPr/>
        </p:nvSpPr>
        <p:spPr>
          <a:xfrm>
            <a:off x="1314958" y="2472715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&amp; </a:t>
            </a:r>
            <a:endParaRPr lang="en-US" dirty="0"/>
          </a:p>
        </p:txBody>
      </p:sp>
      <p:sp>
        <p:nvSpPr>
          <p:cNvPr id="1641" name="TextBox 3"/>
          <p:cNvSpPr txBox="1"/>
          <p:nvPr/>
        </p:nvSpPr>
        <p:spPr>
          <a:xfrm>
            <a:off x="1314958" y="2590165"/>
            <a:ext cx="573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Planning</a:t>
            </a:r>
            <a:endParaRPr lang="en-US" dirty="0"/>
          </a:p>
        </p:txBody>
      </p:sp>
      <p:sp>
        <p:nvSpPr>
          <p:cNvPr id="1642" name="Rectangle 4"/>
          <p:cNvSpPr>
            <a:spLocks noChangeArrowheads="1"/>
          </p:cNvSpPr>
          <p:nvPr/>
        </p:nvSpPr>
        <p:spPr bwMode="auto">
          <a:xfrm>
            <a:off x="2163546" y="2266619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43" name="TextBox 3"/>
          <p:cNvSpPr txBox="1"/>
          <p:nvPr/>
        </p:nvSpPr>
        <p:spPr>
          <a:xfrm>
            <a:off x="2112746" y="223781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1644" name="Rectangle 4"/>
          <p:cNvSpPr>
            <a:spLocks noChangeArrowheads="1"/>
          </p:cNvSpPr>
          <p:nvPr/>
        </p:nvSpPr>
        <p:spPr bwMode="auto">
          <a:xfrm>
            <a:off x="2622702" y="2266619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45" name="TextBox 3"/>
          <p:cNvSpPr txBox="1"/>
          <p:nvPr/>
        </p:nvSpPr>
        <p:spPr>
          <a:xfrm>
            <a:off x="2571902" y="2237816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1646" name="TextBox 3"/>
          <p:cNvSpPr txBox="1"/>
          <p:nvPr/>
        </p:nvSpPr>
        <p:spPr>
          <a:xfrm>
            <a:off x="2571902" y="2355266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1647" name="TextBox 3"/>
          <p:cNvSpPr txBox="1"/>
          <p:nvPr/>
        </p:nvSpPr>
        <p:spPr>
          <a:xfrm>
            <a:off x="2571902" y="2472715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1648" name="Rectangle 4"/>
          <p:cNvSpPr>
            <a:spLocks noChangeArrowheads="1"/>
          </p:cNvSpPr>
          <p:nvPr/>
        </p:nvSpPr>
        <p:spPr bwMode="auto">
          <a:xfrm>
            <a:off x="3680282" y="2266619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49" name="TextBox 3"/>
          <p:cNvSpPr txBox="1"/>
          <p:nvPr/>
        </p:nvSpPr>
        <p:spPr>
          <a:xfrm>
            <a:off x="3629482" y="223781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847.8470130.1.412125.000000.847001.100178</a:t>
            </a:r>
            <a:endParaRPr lang="en-US" dirty="0"/>
          </a:p>
        </p:txBody>
      </p:sp>
      <p:sp>
        <p:nvSpPr>
          <p:cNvPr id="1650" name="Rectangle 4"/>
          <p:cNvSpPr>
            <a:spLocks noChangeArrowheads="1"/>
          </p:cNvSpPr>
          <p:nvPr/>
        </p:nvSpPr>
        <p:spPr bwMode="auto">
          <a:xfrm>
            <a:off x="5918962" y="226661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51" name="TextBox 3"/>
          <p:cNvSpPr txBox="1"/>
          <p:nvPr/>
        </p:nvSpPr>
        <p:spPr>
          <a:xfrm>
            <a:off x="5987491" y="223781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1,327,397</a:t>
            </a:r>
            <a:endParaRPr lang="en-US" dirty="0"/>
          </a:p>
        </p:txBody>
      </p:sp>
      <p:sp>
        <p:nvSpPr>
          <p:cNvPr id="1652" name="Rectangle 4"/>
          <p:cNvSpPr>
            <a:spLocks noChangeArrowheads="1"/>
          </p:cNvSpPr>
          <p:nvPr/>
        </p:nvSpPr>
        <p:spPr bwMode="auto">
          <a:xfrm>
            <a:off x="6566408" y="226661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53" name="TextBox 3"/>
          <p:cNvSpPr txBox="1"/>
          <p:nvPr/>
        </p:nvSpPr>
        <p:spPr>
          <a:xfrm>
            <a:off x="6634937" y="223781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1,069,078</a:t>
            </a:r>
            <a:endParaRPr lang="en-US" dirty="0"/>
          </a:p>
        </p:txBody>
      </p:sp>
      <p:sp>
        <p:nvSpPr>
          <p:cNvPr id="1654" name="Rectangle 4"/>
          <p:cNvSpPr>
            <a:spLocks noChangeArrowheads="1"/>
          </p:cNvSpPr>
          <p:nvPr/>
        </p:nvSpPr>
        <p:spPr bwMode="auto">
          <a:xfrm>
            <a:off x="7213854" y="226661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55" name="TextBox 3"/>
          <p:cNvSpPr txBox="1"/>
          <p:nvPr/>
        </p:nvSpPr>
        <p:spPr>
          <a:xfrm>
            <a:off x="7282383" y="223781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1,069,078</a:t>
            </a:r>
            <a:endParaRPr lang="en-US" dirty="0"/>
          </a:p>
        </p:txBody>
      </p:sp>
      <p:sp>
        <p:nvSpPr>
          <p:cNvPr id="1656" name="Rectangle 4"/>
          <p:cNvSpPr>
            <a:spLocks noChangeArrowheads="1"/>
          </p:cNvSpPr>
          <p:nvPr/>
        </p:nvSpPr>
        <p:spPr bwMode="auto">
          <a:xfrm>
            <a:off x="7861300" y="2266619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57" name="Rectangle 4"/>
          <p:cNvSpPr>
            <a:spLocks noChangeArrowheads="1"/>
          </p:cNvSpPr>
          <p:nvPr/>
        </p:nvSpPr>
        <p:spPr bwMode="auto">
          <a:xfrm>
            <a:off x="8094497" y="2266619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58" name="Rectangle 4"/>
          <p:cNvSpPr>
            <a:spLocks noChangeArrowheads="1"/>
          </p:cNvSpPr>
          <p:nvPr/>
        </p:nvSpPr>
        <p:spPr bwMode="auto">
          <a:xfrm>
            <a:off x="8333384" y="2266619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59" name="TextBox 3"/>
          <p:cNvSpPr txBox="1"/>
          <p:nvPr/>
        </p:nvSpPr>
        <p:spPr>
          <a:xfrm>
            <a:off x="8650986" y="223781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660" name="Rectangle 4"/>
          <p:cNvSpPr>
            <a:spLocks noChangeArrowheads="1"/>
          </p:cNvSpPr>
          <p:nvPr/>
        </p:nvSpPr>
        <p:spPr bwMode="auto">
          <a:xfrm>
            <a:off x="878255" y="2779280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61" name="TextBox 3"/>
          <p:cNvSpPr txBox="1"/>
          <p:nvPr/>
        </p:nvSpPr>
        <p:spPr>
          <a:xfrm>
            <a:off x="827455" y="275047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8470130</a:t>
            </a:r>
            <a:endParaRPr lang="en-US" dirty="0"/>
          </a:p>
        </p:txBody>
      </p:sp>
      <p:sp>
        <p:nvSpPr>
          <p:cNvPr id="1662" name="Rectangle 4"/>
          <p:cNvSpPr>
            <a:spLocks noChangeArrowheads="1"/>
          </p:cNvSpPr>
          <p:nvPr/>
        </p:nvSpPr>
        <p:spPr bwMode="auto">
          <a:xfrm>
            <a:off x="1365758" y="2779280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63" name="TextBox 3"/>
          <p:cNvSpPr txBox="1"/>
          <p:nvPr/>
        </p:nvSpPr>
        <p:spPr>
          <a:xfrm>
            <a:off x="1314958" y="2750477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664" name="TextBox 3"/>
          <p:cNvSpPr txBox="1"/>
          <p:nvPr/>
        </p:nvSpPr>
        <p:spPr>
          <a:xfrm>
            <a:off x="1314958" y="2867927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Institutional </a:t>
            </a:r>
            <a:endParaRPr lang="en-US" dirty="0"/>
          </a:p>
        </p:txBody>
      </p:sp>
      <p:sp>
        <p:nvSpPr>
          <p:cNvPr id="1665" name="TextBox 3"/>
          <p:cNvSpPr txBox="1"/>
          <p:nvPr/>
        </p:nvSpPr>
        <p:spPr>
          <a:xfrm>
            <a:off x="1314958" y="2985376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&amp; </a:t>
            </a:r>
            <a:endParaRPr lang="en-US" dirty="0"/>
          </a:p>
        </p:txBody>
      </p:sp>
      <p:sp>
        <p:nvSpPr>
          <p:cNvPr id="1666" name="TextBox 3"/>
          <p:cNvSpPr txBox="1"/>
          <p:nvPr/>
        </p:nvSpPr>
        <p:spPr>
          <a:xfrm>
            <a:off x="1314958" y="3102826"/>
            <a:ext cx="573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Planning</a:t>
            </a:r>
            <a:endParaRPr lang="en-US" dirty="0"/>
          </a:p>
        </p:txBody>
      </p:sp>
      <p:sp>
        <p:nvSpPr>
          <p:cNvPr id="1667" name="Rectangle 4"/>
          <p:cNvSpPr>
            <a:spLocks noChangeArrowheads="1"/>
          </p:cNvSpPr>
          <p:nvPr/>
        </p:nvSpPr>
        <p:spPr bwMode="auto">
          <a:xfrm>
            <a:off x="2163546" y="2779280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68" name="TextBox 3"/>
          <p:cNvSpPr txBox="1"/>
          <p:nvPr/>
        </p:nvSpPr>
        <p:spPr>
          <a:xfrm>
            <a:off x="2112746" y="275047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1669" name="Rectangle 4"/>
          <p:cNvSpPr>
            <a:spLocks noChangeArrowheads="1"/>
          </p:cNvSpPr>
          <p:nvPr/>
        </p:nvSpPr>
        <p:spPr bwMode="auto">
          <a:xfrm>
            <a:off x="2622702" y="2779280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70" name="TextBox 3"/>
          <p:cNvSpPr txBox="1"/>
          <p:nvPr/>
        </p:nvSpPr>
        <p:spPr>
          <a:xfrm>
            <a:off x="2571902" y="2750477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1671" name="TextBox 3"/>
          <p:cNvSpPr txBox="1"/>
          <p:nvPr/>
        </p:nvSpPr>
        <p:spPr>
          <a:xfrm>
            <a:off x="2571902" y="2867927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1672" name="Rectangle 4"/>
          <p:cNvSpPr>
            <a:spLocks noChangeArrowheads="1"/>
          </p:cNvSpPr>
          <p:nvPr/>
        </p:nvSpPr>
        <p:spPr bwMode="auto">
          <a:xfrm>
            <a:off x="3680282" y="2779280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73" name="TextBox 3"/>
          <p:cNvSpPr txBox="1"/>
          <p:nvPr/>
        </p:nvSpPr>
        <p:spPr>
          <a:xfrm>
            <a:off x="3629482" y="275047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847.8470130.1.412534.000000.847001.100178</a:t>
            </a:r>
            <a:endParaRPr lang="en-US" dirty="0"/>
          </a:p>
        </p:txBody>
      </p:sp>
      <p:sp>
        <p:nvSpPr>
          <p:cNvPr id="1674" name="Rectangle 4"/>
          <p:cNvSpPr>
            <a:spLocks noChangeArrowheads="1"/>
          </p:cNvSpPr>
          <p:nvPr/>
        </p:nvSpPr>
        <p:spPr bwMode="auto">
          <a:xfrm>
            <a:off x="5918962" y="277928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75" name="TextBox 3"/>
          <p:cNvSpPr txBox="1"/>
          <p:nvPr/>
        </p:nvSpPr>
        <p:spPr>
          <a:xfrm>
            <a:off x="6072225" y="275047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295,000</a:t>
            </a:r>
            <a:endParaRPr lang="en-US" dirty="0"/>
          </a:p>
        </p:txBody>
      </p:sp>
      <p:sp>
        <p:nvSpPr>
          <p:cNvPr id="1676" name="Rectangle 4"/>
          <p:cNvSpPr>
            <a:spLocks noChangeArrowheads="1"/>
          </p:cNvSpPr>
          <p:nvPr/>
        </p:nvSpPr>
        <p:spPr bwMode="auto">
          <a:xfrm>
            <a:off x="6566408" y="277928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77" name="TextBox 3"/>
          <p:cNvSpPr txBox="1"/>
          <p:nvPr/>
        </p:nvSpPr>
        <p:spPr>
          <a:xfrm>
            <a:off x="6719671" y="275047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159,364</a:t>
            </a:r>
            <a:endParaRPr lang="en-US" dirty="0"/>
          </a:p>
        </p:txBody>
      </p:sp>
      <p:sp>
        <p:nvSpPr>
          <p:cNvPr id="1678" name="Rectangle 4"/>
          <p:cNvSpPr>
            <a:spLocks noChangeArrowheads="1"/>
          </p:cNvSpPr>
          <p:nvPr/>
        </p:nvSpPr>
        <p:spPr bwMode="auto">
          <a:xfrm>
            <a:off x="7213854" y="277928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79" name="TextBox 3"/>
          <p:cNvSpPr txBox="1"/>
          <p:nvPr/>
        </p:nvSpPr>
        <p:spPr>
          <a:xfrm>
            <a:off x="7367118" y="275047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159,364</a:t>
            </a:r>
            <a:endParaRPr lang="en-US" dirty="0"/>
          </a:p>
        </p:txBody>
      </p:sp>
      <p:sp>
        <p:nvSpPr>
          <p:cNvPr id="1680" name="Rectangle 4"/>
          <p:cNvSpPr>
            <a:spLocks noChangeArrowheads="1"/>
          </p:cNvSpPr>
          <p:nvPr/>
        </p:nvSpPr>
        <p:spPr bwMode="auto">
          <a:xfrm>
            <a:off x="7861300" y="2779280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81" name="Rectangle 4"/>
          <p:cNvSpPr>
            <a:spLocks noChangeArrowheads="1"/>
          </p:cNvSpPr>
          <p:nvPr/>
        </p:nvSpPr>
        <p:spPr bwMode="auto">
          <a:xfrm>
            <a:off x="8094497" y="2779280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82" name="Rectangle 4"/>
          <p:cNvSpPr>
            <a:spLocks noChangeArrowheads="1"/>
          </p:cNvSpPr>
          <p:nvPr/>
        </p:nvSpPr>
        <p:spPr bwMode="auto">
          <a:xfrm>
            <a:off x="8333384" y="2779280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83" name="TextBox 3"/>
          <p:cNvSpPr txBox="1"/>
          <p:nvPr/>
        </p:nvSpPr>
        <p:spPr>
          <a:xfrm>
            <a:off x="8650986" y="275047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684" name="Rectangle 4"/>
          <p:cNvSpPr>
            <a:spLocks noChangeArrowheads="1"/>
          </p:cNvSpPr>
          <p:nvPr/>
        </p:nvSpPr>
        <p:spPr bwMode="auto">
          <a:xfrm>
            <a:off x="878255" y="3291941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85" name="TextBox 3"/>
          <p:cNvSpPr txBox="1"/>
          <p:nvPr/>
        </p:nvSpPr>
        <p:spPr>
          <a:xfrm>
            <a:off x="827455" y="326313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8470130</a:t>
            </a:r>
            <a:endParaRPr lang="en-US" dirty="0"/>
          </a:p>
        </p:txBody>
      </p:sp>
      <p:sp>
        <p:nvSpPr>
          <p:cNvPr id="1686" name="Rectangle 4"/>
          <p:cNvSpPr>
            <a:spLocks noChangeArrowheads="1"/>
          </p:cNvSpPr>
          <p:nvPr/>
        </p:nvSpPr>
        <p:spPr bwMode="auto">
          <a:xfrm>
            <a:off x="1365758" y="3291941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87" name="TextBox 3"/>
          <p:cNvSpPr txBox="1"/>
          <p:nvPr/>
        </p:nvSpPr>
        <p:spPr>
          <a:xfrm>
            <a:off x="1314958" y="3263138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688" name="TextBox 3"/>
          <p:cNvSpPr txBox="1"/>
          <p:nvPr/>
        </p:nvSpPr>
        <p:spPr>
          <a:xfrm>
            <a:off x="1314958" y="3380587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Institutional </a:t>
            </a:r>
            <a:endParaRPr lang="en-US" dirty="0"/>
          </a:p>
        </p:txBody>
      </p:sp>
      <p:sp>
        <p:nvSpPr>
          <p:cNvPr id="1689" name="TextBox 3"/>
          <p:cNvSpPr txBox="1"/>
          <p:nvPr/>
        </p:nvSpPr>
        <p:spPr>
          <a:xfrm>
            <a:off x="1314958" y="3498037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&amp; </a:t>
            </a:r>
            <a:endParaRPr lang="en-US" dirty="0"/>
          </a:p>
        </p:txBody>
      </p:sp>
      <p:sp>
        <p:nvSpPr>
          <p:cNvPr id="1690" name="TextBox 3"/>
          <p:cNvSpPr txBox="1"/>
          <p:nvPr/>
        </p:nvSpPr>
        <p:spPr>
          <a:xfrm>
            <a:off x="1314958" y="3615486"/>
            <a:ext cx="573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Planning</a:t>
            </a:r>
            <a:endParaRPr lang="en-US" dirty="0"/>
          </a:p>
        </p:txBody>
      </p:sp>
      <p:sp>
        <p:nvSpPr>
          <p:cNvPr id="1691" name="Rectangle 4"/>
          <p:cNvSpPr>
            <a:spLocks noChangeArrowheads="1"/>
          </p:cNvSpPr>
          <p:nvPr/>
        </p:nvSpPr>
        <p:spPr bwMode="auto">
          <a:xfrm>
            <a:off x="2163546" y="3291941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92" name="TextBox 3"/>
          <p:cNvSpPr txBox="1"/>
          <p:nvPr/>
        </p:nvSpPr>
        <p:spPr>
          <a:xfrm>
            <a:off x="2112746" y="326313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414120</a:t>
            </a:r>
            <a:endParaRPr lang="en-US" dirty="0"/>
          </a:p>
        </p:txBody>
      </p:sp>
      <p:sp>
        <p:nvSpPr>
          <p:cNvPr id="1693" name="Rectangle 4"/>
          <p:cNvSpPr>
            <a:spLocks noChangeArrowheads="1"/>
          </p:cNvSpPr>
          <p:nvPr/>
        </p:nvSpPr>
        <p:spPr bwMode="auto">
          <a:xfrm>
            <a:off x="2622702" y="3291941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94" name="TextBox 3"/>
          <p:cNvSpPr txBox="1"/>
          <p:nvPr/>
        </p:nvSpPr>
        <p:spPr>
          <a:xfrm>
            <a:off x="2571902" y="3263138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Gratuity - Non-</a:t>
            </a:r>
            <a:endParaRPr lang="en-US" dirty="0"/>
          </a:p>
        </p:txBody>
      </p:sp>
      <p:sp>
        <p:nvSpPr>
          <p:cNvPr id="1695" name="TextBox 3"/>
          <p:cNvSpPr txBox="1"/>
          <p:nvPr/>
        </p:nvSpPr>
        <p:spPr>
          <a:xfrm>
            <a:off x="2571902" y="3380587"/>
            <a:ext cx="7538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pensionable </a:t>
            </a:r>
            <a:endParaRPr lang="en-US" dirty="0"/>
          </a:p>
        </p:txBody>
      </p:sp>
      <p:sp>
        <p:nvSpPr>
          <p:cNvPr id="1696" name="TextBox 3"/>
          <p:cNvSpPr txBox="1"/>
          <p:nvPr/>
        </p:nvSpPr>
        <p:spPr>
          <a:xfrm>
            <a:off x="2571902" y="3498037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1697" name="Rectangle 4"/>
          <p:cNvSpPr>
            <a:spLocks noChangeArrowheads="1"/>
          </p:cNvSpPr>
          <p:nvPr/>
        </p:nvSpPr>
        <p:spPr bwMode="auto">
          <a:xfrm>
            <a:off x="3680282" y="3291941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698" name="TextBox 3"/>
          <p:cNvSpPr txBox="1"/>
          <p:nvPr/>
        </p:nvSpPr>
        <p:spPr>
          <a:xfrm>
            <a:off x="3629482" y="326313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847.8470130.1.414120.000000.847001.100178</a:t>
            </a:r>
            <a:endParaRPr lang="en-US" dirty="0"/>
          </a:p>
        </p:txBody>
      </p:sp>
      <p:sp>
        <p:nvSpPr>
          <p:cNvPr id="1699" name="Rectangle 4"/>
          <p:cNvSpPr>
            <a:spLocks noChangeArrowheads="1"/>
          </p:cNvSpPr>
          <p:nvPr/>
        </p:nvSpPr>
        <p:spPr bwMode="auto">
          <a:xfrm>
            <a:off x="5918962" y="3291941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00" name="TextBox 3"/>
          <p:cNvSpPr txBox="1"/>
          <p:nvPr/>
        </p:nvSpPr>
        <p:spPr>
          <a:xfrm>
            <a:off x="6128715" y="326313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28,602</a:t>
            </a:r>
            <a:endParaRPr lang="en-US" dirty="0"/>
          </a:p>
        </p:txBody>
      </p:sp>
      <p:sp>
        <p:nvSpPr>
          <p:cNvPr id="1701" name="Rectangle 4"/>
          <p:cNvSpPr>
            <a:spLocks noChangeArrowheads="1"/>
          </p:cNvSpPr>
          <p:nvPr/>
        </p:nvSpPr>
        <p:spPr bwMode="auto">
          <a:xfrm>
            <a:off x="6566408" y="3291941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02" name="TextBox 3"/>
          <p:cNvSpPr txBox="1"/>
          <p:nvPr/>
        </p:nvSpPr>
        <p:spPr>
          <a:xfrm>
            <a:off x="6776161" y="326313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28,602</a:t>
            </a:r>
            <a:endParaRPr lang="en-US" dirty="0"/>
          </a:p>
        </p:txBody>
      </p:sp>
      <p:sp>
        <p:nvSpPr>
          <p:cNvPr id="1703" name="Rectangle 4"/>
          <p:cNvSpPr>
            <a:spLocks noChangeArrowheads="1"/>
          </p:cNvSpPr>
          <p:nvPr/>
        </p:nvSpPr>
        <p:spPr bwMode="auto">
          <a:xfrm>
            <a:off x="7213854" y="3291941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04" name="TextBox 3"/>
          <p:cNvSpPr txBox="1"/>
          <p:nvPr/>
        </p:nvSpPr>
        <p:spPr>
          <a:xfrm>
            <a:off x="7423607" y="326313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28,602</a:t>
            </a:r>
            <a:endParaRPr lang="en-US" dirty="0"/>
          </a:p>
        </p:txBody>
      </p:sp>
      <p:sp>
        <p:nvSpPr>
          <p:cNvPr id="1705" name="Rectangle 4"/>
          <p:cNvSpPr>
            <a:spLocks noChangeArrowheads="1"/>
          </p:cNvSpPr>
          <p:nvPr/>
        </p:nvSpPr>
        <p:spPr bwMode="auto">
          <a:xfrm>
            <a:off x="7861300" y="3291941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06" name="Rectangle 4"/>
          <p:cNvSpPr>
            <a:spLocks noChangeArrowheads="1"/>
          </p:cNvSpPr>
          <p:nvPr/>
        </p:nvSpPr>
        <p:spPr bwMode="auto">
          <a:xfrm>
            <a:off x="8094497" y="3291941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07" name="Rectangle 4"/>
          <p:cNvSpPr>
            <a:spLocks noChangeArrowheads="1"/>
          </p:cNvSpPr>
          <p:nvPr/>
        </p:nvSpPr>
        <p:spPr bwMode="auto">
          <a:xfrm>
            <a:off x="8333384" y="3291941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08" name="TextBox 3"/>
          <p:cNvSpPr txBox="1"/>
          <p:nvPr/>
        </p:nvSpPr>
        <p:spPr>
          <a:xfrm>
            <a:off x="8650986" y="326313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709" name="Rectangle 4"/>
          <p:cNvSpPr>
            <a:spLocks noChangeArrowheads="1"/>
          </p:cNvSpPr>
          <p:nvPr/>
        </p:nvSpPr>
        <p:spPr bwMode="auto">
          <a:xfrm>
            <a:off x="878255" y="3804602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10" name="TextBox 3"/>
          <p:cNvSpPr txBox="1"/>
          <p:nvPr/>
        </p:nvSpPr>
        <p:spPr>
          <a:xfrm>
            <a:off x="827455" y="377579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8470130</a:t>
            </a:r>
            <a:endParaRPr lang="en-US" dirty="0"/>
          </a:p>
        </p:txBody>
      </p:sp>
      <p:sp>
        <p:nvSpPr>
          <p:cNvPr id="1711" name="Rectangle 4"/>
          <p:cNvSpPr>
            <a:spLocks noChangeArrowheads="1"/>
          </p:cNvSpPr>
          <p:nvPr/>
        </p:nvSpPr>
        <p:spPr bwMode="auto">
          <a:xfrm>
            <a:off x="1365758" y="3804602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12" name="TextBox 3"/>
          <p:cNvSpPr txBox="1"/>
          <p:nvPr/>
        </p:nvSpPr>
        <p:spPr>
          <a:xfrm>
            <a:off x="1314958" y="3775799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713" name="TextBox 3"/>
          <p:cNvSpPr txBox="1"/>
          <p:nvPr/>
        </p:nvSpPr>
        <p:spPr>
          <a:xfrm>
            <a:off x="1314958" y="3893248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Institutional </a:t>
            </a:r>
            <a:endParaRPr lang="en-US" dirty="0"/>
          </a:p>
        </p:txBody>
      </p:sp>
      <p:sp>
        <p:nvSpPr>
          <p:cNvPr id="1714" name="TextBox 3"/>
          <p:cNvSpPr txBox="1"/>
          <p:nvPr/>
        </p:nvSpPr>
        <p:spPr>
          <a:xfrm>
            <a:off x="1314958" y="4010698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&amp; </a:t>
            </a:r>
            <a:endParaRPr lang="en-US" dirty="0"/>
          </a:p>
        </p:txBody>
      </p:sp>
      <p:sp>
        <p:nvSpPr>
          <p:cNvPr id="1715" name="TextBox 3"/>
          <p:cNvSpPr txBox="1"/>
          <p:nvPr/>
        </p:nvSpPr>
        <p:spPr>
          <a:xfrm>
            <a:off x="1314958" y="4128147"/>
            <a:ext cx="573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Planning</a:t>
            </a:r>
            <a:endParaRPr lang="en-US" dirty="0"/>
          </a:p>
        </p:txBody>
      </p:sp>
      <p:sp>
        <p:nvSpPr>
          <p:cNvPr id="1716" name="Rectangle 4"/>
          <p:cNvSpPr>
            <a:spLocks noChangeArrowheads="1"/>
          </p:cNvSpPr>
          <p:nvPr/>
        </p:nvSpPr>
        <p:spPr bwMode="auto">
          <a:xfrm>
            <a:off x="2163546" y="3804602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17" name="TextBox 3"/>
          <p:cNvSpPr txBox="1"/>
          <p:nvPr/>
        </p:nvSpPr>
        <p:spPr>
          <a:xfrm>
            <a:off x="2112746" y="377579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1718" name="Rectangle 4"/>
          <p:cNvSpPr>
            <a:spLocks noChangeArrowheads="1"/>
          </p:cNvSpPr>
          <p:nvPr/>
        </p:nvSpPr>
        <p:spPr bwMode="auto">
          <a:xfrm>
            <a:off x="2622702" y="3804602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19" name="TextBox 3"/>
          <p:cNvSpPr txBox="1"/>
          <p:nvPr/>
        </p:nvSpPr>
        <p:spPr>
          <a:xfrm>
            <a:off x="2571902" y="3775799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1720" name="TextBox 3"/>
          <p:cNvSpPr txBox="1"/>
          <p:nvPr/>
        </p:nvSpPr>
        <p:spPr>
          <a:xfrm>
            <a:off x="2571902" y="3893248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1721" name="Rectangle 4"/>
          <p:cNvSpPr>
            <a:spLocks noChangeArrowheads="1"/>
          </p:cNvSpPr>
          <p:nvPr/>
        </p:nvSpPr>
        <p:spPr bwMode="auto">
          <a:xfrm>
            <a:off x="3680282" y="3804602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22" name="TextBox 3"/>
          <p:cNvSpPr txBox="1"/>
          <p:nvPr/>
        </p:nvSpPr>
        <p:spPr>
          <a:xfrm>
            <a:off x="3629482" y="377579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847.8470130.1.416110.000000.847001.100178</a:t>
            </a:r>
            <a:endParaRPr lang="en-US" dirty="0"/>
          </a:p>
        </p:txBody>
      </p:sp>
      <p:sp>
        <p:nvSpPr>
          <p:cNvPr id="1723" name="Rectangle 4"/>
          <p:cNvSpPr>
            <a:spLocks noChangeArrowheads="1"/>
          </p:cNvSpPr>
          <p:nvPr/>
        </p:nvSpPr>
        <p:spPr bwMode="auto">
          <a:xfrm>
            <a:off x="5918962" y="380460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24" name="TextBox 3"/>
          <p:cNvSpPr txBox="1"/>
          <p:nvPr/>
        </p:nvSpPr>
        <p:spPr>
          <a:xfrm>
            <a:off x="6128715" y="377579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74,821</a:t>
            </a:r>
            <a:endParaRPr lang="en-US" dirty="0"/>
          </a:p>
        </p:txBody>
      </p:sp>
      <p:sp>
        <p:nvSpPr>
          <p:cNvPr id="1725" name="Rectangle 4"/>
          <p:cNvSpPr>
            <a:spLocks noChangeArrowheads="1"/>
          </p:cNvSpPr>
          <p:nvPr/>
        </p:nvSpPr>
        <p:spPr bwMode="auto">
          <a:xfrm>
            <a:off x="6566408" y="380460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26" name="TextBox 3"/>
          <p:cNvSpPr txBox="1"/>
          <p:nvPr/>
        </p:nvSpPr>
        <p:spPr>
          <a:xfrm>
            <a:off x="6776161" y="377579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10,821</a:t>
            </a:r>
            <a:endParaRPr lang="en-US" dirty="0"/>
          </a:p>
        </p:txBody>
      </p:sp>
      <p:sp>
        <p:nvSpPr>
          <p:cNvPr id="1727" name="Rectangle 4"/>
          <p:cNvSpPr>
            <a:spLocks noChangeArrowheads="1"/>
          </p:cNvSpPr>
          <p:nvPr/>
        </p:nvSpPr>
        <p:spPr bwMode="auto">
          <a:xfrm>
            <a:off x="7213854" y="380460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28" name="TextBox 3"/>
          <p:cNvSpPr txBox="1"/>
          <p:nvPr/>
        </p:nvSpPr>
        <p:spPr>
          <a:xfrm>
            <a:off x="7423607" y="377579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10,750</a:t>
            </a:r>
            <a:endParaRPr lang="en-US" dirty="0"/>
          </a:p>
        </p:txBody>
      </p:sp>
      <p:sp>
        <p:nvSpPr>
          <p:cNvPr id="1729" name="Rectangle 4"/>
          <p:cNvSpPr>
            <a:spLocks noChangeArrowheads="1"/>
          </p:cNvSpPr>
          <p:nvPr/>
        </p:nvSpPr>
        <p:spPr bwMode="auto">
          <a:xfrm>
            <a:off x="7861300" y="3804602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30" name="Rectangle 4"/>
          <p:cNvSpPr>
            <a:spLocks noChangeArrowheads="1"/>
          </p:cNvSpPr>
          <p:nvPr/>
        </p:nvSpPr>
        <p:spPr bwMode="auto">
          <a:xfrm>
            <a:off x="8094497" y="3804602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31" name="Rectangle 4"/>
          <p:cNvSpPr>
            <a:spLocks noChangeArrowheads="1"/>
          </p:cNvSpPr>
          <p:nvPr/>
        </p:nvSpPr>
        <p:spPr bwMode="auto">
          <a:xfrm>
            <a:off x="8333384" y="3804602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32" name="TextBox 3"/>
          <p:cNvSpPr txBox="1"/>
          <p:nvPr/>
        </p:nvSpPr>
        <p:spPr>
          <a:xfrm>
            <a:off x="8594496" y="3775799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71</a:t>
            </a:r>
            <a:endParaRPr lang="en-US" dirty="0"/>
          </a:p>
        </p:txBody>
      </p:sp>
      <p:sp>
        <p:nvSpPr>
          <p:cNvPr id="1733" name="Rectangle 4"/>
          <p:cNvSpPr>
            <a:spLocks noChangeArrowheads="1"/>
          </p:cNvSpPr>
          <p:nvPr/>
        </p:nvSpPr>
        <p:spPr bwMode="auto">
          <a:xfrm>
            <a:off x="878255" y="4317263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34" name="TextBox 3"/>
          <p:cNvSpPr txBox="1"/>
          <p:nvPr/>
        </p:nvSpPr>
        <p:spPr>
          <a:xfrm>
            <a:off x="827455" y="428845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8470130</a:t>
            </a:r>
            <a:endParaRPr lang="en-US" dirty="0"/>
          </a:p>
        </p:txBody>
      </p:sp>
      <p:sp>
        <p:nvSpPr>
          <p:cNvPr id="1735" name="Rectangle 4"/>
          <p:cNvSpPr>
            <a:spLocks noChangeArrowheads="1"/>
          </p:cNvSpPr>
          <p:nvPr/>
        </p:nvSpPr>
        <p:spPr bwMode="auto">
          <a:xfrm>
            <a:off x="1365758" y="4317263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36" name="TextBox 3"/>
          <p:cNvSpPr txBox="1"/>
          <p:nvPr/>
        </p:nvSpPr>
        <p:spPr>
          <a:xfrm>
            <a:off x="1314958" y="4288459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737" name="TextBox 3"/>
          <p:cNvSpPr txBox="1"/>
          <p:nvPr/>
        </p:nvSpPr>
        <p:spPr>
          <a:xfrm>
            <a:off x="1314958" y="4405909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Institutional </a:t>
            </a:r>
            <a:endParaRPr lang="en-US" dirty="0"/>
          </a:p>
        </p:txBody>
      </p:sp>
      <p:sp>
        <p:nvSpPr>
          <p:cNvPr id="1738" name="TextBox 3"/>
          <p:cNvSpPr txBox="1"/>
          <p:nvPr/>
        </p:nvSpPr>
        <p:spPr>
          <a:xfrm>
            <a:off x="1314958" y="4523359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&amp; </a:t>
            </a:r>
            <a:endParaRPr lang="en-US" dirty="0"/>
          </a:p>
        </p:txBody>
      </p:sp>
      <p:sp>
        <p:nvSpPr>
          <p:cNvPr id="1739" name="TextBox 3"/>
          <p:cNvSpPr txBox="1"/>
          <p:nvPr/>
        </p:nvSpPr>
        <p:spPr>
          <a:xfrm>
            <a:off x="1314958" y="4640808"/>
            <a:ext cx="573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Planning</a:t>
            </a:r>
            <a:endParaRPr lang="en-US" dirty="0"/>
          </a:p>
        </p:txBody>
      </p:sp>
      <p:sp>
        <p:nvSpPr>
          <p:cNvPr id="1740" name="Rectangle 4"/>
          <p:cNvSpPr>
            <a:spLocks noChangeArrowheads="1"/>
          </p:cNvSpPr>
          <p:nvPr/>
        </p:nvSpPr>
        <p:spPr bwMode="auto">
          <a:xfrm>
            <a:off x="2163546" y="4317263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41" name="TextBox 3"/>
          <p:cNvSpPr txBox="1"/>
          <p:nvPr/>
        </p:nvSpPr>
        <p:spPr>
          <a:xfrm>
            <a:off x="2112746" y="428845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1742" name="Rectangle 4"/>
          <p:cNvSpPr>
            <a:spLocks noChangeArrowheads="1"/>
          </p:cNvSpPr>
          <p:nvPr/>
        </p:nvSpPr>
        <p:spPr bwMode="auto">
          <a:xfrm>
            <a:off x="2622702" y="4317263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43" name="TextBox 3"/>
          <p:cNvSpPr txBox="1"/>
          <p:nvPr/>
        </p:nvSpPr>
        <p:spPr>
          <a:xfrm>
            <a:off x="2571902" y="4288459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1744" name="TextBox 3"/>
          <p:cNvSpPr txBox="1"/>
          <p:nvPr/>
        </p:nvSpPr>
        <p:spPr>
          <a:xfrm>
            <a:off x="2571902" y="4405909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1745" name="Rectangle 4"/>
          <p:cNvSpPr>
            <a:spLocks noChangeArrowheads="1"/>
          </p:cNvSpPr>
          <p:nvPr/>
        </p:nvSpPr>
        <p:spPr bwMode="auto">
          <a:xfrm>
            <a:off x="3680282" y="4317263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46" name="TextBox 3"/>
          <p:cNvSpPr txBox="1"/>
          <p:nvPr/>
        </p:nvSpPr>
        <p:spPr>
          <a:xfrm>
            <a:off x="3629482" y="428845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847.8470130.1.416310.000000.847001.100178</a:t>
            </a:r>
            <a:endParaRPr lang="en-US" dirty="0"/>
          </a:p>
        </p:txBody>
      </p:sp>
      <p:sp>
        <p:nvSpPr>
          <p:cNvPr id="1747" name="Rectangle 4"/>
          <p:cNvSpPr>
            <a:spLocks noChangeArrowheads="1"/>
          </p:cNvSpPr>
          <p:nvPr/>
        </p:nvSpPr>
        <p:spPr bwMode="auto">
          <a:xfrm>
            <a:off x="5918962" y="4317263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48" name="TextBox 3"/>
          <p:cNvSpPr txBox="1"/>
          <p:nvPr/>
        </p:nvSpPr>
        <p:spPr>
          <a:xfrm>
            <a:off x="6072225" y="428845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113,615</a:t>
            </a:r>
            <a:endParaRPr lang="en-US" dirty="0"/>
          </a:p>
        </p:txBody>
      </p:sp>
      <p:sp>
        <p:nvSpPr>
          <p:cNvPr id="1749" name="Rectangle 4"/>
          <p:cNvSpPr>
            <a:spLocks noChangeArrowheads="1"/>
          </p:cNvSpPr>
          <p:nvPr/>
        </p:nvSpPr>
        <p:spPr bwMode="auto">
          <a:xfrm>
            <a:off x="6566408" y="4317263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50" name="TextBox 3"/>
          <p:cNvSpPr txBox="1"/>
          <p:nvPr/>
        </p:nvSpPr>
        <p:spPr>
          <a:xfrm>
            <a:off x="6776161" y="428845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48,615</a:t>
            </a:r>
            <a:endParaRPr lang="en-US" dirty="0"/>
          </a:p>
        </p:txBody>
      </p:sp>
      <p:sp>
        <p:nvSpPr>
          <p:cNvPr id="1751" name="Rectangle 4"/>
          <p:cNvSpPr>
            <a:spLocks noChangeArrowheads="1"/>
          </p:cNvSpPr>
          <p:nvPr/>
        </p:nvSpPr>
        <p:spPr bwMode="auto">
          <a:xfrm>
            <a:off x="7213854" y="4317263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52" name="TextBox 3"/>
          <p:cNvSpPr txBox="1"/>
          <p:nvPr/>
        </p:nvSpPr>
        <p:spPr>
          <a:xfrm>
            <a:off x="7423607" y="428845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48,615</a:t>
            </a:r>
            <a:endParaRPr lang="en-US" dirty="0"/>
          </a:p>
        </p:txBody>
      </p:sp>
      <p:sp>
        <p:nvSpPr>
          <p:cNvPr id="1753" name="Rectangle 4"/>
          <p:cNvSpPr>
            <a:spLocks noChangeArrowheads="1"/>
          </p:cNvSpPr>
          <p:nvPr/>
        </p:nvSpPr>
        <p:spPr bwMode="auto">
          <a:xfrm>
            <a:off x="7861300" y="4317263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54" name="Rectangle 4"/>
          <p:cNvSpPr>
            <a:spLocks noChangeArrowheads="1"/>
          </p:cNvSpPr>
          <p:nvPr/>
        </p:nvSpPr>
        <p:spPr bwMode="auto">
          <a:xfrm>
            <a:off x="8094497" y="4317263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55" name="Rectangle 4"/>
          <p:cNvSpPr>
            <a:spLocks noChangeArrowheads="1"/>
          </p:cNvSpPr>
          <p:nvPr/>
        </p:nvSpPr>
        <p:spPr bwMode="auto">
          <a:xfrm>
            <a:off x="8333384" y="4317263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56" name="TextBox 3"/>
          <p:cNvSpPr txBox="1"/>
          <p:nvPr/>
        </p:nvSpPr>
        <p:spPr>
          <a:xfrm>
            <a:off x="8650986" y="428845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757" name="Rectangle 4"/>
          <p:cNvSpPr>
            <a:spLocks noChangeArrowheads="1"/>
          </p:cNvSpPr>
          <p:nvPr/>
        </p:nvSpPr>
        <p:spPr bwMode="auto">
          <a:xfrm>
            <a:off x="878255" y="4829924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758" name="TextBox 3"/>
          <p:cNvSpPr txBox="1"/>
          <p:nvPr/>
        </p:nvSpPr>
        <p:spPr>
          <a:xfrm>
            <a:off x="827455" y="480112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8470130</a:t>
            </a:r>
            <a:endParaRPr lang="en-US" dirty="0"/>
          </a:p>
        </p:txBody>
      </p:sp>
      <p:sp>
        <p:nvSpPr>
          <p:cNvPr id="1759" name="TextBox 3"/>
          <p:cNvSpPr txBox="1"/>
          <p:nvPr/>
        </p:nvSpPr>
        <p:spPr>
          <a:xfrm>
            <a:off x="827455" y="4918570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760" name="Rectangle 4"/>
          <p:cNvSpPr>
            <a:spLocks noChangeArrowheads="1"/>
          </p:cNvSpPr>
          <p:nvPr/>
        </p:nvSpPr>
        <p:spPr bwMode="auto">
          <a:xfrm>
            <a:off x="1365758" y="4829924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761" name="Rectangle 4"/>
          <p:cNvSpPr>
            <a:spLocks noChangeArrowheads="1"/>
          </p:cNvSpPr>
          <p:nvPr/>
        </p:nvSpPr>
        <p:spPr bwMode="auto">
          <a:xfrm>
            <a:off x="2163546" y="4829924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762" name="Rectangle 4"/>
          <p:cNvSpPr>
            <a:spLocks noChangeArrowheads="1"/>
          </p:cNvSpPr>
          <p:nvPr/>
        </p:nvSpPr>
        <p:spPr bwMode="auto">
          <a:xfrm>
            <a:off x="2622702" y="4829924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763" name="Rectangle 4"/>
          <p:cNvSpPr>
            <a:spLocks noChangeArrowheads="1"/>
          </p:cNvSpPr>
          <p:nvPr/>
        </p:nvSpPr>
        <p:spPr bwMode="auto">
          <a:xfrm>
            <a:off x="3680282" y="4829924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764" name="Rectangle 4"/>
          <p:cNvSpPr>
            <a:spLocks noChangeArrowheads="1"/>
          </p:cNvSpPr>
          <p:nvPr/>
        </p:nvSpPr>
        <p:spPr bwMode="auto">
          <a:xfrm>
            <a:off x="5918962" y="4829924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765" name="TextBox 3"/>
          <p:cNvSpPr txBox="1"/>
          <p:nvPr/>
        </p:nvSpPr>
        <p:spPr>
          <a:xfrm>
            <a:off x="5987491" y="480112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3,768,169</a:t>
            </a:r>
            <a:endParaRPr lang="en-US" dirty="0"/>
          </a:p>
        </p:txBody>
      </p:sp>
      <p:sp>
        <p:nvSpPr>
          <p:cNvPr id="1766" name="Rectangle 4"/>
          <p:cNvSpPr>
            <a:spLocks noChangeArrowheads="1"/>
          </p:cNvSpPr>
          <p:nvPr/>
        </p:nvSpPr>
        <p:spPr bwMode="auto">
          <a:xfrm>
            <a:off x="6566408" y="4829924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767" name="TextBox 3"/>
          <p:cNvSpPr txBox="1"/>
          <p:nvPr/>
        </p:nvSpPr>
        <p:spPr>
          <a:xfrm>
            <a:off x="6634937" y="480112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2,782,294</a:t>
            </a:r>
            <a:endParaRPr lang="en-US" dirty="0"/>
          </a:p>
        </p:txBody>
      </p:sp>
      <p:sp>
        <p:nvSpPr>
          <p:cNvPr id="1768" name="Rectangle 4"/>
          <p:cNvSpPr>
            <a:spLocks noChangeArrowheads="1"/>
          </p:cNvSpPr>
          <p:nvPr/>
        </p:nvSpPr>
        <p:spPr bwMode="auto">
          <a:xfrm>
            <a:off x="7213854" y="4829924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769" name="TextBox 3"/>
          <p:cNvSpPr txBox="1"/>
          <p:nvPr/>
        </p:nvSpPr>
        <p:spPr>
          <a:xfrm>
            <a:off x="7282383" y="480112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2,782,198</a:t>
            </a:r>
            <a:endParaRPr lang="en-US" dirty="0"/>
          </a:p>
        </p:txBody>
      </p:sp>
      <p:sp>
        <p:nvSpPr>
          <p:cNvPr id="1770" name="Rectangle 4"/>
          <p:cNvSpPr>
            <a:spLocks noChangeArrowheads="1"/>
          </p:cNvSpPr>
          <p:nvPr/>
        </p:nvSpPr>
        <p:spPr bwMode="auto">
          <a:xfrm>
            <a:off x="7861300" y="4829924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771" name="Rectangle 4"/>
          <p:cNvSpPr>
            <a:spLocks noChangeArrowheads="1"/>
          </p:cNvSpPr>
          <p:nvPr/>
        </p:nvSpPr>
        <p:spPr bwMode="auto">
          <a:xfrm>
            <a:off x="8094497" y="4829924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772" name="Rectangle 4"/>
          <p:cNvSpPr>
            <a:spLocks noChangeArrowheads="1"/>
          </p:cNvSpPr>
          <p:nvPr/>
        </p:nvSpPr>
        <p:spPr bwMode="auto">
          <a:xfrm>
            <a:off x="8333384" y="4829924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773" name="TextBox 3"/>
          <p:cNvSpPr txBox="1"/>
          <p:nvPr/>
        </p:nvSpPr>
        <p:spPr>
          <a:xfrm>
            <a:off x="8594496" y="4801120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96</a:t>
            </a:r>
            <a:endParaRPr lang="en-US" dirty="0"/>
          </a:p>
        </p:txBody>
      </p:sp>
      <p:sp>
        <p:nvSpPr>
          <p:cNvPr id="1774" name="Rectangle 4"/>
          <p:cNvSpPr>
            <a:spLocks noChangeArrowheads="1"/>
          </p:cNvSpPr>
          <p:nvPr/>
        </p:nvSpPr>
        <p:spPr bwMode="auto">
          <a:xfrm>
            <a:off x="878255" y="5107686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75" name="TextBox 3"/>
          <p:cNvSpPr txBox="1"/>
          <p:nvPr/>
        </p:nvSpPr>
        <p:spPr>
          <a:xfrm>
            <a:off x="827455" y="507888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8470140</a:t>
            </a:r>
            <a:endParaRPr lang="en-US" dirty="0"/>
          </a:p>
        </p:txBody>
      </p:sp>
      <p:sp>
        <p:nvSpPr>
          <p:cNvPr id="1776" name="Rectangle 4"/>
          <p:cNvSpPr>
            <a:spLocks noChangeArrowheads="1"/>
          </p:cNvSpPr>
          <p:nvPr/>
        </p:nvSpPr>
        <p:spPr bwMode="auto">
          <a:xfrm>
            <a:off x="1365758" y="5107686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77" name="TextBox 3"/>
          <p:cNvSpPr txBox="1"/>
          <p:nvPr/>
        </p:nvSpPr>
        <p:spPr>
          <a:xfrm>
            <a:off x="1314958" y="5078882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778" name="TextBox 3"/>
          <p:cNvSpPr txBox="1"/>
          <p:nvPr/>
        </p:nvSpPr>
        <p:spPr>
          <a:xfrm>
            <a:off x="1314958" y="5196332"/>
            <a:ext cx="8835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Communication</a:t>
            </a:r>
            <a:endParaRPr lang="en-US" dirty="0"/>
          </a:p>
        </p:txBody>
      </p:sp>
      <p:sp>
        <p:nvSpPr>
          <p:cNvPr id="1779" name="Rectangle 4"/>
          <p:cNvSpPr>
            <a:spLocks noChangeArrowheads="1"/>
          </p:cNvSpPr>
          <p:nvPr/>
        </p:nvSpPr>
        <p:spPr bwMode="auto">
          <a:xfrm>
            <a:off x="2163546" y="5107686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80" name="TextBox 3"/>
          <p:cNvSpPr txBox="1"/>
          <p:nvPr/>
        </p:nvSpPr>
        <p:spPr>
          <a:xfrm>
            <a:off x="2112746" y="507888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1781" name="Rectangle 4"/>
          <p:cNvSpPr>
            <a:spLocks noChangeArrowheads="1"/>
          </p:cNvSpPr>
          <p:nvPr/>
        </p:nvSpPr>
        <p:spPr bwMode="auto">
          <a:xfrm>
            <a:off x="2622702" y="5107686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82" name="TextBox 3"/>
          <p:cNvSpPr txBox="1"/>
          <p:nvPr/>
        </p:nvSpPr>
        <p:spPr>
          <a:xfrm>
            <a:off x="2571902" y="5078882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1783" name="TextBox 3"/>
          <p:cNvSpPr txBox="1"/>
          <p:nvPr/>
        </p:nvSpPr>
        <p:spPr>
          <a:xfrm>
            <a:off x="2571902" y="5196332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1784" name="Rectangle 4"/>
          <p:cNvSpPr>
            <a:spLocks noChangeArrowheads="1"/>
          </p:cNvSpPr>
          <p:nvPr/>
        </p:nvSpPr>
        <p:spPr bwMode="auto">
          <a:xfrm>
            <a:off x="3680282" y="5107686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85" name="TextBox 3"/>
          <p:cNvSpPr txBox="1"/>
          <p:nvPr/>
        </p:nvSpPr>
        <p:spPr>
          <a:xfrm>
            <a:off x="3629482" y="507888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847.8470140.1.412121.000000.847001.100178</a:t>
            </a:r>
            <a:endParaRPr lang="en-US" dirty="0"/>
          </a:p>
        </p:txBody>
      </p:sp>
      <p:sp>
        <p:nvSpPr>
          <p:cNvPr id="1786" name="Rectangle 4"/>
          <p:cNvSpPr>
            <a:spLocks noChangeArrowheads="1"/>
          </p:cNvSpPr>
          <p:nvPr/>
        </p:nvSpPr>
        <p:spPr bwMode="auto">
          <a:xfrm>
            <a:off x="5918962" y="510768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87" name="TextBox 3"/>
          <p:cNvSpPr txBox="1"/>
          <p:nvPr/>
        </p:nvSpPr>
        <p:spPr>
          <a:xfrm>
            <a:off x="5987491" y="507888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6,302,241</a:t>
            </a:r>
            <a:endParaRPr lang="en-US" dirty="0"/>
          </a:p>
        </p:txBody>
      </p:sp>
      <p:sp>
        <p:nvSpPr>
          <p:cNvPr id="1788" name="Rectangle 4"/>
          <p:cNvSpPr>
            <a:spLocks noChangeArrowheads="1"/>
          </p:cNvSpPr>
          <p:nvPr/>
        </p:nvSpPr>
        <p:spPr bwMode="auto">
          <a:xfrm>
            <a:off x="6566408" y="510768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89" name="TextBox 3"/>
          <p:cNvSpPr txBox="1"/>
          <p:nvPr/>
        </p:nvSpPr>
        <p:spPr>
          <a:xfrm>
            <a:off x="6634937" y="507888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5,593,511</a:t>
            </a:r>
            <a:endParaRPr lang="en-US" dirty="0"/>
          </a:p>
        </p:txBody>
      </p:sp>
      <p:sp>
        <p:nvSpPr>
          <p:cNvPr id="1790" name="Rectangle 4"/>
          <p:cNvSpPr>
            <a:spLocks noChangeArrowheads="1"/>
          </p:cNvSpPr>
          <p:nvPr/>
        </p:nvSpPr>
        <p:spPr bwMode="auto">
          <a:xfrm>
            <a:off x="7213854" y="510768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91" name="TextBox 3"/>
          <p:cNvSpPr txBox="1"/>
          <p:nvPr/>
        </p:nvSpPr>
        <p:spPr>
          <a:xfrm>
            <a:off x="7282383" y="507888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5,593,505</a:t>
            </a:r>
            <a:endParaRPr lang="en-US" dirty="0"/>
          </a:p>
        </p:txBody>
      </p:sp>
      <p:sp>
        <p:nvSpPr>
          <p:cNvPr id="1792" name="Rectangle 4"/>
          <p:cNvSpPr>
            <a:spLocks noChangeArrowheads="1"/>
          </p:cNvSpPr>
          <p:nvPr/>
        </p:nvSpPr>
        <p:spPr bwMode="auto">
          <a:xfrm>
            <a:off x="7861300" y="5107686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93" name="TextBox 3"/>
          <p:cNvSpPr txBox="1"/>
          <p:nvPr/>
        </p:nvSpPr>
        <p:spPr>
          <a:xfrm>
            <a:off x="7911008" y="507888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794" name="Rectangle 4"/>
          <p:cNvSpPr>
            <a:spLocks noChangeArrowheads="1"/>
          </p:cNvSpPr>
          <p:nvPr/>
        </p:nvSpPr>
        <p:spPr bwMode="auto">
          <a:xfrm>
            <a:off x="8094497" y="5107686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95" name="TextBox 3"/>
          <p:cNvSpPr txBox="1"/>
          <p:nvPr/>
        </p:nvSpPr>
        <p:spPr>
          <a:xfrm>
            <a:off x="8149894" y="507888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796" name="Rectangle 4"/>
          <p:cNvSpPr>
            <a:spLocks noChangeArrowheads="1"/>
          </p:cNvSpPr>
          <p:nvPr/>
        </p:nvSpPr>
        <p:spPr bwMode="auto">
          <a:xfrm>
            <a:off x="8333384" y="5107686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97" name="TextBox 3"/>
          <p:cNvSpPr txBox="1"/>
          <p:nvPr/>
        </p:nvSpPr>
        <p:spPr>
          <a:xfrm>
            <a:off x="8650986" y="507888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</a:t>
            </a:r>
            <a:endParaRPr lang="en-US" dirty="0"/>
          </a:p>
        </p:txBody>
      </p:sp>
      <p:sp>
        <p:nvSpPr>
          <p:cNvPr id="1798" name="Rectangle 4"/>
          <p:cNvSpPr>
            <a:spLocks noChangeArrowheads="1"/>
          </p:cNvSpPr>
          <p:nvPr/>
        </p:nvSpPr>
        <p:spPr bwMode="auto">
          <a:xfrm>
            <a:off x="878255" y="5385447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799" name="TextBox 3"/>
          <p:cNvSpPr txBox="1"/>
          <p:nvPr/>
        </p:nvSpPr>
        <p:spPr>
          <a:xfrm>
            <a:off x="827455" y="535664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8470140</a:t>
            </a:r>
            <a:endParaRPr lang="en-US" dirty="0"/>
          </a:p>
        </p:txBody>
      </p:sp>
      <p:sp>
        <p:nvSpPr>
          <p:cNvPr id="1800" name="Rectangle 4"/>
          <p:cNvSpPr>
            <a:spLocks noChangeArrowheads="1"/>
          </p:cNvSpPr>
          <p:nvPr/>
        </p:nvSpPr>
        <p:spPr bwMode="auto">
          <a:xfrm>
            <a:off x="1365758" y="5385447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01" name="TextBox 3"/>
          <p:cNvSpPr txBox="1"/>
          <p:nvPr/>
        </p:nvSpPr>
        <p:spPr>
          <a:xfrm>
            <a:off x="1314958" y="535664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802" name="TextBox 3"/>
          <p:cNvSpPr txBox="1"/>
          <p:nvPr/>
        </p:nvSpPr>
        <p:spPr>
          <a:xfrm>
            <a:off x="1314958" y="5474094"/>
            <a:ext cx="8835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Communication</a:t>
            </a:r>
            <a:endParaRPr lang="en-US" dirty="0"/>
          </a:p>
        </p:txBody>
      </p:sp>
      <p:sp>
        <p:nvSpPr>
          <p:cNvPr id="1803" name="Rectangle 4"/>
          <p:cNvSpPr>
            <a:spLocks noChangeArrowheads="1"/>
          </p:cNvSpPr>
          <p:nvPr/>
        </p:nvSpPr>
        <p:spPr bwMode="auto">
          <a:xfrm>
            <a:off x="2163546" y="5385447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04" name="TextBox 3"/>
          <p:cNvSpPr txBox="1"/>
          <p:nvPr/>
        </p:nvSpPr>
        <p:spPr>
          <a:xfrm>
            <a:off x="2112746" y="535664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412123</a:t>
            </a:r>
            <a:endParaRPr lang="en-US" dirty="0"/>
          </a:p>
        </p:txBody>
      </p:sp>
      <p:sp>
        <p:nvSpPr>
          <p:cNvPr id="1805" name="Rectangle 4"/>
          <p:cNvSpPr>
            <a:spLocks noChangeArrowheads="1"/>
          </p:cNvSpPr>
          <p:nvPr/>
        </p:nvSpPr>
        <p:spPr bwMode="auto">
          <a:xfrm>
            <a:off x="2622702" y="5385447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06" name="TextBox 3"/>
          <p:cNvSpPr txBox="1"/>
          <p:nvPr/>
        </p:nvSpPr>
        <p:spPr>
          <a:xfrm>
            <a:off x="2571902" y="5356644"/>
            <a:ext cx="11320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Nationality allowance</a:t>
            </a:r>
            <a:endParaRPr lang="en-US" dirty="0"/>
          </a:p>
        </p:txBody>
      </p:sp>
      <p:sp>
        <p:nvSpPr>
          <p:cNvPr id="1807" name="TextBox 3"/>
          <p:cNvSpPr txBox="1"/>
          <p:nvPr/>
        </p:nvSpPr>
        <p:spPr>
          <a:xfrm>
            <a:off x="2571902" y="5474094"/>
            <a:ext cx="10021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- Regular situation</a:t>
            </a:r>
            <a:endParaRPr lang="en-US" dirty="0"/>
          </a:p>
        </p:txBody>
      </p:sp>
      <p:sp>
        <p:nvSpPr>
          <p:cNvPr id="1808" name="Rectangle 4"/>
          <p:cNvSpPr>
            <a:spLocks noChangeArrowheads="1"/>
          </p:cNvSpPr>
          <p:nvPr/>
        </p:nvSpPr>
        <p:spPr bwMode="auto">
          <a:xfrm>
            <a:off x="3680282" y="5385447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09" name="TextBox 3"/>
          <p:cNvSpPr txBox="1"/>
          <p:nvPr/>
        </p:nvSpPr>
        <p:spPr>
          <a:xfrm>
            <a:off x="3629482" y="535664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847.8470140.1.412123.000000.847001.100178</a:t>
            </a:r>
            <a:endParaRPr lang="en-US" dirty="0"/>
          </a:p>
        </p:txBody>
      </p:sp>
      <p:sp>
        <p:nvSpPr>
          <p:cNvPr id="1810" name="Rectangle 4"/>
          <p:cNvSpPr>
            <a:spLocks noChangeArrowheads="1"/>
          </p:cNvSpPr>
          <p:nvPr/>
        </p:nvSpPr>
        <p:spPr bwMode="auto">
          <a:xfrm>
            <a:off x="5918962" y="538544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11" name="TextBox 3"/>
          <p:cNvSpPr txBox="1"/>
          <p:nvPr/>
        </p:nvSpPr>
        <p:spPr>
          <a:xfrm>
            <a:off x="6128715" y="535664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32,400</a:t>
            </a:r>
            <a:endParaRPr lang="en-US" dirty="0"/>
          </a:p>
        </p:txBody>
      </p:sp>
      <p:sp>
        <p:nvSpPr>
          <p:cNvPr id="1812" name="Rectangle 4"/>
          <p:cNvSpPr>
            <a:spLocks noChangeArrowheads="1"/>
          </p:cNvSpPr>
          <p:nvPr/>
        </p:nvSpPr>
        <p:spPr bwMode="auto">
          <a:xfrm>
            <a:off x="6566408" y="538544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13" name="TextBox 3"/>
          <p:cNvSpPr txBox="1"/>
          <p:nvPr/>
        </p:nvSpPr>
        <p:spPr>
          <a:xfrm>
            <a:off x="6776161" y="535664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28,400</a:t>
            </a:r>
            <a:endParaRPr lang="en-US" dirty="0"/>
          </a:p>
        </p:txBody>
      </p:sp>
      <p:sp>
        <p:nvSpPr>
          <p:cNvPr id="1814" name="Rectangle 4"/>
          <p:cNvSpPr>
            <a:spLocks noChangeArrowheads="1"/>
          </p:cNvSpPr>
          <p:nvPr/>
        </p:nvSpPr>
        <p:spPr bwMode="auto">
          <a:xfrm>
            <a:off x="7213854" y="538544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15" name="TextBox 3"/>
          <p:cNvSpPr txBox="1"/>
          <p:nvPr/>
        </p:nvSpPr>
        <p:spPr>
          <a:xfrm>
            <a:off x="7423607" y="535664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28,400</a:t>
            </a:r>
            <a:endParaRPr lang="en-US" dirty="0"/>
          </a:p>
        </p:txBody>
      </p:sp>
      <p:sp>
        <p:nvSpPr>
          <p:cNvPr id="1816" name="Rectangle 4"/>
          <p:cNvSpPr>
            <a:spLocks noChangeArrowheads="1"/>
          </p:cNvSpPr>
          <p:nvPr/>
        </p:nvSpPr>
        <p:spPr bwMode="auto">
          <a:xfrm>
            <a:off x="7861300" y="5385447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17" name="Rectangle 4"/>
          <p:cNvSpPr>
            <a:spLocks noChangeArrowheads="1"/>
          </p:cNvSpPr>
          <p:nvPr/>
        </p:nvSpPr>
        <p:spPr bwMode="auto">
          <a:xfrm>
            <a:off x="8094497" y="5385447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18" name="Rectangle 4"/>
          <p:cNvSpPr>
            <a:spLocks noChangeArrowheads="1"/>
          </p:cNvSpPr>
          <p:nvPr/>
        </p:nvSpPr>
        <p:spPr bwMode="auto">
          <a:xfrm>
            <a:off x="8333384" y="5385447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19" name="TextBox 3"/>
          <p:cNvSpPr txBox="1"/>
          <p:nvPr/>
        </p:nvSpPr>
        <p:spPr>
          <a:xfrm>
            <a:off x="8650986" y="535664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820" name="Rectangle 4"/>
          <p:cNvSpPr>
            <a:spLocks noChangeArrowheads="1"/>
          </p:cNvSpPr>
          <p:nvPr/>
        </p:nvSpPr>
        <p:spPr bwMode="auto">
          <a:xfrm>
            <a:off x="878255" y="566320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21" name="TextBox 3"/>
          <p:cNvSpPr txBox="1"/>
          <p:nvPr/>
        </p:nvSpPr>
        <p:spPr>
          <a:xfrm>
            <a:off x="827455" y="563440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8470140</a:t>
            </a:r>
            <a:endParaRPr lang="en-US" dirty="0"/>
          </a:p>
        </p:txBody>
      </p:sp>
      <p:sp>
        <p:nvSpPr>
          <p:cNvPr id="1822" name="Rectangle 4"/>
          <p:cNvSpPr>
            <a:spLocks noChangeArrowheads="1"/>
          </p:cNvSpPr>
          <p:nvPr/>
        </p:nvSpPr>
        <p:spPr bwMode="auto">
          <a:xfrm>
            <a:off x="1365758" y="566320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23" name="TextBox 3"/>
          <p:cNvSpPr txBox="1"/>
          <p:nvPr/>
        </p:nvSpPr>
        <p:spPr>
          <a:xfrm>
            <a:off x="1314958" y="563440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824" name="TextBox 3"/>
          <p:cNvSpPr txBox="1"/>
          <p:nvPr/>
        </p:nvSpPr>
        <p:spPr>
          <a:xfrm>
            <a:off x="1314958" y="5751855"/>
            <a:ext cx="8835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Communication</a:t>
            </a:r>
            <a:endParaRPr lang="en-US" dirty="0"/>
          </a:p>
        </p:txBody>
      </p:sp>
      <p:sp>
        <p:nvSpPr>
          <p:cNvPr id="1825" name="Rectangle 4"/>
          <p:cNvSpPr>
            <a:spLocks noChangeArrowheads="1"/>
          </p:cNvSpPr>
          <p:nvPr/>
        </p:nvSpPr>
        <p:spPr bwMode="auto">
          <a:xfrm>
            <a:off x="2163546" y="566320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26" name="TextBox 3"/>
          <p:cNvSpPr txBox="1"/>
          <p:nvPr/>
        </p:nvSpPr>
        <p:spPr>
          <a:xfrm>
            <a:off x="2112746" y="563440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1827" name="Rectangle 4"/>
          <p:cNvSpPr>
            <a:spLocks noChangeArrowheads="1"/>
          </p:cNvSpPr>
          <p:nvPr/>
        </p:nvSpPr>
        <p:spPr bwMode="auto">
          <a:xfrm>
            <a:off x="2622702" y="566320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28" name="TextBox 3"/>
          <p:cNvSpPr txBox="1"/>
          <p:nvPr/>
        </p:nvSpPr>
        <p:spPr>
          <a:xfrm>
            <a:off x="2571902" y="5634405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1829" name="TextBox 3"/>
          <p:cNvSpPr txBox="1"/>
          <p:nvPr/>
        </p:nvSpPr>
        <p:spPr>
          <a:xfrm>
            <a:off x="2571902" y="5751855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1830" name="TextBox 3"/>
          <p:cNvSpPr txBox="1"/>
          <p:nvPr/>
        </p:nvSpPr>
        <p:spPr>
          <a:xfrm>
            <a:off x="2571902" y="5869305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1831" name="Rectangle 4"/>
          <p:cNvSpPr>
            <a:spLocks noChangeArrowheads="1"/>
          </p:cNvSpPr>
          <p:nvPr/>
        </p:nvSpPr>
        <p:spPr bwMode="auto">
          <a:xfrm>
            <a:off x="3680282" y="566320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32" name="TextBox 3"/>
          <p:cNvSpPr txBox="1"/>
          <p:nvPr/>
        </p:nvSpPr>
        <p:spPr>
          <a:xfrm>
            <a:off x="3629482" y="563440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847.8470140.1.412125.000000.847001.100178</a:t>
            </a:r>
            <a:endParaRPr lang="en-US" dirty="0"/>
          </a:p>
        </p:txBody>
      </p:sp>
      <p:sp>
        <p:nvSpPr>
          <p:cNvPr id="1833" name="Rectangle 4"/>
          <p:cNvSpPr>
            <a:spLocks noChangeArrowheads="1"/>
          </p:cNvSpPr>
          <p:nvPr/>
        </p:nvSpPr>
        <p:spPr bwMode="auto">
          <a:xfrm>
            <a:off x="5918962" y="566320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34" name="TextBox 3"/>
          <p:cNvSpPr txBox="1"/>
          <p:nvPr/>
        </p:nvSpPr>
        <p:spPr>
          <a:xfrm>
            <a:off x="5987491" y="56344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6,037,317</a:t>
            </a:r>
            <a:endParaRPr lang="en-US" dirty="0"/>
          </a:p>
        </p:txBody>
      </p:sp>
      <p:sp>
        <p:nvSpPr>
          <p:cNvPr id="1835" name="Rectangle 4"/>
          <p:cNvSpPr>
            <a:spLocks noChangeArrowheads="1"/>
          </p:cNvSpPr>
          <p:nvPr/>
        </p:nvSpPr>
        <p:spPr bwMode="auto">
          <a:xfrm>
            <a:off x="6566408" y="566320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36" name="TextBox 3"/>
          <p:cNvSpPr txBox="1"/>
          <p:nvPr/>
        </p:nvSpPr>
        <p:spPr>
          <a:xfrm>
            <a:off x="6634937" y="56344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5,896,877</a:t>
            </a:r>
            <a:endParaRPr lang="en-US" dirty="0"/>
          </a:p>
        </p:txBody>
      </p:sp>
      <p:sp>
        <p:nvSpPr>
          <p:cNvPr id="1837" name="Rectangle 4"/>
          <p:cNvSpPr>
            <a:spLocks noChangeArrowheads="1"/>
          </p:cNvSpPr>
          <p:nvPr/>
        </p:nvSpPr>
        <p:spPr bwMode="auto">
          <a:xfrm>
            <a:off x="7213854" y="566320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38" name="TextBox 3"/>
          <p:cNvSpPr txBox="1"/>
          <p:nvPr/>
        </p:nvSpPr>
        <p:spPr>
          <a:xfrm>
            <a:off x="7282383" y="56344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5,896,875</a:t>
            </a:r>
            <a:endParaRPr lang="en-US" dirty="0"/>
          </a:p>
        </p:txBody>
      </p:sp>
      <p:sp>
        <p:nvSpPr>
          <p:cNvPr id="1839" name="Rectangle 4"/>
          <p:cNvSpPr>
            <a:spLocks noChangeArrowheads="1"/>
          </p:cNvSpPr>
          <p:nvPr/>
        </p:nvSpPr>
        <p:spPr bwMode="auto">
          <a:xfrm>
            <a:off x="7861300" y="566320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40" name="TextBox 3"/>
          <p:cNvSpPr txBox="1"/>
          <p:nvPr/>
        </p:nvSpPr>
        <p:spPr>
          <a:xfrm>
            <a:off x="7911008" y="563440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841" name="Rectangle 4"/>
          <p:cNvSpPr>
            <a:spLocks noChangeArrowheads="1"/>
          </p:cNvSpPr>
          <p:nvPr/>
        </p:nvSpPr>
        <p:spPr bwMode="auto">
          <a:xfrm>
            <a:off x="8094497" y="566320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42" name="TextBox 3"/>
          <p:cNvSpPr txBox="1"/>
          <p:nvPr/>
        </p:nvSpPr>
        <p:spPr>
          <a:xfrm>
            <a:off x="8149894" y="563440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843" name="Rectangle 4"/>
          <p:cNvSpPr>
            <a:spLocks noChangeArrowheads="1"/>
          </p:cNvSpPr>
          <p:nvPr/>
        </p:nvSpPr>
        <p:spPr bwMode="auto">
          <a:xfrm>
            <a:off x="8333384" y="566320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44" name="TextBox 3"/>
          <p:cNvSpPr txBox="1"/>
          <p:nvPr/>
        </p:nvSpPr>
        <p:spPr>
          <a:xfrm>
            <a:off x="8650986" y="563440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</a:t>
            </a:r>
            <a:endParaRPr lang="en-US" dirty="0"/>
          </a:p>
        </p:txBody>
      </p:sp>
      <p:sp>
        <p:nvSpPr>
          <p:cNvPr id="1845" name="Rectangle 4"/>
          <p:cNvSpPr>
            <a:spLocks noChangeArrowheads="1"/>
          </p:cNvSpPr>
          <p:nvPr/>
        </p:nvSpPr>
        <p:spPr bwMode="auto">
          <a:xfrm>
            <a:off x="878255" y="6058420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46" name="TextBox 3"/>
          <p:cNvSpPr txBox="1"/>
          <p:nvPr/>
        </p:nvSpPr>
        <p:spPr>
          <a:xfrm>
            <a:off x="827455" y="602961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8470140</a:t>
            </a:r>
            <a:endParaRPr lang="en-US" dirty="0"/>
          </a:p>
        </p:txBody>
      </p:sp>
      <p:sp>
        <p:nvSpPr>
          <p:cNvPr id="1847" name="Rectangle 4"/>
          <p:cNvSpPr>
            <a:spLocks noChangeArrowheads="1"/>
          </p:cNvSpPr>
          <p:nvPr/>
        </p:nvSpPr>
        <p:spPr bwMode="auto">
          <a:xfrm>
            <a:off x="1365758" y="6058420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48" name="TextBox 3"/>
          <p:cNvSpPr txBox="1"/>
          <p:nvPr/>
        </p:nvSpPr>
        <p:spPr>
          <a:xfrm>
            <a:off x="1314958" y="6029616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849" name="TextBox 3"/>
          <p:cNvSpPr txBox="1"/>
          <p:nvPr/>
        </p:nvSpPr>
        <p:spPr>
          <a:xfrm>
            <a:off x="1314958" y="6147066"/>
            <a:ext cx="8835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Communication</a:t>
            </a:r>
            <a:endParaRPr lang="en-US" dirty="0"/>
          </a:p>
        </p:txBody>
      </p:sp>
      <p:sp>
        <p:nvSpPr>
          <p:cNvPr id="1850" name="Rectangle 4"/>
          <p:cNvSpPr>
            <a:spLocks noChangeArrowheads="1"/>
          </p:cNvSpPr>
          <p:nvPr/>
        </p:nvSpPr>
        <p:spPr bwMode="auto">
          <a:xfrm>
            <a:off x="2163546" y="6058420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51" name="TextBox 3"/>
          <p:cNvSpPr txBox="1"/>
          <p:nvPr/>
        </p:nvSpPr>
        <p:spPr>
          <a:xfrm>
            <a:off x="2112746" y="602961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412184</a:t>
            </a:r>
            <a:endParaRPr lang="en-US" dirty="0"/>
          </a:p>
        </p:txBody>
      </p:sp>
      <p:sp>
        <p:nvSpPr>
          <p:cNvPr id="1852" name="Rectangle 4"/>
          <p:cNvSpPr>
            <a:spLocks noChangeArrowheads="1"/>
          </p:cNvSpPr>
          <p:nvPr/>
        </p:nvSpPr>
        <p:spPr bwMode="auto">
          <a:xfrm>
            <a:off x="2622702" y="6058420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53" name="TextBox 3"/>
          <p:cNvSpPr txBox="1"/>
          <p:nvPr/>
        </p:nvSpPr>
        <p:spPr>
          <a:xfrm>
            <a:off x="2571902" y="6029616"/>
            <a:ext cx="7933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Vacation pay </a:t>
            </a:r>
            <a:endParaRPr lang="en-US" dirty="0"/>
          </a:p>
        </p:txBody>
      </p:sp>
      <p:sp>
        <p:nvSpPr>
          <p:cNvPr id="1854" name="TextBox 3"/>
          <p:cNvSpPr txBox="1"/>
          <p:nvPr/>
        </p:nvSpPr>
        <p:spPr>
          <a:xfrm>
            <a:off x="2571902" y="6147066"/>
            <a:ext cx="1148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(including cash in lieu</a:t>
            </a:r>
            <a:endParaRPr lang="en-US" dirty="0"/>
          </a:p>
        </p:txBody>
      </p:sp>
      <p:sp>
        <p:nvSpPr>
          <p:cNvPr id="1855" name="TextBox 3"/>
          <p:cNvSpPr txBox="1"/>
          <p:nvPr/>
        </p:nvSpPr>
        <p:spPr>
          <a:xfrm>
            <a:off x="2571902" y="6264516"/>
            <a:ext cx="601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payment)</a:t>
            </a:r>
            <a:endParaRPr lang="en-US" dirty="0"/>
          </a:p>
        </p:txBody>
      </p:sp>
      <p:sp>
        <p:nvSpPr>
          <p:cNvPr id="1856" name="Rectangle 4"/>
          <p:cNvSpPr>
            <a:spLocks noChangeArrowheads="1"/>
          </p:cNvSpPr>
          <p:nvPr/>
        </p:nvSpPr>
        <p:spPr bwMode="auto">
          <a:xfrm>
            <a:off x="3680282" y="6058420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57" name="TextBox 3"/>
          <p:cNvSpPr txBox="1"/>
          <p:nvPr/>
        </p:nvSpPr>
        <p:spPr>
          <a:xfrm>
            <a:off x="3629482" y="602961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847.8470140.1.412184.000000.847001.100178</a:t>
            </a:r>
            <a:endParaRPr lang="en-US" dirty="0"/>
          </a:p>
        </p:txBody>
      </p:sp>
      <p:sp>
        <p:nvSpPr>
          <p:cNvPr id="1858" name="Rectangle 4"/>
          <p:cNvSpPr>
            <a:spLocks noChangeArrowheads="1"/>
          </p:cNvSpPr>
          <p:nvPr/>
        </p:nvSpPr>
        <p:spPr bwMode="auto">
          <a:xfrm>
            <a:off x="5918962" y="605842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59" name="TextBox 3"/>
          <p:cNvSpPr txBox="1"/>
          <p:nvPr/>
        </p:nvSpPr>
        <p:spPr>
          <a:xfrm>
            <a:off x="6382918" y="602961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860" name="Rectangle 4"/>
          <p:cNvSpPr>
            <a:spLocks noChangeArrowheads="1"/>
          </p:cNvSpPr>
          <p:nvPr/>
        </p:nvSpPr>
        <p:spPr bwMode="auto">
          <a:xfrm>
            <a:off x="6566408" y="605842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61" name="TextBox 3"/>
          <p:cNvSpPr txBox="1"/>
          <p:nvPr/>
        </p:nvSpPr>
        <p:spPr>
          <a:xfrm>
            <a:off x="7030365" y="602961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862" name="Rectangle 4"/>
          <p:cNvSpPr>
            <a:spLocks noChangeArrowheads="1"/>
          </p:cNvSpPr>
          <p:nvPr/>
        </p:nvSpPr>
        <p:spPr bwMode="auto">
          <a:xfrm>
            <a:off x="7213854" y="605842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63" name="Rectangle 4"/>
          <p:cNvSpPr>
            <a:spLocks noChangeArrowheads="1"/>
          </p:cNvSpPr>
          <p:nvPr/>
        </p:nvSpPr>
        <p:spPr bwMode="auto">
          <a:xfrm>
            <a:off x="7861300" y="6058420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64" name="Rectangle 4"/>
          <p:cNvSpPr>
            <a:spLocks noChangeArrowheads="1"/>
          </p:cNvSpPr>
          <p:nvPr/>
        </p:nvSpPr>
        <p:spPr bwMode="auto">
          <a:xfrm>
            <a:off x="8094497" y="6058420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65" name="Rectangle 4"/>
          <p:cNvSpPr>
            <a:spLocks noChangeArrowheads="1"/>
          </p:cNvSpPr>
          <p:nvPr/>
        </p:nvSpPr>
        <p:spPr bwMode="auto">
          <a:xfrm>
            <a:off x="8333384" y="6058420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66" name="TextBox 3"/>
          <p:cNvSpPr txBox="1"/>
          <p:nvPr/>
        </p:nvSpPr>
        <p:spPr>
          <a:xfrm>
            <a:off x="8650986" y="602961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867" name="Rectangle 4"/>
          <p:cNvSpPr>
            <a:spLocks noChangeArrowheads="1"/>
          </p:cNvSpPr>
          <p:nvPr/>
        </p:nvSpPr>
        <p:spPr bwMode="auto">
          <a:xfrm>
            <a:off x="878255" y="6453632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68" name="TextBox 3"/>
          <p:cNvSpPr txBox="1"/>
          <p:nvPr/>
        </p:nvSpPr>
        <p:spPr>
          <a:xfrm>
            <a:off x="827455" y="642482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8470140</a:t>
            </a:r>
            <a:endParaRPr lang="en-US" dirty="0"/>
          </a:p>
        </p:txBody>
      </p:sp>
      <p:sp>
        <p:nvSpPr>
          <p:cNvPr id="1869" name="Rectangle 4"/>
          <p:cNvSpPr>
            <a:spLocks noChangeArrowheads="1"/>
          </p:cNvSpPr>
          <p:nvPr/>
        </p:nvSpPr>
        <p:spPr bwMode="auto">
          <a:xfrm>
            <a:off x="1365758" y="6453632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70" name="TextBox 3"/>
          <p:cNvSpPr txBox="1"/>
          <p:nvPr/>
        </p:nvSpPr>
        <p:spPr>
          <a:xfrm>
            <a:off x="1314958" y="6424828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871" name="TextBox 3"/>
          <p:cNvSpPr txBox="1"/>
          <p:nvPr/>
        </p:nvSpPr>
        <p:spPr>
          <a:xfrm>
            <a:off x="1314958" y="6542278"/>
            <a:ext cx="8835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Communication</a:t>
            </a:r>
            <a:endParaRPr lang="en-US" dirty="0"/>
          </a:p>
        </p:txBody>
      </p:sp>
      <p:sp>
        <p:nvSpPr>
          <p:cNvPr id="1872" name="Rectangle 4"/>
          <p:cNvSpPr>
            <a:spLocks noChangeArrowheads="1"/>
          </p:cNvSpPr>
          <p:nvPr/>
        </p:nvSpPr>
        <p:spPr bwMode="auto">
          <a:xfrm>
            <a:off x="2163546" y="6453632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73" name="TextBox 3"/>
          <p:cNvSpPr txBox="1"/>
          <p:nvPr/>
        </p:nvSpPr>
        <p:spPr>
          <a:xfrm>
            <a:off x="2112746" y="642482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412511</a:t>
            </a:r>
            <a:endParaRPr lang="en-US" dirty="0"/>
          </a:p>
        </p:txBody>
      </p:sp>
      <p:sp>
        <p:nvSpPr>
          <p:cNvPr id="1874" name="Rectangle 4"/>
          <p:cNvSpPr>
            <a:spLocks noChangeArrowheads="1"/>
          </p:cNvSpPr>
          <p:nvPr/>
        </p:nvSpPr>
        <p:spPr bwMode="auto">
          <a:xfrm>
            <a:off x="2622702" y="6453632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75" name="TextBox 3"/>
          <p:cNvSpPr txBox="1"/>
          <p:nvPr/>
        </p:nvSpPr>
        <p:spPr>
          <a:xfrm>
            <a:off x="2571902" y="6424828"/>
            <a:ext cx="798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Consolidated </a:t>
            </a:r>
            <a:endParaRPr lang="en-US" dirty="0"/>
          </a:p>
        </p:txBody>
      </p:sp>
      <p:sp>
        <p:nvSpPr>
          <p:cNvPr id="1876" name="TextBox 3"/>
          <p:cNvSpPr txBox="1"/>
          <p:nvPr/>
        </p:nvSpPr>
        <p:spPr>
          <a:xfrm>
            <a:off x="2571902" y="6542278"/>
            <a:ext cx="1081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allowances: Emirati </a:t>
            </a:r>
            <a:endParaRPr lang="en-US" dirty="0"/>
          </a:p>
        </p:txBody>
      </p:sp>
      <p:sp>
        <p:nvSpPr>
          <p:cNvPr id="1877" name="TextBox 3"/>
          <p:cNvSpPr txBox="1"/>
          <p:nvPr/>
        </p:nvSpPr>
        <p:spPr>
          <a:xfrm>
            <a:off x="2571902" y="6659728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1878" name="Rectangle 4"/>
          <p:cNvSpPr>
            <a:spLocks noChangeArrowheads="1"/>
          </p:cNvSpPr>
          <p:nvPr/>
        </p:nvSpPr>
        <p:spPr bwMode="auto">
          <a:xfrm>
            <a:off x="3680282" y="6453632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79" name="TextBox 3"/>
          <p:cNvSpPr txBox="1"/>
          <p:nvPr/>
        </p:nvSpPr>
        <p:spPr>
          <a:xfrm>
            <a:off x="3629482" y="642482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847.8470140.1.412511.000000.847001.100178</a:t>
            </a:r>
            <a:endParaRPr lang="en-US" dirty="0"/>
          </a:p>
        </p:txBody>
      </p:sp>
      <p:sp>
        <p:nvSpPr>
          <p:cNvPr id="1880" name="Rectangle 4"/>
          <p:cNvSpPr>
            <a:spLocks noChangeArrowheads="1"/>
          </p:cNvSpPr>
          <p:nvPr/>
        </p:nvSpPr>
        <p:spPr bwMode="auto">
          <a:xfrm>
            <a:off x="5918962" y="645363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81" name="TextBox 3"/>
          <p:cNvSpPr txBox="1"/>
          <p:nvPr/>
        </p:nvSpPr>
        <p:spPr>
          <a:xfrm>
            <a:off x="6072225" y="642482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147,960</a:t>
            </a:r>
            <a:endParaRPr lang="en-US" dirty="0"/>
          </a:p>
        </p:txBody>
      </p:sp>
      <p:sp>
        <p:nvSpPr>
          <p:cNvPr id="1882" name="Rectangle 4"/>
          <p:cNvSpPr>
            <a:spLocks noChangeArrowheads="1"/>
          </p:cNvSpPr>
          <p:nvPr/>
        </p:nvSpPr>
        <p:spPr bwMode="auto">
          <a:xfrm>
            <a:off x="6566408" y="645363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83" name="TextBox 3"/>
          <p:cNvSpPr txBox="1"/>
          <p:nvPr/>
        </p:nvSpPr>
        <p:spPr>
          <a:xfrm>
            <a:off x="6719671" y="642482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139,260</a:t>
            </a:r>
            <a:endParaRPr lang="en-US" dirty="0"/>
          </a:p>
        </p:txBody>
      </p:sp>
      <p:sp>
        <p:nvSpPr>
          <p:cNvPr id="1884" name="Rectangle 4"/>
          <p:cNvSpPr>
            <a:spLocks noChangeArrowheads="1"/>
          </p:cNvSpPr>
          <p:nvPr/>
        </p:nvSpPr>
        <p:spPr bwMode="auto">
          <a:xfrm>
            <a:off x="7213854" y="645363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85" name="TextBox 3"/>
          <p:cNvSpPr txBox="1"/>
          <p:nvPr/>
        </p:nvSpPr>
        <p:spPr>
          <a:xfrm>
            <a:off x="7367118" y="642482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138,900</a:t>
            </a:r>
            <a:endParaRPr lang="en-US" dirty="0"/>
          </a:p>
        </p:txBody>
      </p:sp>
      <p:sp>
        <p:nvSpPr>
          <p:cNvPr id="1886" name="Rectangle 4"/>
          <p:cNvSpPr>
            <a:spLocks noChangeArrowheads="1"/>
          </p:cNvSpPr>
          <p:nvPr/>
        </p:nvSpPr>
        <p:spPr bwMode="auto">
          <a:xfrm>
            <a:off x="7861300" y="6453632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87" name="Rectangle 4"/>
          <p:cNvSpPr>
            <a:spLocks noChangeArrowheads="1"/>
          </p:cNvSpPr>
          <p:nvPr/>
        </p:nvSpPr>
        <p:spPr bwMode="auto">
          <a:xfrm>
            <a:off x="8094497" y="6453632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88" name="Rectangle 4"/>
          <p:cNvSpPr>
            <a:spLocks noChangeArrowheads="1"/>
          </p:cNvSpPr>
          <p:nvPr/>
        </p:nvSpPr>
        <p:spPr bwMode="auto">
          <a:xfrm>
            <a:off x="8333384" y="6453632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89" name="TextBox 3"/>
          <p:cNvSpPr txBox="1"/>
          <p:nvPr/>
        </p:nvSpPr>
        <p:spPr>
          <a:xfrm>
            <a:off x="8538006" y="6424828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360</a:t>
            </a:r>
            <a:endParaRPr lang="en-US" dirty="0"/>
          </a:p>
        </p:txBody>
      </p:sp>
      <p:sp>
        <p:nvSpPr>
          <p:cNvPr id="1890" name="Rectangle 4"/>
          <p:cNvSpPr>
            <a:spLocks noChangeArrowheads="1"/>
          </p:cNvSpPr>
          <p:nvPr/>
        </p:nvSpPr>
        <p:spPr bwMode="auto">
          <a:xfrm>
            <a:off x="878255" y="6848843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91" name="TextBox 3"/>
          <p:cNvSpPr txBox="1"/>
          <p:nvPr/>
        </p:nvSpPr>
        <p:spPr>
          <a:xfrm>
            <a:off x="827455" y="682003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8470140</a:t>
            </a:r>
            <a:endParaRPr lang="en-US" dirty="0"/>
          </a:p>
        </p:txBody>
      </p:sp>
      <p:sp>
        <p:nvSpPr>
          <p:cNvPr id="1892" name="Rectangle 4"/>
          <p:cNvSpPr>
            <a:spLocks noChangeArrowheads="1"/>
          </p:cNvSpPr>
          <p:nvPr/>
        </p:nvSpPr>
        <p:spPr bwMode="auto">
          <a:xfrm>
            <a:off x="1365758" y="6848843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93" name="TextBox 3"/>
          <p:cNvSpPr txBox="1"/>
          <p:nvPr/>
        </p:nvSpPr>
        <p:spPr>
          <a:xfrm>
            <a:off x="1314958" y="6820039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894" name="TextBox 3"/>
          <p:cNvSpPr txBox="1"/>
          <p:nvPr/>
        </p:nvSpPr>
        <p:spPr>
          <a:xfrm>
            <a:off x="1314958" y="6937489"/>
            <a:ext cx="8835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Communication</a:t>
            </a:r>
            <a:endParaRPr lang="en-US" dirty="0"/>
          </a:p>
        </p:txBody>
      </p:sp>
      <p:sp>
        <p:nvSpPr>
          <p:cNvPr id="1895" name="Rectangle 4"/>
          <p:cNvSpPr>
            <a:spLocks noChangeArrowheads="1"/>
          </p:cNvSpPr>
          <p:nvPr/>
        </p:nvSpPr>
        <p:spPr bwMode="auto">
          <a:xfrm>
            <a:off x="2163546" y="6848843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96" name="TextBox 3"/>
          <p:cNvSpPr txBox="1"/>
          <p:nvPr/>
        </p:nvSpPr>
        <p:spPr>
          <a:xfrm>
            <a:off x="2112746" y="682003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1897" name="Rectangle 4"/>
          <p:cNvSpPr>
            <a:spLocks noChangeArrowheads="1"/>
          </p:cNvSpPr>
          <p:nvPr/>
        </p:nvSpPr>
        <p:spPr bwMode="auto">
          <a:xfrm>
            <a:off x="2622702" y="6848843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898" name="TextBox 3"/>
          <p:cNvSpPr txBox="1"/>
          <p:nvPr/>
        </p:nvSpPr>
        <p:spPr>
          <a:xfrm>
            <a:off x="2571902" y="6820039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1899" name="Rectangle 4"/>
          <p:cNvSpPr>
            <a:spLocks noChangeArrowheads="1"/>
          </p:cNvSpPr>
          <p:nvPr/>
        </p:nvSpPr>
        <p:spPr bwMode="auto">
          <a:xfrm>
            <a:off x="3680282" y="6848843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900" name="TextBox 3"/>
          <p:cNvSpPr txBox="1"/>
          <p:nvPr/>
        </p:nvSpPr>
        <p:spPr>
          <a:xfrm>
            <a:off x="3629482" y="682003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847.8470140.1.412523.000000.847001.100178</a:t>
            </a:r>
            <a:endParaRPr lang="en-US" dirty="0"/>
          </a:p>
        </p:txBody>
      </p:sp>
      <p:sp>
        <p:nvSpPr>
          <p:cNvPr id="1901" name="Rectangle 4"/>
          <p:cNvSpPr>
            <a:spLocks noChangeArrowheads="1"/>
          </p:cNvSpPr>
          <p:nvPr/>
        </p:nvSpPr>
        <p:spPr bwMode="auto">
          <a:xfrm>
            <a:off x="5918962" y="684884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902" name="TextBox 3"/>
          <p:cNvSpPr txBox="1"/>
          <p:nvPr/>
        </p:nvSpPr>
        <p:spPr>
          <a:xfrm>
            <a:off x="6072225" y="682003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108,000</a:t>
            </a:r>
            <a:endParaRPr lang="en-US" dirty="0"/>
          </a:p>
        </p:txBody>
      </p:sp>
      <p:sp>
        <p:nvSpPr>
          <p:cNvPr id="1903" name="Rectangle 4"/>
          <p:cNvSpPr>
            <a:spLocks noChangeArrowheads="1"/>
          </p:cNvSpPr>
          <p:nvPr/>
        </p:nvSpPr>
        <p:spPr bwMode="auto">
          <a:xfrm>
            <a:off x="6566408" y="684884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904" name="TextBox 3"/>
          <p:cNvSpPr txBox="1"/>
          <p:nvPr/>
        </p:nvSpPr>
        <p:spPr>
          <a:xfrm>
            <a:off x="6776161" y="682003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87,601</a:t>
            </a:r>
            <a:endParaRPr lang="en-US" dirty="0"/>
          </a:p>
        </p:txBody>
      </p:sp>
      <p:sp>
        <p:nvSpPr>
          <p:cNvPr id="1905" name="Rectangle 4"/>
          <p:cNvSpPr>
            <a:spLocks noChangeArrowheads="1"/>
          </p:cNvSpPr>
          <p:nvPr/>
        </p:nvSpPr>
        <p:spPr bwMode="auto">
          <a:xfrm>
            <a:off x="7213854" y="684884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906" name="TextBox 3"/>
          <p:cNvSpPr txBox="1"/>
          <p:nvPr/>
        </p:nvSpPr>
        <p:spPr>
          <a:xfrm>
            <a:off x="7423607" y="682003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87,600</a:t>
            </a:r>
            <a:endParaRPr lang="en-US" dirty="0"/>
          </a:p>
        </p:txBody>
      </p:sp>
      <p:sp>
        <p:nvSpPr>
          <p:cNvPr id="1907" name="Rectangle 4"/>
          <p:cNvSpPr>
            <a:spLocks noChangeArrowheads="1"/>
          </p:cNvSpPr>
          <p:nvPr/>
        </p:nvSpPr>
        <p:spPr bwMode="auto">
          <a:xfrm>
            <a:off x="7861300" y="6848843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908" name="Rectangle 4"/>
          <p:cNvSpPr>
            <a:spLocks noChangeArrowheads="1"/>
          </p:cNvSpPr>
          <p:nvPr/>
        </p:nvSpPr>
        <p:spPr bwMode="auto">
          <a:xfrm>
            <a:off x="8094497" y="6848843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909" name="Rectangle 4"/>
          <p:cNvSpPr>
            <a:spLocks noChangeArrowheads="1"/>
          </p:cNvSpPr>
          <p:nvPr/>
        </p:nvSpPr>
        <p:spPr bwMode="auto">
          <a:xfrm>
            <a:off x="8333384" y="6848843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910" name="TextBox 3"/>
          <p:cNvSpPr txBox="1"/>
          <p:nvPr/>
        </p:nvSpPr>
        <p:spPr>
          <a:xfrm>
            <a:off x="8650986" y="682003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911" name="Rectangle 4"/>
          <p:cNvSpPr>
            <a:spLocks noChangeArrowheads="1"/>
          </p:cNvSpPr>
          <p:nvPr/>
        </p:nvSpPr>
        <p:spPr bwMode="auto">
          <a:xfrm>
            <a:off x="878255" y="7126605"/>
            <a:ext cx="487502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912" name="TextBox 3"/>
          <p:cNvSpPr txBox="1"/>
          <p:nvPr/>
        </p:nvSpPr>
        <p:spPr>
          <a:xfrm>
            <a:off x="827455" y="709780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8470140</a:t>
            </a:r>
            <a:endParaRPr lang="en-US" dirty="0"/>
          </a:p>
        </p:txBody>
      </p:sp>
      <p:sp>
        <p:nvSpPr>
          <p:cNvPr id="1913" name="Rectangle 4"/>
          <p:cNvSpPr>
            <a:spLocks noChangeArrowheads="1"/>
          </p:cNvSpPr>
          <p:nvPr/>
        </p:nvSpPr>
        <p:spPr bwMode="auto">
          <a:xfrm>
            <a:off x="1365758" y="7126605"/>
            <a:ext cx="797788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914" name="TextBox 3"/>
          <p:cNvSpPr txBox="1"/>
          <p:nvPr/>
        </p:nvSpPr>
        <p:spPr>
          <a:xfrm>
            <a:off x="1314958" y="7097802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915" name="Rectangle 4"/>
          <p:cNvSpPr>
            <a:spLocks noChangeArrowheads="1"/>
          </p:cNvSpPr>
          <p:nvPr/>
        </p:nvSpPr>
        <p:spPr bwMode="auto">
          <a:xfrm>
            <a:off x="2163546" y="7126605"/>
            <a:ext cx="459155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916" name="TextBox 3"/>
          <p:cNvSpPr txBox="1"/>
          <p:nvPr/>
        </p:nvSpPr>
        <p:spPr>
          <a:xfrm>
            <a:off x="2112746" y="709780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412526</a:t>
            </a:r>
            <a:endParaRPr lang="en-US" dirty="0"/>
          </a:p>
        </p:txBody>
      </p:sp>
      <p:sp>
        <p:nvSpPr>
          <p:cNvPr id="1917" name="Rectangle 4"/>
          <p:cNvSpPr>
            <a:spLocks noChangeArrowheads="1"/>
          </p:cNvSpPr>
          <p:nvPr/>
        </p:nvSpPr>
        <p:spPr bwMode="auto">
          <a:xfrm>
            <a:off x="2622702" y="7126605"/>
            <a:ext cx="10575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918" name="TextBox 3"/>
          <p:cNvSpPr txBox="1"/>
          <p:nvPr/>
        </p:nvSpPr>
        <p:spPr>
          <a:xfrm>
            <a:off x="2571902" y="7097802"/>
            <a:ext cx="10304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Housing allowance</a:t>
            </a:r>
            <a:endParaRPr lang="en-US" dirty="0"/>
          </a:p>
        </p:txBody>
      </p:sp>
      <p:sp>
        <p:nvSpPr>
          <p:cNvPr id="1919" name="Rectangle 4"/>
          <p:cNvSpPr>
            <a:spLocks noChangeArrowheads="1"/>
          </p:cNvSpPr>
          <p:nvPr/>
        </p:nvSpPr>
        <p:spPr bwMode="auto">
          <a:xfrm>
            <a:off x="3680282" y="7126605"/>
            <a:ext cx="22386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920" name="TextBox 3"/>
          <p:cNvSpPr txBox="1"/>
          <p:nvPr/>
        </p:nvSpPr>
        <p:spPr>
          <a:xfrm>
            <a:off x="3629482" y="709780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847.8470140.1.412526.000000.847001.100178</a:t>
            </a:r>
            <a:endParaRPr lang="en-US" dirty="0"/>
          </a:p>
        </p:txBody>
      </p:sp>
      <p:sp>
        <p:nvSpPr>
          <p:cNvPr id="1921" name="Rectangle 4"/>
          <p:cNvSpPr>
            <a:spLocks noChangeArrowheads="1"/>
          </p:cNvSpPr>
          <p:nvPr/>
        </p:nvSpPr>
        <p:spPr bwMode="auto">
          <a:xfrm>
            <a:off x="5918962" y="7126605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922" name="TextBox 3"/>
          <p:cNvSpPr txBox="1"/>
          <p:nvPr/>
        </p:nvSpPr>
        <p:spPr>
          <a:xfrm>
            <a:off x="6072225" y="709780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553,992</a:t>
            </a:r>
            <a:endParaRPr lang="en-US" dirty="0"/>
          </a:p>
        </p:txBody>
      </p:sp>
      <p:sp>
        <p:nvSpPr>
          <p:cNvPr id="1923" name="Rectangle 4"/>
          <p:cNvSpPr>
            <a:spLocks noChangeArrowheads="1"/>
          </p:cNvSpPr>
          <p:nvPr/>
        </p:nvSpPr>
        <p:spPr bwMode="auto">
          <a:xfrm>
            <a:off x="6566408" y="7126605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924" name="TextBox 3"/>
          <p:cNvSpPr txBox="1"/>
          <p:nvPr/>
        </p:nvSpPr>
        <p:spPr>
          <a:xfrm>
            <a:off x="6719671" y="709780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513,662</a:t>
            </a:r>
            <a:endParaRPr lang="en-US" dirty="0"/>
          </a:p>
        </p:txBody>
      </p:sp>
      <p:sp>
        <p:nvSpPr>
          <p:cNvPr id="1925" name="Rectangle 4"/>
          <p:cNvSpPr>
            <a:spLocks noChangeArrowheads="1"/>
          </p:cNvSpPr>
          <p:nvPr/>
        </p:nvSpPr>
        <p:spPr bwMode="auto">
          <a:xfrm>
            <a:off x="7213854" y="7126605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926" name="TextBox 3"/>
          <p:cNvSpPr txBox="1"/>
          <p:nvPr/>
        </p:nvSpPr>
        <p:spPr>
          <a:xfrm>
            <a:off x="7367118" y="709780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513,660</a:t>
            </a:r>
            <a:endParaRPr lang="en-US" dirty="0"/>
          </a:p>
        </p:txBody>
      </p:sp>
      <p:sp>
        <p:nvSpPr>
          <p:cNvPr id="1927" name="Rectangle 4"/>
          <p:cNvSpPr>
            <a:spLocks noChangeArrowheads="1"/>
          </p:cNvSpPr>
          <p:nvPr/>
        </p:nvSpPr>
        <p:spPr bwMode="auto">
          <a:xfrm>
            <a:off x="7861300" y="7126605"/>
            <a:ext cx="233197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928" name="Rectangle 4"/>
          <p:cNvSpPr>
            <a:spLocks noChangeArrowheads="1"/>
          </p:cNvSpPr>
          <p:nvPr/>
        </p:nvSpPr>
        <p:spPr bwMode="auto">
          <a:xfrm>
            <a:off x="8094497" y="7126605"/>
            <a:ext cx="23888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929" name="Rectangle 4"/>
          <p:cNvSpPr>
            <a:spLocks noChangeArrowheads="1"/>
          </p:cNvSpPr>
          <p:nvPr/>
        </p:nvSpPr>
        <p:spPr bwMode="auto">
          <a:xfrm>
            <a:off x="8333384" y="7126605"/>
            <a:ext cx="501091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930" name="TextBox 3"/>
          <p:cNvSpPr txBox="1"/>
          <p:nvPr/>
        </p:nvSpPr>
        <p:spPr>
          <a:xfrm>
            <a:off x="8650986" y="709780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</a:t>
            </a:r>
            <a:endParaRPr lang="en-US" dirty="0"/>
          </a:p>
        </p:txBody>
      </p:sp>
      <p:sp>
        <p:nvSpPr>
          <p:cNvPr id="1931" name="Rectangle 4"/>
          <p:cNvSpPr>
            <a:spLocks noChangeArrowheads="1"/>
          </p:cNvSpPr>
          <p:nvPr/>
        </p:nvSpPr>
        <p:spPr bwMode="auto">
          <a:xfrm>
            <a:off x="466725" y="917498"/>
            <a:ext cx="6350" cy="6372593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932" name="Rectangle 4"/>
          <p:cNvSpPr>
            <a:spLocks noChangeArrowheads="1"/>
          </p:cNvSpPr>
          <p:nvPr/>
        </p:nvSpPr>
        <p:spPr bwMode="auto">
          <a:xfrm>
            <a:off x="7213854" y="728215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33" name="Rectangle 4"/>
          <p:cNvSpPr>
            <a:spLocks noChangeArrowheads="1"/>
          </p:cNvSpPr>
          <p:nvPr/>
        </p:nvSpPr>
        <p:spPr bwMode="auto">
          <a:xfrm>
            <a:off x="878255" y="728215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34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35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36" name="Rectangle 4"/>
          <p:cNvSpPr>
            <a:spLocks noChangeArrowheads="1"/>
          </p:cNvSpPr>
          <p:nvPr/>
        </p:nvSpPr>
        <p:spPr bwMode="auto">
          <a:xfrm>
            <a:off x="7213854" y="277451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37" name="Rectangle 4"/>
          <p:cNvSpPr>
            <a:spLocks noChangeArrowheads="1"/>
          </p:cNvSpPr>
          <p:nvPr/>
        </p:nvSpPr>
        <p:spPr bwMode="auto">
          <a:xfrm>
            <a:off x="878255" y="277451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38" name="Rectangle 4"/>
          <p:cNvSpPr>
            <a:spLocks noChangeArrowheads="1"/>
          </p:cNvSpPr>
          <p:nvPr/>
        </p:nvSpPr>
        <p:spPr bwMode="auto">
          <a:xfrm>
            <a:off x="7213854" y="644886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39" name="Rectangle 4"/>
          <p:cNvSpPr>
            <a:spLocks noChangeArrowheads="1"/>
          </p:cNvSpPr>
          <p:nvPr/>
        </p:nvSpPr>
        <p:spPr bwMode="auto">
          <a:xfrm>
            <a:off x="878255" y="644886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0" name="Rectangle 4"/>
          <p:cNvSpPr>
            <a:spLocks noChangeArrowheads="1"/>
          </p:cNvSpPr>
          <p:nvPr/>
        </p:nvSpPr>
        <p:spPr bwMode="auto">
          <a:xfrm>
            <a:off x="7213854" y="565844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1" name="Rectangle 4"/>
          <p:cNvSpPr>
            <a:spLocks noChangeArrowheads="1"/>
          </p:cNvSpPr>
          <p:nvPr/>
        </p:nvSpPr>
        <p:spPr bwMode="auto">
          <a:xfrm>
            <a:off x="878255" y="565844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2" name="Rectangle 4"/>
          <p:cNvSpPr>
            <a:spLocks noChangeArrowheads="1"/>
          </p:cNvSpPr>
          <p:nvPr/>
        </p:nvSpPr>
        <p:spPr bwMode="auto">
          <a:xfrm>
            <a:off x="7213854" y="482516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3" name="Rectangle 4"/>
          <p:cNvSpPr>
            <a:spLocks noChangeArrowheads="1"/>
          </p:cNvSpPr>
          <p:nvPr/>
        </p:nvSpPr>
        <p:spPr bwMode="auto">
          <a:xfrm>
            <a:off x="878255" y="482516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4" name="Rectangle 4"/>
          <p:cNvSpPr>
            <a:spLocks noChangeArrowheads="1"/>
          </p:cNvSpPr>
          <p:nvPr/>
        </p:nvSpPr>
        <p:spPr bwMode="auto">
          <a:xfrm>
            <a:off x="7213854" y="328717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" name="Rectangle 4"/>
          <p:cNvSpPr>
            <a:spLocks noChangeArrowheads="1"/>
          </p:cNvSpPr>
          <p:nvPr/>
        </p:nvSpPr>
        <p:spPr bwMode="auto">
          <a:xfrm>
            <a:off x="878255" y="328717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" name="Rectangle 4"/>
          <p:cNvSpPr>
            <a:spLocks noChangeArrowheads="1"/>
          </p:cNvSpPr>
          <p:nvPr/>
        </p:nvSpPr>
        <p:spPr bwMode="auto">
          <a:xfrm>
            <a:off x="7213854" y="119367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7" name="Rectangle 4"/>
          <p:cNvSpPr>
            <a:spLocks noChangeArrowheads="1"/>
          </p:cNvSpPr>
          <p:nvPr/>
        </p:nvSpPr>
        <p:spPr bwMode="auto">
          <a:xfrm>
            <a:off x="878255" y="119367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8" name="Rectangle 4"/>
          <p:cNvSpPr>
            <a:spLocks noChangeArrowheads="1"/>
          </p:cNvSpPr>
          <p:nvPr/>
        </p:nvSpPr>
        <p:spPr bwMode="auto">
          <a:xfrm>
            <a:off x="469900" y="7286917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9" name="Rectangle 4"/>
          <p:cNvSpPr>
            <a:spLocks noChangeArrowheads="1"/>
          </p:cNvSpPr>
          <p:nvPr/>
        </p:nvSpPr>
        <p:spPr bwMode="auto">
          <a:xfrm>
            <a:off x="7213854" y="712184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50" name="Rectangle 4"/>
          <p:cNvSpPr>
            <a:spLocks noChangeArrowheads="1"/>
          </p:cNvSpPr>
          <p:nvPr/>
        </p:nvSpPr>
        <p:spPr bwMode="auto">
          <a:xfrm>
            <a:off x="878255" y="712184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51" name="Rectangle 4"/>
          <p:cNvSpPr>
            <a:spLocks noChangeArrowheads="1"/>
          </p:cNvSpPr>
          <p:nvPr/>
        </p:nvSpPr>
        <p:spPr bwMode="auto">
          <a:xfrm>
            <a:off x="466725" y="917498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952" name="Rectangle 4"/>
          <p:cNvSpPr>
            <a:spLocks noChangeArrowheads="1"/>
          </p:cNvSpPr>
          <p:nvPr/>
        </p:nvSpPr>
        <p:spPr bwMode="auto">
          <a:xfrm>
            <a:off x="7213854" y="510292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53" name="Rectangle 4"/>
          <p:cNvSpPr>
            <a:spLocks noChangeArrowheads="1"/>
          </p:cNvSpPr>
          <p:nvPr/>
        </p:nvSpPr>
        <p:spPr bwMode="auto">
          <a:xfrm>
            <a:off x="878255" y="510292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54" name="Rectangle 4"/>
          <p:cNvSpPr>
            <a:spLocks noChangeArrowheads="1"/>
          </p:cNvSpPr>
          <p:nvPr/>
        </p:nvSpPr>
        <p:spPr bwMode="auto">
          <a:xfrm>
            <a:off x="7213854" y="431250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55" name="Rectangle 4"/>
          <p:cNvSpPr>
            <a:spLocks noChangeArrowheads="1"/>
          </p:cNvSpPr>
          <p:nvPr/>
        </p:nvSpPr>
        <p:spPr bwMode="auto">
          <a:xfrm>
            <a:off x="878255" y="431250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56" name="Rectangle 4"/>
          <p:cNvSpPr>
            <a:spLocks noChangeArrowheads="1"/>
          </p:cNvSpPr>
          <p:nvPr/>
        </p:nvSpPr>
        <p:spPr bwMode="auto">
          <a:xfrm>
            <a:off x="7213854" y="147143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57" name="Rectangle 4"/>
          <p:cNvSpPr>
            <a:spLocks noChangeArrowheads="1"/>
          </p:cNvSpPr>
          <p:nvPr/>
        </p:nvSpPr>
        <p:spPr bwMode="auto">
          <a:xfrm>
            <a:off x="878255" y="147143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58" name="Rectangle 4"/>
          <p:cNvSpPr>
            <a:spLocks noChangeArrowheads="1"/>
          </p:cNvSpPr>
          <p:nvPr/>
        </p:nvSpPr>
        <p:spPr bwMode="auto">
          <a:xfrm>
            <a:off x="7213854" y="174919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59" name="Rectangle 4"/>
          <p:cNvSpPr>
            <a:spLocks noChangeArrowheads="1"/>
          </p:cNvSpPr>
          <p:nvPr/>
        </p:nvSpPr>
        <p:spPr bwMode="auto">
          <a:xfrm>
            <a:off x="878255" y="174919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60" name="Rectangle 4"/>
          <p:cNvSpPr>
            <a:spLocks noChangeArrowheads="1"/>
          </p:cNvSpPr>
          <p:nvPr/>
        </p:nvSpPr>
        <p:spPr bwMode="auto">
          <a:xfrm>
            <a:off x="466725" y="7283742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961" name="Rectangle 4"/>
          <p:cNvSpPr>
            <a:spLocks noChangeArrowheads="1"/>
          </p:cNvSpPr>
          <p:nvPr/>
        </p:nvSpPr>
        <p:spPr bwMode="auto">
          <a:xfrm>
            <a:off x="7213854" y="605365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62" name="Rectangle 4"/>
          <p:cNvSpPr>
            <a:spLocks noChangeArrowheads="1"/>
          </p:cNvSpPr>
          <p:nvPr/>
        </p:nvSpPr>
        <p:spPr bwMode="auto">
          <a:xfrm>
            <a:off x="878255" y="605365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63" name="Rectangle 4"/>
          <p:cNvSpPr>
            <a:spLocks noChangeArrowheads="1"/>
          </p:cNvSpPr>
          <p:nvPr/>
        </p:nvSpPr>
        <p:spPr bwMode="auto">
          <a:xfrm>
            <a:off x="7213854" y="684408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64" name="Rectangle 4"/>
          <p:cNvSpPr>
            <a:spLocks noChangeArrowheads="1"/>
          </p:cNvSpPr>
          <p:nvPr/>
        </p:nvSpPr>
        <p:spPr bwMode="auto">
          <a:xfrm>
            <a:off x="878255" y="684408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65" name="Rectangle 4"/>
          <p:cNvSpPr>
            <a:spLocks noChangeArrowheads="1"/>
          </p:cNvSpPr>
          <p:nvPr/>
        </p:nvSpPr>
        <p:spPr bwMode="auto">
          <a:xfrm>
            <a:off x="7213854" y="538068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66" name="Rectangle 4"/>
          <p:cNvSpPr>
            <a:spLocks noChangeArrowheads="1"/>
          </p:cNvSpPr>
          <p:nvPr/>
        </p:nvSpPr>
        <p:spPr bwMode="auto">
          <a:xfrm>
            <a:off x="878255" y="538068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67" name="Rectangle 4"/>
          <p:cNvSpPr>
            <a:spLocks noChangeArrowheads="1"/>
          </p:cNvSpPr>
          <p:nvPr/>
        </p:nvSpPr>
        <p:spPr bwMode="auto">
          <a:xfrm>
            <a:off x="7213854" y="226185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68" name="Rectangle 4"/>
          <p:cNvSpPr>
            <a:spLocks noChangeArrowheads="1"/>
          </p:cNvSpPr>
          <p:nvPr/>
        </p:nvSpPr>
        <p:spPr bwMode="auto">
          <a:xfrm>
            <a:off x="878255" y="226185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69" name="Rectangle 4"/>
          <p:cNvSpPr>
            <a:spLocks noChangeArrowheads="1"/>
          </p:cNvSpPr>
          <p:nvPr/>
        </p:nvSpPr>
        <p:spPr bwMode="auto">
          <a:xfrm>
            <a:off x="7213854" y="379984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70" name="Rectangle 4"/>
          <p:cNvSpPr>
            <a:spLocks noChangeArrowheads="1"/>
          </p:cNvSpPr>
          <p:nvPr/>
        </p:nvSpPr>
        <p:spPr bwMode="auto">
          <a:xfrm>
            <a:off x="878255" y="379984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71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72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974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1975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1976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977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1978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1979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980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981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1982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1983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984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1985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986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987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1988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989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1990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991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1992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993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994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1995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996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997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1998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1999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000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2001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002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2003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004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2005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2006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334519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07" name="TextBox 3"/>
          <p:cNvSpPr txBox="1"/>
          <p:nvPr/>
        </p:nvSpPr>
        <p:spPr>
          <a:xfrm>
            <a:off x="422275" y="895045"/>
            <a:ext cx="47701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</a:t>
            </a:r>
            <a:endParaRPr lang="en-US" dirty="0"/>
          </a:p>
        </p:txBody>
      </p:sp>
      <p:sp>
        <p:nvSpPr>
          <p:cNvPr id="2008" name="TextBox 3"/>
          <p:cNvSpPr txBox="1"/>
          <p:nvPr/>
        </p:nvSpPr>
        <p:spPr>
          <a:xfrm>
            <a:off x="422275" y="1012494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2009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10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11" name="TextBox 3"/>
          <p:cNvSpPr txBox="1"/>
          <p:nvPr/>
        </p:nvSpPr>
        <p:spPr>
          <a:xfrm>
            <a:off x="1314958" y="891870"/>
            <a:ext cx="8835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Communication</a:t>
            </a:r>
            <a:endParaRPr lang="en-US" dirty="0"/>
          </a:p>
        </p:txBody>
      </p:sp>
      <p:sp>
        <p:nvSpPr>
          <p:cNvPr id="2012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13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14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15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16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17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18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19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20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21" name="Rectangle 4"/>
          <p:cNvSpPr>
            <a:spLocks noChangeArrowheads="1"/>
          </p:cNvSpPr>
          <p:nvPr/>
        </p:nvSpPr>
        <p:spPr bwMode="auto">
          <a:xfrm>
            <a:off x="878255" y="1080985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22" name="TextBox 3"/>
          <p:cNvSpPr txBox="1"/>
          <p:nvPr/>
        </p:nvSpPr>
        <p:spPr>
          <a:xfrm>
            <a:off x="827455" y="105218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8470140</a:t>
            </a:r>
            <a:endParaRPr lang="en-US" dirty="0"/>
          </a:p>
        </p:txBody>
      </p:sp>
      <p:sp>
        <p:nvSpPr>
          <p:cNvPr id="2023" name="Rectangle 4"/>
          <p:cNvSpPr>
            <a:spLocks noChangeArrowheads="1"/>
          </p:cNvSpPr>
          <p:nvPr/>
        </p:nvSpPr>
        <p:spPr bwMode="auto">
          <a:xfrm>
            <a:off x="1365758" y="1080985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24" name="TextBox 3"/>
          <p:cNvSpPr txBox="1"/>
          <p:nvPr/>
        </p:nvSpPr>
        <p:spPr>
          <a:xfrm>
            <a:off x="1314958" y="1052182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2025" name="TextBox 3"/>
          <p:cNvSpPr txBox="1"/>
          <p:nvPr/>
        </p:nvSpPr>
        <p:spPr>
          <a:xfrm>
            <a:off x="1314958" y="1169631"/>
            <a:ext cx="8835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Communication</a:t>
            </a:r>
            <a:endParaRPr lang="en-US" dirty="0"/>
          </a:p>
        </p:txBody>
      </p:sp>
      <p:sp>
        <p:nvSpPr>
          <p:cNvPr id="2026" name="Rectangle 4"/>
          <p:cNvSpPr>
            <a:spLocks noChangeArrowheads="1"/>
          </p:cNvSpPr>
          <p:nvPr/>
        </p:nvSpPr>
        <p:spPr bwMode="auto">
          <a:xfrm>
            <a:off x="2163546" y="1080985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27" name="TextBox 3"/>
          <p:cNvSpPr txBox="1"/>
          <p:nvPr/>
        </p:nvSpPr>
        <p:spPr>
          <a:xfrm>
            <a:off x="2112746" y="105218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2028" name="Rectangle 4"/>
          <p:cNvSpPr>
            <a:spLocks noChangeArrowheads="1"/>
          </p:cNvSpPr>
          <p:nvPr/>
        </p:nvSpPr>
        <p:spPr bwMode="auto">
          <a:xfrm>
            <a:off x="2622702" y="1080985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29" name="TextBox 3"/>
          <p:cNvSpPr txBox="1"/>
          <p:nvPr/>
        </p:nvSpPr>
        <p:spPr>
          <a:xfrm>
            <a:off x="2571902" y="1052182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2030" name="TextBox 3"/>
          <p:cNvSpPr txBox="1"/>
          <p:nvPr/>
        </p:nvSpPr>
        <p:spPr>
          <a:xfrm>
            <a:off x="2571902" y="1169631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2031" name="Rectangle 4"/>
          <p:cNvSpPr>
            <a:spLocks noChangeArrowheads="1"/>
          </p:cNvSpPr>
          <p:nvPr/>
        </p:nvSpPr>
        <p:spPr bwMode="auto">
          <a:xfrm>
            <a:off x="3680282" y="1080985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32" name="TextBox 3"/>
          <p:cNvSpPr txBox="1"/>
          <p:nvPr/>
        </p:nvSpPr>
        <p:spPr>
          <a:xfrm>
            <a:off x="3629482" y="105218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847.8470140.1.412534.000000.847001.100178</a:t>
            </a:r>
            <a:endParaRPr lang="en-US" dirty="0"/>
          </a:p>
        </p:txBody>
      </p:sp>
      <p:sp>
        <p:nvSpPr>
          <p:cNvPr id="2033" name="Rectangle 4"/>
          <p:cNvSpPr>
            <a:spLocks noChangeArrowheads="1"/>
          </p:cNvSpPr>
          <p:nvPr/>
        </p:nvSpPr>
        <p:spPr bwMode="auto">
          <a:xfrm>
            <a:off x="5918962" y="108098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34" name="TextBox 3"/>
          <p:cNvSpPr txBox="1"/>
          <p:nvPr/>
        </p:nvSpPr>
        <p:spPr>
          <a:xfrm>
            <a:off x="6072225" y="105218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445,687</a:t>
            </a:r>
            <a:endParaRPr lang="en-US" dirty="0"/>
          </a:p>
        </p:txBody>
      </p:sp>
      <p:sp>
        <p:nvSpPr>
          <p:cNvPr id="2035" name="Rectangle 4"/>
          <p:cNvSpPr>
            <a:spLocks noChangeArrowheads="1"/>
          </p:cNvSpPr>
          <p:nvPr/>
        </p:nvSpPr>
        <p:spPr bwMode="auto">
          <a:xfrm>
            <a:off x="6566408" y="108098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36" name="TextBox 3"/>
          <p:cNvSpPr txBox="1"/>
          <p:nvPr/>
        </p:nvSpPr>
        <p:spPr>
          <a:xfrm>
            <a:off x="6719671" y="105218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471,976</a:t>
            </a:r>
            <a:endParaRPr lang="en-US" dirty="0"/>
          </a:p>
        </p:txBody>
      </p:sp>
      <p:sp>
        <p:nvSpPr>
          <p:cNvPr id="2037" name="Rectangle 4"/>
          <p:cNvSpPr>
            <a:spLocks noChangeArrowheads="1"/>
          </p:cNvSpPr>
          <p:nvPr/>
        </p:nvSpPr>
        <p:spPr bwMode="auto">
          <a:xfrm>
            <a:off x="7213854" y="108098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38" name="TextBox 3"/>
          <p:cNvSpPr txBox="1"/>
          <p:nvPr/>
        </p:nvSpPr>
        <p:spPr>
          <a:xfrm>
            <a:off x="7367118" y="105218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471,976</a:t>
            </a:r>
            <a:endParaRPr lang="en-US" dirty="0"/>
          </a:p>
        </p:txBody>
      </p:sp>
      <p:sp>
        <p:nvSpPr>
          <p:cNvPr id="2039" name="Rectangle 4"/>
          <p:cNvSpPr>
            <a:spLocks noChangeArrowheads="1"/>
          </p:cNvSpPr>
          <p:nvPr/>
        </p:nvSpPr>
        <p:spPr bwMode="auto">
          <a:xfrm>
            <a:off x="7861300" y="1080985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40" name="Rectangle 4"/>
          <p:cNvSpPr>
            <a:spLocks noChangeArrowheads="1"/>
          </p:cNvSpPr>
          <p:nvPr/>
        </p:nvSpPr>
        <p:spPr bwMode="auto">
          <a:xfrm>
            <a:off x="8094497" y="1080985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41" name="Rectangle 4"/>
          <p:cNvSpPr>
            <a:spLocks noChangeArrowheads="1"/>
          </p:cNvSpPr>
          <p:nvPr/>
        </p:nvSpPr>
        <p:spPr bwMode="auto">
          <a:xfrm>
            <a:off x="8333384" y="1080985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42" name="TextBox 3"/>
          <p:cNvSpPr txBox="1"/>
          <p:nvPr/>
        </p:nvSpPr>
        <p:spPr>
          <a:xfrm>
            <a:off x="8650986" y="105218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2043" name="Rectangle 4"/>
          <p:cNvSpPr>
            <a:spLocks noChangeArrowheads="1"/>
          </p:cNvSpPr>
          <p:nvPr/>
        </p:nvSpPr>
        <p:spPr bwMode="auto">
          <a:xfrm>
            <a:off x="878255" y="1358747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44" name="TextBox 3"/>
          <p:cNvSpPr txBox="1"/>
          <p:nvPr/>
        </p:nvSpPr>
        <p:spPr>
          <a:xfrm>
            <a:off x="827455" y="132994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8470140</a:t>
            </a:r>
            <a:endParaRPr lang="en-US" dirty="0"/>
          </a:p>
        </p:txBody>
      </p:sp>
      <p:sp>
        <p:nvSpPr>
          <p:cNvPr id="2045" name="Rectangle 4"/>
          <p:cNvSpPr>
            <a:spLocks noChangeArrowheads="1"/>
          </p:cNvSpPr>
          <p:nvPr/>
        </p:nvSpPr>
        <p:spPr bwMode="auto">
          <a:xfrm>
            <a:off x="1365758" y="1358747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46" name="TextBox 3"/>
          <p:cNvSpPr txBox="1"/>
          <p:nvPr/>
        </p:nvSpPr>
        <p:spPr>
          <a:xfrm>
            <a:off x="1314958" y="132994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2047" name="TextBox 3"/>
          <p:cNvSpPr txBox="1"/>
          <p:nvPr/>
        </p:nvSpPr>
        <p:spPr>
          <a:xfrm>
            <a:off x="1314958" y="1447393"/>
            <a:ext cx="8835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Communication</a:t>
            </a:r>
            <a:endParaRPr lang="en-US" dirty="0"/>
          </a:p>
        </p:txBody>
      </p:sp>
      <p:sp>
        <p:nvSpPr>
          <p:cNvPr id="2048" name="Rectangle 4"/>
          <p:cNvSpPr>
            <a:spLocks noChangeArrowheads="1"/>
          </p:cNvSpPr>
          <p:nvPr/>
        </p:nvSpPr>
        <p:spPr bwMode="auto">
          <a:xfrm>
            <a:off x="2163546" y="1358747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49" name="TextBox 3"/>
          <p:cNvSpPr txBox="1"/>
          <p:nvPr/>
        </p:nvSpPr>
        <p:spPr>
          <a:xfrm>
            <a:off x="2112746" y="132994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2050" name="Rectangle 4"/>
          <p:cNvSpPr>
            <a:spLocks noChangeArrowheads="1"/>
          </p:cNvSpPr>
          <p:nvPr/>
        </p:nvSpPr>
        <p:spPr bwMode="auto">
          <a:xfrm>
            <a:off x="2622702" y="1358747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51" name="TextBox 3"/>
          <p:cNvSpPr txBox="1"/>
          <p:nvPr/>
        </p:nvSpPr>
        <p:spPr>
          <a:xfrm>
            <a:off x="2571902" y="1329944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3680282" y="1358747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53" name="TextBox 3"/>
          <p:cNvSpPr txBox="1"/>
          <p:nvPr/>
        </p:nvSpPr>
        <p:spPr>
          <a:xfrm>
            <a:off x="3629482" y="132994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847.8470140.1.412546.000000.847001.100178</a:t>
            </a:r>
            <a:endParaRPr lang="en-US" dirty="0"/>
          </a:p>
        </p:txBody>
      </p:sp>
      <p:sp>
        <p:nvSpPr>
          <p:cNvPr id="2054" name="Rectangle 4"/>
          <p:cNvSpPr>
            <a:spLocks noChangeArrowheads="1"/>
          </p:cNvSpPr>
          <p:nvPr/>
        </p:nvSpPr>
        <p:spPr bwMode="auto">
          <a:xfrm>
            <a:off x="5918962" y="135874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55" name="TextBox 3"/>
          <p:cNvSpPr txBox="1"/>
          <p:nvPr/>
        </p:nvSpPr>
        <p:spPr>
          <a:xfrm>
            <a:off x="6072225" y="132994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197,637</a:t>
            </a:r>
            <a:endParaRPr lang="en-US" dirty="0"/>
          </a:p>
        </p:txBody>
      </p:sp>
      <p:sp>
        <p:nvSpPr>
          <p:cNvPr id="2056" name="Rectangle 4"/>
          <p:cNvSpPr>
            <a:spLocks noChangeArrowheads="1"/>
          </p:cNvSpPr>
          <p:nvPr/>
        </p:nvSpPr>
        <p:spPr bwMode="auto">
          <a:xfrm>
            <a:off x="6566408" y="135874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57" name="TextBox 3"/>
          <p:cNvSpPr txBox="1"/>
          <p:nvPr/>
        </p:nvSpPr>
        <p:spPr>
          <a:xfrm>
            <a:off x="6719671" y="132994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196,267</a:t>
            </a:r>
            <a:endParaRPr lang="en-US" dirty="0"/>
          </a:p>
        </p:txBody>
      </p:sp>
      <p:sp>
        <p:nvSpPr>
          <p:cNvPr id="2058" name="Rectangle 4"/>
          <p:cNvSpPr>
            <a:spLocks noChangeArrowheads="1"/>
          </p:cNvSpPr>
          <p:nvPr/>
        </p:nvSpPr>
        <p:spPr bwMode="auto">
          <a:xfrm>
            <a:off x="7213854" y="135874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59" name="TextBox 3"/>
          <p:cNvSpPr txBox="1"/>
          <p:nvPr/>
        </p:nvSpPr>
        <p:spPr>
          <a:xfrm>
            <a:off x="7367118" y="132994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196,258</a:t>
            </a:r>
            <a:endParaRPr lang="en-US" dirty="0"/>
          </a:p>
        </p:txBody>
      </p:sp>
      <p:sp>
        <p:nvSpPr>
          <p:cNvPr id="2060" name="Rectangle 4"/>
          <p:cNvSpPr>
            <a:spLocks noChangeArrowheads="1"/>
          </p:cNvSpPr>
          <p:nvPr/>
        </p:nvSpPr>
        <p:spPr bwMode="auto">
          <a:xfrm>
            <a:off x="7861300" y="1358747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61" name="Rectangle 4"/>
          <p:cNvSpPr>
            <a:spLocks noChangeArrowheads="1"/>
          </p:cNvSpPr>
          <p:nvPr/>
        </p:nvSpPr>
        <p:spPr bwMode="auto">
          <a:xfrm>
            <a:off x="8094497" y="1358747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62" name="Rectangle 4"/>
          <p:cNvSpPr>
            <a:spLocks noChangeArrowheads="1"/>
          </p:cNvSpPr>
          <p:nvPr/>
        </p:nvSpPr>
        <p:spPr bwMode="auto">
          <a:xfrm>
            <a:off x="8333384" y="1358747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63" name="TextBox 3"/>
          <p:cNvSpPr txBox="1"/>
          <p:nvPr/>
        </p:nvSpPr>
        <p:spPr>
          <a:xfrm>
            <a:off x="8650986" y="132994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</a:t>
            </a:r>
            <a:endParaRPr lang="en-US" dirty="0"/>
          </a:p>
        </p:txBody>
      </p:sp>
      <p:sp>
        <p:nvSpPr>
          <p:cNvPr id="2064" name="Rectangle 4"/>
          <p:cNvSpPr>
            <a:spLocks noChangeArrowheads="1"/>
          </p:cNvSpPr>
          <p:nvPr/>
        </p:nvSpPr>
        <p:spPr bwMode="auto">
          <a:xfrm>
            <a:off x="878255" y="1636509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65" name="TextBox 3"/>
          <p:cNvSpPr txBox="1"/>
          <p:nvPr/>
        </p:nvSpPr>
        <p:spPr>
          <a:xfrm>
            <a:off x="827455" y="160770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8470140</a:t>
            </a:r>
            <a:endParaRPr lang="en-US" dirty="0"/>
          </a:p>
        </p:txBody>
      </p:sp>
      <p:sp>
        <p:nvSpPr>
          <p:cNvPr id="2066" name="Rectangle 4"/>
          <p:cNvSpPr>
            <a:spLocks noChangeArrowheads="1"/>
          </p:cNvSpPr>
          <p:nvPr/>
        </p:nvSpPr>
        <p:spPr bwMode="auto">
          <a:xfrm>
            <a:off x="1365758" y="1636509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67" name="TextBox 3"/>
          <p:cNvSpPr txBox="1"/>
          <p:nvPr/>
        </p:nvSpPr>
        <p:spPr>
          <a:xfrm>
            <a:off x="1314958" y="160770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2068" name="TextBox 3"/>
          <p:cNvSpPr txBox="1"/>
          <p:nvPr/>
        </p:nvSpPr>
        <p:spPr>
          <a:xfrm>
            <a:off x="1314958" y="1725155"/>
            <a:ext cx="8835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Communication</a:t>
            </a:r>
            <a:endParaRPr lang="en-US" dirty="0"/>
          </a:p>
        </p:txBody>
      </p:sp>
      <p:sp>
        <p:nvSpPr>
          <p:cNvPr id="2069" name="Rectangle 4"/>
          <p:cNvSpPr>
            <a:spLocks noChangeArrowheads="1"/>
          </p:cNvSpPr>
          <p:nvPr/>
        </p:nvSpPr>
        <p:spPr bwMode="auto">
          <a:xfrm>
            <a:off x="2163546" y="1636509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70" name="TextBox 3"/>
          <p:cNvSpPr txBox="1"/>
          <p:nvPr/>
        </p:nvSpPr>
        <p:spPr>
          <a:xfrm>
            <a:off x="2112746" y="160770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2071" name="Rectangle 4"/>
          <p:cNvSpPr>
            <a:spLocks noChangeArrowheads="1"/>
          </p:cNvSpPr>
          <p:nvPr/>
        </p:nvSpPr>
        <p:spPr bwMode="auto">
          <a:xfrm>
            <a:off x="2622702" y="1636509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72" name="TextBox 3"/>
          <p:cNvSpPr txBox="1"/>
          <p:nvPr/>
        </p:nvSpPr>
        <p:spPr>
          <a:xfrm>
            <a:off x="2571902" y="1607705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2073" name="TextBox 3"/>
          <p:cNvSpPr txBox="1"/>
          <p:nvPr/>
        </p:nvSpPr>
        <p:spPr>
          <a:xfrm>
            <a:off x="2571902" y="1725155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2074" name="Rectangle 4"/>
          <p:cNvSpPr>
            <a:spLocks noChangeArrowheads="1"/>
          </p:cNvSpPr>
          <p:nvPr/>
        </p:nvSpPr>
        <p:spPr bwMode="auto">
          <a:xfrm>
            <a:off x="3680282" y="1636509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75" name="TextBox 3"/>
          <p:cNvSpPr txBox="1"/>
          <p:nvPr/>
        </p:nvSpPr>
        <p:spPr>
          <a:xfrm>
            <a:off x="3629482" y="160770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847.8470140.1.415110.000000.847001.100178</a:t>
            </a:r>
            <a:endParaRPr lang="en-US" dirty="0"/>
          </a:p>
        </p:txBody>
      </p:sp>
      <p:sp>
        <p:nvSpPr>
          <p:cNvPr id="2076" name="Rectangle 4"/>
          <p:cNvSpPr>
            <a:spLocks noChangeArrowheads="1"/>
          </p:cNvSpPr>
          <p:nvPr/>
        </p:nvSpPr>
        <p:spPr bwMode="auto">
          <a:xfrm>
            <a:off x="5918962" y="163650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77" name="TextBox 3"/>
          <p:cNvSpPr txBox="1"/>
          <p:nvPr/>
        </p:nvSpPr>
        <p:spPr>
          <a:xfrm>
            <a:off x="5987491" y="16077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1,078,220</a:t>
            </a:r>
            <a:endParaRPr lang="en-US" dirty="0"/>
          </a:p>
        </p:txBody>
      </p:sp>
      <p:sp>
        <p:nvSpPr>
          <p:cNvPr id="2078" name="Rectangle 4"/>
          <p:cNvSpPr>
            <a:spLocks noChangeArrowheads="1"/>
          </p:cNvSpPr>
          <p:nvPr/>
        </p:nvSpPr>
        <p:spPr bwMode="auto">
          <a:xfrm>
            <a:off x="6566408" y="163650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79" name="TextBox 3"/>
          <p:cNvSpPr txBox="1"/>
          <p:nvPr/>
        </p:nvSpPr>
        <p:spPr>
          <a:xfrm>
            <a:off x="6634937" y="16077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1,058,142</a:t>
            </a:r>
            <a:endParaRPr lang="en-US" dirty="0"/>
          </a:p>
        </p:txBody>
      </p:sp>
      <p:sp>
        <p:nvSpPr>
          <p:cNvPr id="2080" name="Rectangle 4"/>
          <p:cNvSpPr>
            <a:spLocks noChangeArrowheads="1"/>
          </p:cNvSpPr>
          <p:nvPr/>
        </p:nvSpPr>
        <p:spPr bwMode="auto">
          <a:xfrm>
            <a:off x="7213854" y="163650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81" name="TextBox 3"/>
          <p:cNvSpPr txBox="1"/>
          <p:nvPr/>
        </p:nvSpPr>
        <p:spPr>
          <a:xfrm>
            <a:off x="7282383" y="16077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1,058,141</a:t>
            </a:r>
            <a:endParaRPr lang="en-US" dirty="0"/>
          </a:p>
        </p:txBody>
      </p:sp>
      <p:sp>
        <p:nvSpPr>
          <p:cNvPr id="2082" name="Rectangle 4"/>
          <p:cNvSpPr>
            <a:spLocks noChangeArrowheads="1"/>
          </p:cNvSpPr>
          <p:nvPr/>
        </p:nvSpPr>
        <p:spPr bwMode="auto">
          <a:xfrm>
            <a:off x="7861300" y="1636509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83" name="Rectangle 4"/>
          <p:cNvSpPr>
            <a:spLocks noChangeArrowheads="1"/>
          </p:cNvSpPr>
          <p:nvPr/>
        </p:nvSpPr>
        <p:spPr bwMode="auto">
          <a:xfrm>
            <a:off x="8094497" y="1636509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84" name="Rectangle 4"/>
          <p:cNvSpPr>
            <a:spLocks noChangeArrowheads="1"/>
          </p:cNvSpPr>
          <p:nvPr/>
        </p:nvSpPr>
        <p:spPr bwMode="auto">
          <a:xfrm>
            <a:off x="8333384" y="1636509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85" name="TextBox 3"/>
          <p:cNvSpPr txBox="1"/>
          <p:nvPr/>
        </p:nvSpPr>
        <p:spPr>
          <a:xfrm>
            <a:off x="8650986" y="160770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2086" name="Rectangle 4"/>
          <p:cNvSpPr>
            <a:spLocks noChangeArrowheads="1"/>
          </p:cNvSpPr>
          <p:nvPr/>
        </p:nvSpPr>
        <p:spPr bwMode="auto">
          <a:xfrm>
            <a:off x="878255" y="1914271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87" name="TextBox 3"/>
          <p:cNvSpPr txBox="1"/>
          <p:nvPr/>
        </p:nvSpPr>
        <p:spPr>
          <a:xfrm>
            <a:off x="827455" y="188546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8470140</a:t>
            </a:r>
            <a:endParaRPr lang="en-US" dirty="0"/>
          </a:p>
        </p:txBody>
      </p:sp>
      <p:sp>
        <p:nvSpPr>
          <p:cNvPr id="2088" name="Rectangle 4"/>
          <p:cNvSpPr>
            <a:spLocks noChangeArrowheads="1"/>
          </p:cNvSpPr>
          <p:nvPr/>
        </p:nvSpPr>
        <p:spPr bwMode="auto">
          <a:xfrm>
            <a:off x="1365758" y="1914271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89" name="TextBox 3"/>
          <p:cNvSpPr txBox="1"/>
          <p:nvPr/>
        </p:nvSpPr>
        <p:spPr>
          <a:xfrm>
            <a:off x="1314958" y="1885467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2090" name="TextBox 3"/>
          <p:cNvSpPr txBox="1"/>
          <p:nvPr/>
        </p:nvSpPr>
        <p:spPr>
          <a:xfrm>
            <a:off x="1314958" y="2002917"/>
            <a:ext cx="8835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Communication</a:t>
            </a:r>
            <a:endParaRPr lang="en-US" dirty="0"/>
          </a:p>
        </p:txBody>
      </p:sp>
      <p:sp>
        <p:nvSpPr>
          <p:cNvPr id="2091" name="Rectangle 4"/>
          <p:cNvSpPr>
            <a:spLocks noChangeArrowheads="1"/>
          </p:cNvSpPr>
          <p:nvPr/>
        </p:nvSpPr>
        <p:spPr bwMode="auto">
          <a:xfrm>
            <a:off x="2163546" y="1914271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92" name="TextBox 3"/>
          <p:cNvSpPr txBox="1"/>
          <p:nvPr/>
        </p:nvSpPr>
        <p:spPr>
          <a:xfrm>
            <a:off x="2112746" y="188546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2093" name="Rectangle 4"/>
          <p:cNvSpPr>
            <a:spLocks noChangeArrowheads="1"/>
          </p:cNvSpPr>
          <p:nvPr/>
        </p:nvSpPr>
        <p:spPr bwMode="auto">
          <a:xfrm>
            <a:off x="2622702" y="1914271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94" name="TextBox 3"/>
          <p:cNvSpPr txBox="1"/>
          <p:nvPr/>
        </p:nvSpPr>
        <p:spPr>
          <a:xfrm>
            <a:off x="2571902" y="1885467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2095" name="TextBox 3"/>
          <p:cNvSpPr txBox="1"/>
          <p:nvPr/>
        </p:nvSpPr>
        <p:spPr>
          <a:xfrm>
            <a:off x="2571902" y="2002917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2096" name="Rectangle 4"/>
          <p:cNvSpPr>
            <a:spLocks noChangeArrowheads="1"/>
          </p:cNvSpPr>
          <p:nvPr/>
        </p:nvSpPr>
        <p:spPr bwMode="auto">
          <a:xfrm>
            <a:off x="3680282" y="1914271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97" name="TextBox 3"/>
          <p:cNvSpPr txBox="1"/>
          <p:nvPr/>
        </p:nvSpPr>
        <p:spPr>
          <a:xfrm>
            <a:off x="3629482" y="188546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847.8470140.1.416110.000000.847001.100178</a:t>
            </a:r>
            <a:endParaRPr lang="en-US" dirty="0"/>
          </a:p>
        </p:txBody>
      </p:sp>
      <p:sp>
        <p:nvSpPr>
          <p:cNvPr id="2098" name="Rectangle 4"/>
          <p:cNvSpPr>
            <a:spLocks noChangeArrowheads="1"/>
          </p:cNvSpPr>
          <p:nvPr/>
        </p:nvSpPr>
        <p:spPr bwMode="auto">
          <a:xfrm>
            <a:off x="5918962" y="191427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099" name="TextBox 3"/>
          <p:cNvSpPr txBox="1"/>
          <p:nvPr/>
        </p:nvSpPr>
        <p:spPr>
          <a:xfrm>
            <a:off x="6072225" y="188546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127,275</a:t>
            </a:r>
            <a:endParaRPr lang="en-US" dirty="0"/>
          </a:p>
        </p:txBody>
      </p:sp>
      <p:sp>
        <p:nvSpPr>
          <p:cNvPr id="2100" name="Rectangle 4"/>
          <p:cNvSpPr>
            <a:spLocks noChangeArrowheads="1"/>
          </p:cNvSpPr>
          <p:nvPr/>
        </p:nvSpPr>
        <p:spPr bwMode="auto">
          <a:xfrm>
            <a:off x="6566408" y="191427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01" name="TextBox 3"/>
          <p:cNvSpPr txBox="1"/>
          <p:nvPr/>
        </p:nvSpPr>
        <p:spPr>
          <a:xfrm>
            <a:off x="6776161" y="188546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87,555</a:t>
            </a:r>
            <a:endParaRPr lang="en-US" dirty="0"/>
          </a:p>
        </p:txBody>
      </p:sp>
      <p:sp>
        <p:nvSpPr>
          <p:cNvPr id="2102" name="Rectangle 4"/>
          <p:cNvSpPr>
            <a:spLocks noChangeArrowheads="1"/>
          </p:cNvSpPr>
          <p:nvPr/>
        </p:nvSpPr>
        <p:spPr bwMode="auto">
          <a:xfrm>
            <a:off x="7213854" y="191427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03" name="TextBox 3"/>
          <p:cNvSpPr txBox="1"/>
          <p:nvPr/>
        </p:nvSpPr>
        <p:spPr>
          <a:xfrm>
            <a:off x="7423607" y="188546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87,547</a:t>
            </a:r>
            <a:endParaRPr lang="en-US" dirty="0"/>
          </a:p>
        </p:txBody>
      </p:sp>
      <p:sp>
        <p:nvSpPr>
          <p:cNvPr id="2104" name="Rectangle 4"/>
          <p:cNvSpPr>
            <a:spLocks noChangeArrowheads="1"/>
          </p:cNvSpPr>
          <p:nvPr/>
        </p:nvSpPr>
        <p:spPr bwMode="auto">
          <a:xfrm>
            <a:off x="7861300" y="1914271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05" name="Rectangle 4"/>
          <p:cNvSpPr>
            <a:spLocks noChangeArrowheads="1"/>
          </p:cNvSpPr>
          <p:nvPr/>
        </p:nvSpPr>
        <p:spPr bwMode="auto">
          <a:xfrm>
            <a:off x="8094497" y="1914271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06" name="Rectangle 4"/>
          <p:cNvSpPr>
            <a:spLocks noChangeArrowheads="1"/>
          </p:cNvSpPr>
          <p:nvPr/>
        </p:nvSpPr>
        <p:spPr bwMode="auto">
          <a:xfrm>
            <a:off x="8333384" y="1914271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07" name="TextBox 3"/>
          <p:cNvSpPr txBox="1"/>
          <p:nvPr/>
        </p:nvSpPr>
        <p:spPr>
          <a:xfrm>
            <a:off x="8650986" y="188546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</a:t>
            </a:r>
            <a:endParaRPr lang="en-US" dirty="0"/>
          </a:p>
        </p:txBody>
      </p:sp>
      <p:sp>
        <p:nvSpPr>
          <p:cNvPr id="2108" name="Rectangle 4"/>
          <p:cNvSpPr>
            <a:spLocks noChangeArrowheads="1"/>
          </p:cNvSpPr>
          <p:nvPr/>
        </p:nvSpPr>
        <p:spPr bwMode="auto">
          <a:xfrm>
            <a:off x="878255" y="2192032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09" name="TextBox 3"/>
          <p:cNvSpPr txBox="1"/>
          <p:nvPr/>
        </p:nvSpPr>
        <p:spPr>
          <a:xfrm>
            <a:off x="827455" y="216322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8470140</a:t>
            </a:r>
            <a:endParaRPr lang="en-US" dirty="0"/>
          </a:p>
        </p:txBody>
      </p:sp>
      <p:sp>
        <p:nvSpPr>
          <p:cNvPr id="2110" name="Rectangle 4"/>
          <p:cNvSpPr>
            <a:spLocks noChangeArrowheads="1"/>
          </p:cNvSpPr>
          <p:nvPr/>
        </p:nvSpPr>
        <p:spPr bwMode="auto">
          <a:xfrm>
            <a:off x="1365758" y="2192032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11" name="TextBox 3"/>
          <p:cNvSpPr txBox="1"/>
          <p:nvPr/>
        </p:nvSpPr>
        <p:spPr>
          <a:xfrm>
            <a:off x="1314958" y="2163229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2112" name="TextBox 3"/>
          <p:cNvSpPr txBox="1"/>
          <p:nvPr/>
        </p:nvSpPr>
        <p:spPr>
          <a:xfrm>
            <a:off x="1314958" y="2280678"/>
            <a:ext cx="8835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Communication</a:t>
            </a:r>
            <a:endParaRPr lang="en-US" dirty="0"/>
          </a:p>
        </p:txBody>
      </p:sp>
      <p:sp>
        <p:nvSpPr>
          <p:cNvPr id="2113" name="Rectangle 4"/>
          <p:cNvSpPr>
            <a:spLocks noChangeArrowheads="1"/>
          </p:cNvSpPr>
          <p:nvPr/>
        </p:nvSpPr>
        <p:spPr bwMode="auto">
          <a:xfrm>
            <a:off x="2163546" y="2192032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14" name="TextBox 3"/>
          <p:cNvSpPr txBox="1"/>
          <p:nvPr/>
        </p:nvSpPr>
        <p:spPr>
          <a:xfrm>
            <a:off x="2112746" y="216322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2115" name="Rectangle 4"/>
          <p:cNvSpPr>
            <a:spLocks noChangeArrowheads="1"/>
          </p:cNvSpPr>
          <p:nvPr/>
        </p:nvSpPr>
        <p:spPr bwMode="auto">
          <a:xfrm>
            <a:off x="2622702" y="2192032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16" name="TextBox 3"/>
          <p:cNvSpPr txBox="1"/>
          <p:nvPr/>
        </p:nvSpPr>
        <p:spPr>
          <a:xfrm>
            <a:off x="2571902" y="2163229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2117" name="TextBox 3"/>
          <p:cNvSpPr txBox="1"/>
          <p:nvPr/>
        </p:nvSpPr>
        <p:spPr>
          <a:xfrm>
            <a:off x="2571902" y="2280678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2118" name="Rectangle 4"/>
          <p:cNvSpPr>
            <a:spLocks noChangeArrowheads="1"/>
          </p:cNvSpPr>
          <p:nvPr/>
        </p:nvSpPr>
        <p:spPr bwMode="auto">
          <a:xfrm>
            <a:off x="3680282" y="2192032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19" name="TextBox 3"/>
          <p:cNvSpPr txBox="1"/>
          <p:nvPr/>
        </p:nvSpPr>
        <p:spPr>
          <a:xfrm>
            <a:off x="3629482" y="216322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847.8470140.1.416310.000000.847001.100178</a:t>
            </a:r>
            <a:endParaRPr lang="en-US" dirty="0"/>
          </a:p>
        </p:txBody>
      </p:sp>
      <p:sp>
        <p:nvSpPr>
          <p:cNvPr id="2120" name="Rectangle 4"/>
          <p:cNvSpPr>
            <a:spLocks noChangeArrowheads="1"/>
          </p:cNvSpPr>
          <p:nvPr/>
        </p:nvSpPr>
        <p:spPr bwMode="auto">
          <a:xfrm>
            <a:off x="5918962" y="219203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21" name="TextBox 3"/>
          <p:cNvSpPr txBox="1"/>
          <p:nvPr/>
        </p:nvSpPr>
        <p:spPr>
          <a:xfrm>
            <a:off x="6072225" y="216322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220,609</a:t>
            </a:r>
            <a:endParaRPr lang="en-US" dirty="0"/>
          </a:p>
        </p:txBody>
      </p:sp>
      <p:sp>
        <p:nvSpPr>
          <p:cNvPr id="2122" name="Rectangle 4"/>
          <p:cNvSpPr>
            <a:spLocks noChangeArrowheads="1"/>
          </p:cNvSpPr>
          <p:nvPr/>
        </p:nvSpPr>
        <p:spPr bwMode="auto">
          <a:xfrm>
            <a:off x="6566408" y="219203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23" name="TextBox 3"/>
          <p:cNvSpPr txBox="1"/>
          <p:nvPr/>
        </p:nvSpPr>
        <p:spPr>
          <a:xfrm>
            <a:off x="6719671" y="216322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106,309</a:t>
            </a:r>
            <a:endParaRPr lang="en-US" dirty="0"/>
          </a:p>
        </p:txBody>
      </p:sp>
      <p:sp>
        <p:nvSpPr>
          <p:cNvPr id="2124" name="Rectangle 4"/>
          <p:cNvSpPr>
            <a:spLocks noChangeArrowheads="1"/>
          </p:cNvSpPr>
          <p:nvPr/>
        </p:nvSpPr>
        <p:spPr bwMode="auto">
          <a:xfrm>
            <a:off x="7213854" y="219203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25" name="TextBox 3"/>
          <p:cNvSpPr txBox="1"/>
          <p:nvPr/>
        </p:nvSpPr>
        <p:spPr>
          <a:xfrm>
            <a:off x="7367118" y="216322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106,288</a:t>
            </a:r>
            <a:endParaRPr lang="en-US" dirty="0"/>
          </a:p>
        </p:txBody>
      </p:sp>
      <p:sp>
        <p:nvSpPr>
          <p:cNvPr id="2126" name="Rectangle 4"/>
          <p:cNvSpPr>
            <a:spLocks noChangeArrowheads="1"/>
          </p:cNvSpPr>
          <p:nvPr/>
        </p:nvSpPr>
        <p:spPr bwMode="auto">
          <a:xfrm>
            <a:off x="7861300" y="2192032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27" name="Rectangle 4"/>
          <p:cNvSpPr>
            <a:spLocks noChangeArrowheads="1"/>
          </p:cNvSpPr>
          <p:nvPr/>
        </p:nvSpPr>
        <p:spPr bwMode="auto">
          <a:xfrm>
            <a:off x="8094497" y="2192032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28" name="Rectangle 4"/>
          <p:cNvSpPr>
            <a:spLocks noChangeArrowheads="1"/>
          </p:cNvSpPr>
          <p:nvPr/>
        </p:nvSpPr>
        <p:spPr bwMode="auto">
          <a:xfrm>
            <a:off x="8333384" y="2192032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29" name="TextBox 3"/>
          <p:cNvSpPr txBox="1"/>
          <p:nvPr/>
        </p:nvSpPr>
        <p:spPr>
          <a:xfrm>
            <a:off x="8594496" y="2163229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</a:t>
            </a:r>
            <a:endParaRPr lang="en-US" dirty="0"/>
          </a:p>
        </p:txBody>
      </p:sp>
      <p:sp>
        <p:nvSpPr>
          <p:cNvPr id="2130" name="Rectangle 4"/>
          <p:cNvSpPr>
            <a:spLocks noChangeArrowheads="1"/>
          </p:cNvSpPr>
          <p:nvPr/>
        </p:nvSpPr>
        <p:spPr bwMode="auto">
          <a:xfrm>
            <a:off x="878255" y="2469794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131" name="TextBox 3"/>
          <p:cNvSpPr txBox="1"/>
          <p:nvPr/>
        </p:nvSpPr>
        <p:spPr>
          <a:xfrm>
            <a:off x="827455" y="244099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8470140</a:t>
            </a:r>
            <a:endParaRPr lang="en-US" dirty="0"/>
          </a:p>
        </p:txBody>
      </p:sp>
      <p:sp>
        <p:nvSpPr>
          <p:cNvPr id="2132" name="TextBox 3"/>
          <p:cNvSpPr txBox="1"/>
          <p:nvPr/>
        </p:nvSpPr>
        <p:spPr>
          <a:xfrm>
            <a:off x="827455" y="2558440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2133" name="Rectangle 4"/>
          <p:cNvSpPr>
            <a:spLocks noChangeArrowheads="1"/>
          </p:cNvSpPr>
          <p:nvPr/>
        </p:nvSpPr>
        <p:spPr bwMode="auto">
          <a:xfrm>
            <a:off x="1365758" y="2469794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134" name="Rectangle 4"/>
          <p:cNvSpPr>
            <a:spLocks noChangeArrowheads="1"/>
          </p:cNvSpPr>
          <p:nvPr/>
        </p:nvSpPr>
        <p:spPr bwMode="auto">
          <a:xfrm>
            <a:off x="2163546" y="2469794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135" name="Rectangle 4"/>
          <p:cNvSpPr>
            <a:spLocks noChangeArrowheads="1"/>
          </p:cNvSpPr>
          <p:nvPr/>
        </p:nvSpPr>
        <p:spPr bwMode="auto">
          <a:xfrm>
            <a:off x="2622702" y="2469794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136" name="Rectangle 4"/>
          <p:cNvSpPr>
            <a:spLocks noChangeArrowheads="1"/>
          </p:cNvSpPr>
          <p:nvPr/>
        </p:nvSpPr>
        <p:spPr bwMode="auto">
          <a:xfrm>
            <a:off x="3680282" y="2469794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137" name="Rectangle 4"/>
          <p:cNvSpPr>
            <a:spLocks noChangeArrowheads="1"/>
          </p:cNvSpPr>
          <p:nvPr/>
        </p:nvSpPr>
        <p:spPr bwMode="auto">
          <a:xfrm>
            <a:off x="5918962" y="2469794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138" name="TextBox 3"/>
          <p:cNvSpPr txBox="1"/>
          <p:nvPr/>
        </p:nvSpPr>
        <p:spPr>
          <a:xfrm>
            <a:off x="5931001" y="2440991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15,251,338</a:t>
            </a:r>
            <a:endParaRPr lang="en-US" dirty="0"/>
          </a:p>
        </p:txBody>
      </p:sp>
      <p:sp>
        <p:nvSpPr>
          <p:cNvPr id="2139" name="Rectangle 4"/>
          <p:cNvSpPr>
            <a:spLocks noChangeArrowheads="1"/>
          </p:cNvSpPr>
          <p:nvPr/>
        </p:nvSpPr>
        <p:spPr bwMode="auto">
          <a:xfrm>
            <a:off x="6566408" y="2469794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140" name="TextBox 3"/>
          <p:cNvSpPr txBox="1"/>
          <p:nvPr/>
        </p:nvSpPr>
        <p:spPr>
          <a:xfrm>
            <a:off x="6578447" y="2440991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14,179,560</a:t>
            </a:r>
            <a:endParaRPr lang="en-US" dirty="0"/>
          </a:p>
        </p:txBody>
      </p:sp>
      <p:sp>
        <p:nvSpPr>
          <p:cNvPr id="2141" name="Rectangle 4"/>
          <p:cNvSpPr>
            <a:spLocks noChangeArrowheads="1"/>
          </p:cNvSpPr>
          <p:nvPr/>
        </p:nvSpPr>
        <p:spPr bwMode="auto">
          <a:xfrm>
            <a:off x="7213854" y="2469794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142" name="TextBox 3"/>
          <p:cNvSpPr txBox="1"/>
          <p:nvPr/>
        </p:nvSpPr>
        <p:spPr>
          <a:xfrm>
            <a:off x="7225894" y="2440991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14,179,150</a:t>
            </a:r>
            <a:endParaRPr lang="en-US" dirty="0"/>
          </a:p>
        </p:txBody>
      </p:sp>
      <p:sp>
        <p:nvSpPr>
          <p:cNvPr id="2143" name="Rectangle 4"/>
          <p:cNvSpPr>
            <a:spLocks noChangeArrowheads="1"/>
          </p:cNvSpPr>
          <p:nvPr/>
        </p:nvSpPr>
        <p:spPr bwMode="auto">
          <a:xfrm>
            <a:off x="7861300" y="2469794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144" name="TextBox 3"/>
          <p:cNvSpPr txBox="1"/>
          <p:nvPr/>
        </p:nvSpPr>
        <p:spPr>
          <a:xfrm>
            <a:off x="7911008" y="244099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2145" name="Rectangle 4"/>
          <p:cNvSpPr>
            <a:spLocks noChangeArrowheads="1"/>
          </p:cNvSpPr>
          <p:nvPr/>
        </p:nvSpPr>
        <p:spPr bwMode="auto">
          <a:xfrm>
            <a:off x="8094497" y="2469794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146" name="TextBox 3"/>
          <p:cNvSpPr txBox="1"/>
          <p:nvPr/>
        </p:nvSpPr>
        <p:spPr>
          <a:xfrm>
            <a:off x="8149894" y="244099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2147" name="Rectangle 4"/>
          <p:cNvSpPr>
            <a:spLocks noChangeArrowheads="1"/>
          </p:cNvSpPr>
          <p:nvPr/>
        </p:nvSpPr>
        <p:spPr bwMode="auto">
          <a:xfrm>
            <a:off x="8333384" y="2469794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148" name="TextBox 3"/>
          <p:cNvSpPr txBox="1"/>
          <p:nvPr/>
        </p:nvSpPr>
        <p:spPr>
          <a:xfrm>
            <a:off x="8538006" y="2440991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410</a:t>
            </a:r>
            <a:endParaRPr lang="en-US" dirty="0"/>
          </a:p>
        </p:txBody>
      </p:sp>
      <p:sp>
        <p:nvSpPr>
          <p:cNvPr id="2149" name="Rectangle 4"/>
          <p:cNvSpPr>
            <a:spLocks noChangeArrowheads="1"/>
          </p:cNvSpPr>
          <p:nvPr/>
        </p:nvSpPr>
        <p:spPr bwMode="auto">
          <a:xfrm>
            <a:off x="878255" y="2747556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50" name="TextBox 3"/>
          <p:cNvSpPr txBox="1"/>
          <p:nvPr/>
        </p:nvSpPr>
        <p:spPr>
          <a:xfrm>
            <a:off x="827455" y="271875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8470150</a:t>
            </a:r>
            <a:endParaRPr lang="en-US" dirty="0"/>
          </a:p>
        </p:txBody>
      </p:sp>
      <p:sp>
        <p:nvSpPr>
          <p:cNvPr id="2151" name="Rectangle 4"/>
          <p:cNvSpPr>
            <a:spLocks noChangeArrowheads="1"/>
          </p:cNvSpPr>
          <p:nvPr/>
        </p:nvSpPr>
        <p:spPr bwMode="auto">
          <a:xfrm>
            <a:off x="1365758" y="2747556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52" name="TextBox 3"/>
          <p:cNvSpPr txBox="1"/>
          <p:nvPr/>
        </p:nvSpPr>
        <p:spPr>
          <a:xfrm>
            <a:off x="1314958" y="2718752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2153" name="TextBox 3"/>
          <p:cNvSpPr txBox="1"/>
          <p:nvPr/>
        </p:nvSpPr>
        <p:spPr>
          <a:xfrm>
            <a:off x="1314958" y="2836202"/>
            <a:ext cx="5674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General </a:t>
            </a:r>
            <a:endParaRPr lang="en-US" dirty="0"/>
          </a:p>
        </p:txBody>
      </p:sp>
      <p:sp>
        <p:nvSpPr>
          <p:cNvPr id="2154" name="TextBox 3"/>
          <p:cNvSpPr txBox="1"/>
          <p:nvPr/>
        </p:nvSpPr>
        <p:spPr>
          <a:xfrm>
            <a:off x="1314958" y="2953652"/>
            <a:ext cx="5504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Counsel</a:t>
            </a:r>
            <a:endParaRPr lang="en-US" dirty="0"/>
          </a:p>
        </p:txBody>
      </p:sp>
      <p:sp>
        <p:nvSpPr>
          <p:cNvPr id="2155" name="Rectangle 4"/>
          <p:cNvSpPr>
            <a:spLocks noChangeArrowheads="1"/>
          </p:cNvSpPr>
          <p:nvPr/>
        </p:nvSpPr>
        <p:spPr bwMode="auto">
          <a:xfrm>
            <a:off x="2163546" y="2747556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56" name="TextBox 3"/>
          <p:cNvSpPr txBox="1"/>
          <p:nvPr/>
        </p:nvSpPr>
        <p:spPr>
          <a:xfrm>
            <a:off x="2112746" y="271875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412110</a:t>
            </a:r>
            <a:endParaRPr lang="en-US" dirty="0"/>
          </a:p>
        </p:txBody>
      </p:sp>
      <p:sp>
        <p:nvSpPr>
          <p:cNvPr id="2157" name="Rectangle 4"/>
          <p:cNvSpPr>
            <a:spLocks noChangeArrowheads="1"/>
          </p:cNvSpPr>
          <p:nvPr/>
        </p:nvSpPr>
        <p:spPr bwMode="auto">
          <a:xfrm>
            <a:off x="2622702" y="2747556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58" name="TextBox 3"/>
          <p:cNvSpPr txBox="1"/>
          <p:nvPr/>
        </p:nvSpPr>
        <p:spPr>
          <a:xfrm>
            <a:off x="2571902" y="2718752"/>
            <a:ext cx="105308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Consolidated pay - </a:t>
            </a:r>
            <a:endParaRPr lang="en-US" dirty="0"/>
          </a:p>
        </p:txBody>
      </p:sp>
      <p:sp>
        <p:nvSpPr>
          <p:cNvPr id="2159" name="TextBox 3"/>
          <p:cNvSpPr txBox="1"/>
          <p:nvPr/>
        </p:nvSpPr>
        <p:spPr>
          <a:xfrm>
            <a:off x="2571902" y="2836202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2160" name="TextBox 3"/>
          <p:cNvSpPr txBox="1"/>
          <p:nvPr/>
        </p:nvSpPr>
        <p:spPr>
          <a:xfrm>
            <a:off x="2571902" y="2953652"/>
            <a:ext cx="10585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(combined salaries </a:t>
            </a:r>
            <a:endParaRPr lang="en-US" dirty="0"/>
          </a:p>
        </p:txBody>
      </p:sp>
      <p:sp>
        <p:nvSpPr>
          <p:cNvPr id="2161" name="TextBox 3"/>
          <p:cNvSpPr txBox="1"/>
          <p:nvPr/>
        </p:nvSpPr>
        <p:spPr>
          <a:xfrm>
            <a:off x="2571902" y="3071101"/>
            <a:ext cx="9118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and allowances)</a:t>
            </a:r>
            <a:endParaRPr lang="en-US" dirty="0"/>
          </a:p>
        </p:txBody>
      </p:sp>
      <p:sp>
        <p:nvSpPr>
          <p:cNvPr id="2162" name="Rectangle 4"/>
          <p:cNvSpPr>
            <a:spLocks noChangeArrowheads="1"/>
          </p:cNvSpPr>
          <p:nvPr/>
        </p:nvSpPr>
        <p:spPr bwMode="auto">
          <a:xfrm>
            <a:off x="3680282" y="2747556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63" name="TextBox 3"/>
          <p:cNvSpPr txBox="1"/>
          <p:nvPr/>
        </p:nvSpPr>
        <p:spPr>
          <a:xfrm>
            <a:off x="3629482" y="271875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847.8470150.1.412110.000000.847001.100178</a:t>
            </a:r>
            <a:endParaRPr lang="en-US" dirty="0"/>
          </a:p>
        </p:txBody>
      </p:sp>
      <p:sp>
        <p:nvSpPr>
          <p:cNvPr id="2164" name="Rectangle 4"/>
          <p:cNvSpPr>
            <a:spLocks noChangeArrowheads="1"/>
          </p:cNvSpPr>
          <p:nvPr/>
        </p:nvSpPr>
        <p:spPr bwMode="auto">
          <a:xfrm>
            <a:off x="5918962" y="274755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65" name="TextBox 3"/>
          <p:cNvSpPr txBox="1"/>
          <p:nvPr/>
        </p:nvSpPr>
        <p:spPr>
          <a:xfrm>
            <a:off x="6072225" y="271875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312,000</a:t>
            </a:r>
            <a:endParaRPr lang="en-US" dirty="0"/>
          </a:p>
        </p:txBody>
      </p:sp>
      <p:sp>
        <p:nvSpPr>
          <p:cNvPr id="2166" name="Rectangle 4"/>
          <p:cNvSpPr>
            <a:spLocks noChangeArrowheads="1"/>
          </p:cNvSpPr>
          <p:nvPr/>
        </p:nvSpPr>
        <p:spPr bwMode="auto">
          <a:xfrm>
            <a:off x="6566408" y="274755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67" name="TextBox 3"/>
          <p:cNvSpPr txBox="1"/>
          <p:nvPr/>
        </p:nvSpPr>
        <p:spPr>
          <a:xfrm>
            <a:off x="6719671" y="271875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312,000</a:t>
            </a:r>
            <a:endParaRPr lang="en-US" dirty="0"/>
          </a:p>
        </p:txBody>
      </p:sp>
      <p:sp>
        <p:nvSpPr>
          <p:cNvPr id="2168" name="Rectangle 4"/>
          <p:cNvSpPr>
            <a:spLocks noChangeArrowheads="1"/>
          </p:cNvSpPr>
          <p:nvPr/>
        </p:nvSpPr>
        <p:spPr bwMode="auto">
          <a:xfrm>
            <a:off x="7213854" y="274755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69" name="TextBox 3"/>
          <p:cNvSpPr txBox="1"/>
          <p:nvPr/>
        </p:nvSpPr>
        <p:spPr>
          <a:xfrm>
            <a:off x="7367118" y="271875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312,000</a:t>
            </a:r>
            <a:endParaRPr lang="en-US" dirty="0"/>
          </a:p>
        </p:txBody>
      </p:sp>
      <p:sp>
        <p:nvSpPr>
          <p:cNvPr id="2170" name="Rectangle 4"/>
          <p:cNvSpPr>
            <a:spLocks noChangeArrowheads="1"/>
          </p:cNvSpPr>
          <p:nvPr/>
        </p:nvSpPr>
        <p:spPr bwMode="auto">
          <a:xfrm>
            <a:off x="7861300" y="2747556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71" name="Rectangle 4"/>
          <p:cNvSpPr>
            <a:spLocks noChangeArrowheads="1"/>
          </p:cNvSpPr>
          <p:nvPr/>
        </p:nvSpPr>
        <p:spPr bwMode="auto">
          <a:xfrm>
            <a:off x="8094497" y="2747556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72" name="Rectangle 4"/>
          <p:cNvSpPr>
            <a:spLocks noChangeArrowheads="1"/>
          </p:cNvSpPr>
          <p:nvPr/>
        </p:nvSpPr>
        <p:spPr bwMode="auto">
          <a:xfrm>
            <a:off x="8333384" y="2747556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73" name="TextBox 3"/>
          <p:cNvSpPr txBox="1"/>
          <p:nvPr/>
        </p:nvSpPr>
        <p:spPr>
          <a:xfrm>
            <a:off x="8650986" y="271875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2174" name="Rectangle 4"/>
          <p:cNvSpPr>
            <a:spLocks noChangeArrowheads="1"/>
          </p:cNvSpPr>
          <p:nvPr/>
        </p:nvSpPr>
        <p:spPr bwMode="auto">
          <a:xfrm>
            <a:off x="878255" y="3260217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75" name="TextBox 3"/>
          <p:cNvSpPr txBox="1"/>
          <p:nvPr/>
        </p:nvSpPr>
        <p:spPr>
          <a:xfrm>
            <a:off x="827455" y="323141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8470150</a:t>
            </a:r>
            <a:endParaRPr lang="en-US" dirty="0"/>
          </a:p>
        </p:txBody>
      </p:sp>
      <p:sp>
        <p:nvSpPr>
          <p:cNvPr id="2176" name="Rectangle 4"/>
          <p:cNvSpPr>
            <a:spLocks noChangeArrowheads="1"/>
          </p:cNvSpPr>
          <p:nvPr/>
        </p:nvSpPr>
        <p:spPr bwMode="auto">
          <a:xfrm>
            <a:off x="1365758" y="3260217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77" name="TextBox 3"/>
          <p:cNvSpPr txBox="1"/>
          <p:nvPr/>
        </p:nvSpPr>
        <p:spPr>
          <a:xfrm>
            <a:off x="1314958" y="323141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2178" name="TextBox 3"/>
          <p:cNvSpPr txBox="1"/>
          <p:nvPr/>
        </p:nvSpPr>
        <p:spPr>
          <a:xfrm>
            <a:off x="1314958" y="3348863"/>
            <a:ext cx="5674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General </a:t>
            </a:r>
            <a:endParaRPr lang="en-US" dirty="0"/>
          </a:p>
        </p:txBody>
      </p:sp>
      <p:sp>
        <p:nvSpPr>
          <p:cNvPr id="2179" name="TextBox 3"/>
          <p:cNvSpPr txBox="1"/>
          <p:nvPr/>
        </p:nvSpPr>
        <p:spPr>
          <a:xfrm>
            <a:off x="1314958" y="3466312"/>
            <a:ext cx="5504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Counsel</a:t>
            </a:r>
            <a:endParaRPr lang="en-US" dirty="0"/>
          </a:p>
        </p:txBody>
      </p:sp>
      <p:sp>
        <p:nvSpPr>
          <p:cNvPr id="2180" name="Rectangle 4"/>
          <p:cNvSpPr>
            <a:spLocks noChangeArrowheads="1"/>
          </p:cNvSpPr>
          <p:nvPr/>
        </p:nvSpPr>
        <p:spPr bwMode="auto">
          <a:xfrm>
            <a:off x="2163546" y="3260217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81" name="TextBox 3"/>
          <p:cNvSpPr txBox="1"/>
          <p:nvPr/>
        </p:nvSpPr>
        <p:spPr>
          <a:xfrm>
            <a:off x="2112746" y="323141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2182" name="Rectangle 4"/>
          <p:cNvSpPr>
            <a:spLocks noChangeArrowheads="1"/>
          </p:cNvSpPr>
          <p:nvPr/>
        </p:nvSpPr>
        <p:spPr bwMode="auto">
          <a:xfrm>
            <a:off x="2622702" y="3260217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83" name="TextBox 3"/>
          <p:cNvSpPr txBox="1"/>
          <p:nvPr/>
        </p:nvSpPr>
        <p:spPr>
          <a:xfrm>
            <a:off x="2571902" y="3231413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2184" name="TextBox 3"/>
          <p:cNvSpPr txBox="1"/>
          <p:nvPr/>
        </p:nvSpPr>
        <p:spPr>
          <a:xfrm>
            <a:off x="2571902" y="3348863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2185" name="Rectangle 4"/>
          <p:cNvSpPr>
            <a:spLocks noChangeArrowheads="1"/>
          </p:cNvSpPr>
          <p:nvPr/>
        </p:nvSpPr>
        <p:spPr bwMode="auto">
          <a:xfrm>
            <a:off x="3680282" y="3260217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86" name="TextBox 3"/>
          <p:cNvSpPr txBox="1"/>
          <p:nvPr/>
        </p:nvSpPr>
        <p:spPr>
          <a:xfrm>
            <a:off x="3629482" y="323141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847.8470150.1.412121.000000.847001.100178</a:t>
            </a:r>
            <a:endParaRPr lang="en-US" dirty="0"/>
          </a:p>
        </p:txBody>
      </p:sp>
      <p:sp>
        <p:nvSpPr>
          <p:cNvPr id="2187" name="Rectangle 4"/>
          <p:cNvSpPr>
            <a:spLocks noChangeArrowheads="1"/>
          </p:cNvSpPr>
          <p:nvPr/>
        </p:nvSpPr>
        <p:spPr bwMode="auto">
          <a:xfrm>
            <a:off x="5918962" y="326021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88" name="TextBox 3"/>
          <p:cNvSpPr txBox="1"/>
          <p:nvPr/>
        </p:nvSpPr>
        <p:spPr>
          <a:xfrm>
            <a:off x="5987491" y="323141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1,021,814</a:t>
            </a:r>
            <a:endParaRPr lang="en-US" dirty="0"/>
          </a:p>
        </p:txBody>
      </p:sp>
      <p:sp>
        <p:nvSpPr>
          <p:cNvPr id="2189" name="Rectangle 4"/>
          <p:cNvSpPr>
            <a:spLocks noChangeArrowheads="1"/>
          </p:cNvSpPr>
          <p:nvPr/>
        </p:nvSpPr>
        <p:spPr bwMode="auto">
          <a:xfrm>
            <a:off x="6566408" y="326021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90" name="TextBox 3"/>
          <p:cNvSpPr txBox="1"/>
          <p:nvPr/>
        </p:nvSpPr>
        <p:spPr>
          <a:xfrm>
            <a:off x="6634937" y="323141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1,274,888</a:t>
            </a:r>
            <a:endParaRPr lang="en-US" dirty="0"/>
          </a:p>
        </p:txBody>
      </p:sp>
      <p:sp>
        <p:nvSpPr>
          <p:cNvPr id="2191" name="Rectangle 4"/>
          <p:cNvSpPr>
            <a:spLocks noChangeArrowheads="1"/>
          </p:cNvSpPr>
          <p:nvPr/>
        </p:nvSpPr>
        <p:spPr bwMode="auto">
          <a:xfrm>
            <a:off x="7213854" y="326021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92" name="TextBox 3"/>
          <p:cNvSpPr txBox="1"/>
          <p:nvPr/>
        </p:nvSpPr>
        <p:spPr>
          <a:xfrm>
            <a:off x="7282383" y="323141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1,274,883</a:t>
            </a:r>
            <a:endParaRPr lang="en-US" dirty="0"/>
          </a:p>
        </p:txBody>
      </p:sp>
      <p:sp>
        <p:nvSpPr>
          <p:cNvPr id="2193" name="Rectangle 4"/>
          <p:cNvSpPr>
            <a:spLocks noChangeArrowheads="1"/>
          </p:cNvSpPr>
          <p:nvPr/>
        </p:nvSpPr>
        <p:spPr bwMode="auto">
          <a:xfrm>
            <a:off x="7861300" y="3260217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94" name="Rectangle 4"/>
          <p:cNvSpPr>
            <a:spLocks noChangeArrowheads="1"/>
          </p:cNvSpPr>
          <p:nvPr/>
        </p:nvSpPr>
        <p:spPr bwMode="auto">
          <a:xfrm>
            <a:off x="8094497" y="3260217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95" name="Rectangle 4"/>
          <p:cNvSpPr>
            <a:spLocks noChangeArrowheads="1"/>
          </p:cNvSpPr>
          <p:nvPr/>
        </p:nvSpPr>
        <p:spPr bwMode="auto">
          <a:xfrm>
            <a:off x="8333384" y="3260217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96" name="TextBox 3"/>
          <p:cNvSpPr txBox="1"/>
          <p:nvPr/>
        </p:nvSpPr>
        <p:spPr>
          <a:xfrm>
            <a:off x="8650986" y="323141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</a:t>
            </a:r>
            <a:endParaRPr lang="en-US" dirty="0"/>
          </a:p>
        </p:txBody>
      </p:sp>
      <p:sp>
        <p:nvSpPr>
          <p:cNvPr id="2197" name="Rectangle 4"/>
          <p:cNvSpPr>
            <a:spLocks noChangeArrowheads="1"/>
          </p:cNvSpPr>
          <p:nvPr/>
        </p:nvSpPr>
        <p:spPr bwMode="auto">
          <a:xfrm>
            <a:off x="878255" y="3655428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198" name="TextBox 3"/>
          <p:cNvSpPr txBox="1"/>
          <p:nvPr/>
        </p:nvSpPr>
        <p:spPr>
          <a:xfrm>
            <a:off x="827455" y="362662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8470150</a:t>
            </a:r>
            <a:endParaRPr lang="en-US" dirty="0"/>
          </a:p>
        </p:txBody>
      </p:sp>
      <p:sp>
        <p:nvSpPr>
          <p:cNvPr id="2199" name="Rectangle 4"/>
          <p:cNvSpPr>
            <a:spLocks noChangeArrowheads="1"/>
          </p:cNvSpPr>
          <p:nvPr/>
        </p:nvSpPr>
        <p:spPr bwMode="auto">
          <a:xfrm>
            <a:off x="1365758" y="3655428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00" name="TextBox 3"/>
          <p:cNvSpPr txBox="1"/>
          <p:nvPr/>
        </p:nvSpPr>
        <p:spPr>
          <a:xfrm>
            <a:off x="1314958" y="362662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2201" name="TextBox 3"/>
          <p:cNvSpPr txBox="1"/>
          <p:nvPr/>
        </p:nvSpPr>
        <p:spPr>
          <a:xfrm>
            <a:off x="1314958" y="3744074"/>
            <a:ext cx="5674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General </a:t>
            </a:r>
            <a:endParaRPr lang="en-US" dirty="0"/>
          </a:p>
        </p:txBody>
      </p:sp>
      <p:sp>
        <p:nvSpPr>
          <p:cNvPr id="2202" name="TextBox 3"/>
          <p:cNvSpPr txBox="1"/>
          <p:nvPr/>
        </p:nvSpPr>
        <p:spPr>
          <a:xfrm>
            <a:off x="1314958" y="3861524"/>
            <a:ext cx="5504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Counsel</a:t>
            </a:r>
            <a:endParaRPr lang="en-US" dirty="0"/>
          </a:p>
        </p:txBody>
      </p:sp>
      <p:sp>
        <p:nvSpPr>
          <p:cNvPr id="2203" name="Rectangle 4"/>
          <p:cNvSpPr>
            <a:spLocks noChangeArrowheads="1"/>
          </p:cNvSpPr>
          <p:nvPr/>
        </p:nvSpPr>
        <p:spPr bwMode="auto">
          <a:xfrm>
            <a:off x="2163546" y="3655428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04" name="TextBox 3"/>
          <p:cNvSpPr txBox="1"/>
          <p:nvPr/>
        </p:nvSpPr>
        <p:spPr>
          <a:xfrm>
            <a:off x="2112746" y="362662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2205" name="Rectangle 4"/>
          <p:cNvSpPr>
            <a:spLocks noChangeArrowheads="1"/>
          </p:cNvSpPr>
          <p:nvPr/>
        </p:nvSpPr>
        <p:spPr bwMode="auto">
          <a:xfrm>
            <a:off x="2622702" y="3655428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06" name="TextBox 3"/>
          <p:cNvSpPr txBox="1"/>
          <p:nvPr/>
        </p:nvSpPr>
        <p:spPr>
          <a:xfrm>
            <a:off x="2571902" y="3626624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2207" name="TextBox 3"/>
          <p:cNvSpPr txBox="1"/>
          <p:nvPr/>
        </p:nvSpPr>
        <p:spPr>
          <a:xfrm>
            <a:off x="2571902" y="3744074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2208" name="TextBox 3"/>
          <p:cNvSpPr txBox="1"/>
          <p:nvPr/>
        </p:nvSpPr>
        <p:spPr>
          <a:xfrm>
            <a:off x="2571902" y="3861524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2209" name="Rectangle 4"/>
          <p:cNvSpPr>
            <a:spLocks noChangeArrowheads="1"/>
          </p:cNvSpPr>
          <p:nvPr/>
        </p:nvSpPr>
        <p:spPr bwMode="auto">
          <a:xfrm>
            <a:off x="3680282" y="3655428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10" name="TextBox 3"/>
          <p:cNvSpPr txBox="1"/>
          <p:nvPr/>
        </p:nvSpPr>
        <p:spPr>
          <a:xfrm>
            <a:off x="3629482" y="362662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847.8470150.1.412125.000000.847001.100178</a:t>
            </a:r>
            <a:endParaRPr lang="en-US" dirty="0"/>
          </a:p>
        </p:txBody>
      </p:sp>
      <p:sp>
        <p:nvSpPr>
          <p:cNvPr id="2211" name="Rectangle 4"/>
          <p:cNvSpPr>
            <a:spLocks noChangeArrowheads="1"/>
          </p:cNvSpPr>
          <p:nvPr/>
        </p:nvSpPr>
        <p:spPr bwMode="auto">
          <a:xfrm>
            <a:off x="5918962" y="365542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12" name="TextBox 3"/>
          <p:cNvSpPr txBox="1"/>
          <p:nvPr/>
        </p:nvSpPr>
        <p:spPr>
          <a:xfrm>
            <a:off x="6072225" y="362662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516,289</a:t>
            </a:r>
            <a:endParaRPr lang="en-US" dirty="0"/>
          </a:p>
        </p:txBody>
      </p:sp>
      <p:sp>
        <p:nvSpPr>
          <p:cNvPr id="2213" name="Rectangle 4"/>
          <p:cNvSpPr>
            <a:spLocks noChangeArrowheads="1"/>
          </p:cNvSpPr>
          <p:nvPr/>
        </p:nvSpPr>
        <p:spPr bwMode="auto">
          <a:xfrm>
            <a:off x="6566408" y="365542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14" name="TextBox 3"/>
          <p:cNvSpPr txBox="1"/>
          <p:nvPr/>
        </p:nvSpPr>
        <p:spPr>
          <a:xfrm>
            <a:off x="6719671" y="362662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911,423</a:t>
            </a:r>
            <a:endParaRPr lang="en-US" dirty="0"/>
          </a:p>
        </p:txBody>
      </p:sp>
      <p:sp>
        <p:nvSpPr>
          <p:cNvPr id="2215" name="Rectangle 4"/>
          <p:cNvSpPr>
            <a:spLocks noChangeArrowheads="1"/>
          </p:cNvSpPr>
          <p:nvPr/>
        </p:nvSpPr>
        <p:spPr bwMode="auto">
          <a:xfrm>
            <a:off x="7213854" y="365542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16" name="TextBox 3"/>
          <p:cNvSpPr txBox="1"/>
          <p:nvPr/>
        </p:nvSpPr>
        <p:spPr>
          <a:xfrm>
            <a:off x="7367118" y="362662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911,179</a:t>
            </a:r>
            <a:endParaRPr lang="en-US" dirty="0"/>
          </a:p>
        </p:txBody>
      </p:sp>
      <p:sp>
        <p:nvSpPr>
          <p:cNvPr id="2217" name="Rectangle 4"/>
          <p:cNvSpPr>
            <a:spLocks noChangeArrowheads="1"/>
          </p:cNvSpPr>
          <p:nvPr/>
        </p:nvSpPr>
        <p:spPr bwMode="auto">
          <a:xfrm>
            <a:off x="7861300" y="3655428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18" name="Rectangle 4"/>
          <p:cNvSpPr>
            <a:spLocks noChangeArrowheads="1"/>
          </p:cNvSpPr>
          <p:nvPr/>
        </p:nvSpPr>
        <p:spPr bwMode="auto">
          <a:xfrm>
            <a:off x="8094497" y="3655428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19" name="Rectangle 4"/>
          <p:cNvSpPr>
            <a:spLocks noChangeArrowheads="1"/>
          </p:cNvSpPr>
          <p:nvPr/>
        </p:nvSpPr>
        <p:spPr bwMode="auto">
          <a:xfrm>
            <a:off x="8333384" y="3655428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20" name="TextBox 3"/>
          <p:cNvSpPr txBox="1"/>
          <p:nvPr/>
        </p:nvSpPr>
        <p:spPr>
          <a:xfrm>
            <a:off x="8538006" y="3626624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244</a:t>
            </a:r>
            <a:endParaRPr lang="en-US" dirty="0"/>
          </a:p>
        </p:txBody>
      </p:sp>
      <p:sp>
        <p:nvSpPr>
          <p:cNvPr id="2221" name="Rectangle 4"/>
          <p:cNvSpPr>
            <a:spLocks noChangeArrowheads="1"/>
          </p:cNvSpPr>
          <p:nvPr/>
        </p:nvSpPr>
        <p:spPr bwMode="auto">
          <a:xfrm>
            <a:off x="878255" y="405063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22" name="TextBox 3"/>
          <p:cNvSpPr txBox="1"/>
          <p:nvPr/>
        </p:nvSpPr>
        <p:spPr>
          <a:xfrm>
            <a:off x="827455" y="402183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8470150</a:t>
            </a:r>
            <a:endParaRPr lang="en-US" dirty="0"/>
          </a:p>
        </p:txBody>
      </p:sp>
      <p:sp>
        <p:nvSpPr>
          <p:cNvPr id="2223" name="Rectangle 4"/>
          <p:cNvSpPr>
            <a:spLocks noChangeArrowheads="1"/>
          </p:cNvSpPr>
          <p:nvPr/>
        </p:nvSpPr>
        <p:spPr bwMode="auto">
          <a:xfrm>
            <a:off x="1365758" y="405063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24" name="TextBox 3"/>
          <p:cNvSpPr txBox="1"/>
          <p:nvPr/>
        </p:nvSpPr>
        <p:spPr>
          <a:xfrm>
            <a:off x="1314958" y="402183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2225" name="TextBox 3"/>
          <p:cNvSpPr txBox="1"/>
          <p:nvPr/>
        </p:nvSpPr>
        <p:spPr>
          <a:xfrm>
            <a:off x="1314958" y="4139285"/>
            <a:ext cx="5674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General </a:t>
            </a:r>
            <a:endParaRPr lang="en-US" dirty="0"/>
          </a:p>
        </p:txBody>
      </p:sp>
      <p:sp>
        <p:nvSpPr>
          <p:cNvPr id="2226" name="TextBox 3"/>
          <p:cNvSpPr txBox="1"/>
          <p:nvPr/>
        </p:nvSpPr>
        <p:spPr>
          <a:xfrm>
            <a:off x="1314958" y="4256735"/>
            <a:ext cx="5504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Counsel</a:t>
            </a:r>
            <a:endParaRPr lang="en-US" dirty="0"/>
          </a:p>
        </p:txBody>
      </p:sp>
      <p:sp>
        <p:nvSpPr>
          <p:cNvPr id="2227" name="Rectangle 4"/>
          <p:cNvSpPr>
            <a:spLocks noChangeArrowheads="1"/>
          </p:cNvSpPr>
          <p:nvPr/>
        </p:nvSpPr>
        <p:spPr bwMode="auto">
          <a:xfrm>
            <a:off x="2163546" y="405063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28" name="TextBox 3"/>
          <p:cNvSpPr txBox="1"/>
          <p:nvPr/>
        </p:nvSpPr>
        <p:spPr>
          <a:xfrm>
            <a:off x="2112746" y="402183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2229" name="Rectangle 4"/>
          <p:cNvSpPr>
            <a:spLocks noChangeArrowheads="1"/>
          </p:cNvSpPr>
          <p:nvPr/>
        </p:nvSpPr>
        <p:spPr bwMode="auto">
          <a:xfrm>
            <a:off x="2622702" y="405063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30" name="TextBox 3"/>
          <p:cNvSpPr txBox="1"/>
          <p:nvPr/>
        </p:nvSpPr>
        <p:spPr>
          <a:xfrm>
            <a:off x="2571902" y="4021835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2231" name="Rectangle 4"/>
          <p:cNvSpPr>
            <a:spLocks noChangeArrowheads="1"/>
          </p:cNvSpPr>
          <p:nvPr/>
        </p:nvSpPr>
        <p:spPr bwMode="auto">
          <a:xfrm>
            <a:off x="3680282" y="405063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32" name="TextBox 3"/>
          <p:cNvSpPr txBox="1"/>
          <p:nvPr/>
        </p:nvSpPr>
        <p:spPr>
          <a:xfrm>
            <a:off x="3629482" y="402183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847.8470150.1.412523.000000.847001.100178</a:t>
            </a:r>
            <a:endParaRPr lang="en-US" dirty="0"/>
          </a:p>
        </p:txBody>
      </p:sp>
      <p:sp>
        <p:nvSpPr>
          <p:cNvPr id="2233" name="Rectangle 4"/>
          <p:cNvSpPr>
            <a:spLocks noChangeArrowheads="1"/>
          </p:cNvSpPr>
          <p:nvPr/>
        </p:nvSpPr>
        <p:spPr bwMode="auto">
          <a:xfrm>
            <a:off x="5918962" y="405063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34" name="TextBox 3"/>
          <p:cNvSpPr txBox="1"/>
          <p:nvPr/>
        </p:nvSpPr>
        <p:spPr>
          <a:xfrm>
            <a:off x="6382918" y="402183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2235" name="Rectangle 4"/>
          <p:cNvSpPr>
            <a:spLocks noChangeArrowheads="1"/>
          </p:cNvSpPr>
          <p:nvPr/>
        </p:nvSpPr>
        <p:spPr bwMode="auto">
          <a:xfrm>
            <a:off x="6566408" y="405063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36" name="TextBox 3"/>
          <p:cNvSpPr txBox="1"/>
          <p:nvPr/>
        </p:nvSpPr>
        <p:spPr>
          <a:xfrm>
            <a:off x="6776161" y="402183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17,800</a:t>
            </a:r>
            <a:endParaRPr lang="en-US" dirty="0"/>
          </a:p>
        </p:txBody>
      </p:sp>
      <p:sp>
        <p:nvSpPr>
          <p:cNvPr id="2237" name="Rectangle 4"/>
          <p:cNvSpPr>
            <a:spLocks noChangeArrowheads="1"/>
          </p:cNvSpPr>
          <p:nvPr/>
        </p:nvSpPr>
        <p:spPr bwMode="auto">
          <a:xfrm>
            <a:off x="7213854" y="405063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38" name="TextBox 3"/>
          <p:cNvSpPr txBox="1"/>
          <p:nvPr/>
        </p:nvSpPr>
        <p:spPr>
          <a:xfrm>
            <a:off x="7423607" y="402183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17,240</a:t>
            </a:r>
            <a:endParaRPr lang="en-US" dirty="0"/>
          </a:p>
        </p:txBody>
      </p:sp>
      <p:sp>
        <p:nvSpPr>
          <p:cNvPr id="2239" name="Rectangle 4"/>
          <p:cNvSpPr>
            <a:spLocks noChangeArrowheads="1"/>
          </p:cNvSpPr>
          <p:nvPr/>
        </p:nvSpPr>
        <p:spPr bwMode="auto">
          <a:xfrm>
            <a:off x="7861300" y="405063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40" name="Rectangle 4"/>
          <p:cNvSpPr>
            <a:spLocks noChangeArrowheads="1"/>
          </p:cNvSpPr>
          <p:nvPr/>
        </p:nvSpPr>
        <p:spPr bwMode="auto">
          <a:xfrm>
            <a:off x="8094497" y="405063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41" name="Rectangle 4"/>
          <p:cNvSpPr>
            <a:spLocks noChangeArrowheads="1"/>
          </p:cNvSpPr>
          <p:nvPr/>
        </p:nvSpPr>
        <p:spPr bwMode="auto">
          <a:xfrm>
            <a:off x="8333384" y="405063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42" name="TextBox 3"/>
          <p:cNvSpPr txBox="1"/>
          <p:nvPr/>
        </p:nvSpPr>
        <p:spPr>
          <a:xfrm>
            <a:off x="8538006" y="4021835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560</a:t>
            </a:r>
            <a:endParaRPr lang="en-US" dirty="0"/>
          </a:p>
        </p:txBody>
      </p:sp>
      <p:sp>
        <p:nvSpPr>
          <p:cNvPr id="2243" name="Rectangle 4"/>
          <p:cNvSpPr>
            <a:spLocks noChangeArrowheads="1"/>
          </p:cNvSpPr>
          <p:nvPr/>
        </p:nvSpPr>
        <p:spPr bwMode="auto">
          <a:xfrm>
            <a:off x="878255" y="4445850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44" name="TextBox 3"/>
          <p:cNvSpPr txBox="1"/>
          <p:nvPr/>
        </p:nvSpPr>
        <p:spPr>
          <a:xfrm>
            <a:off x="827455" y="441704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8470150</a:t>
            </a:r>
            <a:endParaRPr lang="en-US" dirty="0"/>
          </a:p>
        </p:txBody>
      </p:sp>
      <p:sp>
        <p:nvSpPr>
          <p:cNvPr id="2245" name="Rectangle 4"/>
          <p:cNvSpPr>
            <a:spLocks noChangeArrowheads="1"/>
          </p:cNvSpPr>
          <p:nvPr/>
        </p:nvSpPr>
        <p:spPr bwMode="auto">
          <a:xfrm>
            <a:off x="1365758" y="4445850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46" name="TextBox 3"/>
          <p:cNvSpPr txBox="1"/>
          <p:nvPr/>
        </p:nvSpPr>
        <p:spPr>
          <a:xfrm>
            <a:off x="1314958" y="4417047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2247" name="TextBox 3"/>
          <p:cNvSpPr txBox="1"/>
          <p:nvPr/>
        </p:nvSpPr>
        <p:spPr>
          <a:xfrm>
            <a:off x="1314958" y="4534497"/>
            <a:ext cx="5674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General </a:t>
            </a:r>
            <a:endParaRPr lang="en-US" dirty="0"/>
          </a:p>
        </p:txBody>
      </p:sp>
      <p:sp>
        <p:nvSpPr>
          <p:cNvPr id="2248" name="TextBox 3"/>
          <p:cNvSpPr txBox="1"/>
          <p:nvPr/>
        </p:nvSpPr>
        <p:spPr>
          <a:xfrm>
            <a:off x="1314958" y="4651946"/>
            <a:ext cx="5504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Counsel</a:t>
            </a:r>
            <a:endParaRPr lang="en-US" dirty="0"/>
          </a:p>
        </p:txBody>
      </p:sp>
      <p:sp>
        <p:nvSpPr>
          <p:cNvPr id="2249" name="Rectangle 4"/>
          <p:cNvSpPr>
            <a:spLocks noChangeArrowheads="1"/>
          </p:cNvSpPr>
          <p:nvPr/>
        </p:nvSpPr>
        <p:spPr bwMode="auto">
          <a:xfrm>
            <a:off x="2163546" y="4445850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50" name="TextBox 3"/>
          <p:cNvSpPr txBox="1"/>
          <p:nvPr/>
        </p:nvSpPr>
        <p:spPr>
          <a:xfrm>
            <a:off x="2112746" y="441704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2251" name="Rectangle 4"/>
          <p:cNvSpPr>
            <a:spLocks noChangeArrowheads="1"/>
          </p:cNvSpPr>
          <p:nvPr/>
        </p:nvSpPr>
        <p:spPr bwMode="auto">
          <a:xfrm>
            <a:off x="2622702" y="4445850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52" name="TextBox 3"/>
          <p:cNvSpPr txBox="1"/>
          <p:nvPr/>
        </p:nvSpPr>
        <p:spPr>
          <a:xfrm>
            <a:off x="2571902" y="4417047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2253" name="TextBox 3"/>
          <p:cNvSpPr txBox="1"/>
          <p:nvPr/>
        </p:nvSpPr>
        <p:spPr>
          <a:xfrm>
            <a:off x="2571902" y="4534497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2254" name="Rectangle 4"/>
          <p:cNvSpPr>
            <a:spLocks noChangeArrowheads="1"/>
          </p:cNvSpPr>
          <p:nvPr/>
        </p:nvSpPr>
        <p:spPr bwMode="auto">
          <a:xfrm>
            <a:off x="3680282" y="4445850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55" name="TextBox 3"/>
          <p:cNvSpPr txBox="1"/>
          <p:nvPr/>
        </p:nvSpPr>
        <p:spPr>
          <a:xfrm>
            <a:off x="3629482" y="441704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847.8470150.1.412534.000000.847001.100178</a:t>
            </a:r>
            <a:endParaRPr lang="en-US" dirty="0"/>
          </a:p>
        </p:txBody>
      </p:sp>
      <p:sp>
        <p:nvSpPr>
          <p:cNvPr id="2256" name="Rectangle 4"/>
          <p:cNvSpPr>
            <a:spLocks noChangeArrowheads="1"/>
          </p:cNvSpPr>
          <p:nvPr/>
        </p:nvSpPr>
        <p:spPr bwMode="auto">
          <a:xfrm>
            <a:off x="5918962" y="444585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57" name="TextBox 3"/>
          <p:cNvSpPr txBox="1"/>
          <p:nvPr/>
        </p:nvSpPr>
        <p:spPr>
          <a:xfrm>
            <a:off x="6382918" y="441704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2258" name="Rectangle 4"/>
          <p:cNvSpPr>
            <a:spLocks noChangeArrowheads="1"/>
          </p:cNvSpPr>
          <p:nvPr/>
        </p:nvSpPr>
        <p:spPr bwMode="auto">
          <a:xfrm>
            <a:off x="6566408" y="444585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59" name="TextBox 3"/>
          <p:cNvSpPr txBox="1"/>
          <p:nvPr/>
        </p:nvSpPr>
        <p:spPr>
          <a:xfrm>
            <a:off x="6719671" y="441704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100,000</a:t>
            </a:r>
            <a:endParaRPr lang="en-US" dirty="0"/>
          </a:p>
        </p:txBody>
      </p:sp>
      <p:sp>
        <p:nvSpPr>
          <p:cNvPr id="2260" name="Rectangle 4"/>
          <p:cNvSpPr>
            <a:spLocks noChangeArrowheads="1"/>
          </p:cNvSpPr>
          <p:nvPr/>
        </p:nvSpPr>
        <p:spPr bwMode="auto">
          <a:xfrm>
            <a:off x="7213854" y="444585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61" name="TextBox 3"/>
          <p:cNvSpPr txBox="1"/>
          <p:nvPr/>
        </p:nvSpPr>
        <p:spPr>
          <a:xfrm>
            <a:off x="7367118" y="441704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100,000</a:t>
            </a:r>
            <a:endParaRPr lang="en-US" dirty="0"/>
          </a:p>
        </p:txBody>
      </p:sp>
      <p:sp>
        <p:nvSpPr>
          <p:cNvPr id="2262" name="Rectangle 4"/>
          <p:cNvSpPr>
            <a:spLocks noChangeArrowheads="1"/>
          </p:cNvSpPr>
          <p:nvPr/>
        </p:nvSpPr>
        <p:spPr bwMode="auto">
          <a:xfrm>
            <a:off x="7861300" y="4445850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63" name="Rectangle 4"/>
          <p:cNvSpPr>
            <a:spLocks noChangeArrowheads="1"/>
          </p:cNvSpPr>
          <p:nvPr/>
        </p:nvSpPr>
        <p:spPr bwMode="auto">
          <a:xfrm>
            <a:off x="8094497" y="4445850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64" name="Rectangle 4"/>
          <p:cNvSpPr>
            <a:spLocks noChangeArrowheads="1"/>
          </p:cNvSpPr>
          <p:nvPr/>
        </p:nvSpPr>
        <p:spPr bwMode="auto">
          <a:xfrm>
            <a:off x="8333384" y="4445850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65" name="TextBox 3"/>
          <p:cNvSpPr txBox="1"/>
          <p:nvPr/>
        </p:nvSpPr>
        <p:spPr>
          <a:xfrm>
            <a:off x="8650986" y="441704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2266" name="Rectangle 4"/>
          <p:cNvSpPr>
            <a:spLocks noChangeArrowheads="1"/>
          </p:cNvSpPr>
          <p:nvPr/>
        </p:nvSpPr>
        <p:spPr bwMode="auto">
          <a:xfrm>
            <a:off x="878255" y="4841062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67" name="TextBox 3"/>
          <p:cNvSpPr txBox="1"/>
          <p:nvPr/>
        </p:nvSpPr>
        <p:spPr>
          <a:xfrm>
            <a:off x="827455" y="481225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8470150</a:t>
            </a:r>
            <a:endParaRPr lang="en-US" dirty="0"/>
          </a:p>
        </p:txBody>
      </p:sp>
      <p:sp>
        <p:nvSpPr>
          <p:cNvPr id="2268" name="Rectangle 4"/>
          <p:cNvSpPr>
            <a:spLocks noChangeArrowheads="1"/>
          </p:cNvSpPr>
          <p:nvPr/>
        </p:nvSpPr>
        <p:spPr bwMode="auto">
          <a:xfrm>
            <a:off x="1365758" y="4841062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69" name="TextBox 3"/>
          <p:cNvSpPr txBox="1"/>
          <p:nvPr/>
        </p:nvSpPr>
        <p:spPr>
          <a:xfrm>
            <a:off x="1314958" y="4812258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2270" name="TextBox 3"/>
          <p:cNvSpPr txBox="1"/>
          <p:nvPr/>
        </p:nvSpPr>
        <p:spPr>
          <a:xfrm>
            <a:off x="1314958" y="4929708"/>
            <a:ext cx="5674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General </a:t>
            </a:r>
            <a:endParaRPr lang="en-US" dirty="0"/>
          </a:p>
        </p:txBody>
      </p:sp>
      <p:sp>
        <p:nvSpPr>
          <p:cNvPr id="2271" name="TextBox 3"/>
          <p:cNvSpPr txBox="1"/>
          <p:nvPr/>
        </p:nvSpPr>
        <p:spPr>
          <a:xfrm>
            <a:off x="1314958" y="5047158"/>
            <a:ext cx="5504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Counsel</a:t>
            </a:r>
            <a:endParaRPr lang="en-US" dirty="0"/>
          </a:p>
        </p:txBody>
      </p:sp>
      <p:sp>
        <p:nvSpPr>
          <p:cNvPr id="2272" name="Rectangle 4"/>
          <p:cNvSpPr>
            <a:spLocks noChangeArrowheads="1"/>
          </p:cNvSpPr>
          <p:nvPr/>
        </p:nvSpPr>
        <p:spPr bwMode="auto">
          <a:xfrm>
            <a:off x="2163546" y="4841062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73" name="TextBox 3"/>
          <p:cNvSpPr txBox="1"/>
          <p:nvPr/>
        </p:nvSpPr>
        <p:spPr>
          <a:xfrm>
            <a:off x="2112746" y="481225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2274" name="Rectangle 4"/>
          <p:cNvSpPr>
            <a:spLocks noChangeArrowheads="1"/>
          </p:cNvSpPr>
          <p:nvPr/>
        </p:nvSpPr>
        <p:spPr bwMode="auto">
          <a:xfrm>
            <a:off x="2622702" y="4841062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75" name="TextBox 3"/>
          <p:cNvSpPr txBox="1"/>
          <p:nvPr/>
        </p:nvSpPr>
        <p:spPr>
          <a:xfrm>
            <a:off x="2571902" y="4812258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2276" name="Rectangle 4"/>
          <p:cNvSpPr>
            <a:spLocks noChangeArrowheads="1"/>
          </p:cNvSpPr>
          <p:nvPr/>
        </p:nvSpPr>
        <p:spPr bwMode="auto">
          <a:xfrm>
            <a:off x="3680282" y="4841062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77" name="TextBox 3"/>
          <p:cNvSpPr txBox="1"/>
          <p:nvPr/>
        </p:nvSpPr>
        <p:spPr>
          <a:xfrm>
            <a:off x="3629482" y="481225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847.8470150.1.412546.000000.847001.100178</a:t>
            </a:r>
            <a:endParaRPr lang="en-US" dirty="0"/>
          </a:p>
        </p:txBody>
      </p:sp>
      <p:sp>
        <p:nvSpPr>
          <p:cNvPr id="2278" name="Rectangle 4"/>
          <p:cNvSpPr>
            <a:spLocks noChangeArrowheads="1"/>
          </p:cNvSpPr>
          <p:nvPr/>
        </p:nvSpPr>
        <p:spPr bwMode="auto">
          <a:xfrm>
            <a:off x="5918962" y="484106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79" name="TextBox 3"/>
          <p:cNvSpPr txBox="1"/>
          <p:nvPr/>
        </p:nvSpPr>
        <p:spPr>
          <a:xfrm>
            <a:off x="6382918" y="481225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2280" name="Rectangle 4"/>
          <p:cNvSpPr>
            <a:spLocks noChangeArrowheads="1"/>
          </p:cNvSpPr>
          <p:nvPr/>
        </p:nvSpPr>
        <p:spPr bwMode="auto">
          <a:xfrm>
            <a:off x="6566408" y="484106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81" name="TextBox 3"/>
          <p:cNvSpPr txBox="1"/>
          <p:nvPr/>
        </p:nvSpPr>
        <p:spPr>
          <a:xfrm>
            <a:off x="6776161" y="481225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11,563</a:t>
            </a:r>
            <a:endParaRPr lang="en-US" dirty="0"/>
          </a:p>
        </p:txBody>
      </p:sp>
      <p:sp>
        <p:nvSpPr>
          <p:cNvPr id="2282" name="Rectangle 4"/>
          <p:cNvSpPr>
            <a:spLocks noChangeArrowheads="1"/>
          </p:cNvSpPr>
          <p:nvPr/>
        </p:nvSpPr>
        <p:spPr bwMode="auto">
          <a:xfrm>
            <a:off x="7213854" y="484106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83" name="TextBox 3"/>
          <p:cNvSpPr txBox="1"/>
          <p:nvPr/>
        </p:nvSpPr>
        <p:spPr>
          <a:xfrm>
            <a:off x="7423607" y="481225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10,941</a:t>
            </a:r>
            <a:endParaRPr lang="en-US" dirty="0"/>
          </a:p>
        </p:txBody>
      </p:sp>
      <p:sp>
        <p:nvSpPr>
          <p:cNvPr id="2284" name="Rectangle 4"/>
          <p:cNvSpPr>
            <a:spLocks noChangeArrowheads="1"/>
          </p:cNvSpPr>
          <p:nvPr/>
        </p:nvSpPr>
        <p:spPr bwMode="auto">
          <a:xfrm>
            <a:off x="7861300" y="4841062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85" name="Rectangle 4"/>
          <p:cNvSpPr>
            <a:spLocks noChangeArrowheads="1"/>
          </p:cNvSpPr>
          <p:nvPr/>
        </p:nvSpPr>
        <p:spPr bwMode="auto">
          <a:xfrm>
            <a:off x="8094497" y="4841062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86" name="Rectangle 4"/>
          <p:cNvSpPr>
            <a:spLocks noChangeArrowheads="1"/>
          </p:cNvSpPr>
          <p:nvPr/>
        </p:nvSpPr>
        <p:spPr bwMode="auto">
          <a:xfrm>
            <a:off x="8333384" y="4841062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87" name="TextBox 3"/>
          <p:cNvSpPr txBox="1"/>
          <p:nvPr/>
        </p:nvSpPr>
        <p:spPr>
          <a:xfrm>
            <a:off x="8538006" y="4812258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622</a:t>
            </a:r>
            <a:endParaRPr lang="en-US" dirty="0"/>
          </a:p>
        </p:txBody>
      </p:sp>
      <p:sp>
        <p:nvSpPr>
          <p:cNvPr id="2288" name="Rectangle 4"/>
          <p:cNvSpPr>
            <a:spLocks noChangeArrowheads="1"/>
          </p:cNvSpPr>
          <p:nvPr/>
        </p:nvSpPr>
        <p:spPr bwMode="auto">
          <a:xfrm>
            <a:off x="878255" y="523627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89" name="TextBox 3"/>
          <p:cNvSpPr txBox="1"/>
          <p:nvPr/>
        </p:nvSpPr>
        <p:spPr>
          <a:xfrm>
            <a:off x="827455" y="520747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8470150</a:t>
            </a:r>
            <a:endParaRPr lang="en-US" dirty="0"/>
          </a:p>
        </p:txBody>
      </p:sp>
      <p:sp>
        <p:nvSpPr>
          <p:cNvPr id="2290" name="Rectangle 4"/>
          <p:cNvSpPr>
            <a:spLocks noChangeArrowheads="1"/>
          </p:cNvSpPr>
          <p:nvPr/>
        </p:nvSpPr>
        <p:spPr bwMode="auto">
          <a:xfrm>
            <a:off x="1365758" y="523627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91" name="TextBox 3"/>
          <p:cNvSpPr txBox="1"/>
          <p:nvPr/>
        </p:nvSpPr>
        <p:spPr>
          <a:xfrm>
            <a:off x="1314958" y="5207470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2292" name="TextBox 3"/>
          <p:cNvSpPr txBox="1"/>
          <p:nvPr/>
        </p:nvSpPr>
        <p:spPr>
          <a:xfrm>
            <a:off x="1314958" y="5324919"/>
            <a:ext cx="5674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General </a:t>
            </a:r>
            <a:endParaRPr lang="en-US" dirty="0"/>
          </a:p>
        </p:txBody>
      </p:sp>
      <p:sp>
        <p:nvSpPr>
          <p:cNvPr id="2293" name="TextBox 3"/>
          <p:cNvSpPr txBox="1"/>
          <p:nvPr/>
        </p:nvSpPr>
        <p:spPr>
          <a:xfrm>
            <a:off x="1314958" y="5442369"/>
            <a:ext cx="5504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Counsel</a:t>
            </a:r>
            <a:endParaRPr lang="en-US" dirty="0"/>
          </a:p>
        </p:txBody>
      </p:sp>
      <p:sp>
        <p:nvSpPr>
          <p:cNvPr id="2294" name="Rectangle 4"/>
          <p:cNvSpPr>
            <a:spLocks noChangeArrowheads="1"/>
          </p:cNvSpPr>
          <p:nvPr/>
        </p:nvSpPr>
        <p:spPr bwMode="auto">
          <a:xfrm>
            <a:off x="2163546" y="523627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95" name="TextBox 3"/>
          <p:cNvSpPr txBox="1"/>
          <p:nvPr/>
        </p:nvSpPr>
        <p:spPr>
          <a:xfrm>
            <a:off x="2112746" y="520747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2296" name="Rectangle 4"/>
          <p:cNvSpPr>
            <a:spLocks noChangeArrowheads="1"/>
          </p:cNvSpPr>
          <p:nvPr/>
        </p:nvSpPr>
        <p:spPr bwMode="auto">
          <a:xfrm>
            <a:off x="2622702" y="523627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297" name="TextBox 3"/>
          <p:cNvSpPr txBox="1"/>
          <p:nvPr/>
        </p:nvSpPr>
        <p:spPr>
          <a:xfrm>
            <a:off x="2571902" y="5207470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2298" name="TextBox 3"/>
          <p:cNvSpPr txBox="1"/>
          <p:nvPr/>
        </p:nvSpPr>
        <p:spPr>
          <a:xfrm>
            <a:off x="2571902" y="5324919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2299" name="Rectangle 4"/>
          <p:cNvSpPr>
            <a:spLocks noChangeArrowheads="1"/>
          </p:cNvSpPr>
          <p:nvPr/>
        </p:nvSpPr>
        <p:spPr bwMode="auto">
          <a:xfrm>
            <a:off x="3680282" y="523627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00" name="TextBox 3"/>
          <p:cNvSpPr txBox="1"/>
          <p:nvPr/>
        </p:nvSpPr>
        <p:spPr>
          <a:xfrm>
            <a:off x="3629482" y="520747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847.8470150.1.415110.000000.847001.100178</a:t>
            </a:r>
            <a:endParaRPr lang="en-US" dirty="0"/>
          </a:p>
        </p:txBody>
      </p:sp>
      <p:sp>
        <p:nvSpPr>
          <p:cNvPr id="2301" name="Rectangle 4"/>
          <p:cNvSpPr>
            <a:spLocks noChangeArrowheads="1"/>
          </p:cNvSpPr>
          <p:nvPr/>
        </p:nvSpPr>
        <p:spPr bwMode="auto">
          <a:xfrm>
            <a:off x="5918962" y="523627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02" name="TextBox 3"/>
          <p:cNvSpPr txBox="1"/>
          <p:nvPr/>
        </p:nvSpPr>
        <p:spPr>
          <a:xfrm>
            <a:off x="6382918" y="520747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2303" name="Rectangle 4"/>
          <p:cNvSpPr>
            <a:spLocks noChangeArrowheads="1"/>
          </p:cNvSpPr>
          <p:nvPr/>
        </p:nvSpPr>
        <p:spPr bwMode="auto">
          <a:xfrm>
            <a:off x="6566408" y="523627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04" name="TextBox 3"/>
          <p:cNvSpPr txBox="1"/>
          <p:nvPr/>
        </p:nvSpPr>
        <p:spPr>
          <a:xfrm>
            <a:off x="6776161" y="520747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53,796</a:t>
            </a:r>
            <a:endParaRPr lang="en-US" dirty="0"/>
          </a:p>
        </p:txBody>
      </p:sp>
      <p:sp>
        <p:nvSpPr>
          <p:cNvPr id="2305" name="Rectangle 4"/>
          <p:cNvSpPr>
            <a:spLocks noChangeArrowheads="1"/>
          </p:cNvSpPr>
          <p:nvPr/>
        </p:nvSpPr>
        <p:spPr bwMode="auto">
          <a:xfrm>
            <a:off x="7213854" y="523627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06" name="TextBox 3"/>
          <p:cNvSpPr txBox="1"/>
          <p:nvPr/>
        </p:nvSpPr>
        <p:spPr>
          <a:xfrm>
            <a:off x="7423607" y="520747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53,796</a:t>
            </a:r>
            <a:endParaRPr lang="en-US" dirty="0"/>
          </a:p>
        </p:txBody>
      </p:sp>
      <p:sp>
        <p:nvSpPr>
          <p:cNvPr id="2307" name="Rectangle 4"/>
          <p:cNvSpPr>
            <a:spLocks noChangeArrowheads="1"/>
          </p:cNvSpPr>
          <p:nvPr/>
        </p:nvSpPr>
        <p:spPr bwMode="auto">
          <a:xfrm>
            <a:off x="7861300" y="523627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08" name="Rectangle 4"/>
          <p:cNvSpPr>
            <a:spLocks noChangeArrowheads="1"/>
          </p:cNvSpPr>
          <p:nvPr/>
        </p:nvSpPr>
        <p:spPr bwMode="auto">
          <a:xfrm>
            <a:off x="8094497" y="523627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09" name="Rectangle 4"/>
          <p:cNvSpPr>
            <a:spLocks noChangeArrowheads="1"/>
          </p:cNvSpPr>
          <p:nvPr/>
        </p:nvSpPr>
        <p:spPr bwMode="auto">
          <a:xfrm>
            <a:off x="8333384" y="523627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10" name="TextBox 3"/>
          <p:cNvSpPr txBox="1"/>
          <p:nvPr/>
        </p:nvSpPr>
        <p:spPr>
          <a:xfrm>
            <a:off x="8650986" y="520747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2311" name="Rectangle 4"/>
          <p:cNvSpPr>
            <a:spLocks noChangeArrowheads="1"/>
          </p:cNvSpPr>
          <p:nvPr/>
        </p:nvSpPr>
        <p:spPr bwMode="auto">
          <a:xfrm>
            <a:off x="878255" y="5631484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12" name="TextBox 3"/>
          <p:cNvSpPr txBox="1"/>
          <p:nvPr/>
        </p:nvSpPr>
        <p:spPr>
          <a:xfrm>
            <a:off x="827455" y="560268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8470150</a:t>
            </a:r>
            <a:endParaRPr lang="en-US" dirty="0"/>
          </a:p>
        </p:txBody>
      </p:sp>
      <p:sp>
        <p:nvSpPr>
          <p:cNvPr id="2313" name="Rectangle 4"/>
          <p:cNvSpPr>
            <a:spLocks noChangeArrowheads="1"/>
          </p:cNvSpPr>
          <p:nvPr/>
        </p:nvSpPr>
        <p:spPr bwMode="auto">
          <a:xfrm>
            <a:off x="1365758" y="5631484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14" name="TextBox 3"/>
          <p:cNvSpPr txBox="1"/>
          <p:nvPr/>
        </p:nvSpPr>
        <p:spPr>
          <a:xfrm>
            <a:off x="1314958" y="560268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2315" name="TextBox 3"/>
          <p:cNvSpPr txBox="1"/>
          <p:nvPr/>
        </p:nvSpPr>
        <p:spPr>
          <a:xfrm>
            <a:off x="1314958" y="5720130"/>
            <a:ext cx="5674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General </a:t>
            </a:r>
            <a:endParaRPr lang="en-US" dirty="0"/>
          </a:p>
        </p:txBody>
      </p:sp>
      <p:sp>
        <p:nvSpPr>
          <p:cNvPr id="2316" name="TextBox 3"/>
          <p:cNvSpPr txBox="1"/>
          <p:nvPr/>
        </p:nvSpPr>
        <p:spPr>
          <a:xfrm>
            <a:off x="1314958" y="5837580"/>
            <a:ext cx="5504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Counsel</a:t>
            </a:r>
            <a:endParaRPr lang="en-US" dirty="0"/>
          </a:p>
        </p:txBody>
      </p:sp>
      <p:sp>
        <p:nvSpPr>
          <p:cNvPr id="2317" name="Rectangle 4"/>
          <p:cNvSpPr>
            <a:spLocks noChangeArrowheads="1"/>
          </p:cNvSpPr>
          <p:nvPr/>
        </p:nvSpPr>
        <p:spPr bwMode="auto">
          <a:xfrm>
            <a:off x="2163546" y="5631484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18" name="TextBox 3"/>
          <p:cNvSpPr txBox="1"/>
          <p:nvPr/>
        </p:nvSpPr>
        <p:spPr>
          <a:xfrm>
            <a:off x="2112746" y="560268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2319" name="Rectangle 4"/>
          <p:cNvSpPr>
            <a:spLocks noChangeArrowheads="1"/>
          </p:cNvSpPr>
          <p:nvPr/>
        </p:nvSpPr>
        <p:spPr bwMode="auto">
          <a:xfrm>
            <a:off x="2622702" y="5631484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20" name="TextBox 3"/>
          <p:cNvSpPr txBox="1"/>
          <p:nvPr/>
        </p:nvSpPr>
        <p:spPr>
          <a:xfrm>
            <a:off x="2571902" y="5602681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2321" name="TextBox 3"/>
          <p:cNvSpPr txBox="1"/>
          <p:nvPr/>
        </p:nvSpPr>
        <p:spPr>
          <a:xfrm>
            <a:off x="2571902" y="5720130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2322" name="Rectangle 4"/>
          <p:cNvSpPr>
            <a:spLocks noChangeArrowheads="1"/>
          </p:cNvSpPr>
          <p:nvPr/>
        </p:nvSpPr>
        <p:spPr bwMode="auto">
          <a:xfrm>
            <a:off x="3680282" y="5631484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23" name="TextBox 3"/>
          <p:cNvSpPr txBox="1"/>
          <p:nvPr/>
        </p:nvSpPr>
        <p:spPr>
          <a:xfrm>
            <a:off x="3629482" y="560268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847.8470150.1.416110.000000.847001.100178</a:t>
            </a:r>
            <a:endParaRPr lang="en-US" dirty="0"/>
          </a:p>
        </p:txBody>
      </p:sp>
      <p:sp>
        <p:nvSpPr>
          <p:cNvPr id="2324" name="Rectangle 4"/>
          <p:cNvSpPr>
            <a:spLocks noChangeArrowheads="1"/>
          </p:cNvSpPr>
          <p:nvPr/>
        </p:nvSpPr>
        <p:spPr bwMode="auto">
          <a:xfrm>
            <a:off x="5918962" y="563148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25" name="TextBox 3"/>
          <p:cNvSpPr txBox="1"/>
          <p:nvPr/>
        </p:nvSpPr>
        <p:spPr>
          <a:xfrm>
            <a:off x="6382918" y="560268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2326" name="Rectangle 4"/>
          <p:cNvSpPr>
            <a:spLocks noChangeArrowheads="1"/>
          </p:cNvSpPr>
          <p:nvPr/>
        </p:nvSpPr>
        <p:spPr bwMode="auto">
          <a:xfrm>
            <a:off x="6566408" y="563148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27" name="TextBox 3"/>
          <p:cNvSpPr txBox="1"/>
          <p:nvPr/>
        </p:nvSpPr>
        <p:spPr>
          <a:xfrm>
            <a:off x="6776161" y="560268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40,815</a:t>
            </a:r>
            <a:endParaRPr lang="en-US" dirty="0"/>
          </a:p>
        </p:txBody>
      </p:sp>
      <p:sp>
        <p:nvSpPr>
          <p:cNvPr id="2328" name="Rectangle 4"/>
          <p:cNvSpPr>
            <a:spLocks noChangeArrowheads="1"/>
          </p:cNvSpPr>
          <p:nvPr/>
        </p:nvSpPr>
        <p:spPr bwMode="auto">
          <a:xfrm>
            <a:off x="7213854" y="563148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29" name="TextBox 3"/>
          <p:cNvSpPr txBox="1"/>
          <p:nvPr/>
        </p:nvSpPr>
        <p:spPr>
          <a:xfrm>
            <a:off x="7423607" y="560268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40,300</a:t>
            </a:r>
            <a:endParaRPr lang="en-US" dirty="0"/>
          </a:p>
        </p:txBody>
      </p:sp>
      <p:sp>
        <p:nvSpPr>
          <p:cNvPr id="2330" name="Rectangle 4"/>
          <p:cNvSpPr>
            <a:spLocks noChangeArrowheads="1"/>
          </p:cNvSpPr>
          <p:nvPr/>
        </p:nvSpPr>
        <p:spPr bwMode="auto">
          <a:xfrm>
            <a:off x="7861300" y="5631484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31" name="Rectangle 4"/>
          <p:cNvSpPr>
            <a:spLocks noChangeArrowheads="1"/>
          </p:cNvSpPr>
          <p:nvPr/>
        </p:nvSpPr>
        <p:spPr bwMode="auto">
          <a:xfrm>
            <a:off x="8094497" y="5631484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32" name="Rectangle 4"/>
          <p:cNvSpPr>
            <a:spLocks noChangeArrowheads="1"/>
          </p:cNvSpPr>
          <p:nvPr/>
        </p:nvSpPr>
        <p:spPr bwMode="auto">
          <a:xfrm>
            <a:off x="8333384" y="5631484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33" name="TextBox 3"/>
          <p:cNvSpPr txBox="1"/>
          <p:nvPr/>
        </p:nvSpPr>
        <p:spPr>
          <a:xfrm>
            <a:off x="8538006" y="5602681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515</a:t>
            </a:r>
            <a:endParaRPr lang="en-US" dirty="0"/>
          </a:p>
        </p:txBody>
      </p:sp>
      <p:sp>
        <p:nvSpPr>
          <p:cNvPr id="2334" name="Rectangle 4"/>
          <p:cNvSpPr>
            <a:spLocks noChangeArrowheads="1"/>
          </p:cNvSpPr>
          <p:nvPr/>
        </p:nvSpPr>
        <p:spPr bwMode="auto">
          <a:xfrm>
            <a:off x="878255" y="6026696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35" name="TextBox 3"/>
          <p:cNvSpPr txBox="1"/>
          <p:nvPr/>
        </p:nvSpPr>
        <p:spPr>
          <a:xfrm>
            <a:off x="827455" y="599789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8470150</a:t>
            </a:r>
            <a:endParaRPr lang="en-US" dirty="0"/>
          </a:p>
        </p:txBody>
      </p:sp>
      <p:sp>
        <p:nvSpPr>
          <p:cNvPr id="2336" name="Rectangle 4"/>
          <p:cNvSpPr>
            <a:spLocks noChangeArrowheads="1"/>
          </p:cNvSpPr>
          <p:nvPr/>
        </p:nvSpPr>
        <p:spPr bwMode="auto">
          <a:xfrm>
            <a:off x="1365758" y="6026696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37" name="TextBox 3"/>
          <p:cNvSpPr txBox="1"/>
          <p:nvPr/>
        </p:nvSpPr>
        <p:spPr>
          <a:xfrm>
            <a:off x="1314958" y="5997892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2338" name="TextBox 3"/>
          <p:cNvSpPr txBox="1"/>
          <p:nvPr/>
        </p:nvSpPr>
        <p:spPr>
          <a:xfrm>
            <a:off x="1314958" y="6115341"/>
            <a:ext cx="5674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General </a:t>
            </a:r>
            <a:endParaRPr lang="en-US" dirty="0"/>
          </a:p>
        </p:txBody>
      </p:sp>
      <p:sp>
        <p:nvSpPr>
          <p:cNvPr id="2339" name="TextBox 3"/>
          <p:cNvSpPr txBox="1"/>
          <p:nvPr/>
        </p:nvSpPr>
        <p:spPr>
          <a:xfrm>
            <a:off x="1314958" y="6232791"/>
            <a:ext cx="5504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Counsel</a:t>
            </a:r>
            <a:endParaRPr lang="en-US" dirty="0"/>
          </a:p>
        </p:txBody>
      </p:sp>
      <p:sp>
        <p:nvSpPr>
          <p:cNvPr id="2340" name="Rectangle 4"/>
          <p:cNvSpPr>
            <a:spLocks noChangeArrowheads="1"/>
          </p:cNvSpPr>
          <p:nvPr/>
        </p:nvSpPr>
        <p:spPr bwMode="auto">
          <a:xfrm>
            <a:off x="2163546" y="6026696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41" name="TextBox 3"/>
          <p:cNvSpPr txBox="1"/>
          <p:nvPr/>
        </p:nvSpPr>
        <p:spPr>
          <a:xfrm>
            <a:off x="2112746" y="599789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2342" name="Rectangle 4"/>
          <p:cNvSpPr>
            <a:spLocks noChangeArrowheads="1"/>
          </p:cNvSpPr>
          <p:nvPr/>
        </p:nvSpPr>
        <p:spPr bwMode="auto">
          <a:xfrm>
            <a:off x="2622702" y="6026696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43" name="TextBox 3"/>
          <p:cNvSpPr txBox="1"/>
          <p:nvPr/>
        </p:nvSpPr>
        <p:spPr>
          <a:xfrm>
            <a:off x="2571902" y="5997892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2344" name="TextBox 3"/>
          <p:cNvSpPr txBox="1"/>
          <p:nvPr/>
        </p:nvSpPr>
        <p:spPr>
          <a:xfrm>
            <a:off x="2571902" y="6115341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2345" name="Rectangle 4"/>
          <p:cNvSpPr>
            <a:spLocks noChangeArrowheads="1"/>
          </p:cNvSpPr>
          <p:nvPr/>
        </p:nvSpPr>
        <p:spPr bwMode="auto">
          <a:xfrm>
            <a:off x="3680282" y="6026696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46" name="TextBox 3"/>
          <p:cNvSpPr txBox="1"/>
          <p:nvPr/>
        </p:nvSpPr>
        <p:spPr>
          <a:xfrm>
            <a:off x="3629482" y="599789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847.8470150.1.416310.000000.847001.100178</a:t>
            </a:r>
            <a:endParaRPr lang="en-US" dirty="0"/>
          </a:p>
        </p:txBody>
      </p:sp>
      <p:sp>
        <p:nvSpPr>
          <p:cNvPr id="2347" name="Rectangle 4"/>
          <p:cNvSpPr>
            <a:spLocks noChangeArrowheads="1"/>
          </p:cNvSpPr>
          <p:nvPr/>
        </p:nvSpPr>
        <p:spPr bwMode="auto">
          <a:xfrm>
            <a:off x="5918962" y="602669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48" name="TextBox 3"/>
          <p:cNvSpPr txBox="1"/>
          <p:nvPr/>
        </p:nvSpPr>
        <p:spPr>
          <a:xfrm>
            <a:off x="6128715" y="599789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51,520</a:t>
            </a:r>
            <a:endParaRPr lang="en-US" dirty="0"/>
          </a:p>
        </p:txBody>
      </p:sp>
      <p:sp>
        <p:nvSpPr>
          <p:cNvPr id="2349" name="Rectangle 4"/>
          <p:cNvSpPr>
            <a:spLocks noChangeArrowheads="1"/>
          </p:cNvSpPr>
          <p:nvPr/>
        </p:nvSpPr>
        <p:spPr bwMode="auto">
          <a:xfrm>
            <a:off x="6566408" y="602669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50" name="TextBox 3"/>
          <p:cNvSpPr txBox="1"/>
          <p:nvPr/>
        </p:nvSpPr>
        <p:spPr>
          <a:xfrm>
            <a:off x="6776161" y="599789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46,337</a:t>
            </a:r>
            <a:endParaRPr lang="en-US" dirty="0"/>
          </a:p>
        </p:txBody>
      </p:sp>
      <p:sp>
        <p:nvSpPr>
          <p:cNvPr id="2351" name="Rectangle 4"/>
          <p:cNvSpPr>
            <a:spLocks noChangeArrowheads="1"/>
          </p:cNvSpPr>
          <p:nvPr/>
        </p:nvSpPr>
        <p:spPr bwMode="auto">
          <a:xfrm>
            <a:off x="7213854" y="602669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52" name="TextBox 3"/>
          <p:cNvSpPr txBox="1"/>
          <p:nvPr/>
        </p:nvSpPr>
        <p:spPr>
          <a:xfrm>
            <a:off x="7423607" y="599789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46,337</a:t>
            </a:r>
            <a:endParaRPr lang="en-US" dirty="0"/>
          </a:p>
        </p:txBody>
      </p:sp>
      <p:sp>
        <p:nvSpPr>
          <p:cNvPr id="2353" name="Rectangle 4"/>
          <p:cNvSpPr>
            <a:spLocks noChangeArrowheads="1"/>
          </p:cNvSpPr>
          <p:nvPr/>
        </p:nvSpPr>
        <p:spPr bwMode="auto">
          <a:xfrm>
            <a:off x="7861300" y="6026696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54" name="Rectangle 4"/>
          <p:cNvSpPr>
            <a:spLocks noChangeArrowheads="1"/>
          </p:cNvSpPr>
          <p:nvPr/>
        </p:nvSpPr>
        <p:spPr bwMode="auto">
          <a:xfrm>
            <a:off x="8094497" y="6026696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55" name="Rectangle 4"/>
          <p:cNvSpPr>
            <a:spLocks noChangeArrowheads="1"/>
          </p:cNvSpPr>
          <p:nvPr/>
        </p:nvSpPr>
        <p:spPr bwMode="auto">
          <a:xfrm>
            <a:off x="8333384" y="6026696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56" name="TextBox 3"/>
          <p:cNvSpPr txBox="1"/>
          <p:nvPr/>
        </p:nvSpPr>
        <p:spPr>
          <a:xfrm>
            <a:off x="8650986" y="599789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2357" name="Rectangle 4"/>
          <p:cNvSpPr>
            <a:spLocks noChangeArrowheads="1"/>
          </p:cNvSpPr>
          <p:nvPr/>
        </p:nvSpPr>
        <p:spPr bwMode="auto">
          <a:xfrm>
            <a:off x="878255" y="6421907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358" name="TextBox 3"/>
          <p:cNvSpPr txBox="1"/>
          <p:nvPr/>
        </p:nvSpPr>
        <p:spPr>
          <a:xfrm>
            <a:off x="827455" y="639310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8470150</a:t>
            </a:r>
            <a:endParaRPr lang="en-US" dirty="0"/>
          </a:p>
        </p:txBody>
      </p:sp>
      <p:sp>
        <p:nvSpPr>
          <p:cNvPr id="2359" name="TextBox 3"/>
          <p:cNvSpPr txBox="1"/>
          <p:nvPr/>
        </p:nvSpPr>
        <p:spPr>
          <a:xfrm>
            <a:off x="827455" y="6510553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2360" name="Rectangle 4"/>
          <p:cNvSpPr>
            <a:spLocks noChangeArrowheads="1"/>
          </p:cNvSpPr>
          <p:nvPr/>
        </p:nvSpPr>
        <p:spPr bwMode="auto">
          <a:xfrm>
            <a:off x="1365758" y="6421907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361" name="Rectangle 4"/>
          <p:cNvSpPr>
            <a:spLocks noChangeArrowheads="1"/>
          </p:cNvSpPr>
          <p:nvPr/>
        </p:nvSpPr>
        <p:spPr bwMode="auto">
          <a:xfrm>
            <a:off x="2163546" y="6421907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362" name="Rectangle 4"/>
          <p:cNvSpPr>
            <a:spLocks noChangeArrowheads="1"/>
          </p:cNvSpPr>
          <p:nvPr/>
        </p:nvSpPr>
        <p:spPr bwMode="auto">
          <a:xfrm>
            <a:off x="2622702" y="6421907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363" name="Rectangle 4"/>
          <p:cNvSpPr>
            <a:spLocks noChangeArrowheads="1"/>
          </p:cNvSpPr>
          <p:nvPr/>
        </p:nvSpPr>
        <p:spPr bwMode="auto">
          <a:xfrm>
            <a:off x="3680282" y="6421907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364" name="Rectangle 4"/>
          <p:cNvSpPr>
            <a:spLocks noChangeArrowheads="1"/>
          </p:cNvSpPr>
          <p:nvPr/>
        </p:nvSpPr>
        <p:spPr bwMode="auto">
          <a:xfrm>
            <a:off x="5918962" y="642190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365" name="TextBox 3"/>
          <p:cNvSpPr txBox="1"/>
          <p:nvPr/>
        </p:nvSpPr>
        <p:spPr>
          <a:xfrm>
            <a:off x="5987491" y="639310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1,901,623</a:t>
            </a:r>
            <a:endParaRPr lang="en-US" dirty="0"/>
          </a:p>
        </p:txBody>
      </p:sp>
      <p:sp>
        <p:nvSpPr>
          <p:cNvPr id="2366" name="Rectangle 4"/>
          <p:cNvSpPr>
            <a:spLocks noChangeArrowheads="1"/>
          </p:cNvSpPr>
          <p:nvPr/>
        </p:nvSpPr>
        <p:spPr bwMode="auto">
          <a:xfrm>
            <a:off x="6566408" y="642190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367" name="TextBox 3"/>
          <p:cNvSpPr txBox="1"/>
          <p:nvPr/>
        </p:nvSpPr>
        <p:spPr>
          <a:xfrm>
            <a:off x="6634937" y="639310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2,768,622</a:t>
            </a:r>
            <a:endParaRPr lang="en-US" dirty="0"/>
          </a:p>
        </p:txBody>
      </p:sp>
      <p:sp>
        <p:nvSpPr>
          <p:cNvPr id="2368" name="Rectangle 4"/>
          <p:cNvSpPr>
            <a:spLocks noChangeArrowheads="1"/>
          </p:cNvSpPr>
          <p:nvPr/>
        </p:nvSpPr>
        <p:spPr bwMode="auto">
          <a:xfrm>
            <a:off x="7213854" y="642190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369" name="TextBox 3"/>
          <p:cNvSpPr txBox="1"/>
          <p:nvPr/>
        </p:nvSpPr>
        <p:spPr>
          <a:xfrm>
            <a:off x="7282383" y="639310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2,766,675</a:t>
            </a:r>
            <a:endParaRPr lang="en-US" dirty="0"/>
          </a:p>
        </p:txBody>
      </p:sp>
      <p:sp>
        <p:nvSpPr>
          <p:cNvPr id="2370" name="Rectangle 4"/>
          <p:cNvSpPr>
            <a:spLocks noChangeArrowheads="1"/>
          </p:cNvSpPr>
          <p:nvPr/>
        </p:nvSpPr>
        <p:spPr bwMode="auto">
          <a:xfrm>
            <a:off x="7861300" y="6421907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371" name="Rectangle 4"/>
          <p:cNvSpPr>
            <a:spLocks noChangeArrowheads="1"/>
          </p:cNvSpPr>
          <p:nvPr/>
        </p:nvSpPr>
        <p:spPr bwMode="auto">
          <a:xfrm>
            <a:off x="8094497" y="6421907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372" name="Rectangle 4"/>
          <p:cNvSpPr>
            <a:spLocks noChangeArrowheads="1"/>
          </p:cNvSpPr>
          <p:nvPr/>
        </p:nvSpPr>
        <p:spPr bwMode="auto">
          <a:xfrm>
            <a:off x="8333384" y="6421907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373" name="TextBox 3"/>
          <p:cNvSpPr txBox="1"/>
          <p:nvPr/>
        </p:nvSpPr>
        <p:spPr>
          <a:xfrm>
            <a:off x="8453272" y="6393103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1,947</a:t>
            </a:r>
            <a:endParaRPr lang="en-US" dirty="0"/>
          </a:p>
        </p:txBody>
      </p:sp>
      <p:sp>
        <p:nvSpPr>
          <p:cNvPr id="2374" name="Rectangle 4"/>
          <p:cNvSpPr>
            <a:spLocks noChangeArrowheads="1"/>
          </p:cNvSpPr>
          <p:nvPr/>
        </p:nvSpPr>
        <p:spPr bwMode="auto">
          <a:xfrm>
            <a:off x="878255" y="6699669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75" name="TextBox 3"/>
          <p:cNvSpPr txBox="1"/>
          <p:nvPr/>
        </p:nvSpPr>
        <p:spPr>
          <a:xfrm>
            <a:off x="827455" y="667086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8470220</a:t>
            </a:r>
            <a:endParaRPr lang="en-US" dirty="0"/>
          </a:p>
        </p:txBody>
      </p:sp>
      <p:sp>
        <p:nvSpPr>
          <p:cNvPr id="2376" name="Rectangle 4"/>
          <p:cNvSpPr>
            <a:spLocks noChangeArrowheads="1"/>
          </p:cNvSpPr>
          <p:nvPr/>
        </p:nvSpPr>
        <p:spPr bwMode="auto">
          <a:xfrm>
            <a:off x="1365758" y="6699669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77" name="TextBox 3"/>
          <p:cNvSpPr txBox="1"/>
          <p:nvPr/>
        </p:nvSpPr>
        <p:spPr>
          <a:xfrm>
            <a:off x="1314958" y="6670865"/>
            <a:ext cx="8327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Office </a:t>
            </a:r>
            <a:endParaRPr lang="en-US" dirty="0"/>
          </a:p>
        </p:txBody>
      </p:sp>
      <p:sp>
        <p:nvSpPr>
          <p:cNvPr id="2378" name="TextBox 3"/>
          <p:cNvSpPr txBox="1"/>
          <p:nvPr/>
        </p:nvSpPr>
        <p:spPr>
          <a:xfrm>
            <a:off x="1314958" y="6788315"/>
            <a:ext cx="8046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the Provost</a:t>
            </a:r>
            <a:endParaRPr lang="en-US" dirty="0"/>
          </a:p>
        </p:txBody>
      </p:sp>
      <p:sp>
        <p:nvSpPr>
          <p:cNvPr id="2379" name="Rectangle 4"/>
          <p:cNvSpPr>
            <a:spLocks noChangeArrowheads="1"/>
          </p:cNvSpPr>
          <p:nvPr/>
        </p:nvSpPr>
        <p:spPr bwMode="auto">
          <a:xfrm>
            <a:off x="2163546" y="6699669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80" name="TextBox 3"/>
          <p:cNvSpPr txBox="1"/>
          <p:nvPr/>
        </p:nvSpPr>
        <p:spPr>
          <a:xfrm>
            <a:off x="2112746" y="667086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2381" name="Rectangle 4"/>
          <p:cNvSpPr>
            <a:spLocks noChangeArrowheads="1"/>
          </p:cNvSpPr>
          <p:nvPr/>
        </p:nvSpPr>
        <p:spPr bwMode="auto">
          <a:xfrm>
            <a:off x="2622702" y="6699669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82" name="TextBox 3"/>
          <p:cNvSpPr txBox="1"/>
          <p:nvPr/>
        </p:nvSpPr>
        <p:spPr>
          <a:xfrm>
            <a:off x="2571902" y="6670865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2383" name="TextBox 3"/>
          <p:cNvSpPr txBox="1"/>
          <p:nvPr/>
        </p:nvSpPr>
        <p:spPr>
          <a:xfrm>
            <a:off x="2571902" y="6788315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2384" name="Rectangle 4"/>
          <p:cNvSpPr>
            <a:spLocks noChangeArrowheads="1"/>
          </p:cNvSpPr>
          <p:nvPr/>
        </p:nvSpPr>
        <p:spPr bwMode="auto">
          <a:xfrm>
            <a:off x="3680282" y="6699669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85" name="TextBox 3"/>
          <p:cNvSpPr txBox="1"/>
          <p:nvPr/>
        </p:nvSpPr>
        <p:spPr>
          <a:xfrm>
            <a:off x="3629482" y="667086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847.8470220.1.412121.000000.847001.100178</a:t>
            </a:r>
            <a:endParaRPr lang="en-US" dirty="0"/>
          </a:p>
        </p:txBody>
      </p:sp>
      <p:sp>
        <p:nvSpPr>
          <p:cNvPr id="2386" name="Rectangle 4"/>
          <p:cNvSpPr>
            <a:spLocks noChangeArrowheads="1"/>
          </p:cNvSpPr>
          <p:nvPr/>
        </p:nvSpPr>
        <p:spPr bwMode="auto">
          <a:xfrm>
            <a:off x="5918962" y="669966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87" name="TextBox 3"/>
          <p:cNvSpPr txBox="1"/>
          <p:nvPr/>
        </p:nvSpPr>
        <p:spPr>
          <a:xfrm>
            <a:off x="6382918" y="667086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2388" name="Rectangle 4"/>
          <p:cNvSpPr>
            <a:spLocks noChangeArrowheads="1"/>
          </p:cNvSpPr>
          <p:nvPr/>
        </p:nvSpPr>
        <p:spPr bwMode="auto">
          <a:xfrm>
            <a:off x="6566408" y="669966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89" name="TextBox 3"/>
          <p:cNvSpPr txBox="1"/>
          <p:nvPr/>
        </p:nvSpPr>
        <p:spPr>
          <a:xfrm>
            <a:off x="6719671" y="667086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101,676</a:t>
            </a:r>
            <a:endParaRPr lang="en-US" dirty="0"/>
          </a:p>
        </p:txBody>
      </p:sp>
      <p:sp>
        <p:nvSpPr>
          <p:cNvPr id="2390" name="Rectangle 4"/>
          <p:cNvSpPr>
            <a:spLocks noChangeArrowheads="1"/>
          </p:cNvSpPr>
          <p:nvPr/>
        </p:nvSpPr>
        <p:spPr bwMode="auto">
          <a:xfrm>
            <a:off x="7213854" y="669966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91" name="TextBox 3"/>
          <p:cNvSpPr txBox="1"/>
          <p:nvPr/>
        </p:nvSpPr>
        <p:spPr>
          <a:xfrm>
            <a:off x="7367118" y="667086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101,676</a:t>
            </a:r>
            <a:endParaRPr lang="en-US" dirty="0"/>
          </a:p>
        </p:txBody>
      </p:sp>
      <p:sp>
        <p:nvSpPr>
          <p:cNvPr id="2392" name="Rectangle 4"/>
          <p:cNvSpPr>
            <a:spLocks noChangeArrowheads="1"/>
          </p:cNvSpPr>
          <p:nvPr/>
        </p:nvSpPr>
        <p:spPr bwMode="auto">
          <a:xfrm>
            <a:off x="7861300" y="6699669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93" name="Rectangle 4"/>
          <p:cNvSpPr>
            <a:spLocks noChangeArrowheads="1"/>
          </p:cNvSpPr>
          <p:nvPr/>
        </p:nvSpPr>
        <p:spPr bwMode="auto">
          <a:xfrm>
            <a:off x="8094497" y="6699669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94" name="Rectangle 4"/>
          <p:cNvSpPr>
            <a:spLocks noChangeArrowheads="1"/>
          </p:cNvSpPr>
          <p:nvPr/>
        </p:nvSpPr>
        <p:spPr bwMode="auto">
          <a:xfrm>
            <a:off x="8333384" y="6699669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95" name="TextBox 3"/>
          <p:cNvSpPr txBox="1"/>
          <p:nvPr/>
        </p:nvSpPr>
        <p:spPr>
          <a:xfrm>
            <a:off x="8650986" y="667086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2396" name="Rectangle 4"/>
          <p:cNvSpPr>
            <a:spLocks noChangeArrowheads="1"/>
          </p:cNvSpPr>
          <p:nvPr/>
        </p:nvSpPr>
        <p:spPr bwMode="auto">
          <a:xfrm>
            <a:off x="878255" y="6977430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97" name="TextBox 3"/>
          <p:cNvSpPr txBox="1"/>
          <p:nvPr/>
        </p:nvSpPr>
        <p:spPr>
          <a:xfrm>
            <a:off x="827455" y="694862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8470220</a:t>
            </a:r>
            <a:endParaRPr lang="en-US" dirty="0"/>
          </a:p>
        </p:txBody>
      </p:sp>
      <p:sp>
        <p:nvSpPr>
          <p:cNvPr id="2398" name="Rectangle 4"/>
          <p:cNvSpPr>
            <a:spLocks noChangeArrowheads="1"/>
          </p:cNvSpPr>
          <p:nvPr/>
        </p:nvSpPr>
        <p:spPr bwMode="auto">
          <a:xfrm>
            <a:off x="1365758" y="6977430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399" name="TextBox 3"/>
          <p:cNvSpPr txBox="1"/>
          <p:nvPr/>
        </p:nvSpPr>
        <p:spPr>
          <a:xfrm>
            <a:off x="1314958" y="6948627"/>
            <a:ext cx="8327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Office </a:t>
            </a:r>
            <a:endParaRPr lang="en-US" dirty="0"/>
          </a:p>
        </p:txBody>
      </p:sp>
      <p:sp>
        <p:nvSpPr>
          <p:cNvPr id="2400" name="TextBox 3"/>
          <p:cNvSpPr txBox="1"/>
          <p:nvPr/>
        </p:nvSpPr>
        <p:spPr>
          <a:xfrm>
            <a:off x="1314958" y="7066076"/>
            <a:ext cx="8046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the Provost</a:t>
            </a:r>
            <a:endParaRPr lang="en-US" dirty="0"/>
          </a:p>
        </p:txBody>
      </p:sp>
      <p:sp>
        <p:nvSpPr>
          <p:cNvPr id="2401" name="Rectangle 4"/>
          <p:cNvSpPr>
            <a:spLocks noChangeArrowheads="1"/>
          </p:cNvSpPr>
          <p:nvPr/>
        </p:nvSpPr>
        <p:spPr bwMode="auto">
          <a:xfrm>
            <a:off x="2163546" y="6977430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402" name="TextBox 3"/>
          <p:cNvSpPr txBox="1"/>
          <p:nvPr/>
        </p:nvSpPr>
        <p:spPr>
          <a:xfrm>
            <a:off x="2112746" y="694862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2403" name="Rectangle 4"/>
          <p:cNvSpPr>
            <a:spLocks noChangeArrowheads="1"/>
          </p:cNvSpPr>
          <p:nvPr/>
        </p:nvSpPr>
        <p:spPr bwMode="auto">
          <a:xfrm>
            <a:off x="2622702" y="6977430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404" name="TextBox 3"/>
          <p:cNvSpPr txBox="1"/>
          <p:nvPr/>
        </p:nvSpPr>
        <p:spPr>
          <a:xfrm>
            <a:off x="2571902" y="6948627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2405" name="TextBox 3"/>
          <p:cNvSpPr txBox="1"/>
          <p:nvPr/>
        </p:nvSpPr>
        <p:spPr>
          <a:xfrm>
            <a:off x="2571902" y="7066076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2406" name="Rectangle 4"/>
          <p:cNvSpPr>
            <a:spLocks noChangeArrowheads="1"/>
          </p:cNvSpPr>
          <p:nvPr/>
        </p:nvSpPr>
        <p:spPr bwMode="auto">
          <a:xfrm>
            <a:off x="3680282" y="6977430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407" name="TextBox 3"/>
          <p:cNvSpPr txBox="1"/>
          <p:nvPr/>
        </p:nvSpPr>
        <p:spPr>
          <a:xfrm>
            <a:off x="3629482" y="694862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847.8470220.1.412125.000000.847001.100178</a:t>
            </a:r>
            <a:endParaRPr lang="en-US" dirty="0"/>
          </a:p>
        </p:txBody>
      </p:sp>
      <p:sp>
        <p:nvSpPr>
          <p:cNvPr id="2408" name="Rectangle 4"/>
          <p:cNvSpPr>
            <a:spLocks noChangeArrowheads="1"/>
          </p:cNvSpPr>
          <p:nvPr/>
        </p:nvSpPr>
        <p:spPr bwMode="auto">
          <a:xfrm>
            <a:off x="5918962" y="697743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409" name="TextBox 3"/>
          <p:cNvSpPr txBox="1"/>
          <p:nvPr/>
        </p:nvSpPr>
        <p:spPr>
          <a:xfrm>
            <a:off x="6382918" y="694862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2410" name="Rectangle 4"/>
          <p:cNvSpPr>
            <a:spLocks noChangeArrowheads="1"/>
          </p:cNvSpPr>
          <p:nvPr/>
        </p:nvSpPr>
        <p:spPr bwMode="auto">
          <a:xfrm>
            <a:off x="6566408" y="697743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411" name="TextBox 3"/>
          <p:cNvSpPr txBox="1"/>
          <p:nvPr/>
        </p:nvSpPr>
        <p:spPr>
          <a:xfrm>
            <a:off x="6776161" y="694862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73,005</a:t>
            </a:r>
            <a:endParaRPr lang="en-US" dirty="0"/>
          </a:p>
        </p:txBody>
      </p:sp>
      <p:sp>
        <p:nvSpPr>
          <p:cNvPr id="2412" name="Rectangle 4"/>
          <p:cNvSpPr>
            <a:spLocks noChangeArrowheads="1"/>
          </p:cNvSpPr>
          <p:nvPr/>
        </p:nvSpPr>
        <p:spPr bwMode="auto">
          <a:xfrm>
            <a:off x="7213854" y="697743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413" name="TextBox 3"/>
          <p:cNvSpPr txBox="1"/>
          <p:nvPr/>
        </p:nvSpPr>
        <p:spPr>
          <a:xfrm>
            <a:off x="7423607" y="694862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73,005</a:t>
            </a:r>
            <a:endParaRPr lang="en-US" dirty="0"/>
          </a:p>
        </p:txBody>
      </p:sp>
      <p:sp>
        <p:nvSpPr>
          <p:cNvPr id="2414" name="Rectangle 4"/>
          <p:cNvSpPr>
            <a:spLocks noChangeArrowheads="1"/>
          </p:cNvSpPr>
          <p:nvPr/>
        </p:nvSpPr>
        <p:spPr bwMode="auto">
          <a:xfrm>
            <a:off x="7861300" y="6977430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415" name="Rectangle 4"/>
          <p:cNvSpPr>
            <a:spLocks noChangeArrowheads="1"/>
          </p:cNvSpPr>
          <p:nvPr/>
        </p:nvSpPr>
        <p:spPr bwMode="auto">
          <a:xfrm>
            <a:off x="8094497" y="6977430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416" name="Rectangle 4"/>
          <p:cNvSpPr>
            <a:spLocks noChangeArrowheads="1"/>
          </p:cNvSpPr>
          <p:nvPr/>
        </p:nvSpPr>
        <p:spPr bwMode="auto">
          <a:xfrm>
            <a:off x="8333384" y="6977430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417" name="TextBox 3"/>
          <p:cNvSpPr txBox="1"/>
          <p:nvPr/>
        </p:nvSpPr>
        <p:spPr>
          <a:xfrm>
            <a:off x="8650986" y="694862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2418" name="Rectangle 4"/>
          <p:cNvSpPr>
            <a:spLocks noChangeArrowheads="1"/>
          </p:cNvSpPr>
          <p:nvPr/>
        </p:nvSpPr>
        <p:spPr bwMode="auto">
          <a:xfrm>
            <a:off x="466725" y="917498"/>
            <a:ext cx="6350" cy="6340868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2419" name="Rectangle 4"/>
          <p:cNvSpPr>
            <a:spLocks noChangeArrowheads="1"/>
          </p:cNvSpPr>
          <p:nvPr/>
        </p:nvSpPr>
        <p:spPr bwMode="auto">
          <a:xfrm>
            <a:off x="7213854" y="641714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20" name="Rectangle 4"/>
          <p:cNvSpPr>
            <a:spLocks noChangeArrowheads="1"/>
          </p:cNvSpPr>
          <p:nvPr/>
        </p:nvSpPr>
        <p:spPr bwMode="auto">
          <a:xfrm>
            <a:off x="878255" y="641714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21" name="Rectangle 4"/>
          <p:cNvSpPr>
            <a:spLocks noChangeArrowheads="1"/>
          </p:cNvSpPr>
          <p:nvPr/>
        </p:nvSpPr>
        <p:spPr bwMode="auto">
          <a:xfrm>
            <a:off x="7213854" y="562672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22" name="Rectangle 4"/>
          <p:cNvSpPr>
            <a:spLocks noChangeArrowheads="1"/>
          </p:cNvSpPr>
          <p:nvPr/>
        </p:nvSpPr>
        <p:spPr bwMode="auto">
          <a:xfrm>
            <a:off x="878255" y="562672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23" name="Rectangle 4"/>
          <p:cNvSpPr>
            <a:spLocks noChangeArrowheads="1"/>
          </p:cNvSpPr>
          <p:nvPr/>
        </p:nvSpPr>
        <p:spPr bwMode="auto">
          <a:xfrm>
            <a:off x="7213854" y="483629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24" name="Rectangle 4"/>
          <p:cNvSpPr>
            <a:spLocks noChangeArrowheads="1"/>
          </p:cNvSpPr>
          <p:nvPr/>
        </p:nvSpPr>
        <p:spPr bwMode="auto">
          <a:xfrm>
            <a:off x="878255" y="483629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25" name="Rectangle 4"/>
          <p:cNvSpPr>
            <a:spLocks noChangeArrowheads="1"/>
          </p:cNvSpPr>
          <p:nvPr/>
        </p:nvSpPr>
        <p:spPr bwMode="auto">
          <a:xfrm>
            <a:off x="7213854" y="404587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26" name="Rectangle 4"/>
          <p:cNvSpPr>
            <a:spLocks noChangeArrowheads="1"/>
          </p:cNvSpPr>
          <p:nvPr/>
        </p:nvSpPr>
        <p:spPr bwMode="auto">
          <a:xfrm>
            <a:off x="878255" y="404587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27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28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29" name="Rectangle 4"/>
          <p:cNvSpPr>
            <a:spLocks noChangeArrowheads="1"/>
          </p:cNvSpPr>
          <p:nvPr/>
        </p:nvSpPr>
        <p:spPr bwMode="auto">
          <a:xfrm>
            <a:off x="7213854" y="325545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30" name="Rectangle 4"/>
          <p:cNvSpPr>
            <a:spLocks noChangeArrowheads="1"/>
          </p:cNvSpPr>
          <p:nvPr/>
        </p:nvSpPr>
        <p:spPr bwMode="auto">
          <a:xfrm>
            <a:off x="878255" y="325545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31" name="Rectangle 4"/>
          <p:cNvSpPr>
            <a:spLocks noChangeArrowheads="1"/>
          </p:cNvSpPr>
          <p:nvPr/>
        </p:nvSpPr>
        <p:spPr bwMode="auto">
          <a:xfrm>
            <a:off x="469900" y="7255193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32" name="Rectangle 4"/>
          <p:cNvSpPr>
            <a:spLocks noChangeArrowheads="1"/>
          </p:cNvSpPr>
          <p:nvPr/>
        </p:nvSpPr>
        <p:spPr bwMode="auto">
          <a:xfrm>
            <a:off x="7213854" y="246503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33" name="Rectangle 4"/>
          <p:cNvSpPr>
            <a:spLocks noChangeArrowheads="1"/>
          </p:cNvSpPr>
          <p:nvPr/>
        </p:nvSpPr>
        <p:spPr bwMode="auto">
          <a:xfrm>
            <a:off x="878255" y="246503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34" name="Rectangle 4"/>
          <p:cNvSpPr>
            <a:spLocks noChangeArrowheads="1"/>
          </p:cNvSpPr>
          <p:nvPr/>
        </p:nvSpPr>
        <p:spPr bwMode="auto">
          <a:xfrm>
            <a:off x="7213854" y="163174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35" name="Rectangle 4"/>
          <p:cNvSpPr>
            <a:spLocks noChangeArrowheads="1"/>
          </p:cNvSpPr>
          <p:nvPr/>
        </p:nvSpPr>
        <p:spPr bwMode="auto">
          <a:xfrm>
            <a:off x="878255" y="163174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36" name="Rectangle 4"/>
          <p:cNvSpPr>
            <a:spLocks noChangeArrowheads="1"/>
          </p:cNvSpPr>
          <p:nvPr/>
        </p:nvSpPr>
        <p:spPr bwMode="auto">
          <a:xfrm>
            <a:off x="7213854" y="697266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37" name="Rectangle 4"/>
          <p:cNvSpPr>
            <a:spLocks noChangeArrowheads="1"/>
          </p:cNvSpPr>
          <p:nvPr/>
        </p:nvSpPr>
        <p:spPr bwMode="auto">
          <a:xfrm>
            <a:off x="878255" y="697266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38" name="Rectangle 4"/>
          <p:cNvSpPr>
            <a:spLocks noChangeArrowheads="1"/>
          </p:cNvSpPr>
          <p:nvPr/>
        </p:nvSpPr>
        <p:spPr bwMode="auto">
          <a:xfrm>
            <a:off x="466725" y="917498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2439" name="Rectangle 4"/>
          <p:cNvSpPr>
            <a:spLocks noChangeArrowheads="1"/>
          </p:cNvSpPr>
          <p:nvPr/>
        </p:nvSpPr>
        <p:spPr bwMode="auto">
          <a:xfrm>
            <a:off x="466725" y="7252017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2440" name="Rectangle 4"/>
          <p:cNvSpPr>
            <a:spLocks noChangeArrowheads="1"/>
          </p:cNvSpPr>
          <p:nvPr/>
        </p:nvSpPr>
        <p:spPr bwMode="auto">
          <a:xfrm>
            <a:off x="7213854" y="602193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41" name="Rectangle 4"/>
          <p:cNvSpPr>
            <a:spLocks noChangeArrowheads="1"/>
          </p:cNvSpPr>
          <p:nvPr/>
        </p:nvSpPr>
        <p:spPr bwMode="auto">
          <a:xfrm>
            <a:off x="878255" y="602193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42" name="Rectangle 4"/>
          <p:cNvSpPr>
            <a:spLocks noChangeArrowheads="1"/>
          </p:cNvSpPr>
          <p:nvPr/>
        </p:nvSpPr>
        <p:spPr bwMode="auto">
          <a:xfrm>
            <a:off x="7213854" y="52315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43" name="Rectangle 4"/>
          <p:cNvSpPr>
            <a:spLocks noChangeArrowheads="1"/>
          </p:cNvSpPr>
          <p:nvPr/>
        </p:nvSpPr>
        <p:spPr bwMode="auto">
          <a:xfrm>
            <a:off x="878255" y="523151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44" name="Rectangle 4"/>
          <p:cNvSpPr>
            <a:spLocks noChangeArrowheads="1"/>
          </p:cNvSpPr>
          <p:nvPr/>
        </p:nvSpPr>
        <p:spPr bwMode="auto">
          <a:xfrm>
            <a:off x="7213854" y="218727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45" name="Rectangle 4"/>
          <p:cNvSpPr>
            <a:spLocks noChangeArrowheads="1"/>
          </p:cNvSpPr>
          <p:nvPr/>
        </p:nvSpPr>
        <p:spPr bwMode="auto">
          <a:xfrm>
            <a:off x="878255" y="218727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46" name="Rectangle 4"/>
          <p:cNvSpPr>
            <a:spLocks noChangeArrowheads="1"/>
          </p:cNvSpPr>
          <p:nvPr/>
        </p:nvSpPr>
        <p:spPr bwMode="auto">
          <a:xfrm>
            <a:off x="7213854" y="444108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47" name="Rectangle 4"/>
          <p:cNvSpPr>
            <a:spLocks noChangeArrowheads="1"/>
          </p:cNvSpPr>
          <p:nvPr/>
        </p:nvSpPr>
        <p:spPr bwMode="auto">
          <a:xfrm>
            <a:off x="878255" y="444108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48" name="Rectangle 4"/>
          <p:cNvSpPr>
            <a:spLocks noChangeArrowheads="1"/>
          </p:cNvSpPr>
          <p:nvPr/>
        </p:nvSpPr>
        <p:spPr bwMode="auto">
          <a:xfrm>
            <a:off x="7213854" y="365066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49" name="Rectangle 4"/>
          <p:cNvSpPr>
            <a:spLocks noChangeArrowheads="1"/>
          </p:cNvSpPr>
          <p:nvPr/>
        </p:nvSpPr>
        <p:spPr bwMode="auto">
          <a:xfrm>
            <a:off x="878255" y="365066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0" name="Rectangle 4"/>
          <p:cNvSpPr>
            <a:spLocks noChangeArrowheads="1"/>
          </p:cNvSpPr>
          <p:nvPr/>
        </p:nvSpPr>
        <p:spPr bwMode="auto">
          <a:xfrm>
            <a:off x="7213854" y="669490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1" name="Rectangle 4"/>
          <p:cNvSpPr>
            <a:spLocks noChangeArrowheads="1"/>
          </p:cNvSpPr>
          <p:nvPr/>
        </p:nvSpPr>
        <p:spPr bwMode="auto">
          <a:xfrm>
            <a:off x="878255" y="669490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2" name="Rectangle 4"/>
          <p:cNvSpPr>
            <a:spLocks noChangeArrowheads="1"/>
          </p:cNvSpPr>
          <p:nvPr/>
        </p:nvSpPr>
        <p:spPr bwMode="auto">
          <a:xfrm>
            <a:off x="7213854" y="107622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3" name="Rectangle 4"/>
          <p:cNvSpPr>
            <a:spLocks noChangeArrowheads="1"/>
          </p:cNvSpPr>
          <p:nvPr/>
        </p:nvSpPr>
        <p:spPr bwMode="auto">
          <a:xfrm>
            <a:off x="878255" y="107622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4" name="Rectangle 4"/>
          <p:cNvSpPr>
            <a:spLocks noChangeArrowheads="1"/>
          </p:cNvSpPr>
          <p:nvPr/>
        </p:nvSpPr>
        <p:spPr bwMode="auto">
          <a:xfrm>
            <a:off x="7213854" y="274279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5" name="Rectangle 4"/>
          <p:cNvSpPr>
            <a:spLocks noChangeArrowheads="1"/>
          </p:cNvSpPr>
          <p:nvPr/>
        </p:nvSpPr>
        <p:spPr bwMode="auto">
          <a:xfrm>
            <a:off x="878255" y="274279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6" name="Rectangle 4"/>
          <p:cNvSpPr>
            <a:spLocks noChangeArrowheads="1"/>
          </p:cNvSpPr>
          <p:nvPr/>
        </p:nvSpPr>
        <p:spPr bwMode="auto">
          <a:xfrm>
            <a:off x="7213854" y="190950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" name="Rectangle 4"/>
          <p:cNvSpPr>
            <a:spLocks noChangeArrowheads="1"/>
          </p:cNvSpPr>
          <p:nvPr/>
        </p:nvSpPr>
        <p:spPr bwMode="auto">
          <a:xfrm>
            <a:off x="878255" y="190950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9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60" name="Rectangle 4"/>
          <p:cNvSpPr>
            <a:spLocks noChangeArrowheads="1"/>
          </p:cNvSpPr>
          <p:nvPr/>
        </p:nvSpPr>
        <p:spPr bwMode="auto">
          <a:xfrm>
            <a:off x="7213854" y="135398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61" name="Rectangle 4"/>
          <p:cNvSpPr>
            <a:spLocks noChangeArrowheads="1"/>
          </p:cNvSpPr>
          <p:nvPr/>
        </p:nvSpPr>
        <p:spPr bwMode="auto">
          <a:xfrm>
            <a:off x="878255" y="135398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62" name="Rectangle 4"/>
          <p:cNvSpPr>
            <a:spLocks noChangeArrowheads="1"/>
          </p:cNvSpPr>
          <p:nvPr/>
        </p:nvSpPr>
        <p:spPr bwMode="auto">
          <a:xfrm>
            <a:off x="7213854" y="725043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63" name="Rectangle 4"/>
          <p:cNvSpPr>
            <a:spLocks noChangeArrowheads="1"/>
          </p:cNvSpPr>
          <p:nvPr/>
        </p:nvSpPr>
        <p:spPr bwMode="auto">
          <a:xfrm>
            <a:off x="878255" y="725043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465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2466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2467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468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2469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2470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2471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472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2473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2474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475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2476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2477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478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2479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480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2481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482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2483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2484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485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2486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2487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488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2489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2490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491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2492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493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2494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495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2496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2497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334519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498" name="TextBox 3"/>
          <p:cNvSpPr txBox="1"/>
          <p:nvPr/>
        </p:nvSpPr>
        <p:spPr>
          <a:xfrm>
            <a:off x="422275" y="895045"/>
            <a:ext cx="47701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</a:t>
            </a:r>
            <a:endParaRPr lang="en-US" dirty="0"/>
          </a:p>
        </p:txBody>
      </p:sp>
      <p:sp>
        <p:nvSpPr>
          <p:cNvPr id="2499" name="TextBox 3"/>
          <p:cNvSpPr txBox="1"/>
          <p:nvPr/>
        </p:nvSpPr>
        <p:spPr>
          <a:xfrm>
            <a:off x="422275" y="1012494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2500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01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02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03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04" name="TextBox 3"/>
          <p:cNvSpPr txBox="1"/>
          <p:nvPr/>
        </p:nvSpPr>
        <p:spPr>
          <a:xfrm>
            <a:off x="2571902" y="891870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2505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06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07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08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09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10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11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12" name="Rectangle 4"/>
          <p:cNvSpPr>
            <a:spLocks noChangeArrowheads="1"/>
          </p:cNvSpPr>
          <p:nvPr/>
        </p:nvSpPr>
        <p:spPr bwMode="auto">
          <a:xfrm>
            <a:off x="878255" y="1080985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13" name="TextBox 3"/>
          <p:cNvSpPr txBox="1"/>
          <p:nvPr/>
        </p:nvSpPr>
        <p:spPr>
          <a:xfrm>
            <a:off x="827455" y="105218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8470220</a:t>
            </a:r>
            <a:endParaRPr lang="en-US" dirty="0"/>
          </a:p>
        </p:txBody>
      </p:sp>
      <p:sp>
        <p:nvSpPr>
          <p:cNvPr id="2514" name="Rectangle 4"/>
          <p:cNvSpPr>
            <a:spLocks noChangeArrowheads="1"/>
          </p:cNvSpPr>
          <p:nvPr/>
        </p:nvSpPr>
        <p:spPr bwMode="auto">
          <a:xfrm>
            <a:off x="1365758" y="1080985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15" name="TextBox 3"/>
          <p:cNvSpPr txBox="1"/>
          <p:nvPr/>
        </p:nvSpPr>
        <p:spPr>
          <a:xfrm>
            <a:off x="1314958" y="1052182"/>
            <a:ext cx="8327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Office </a:t>
            </a:r>
            <a:endParaRPr lang="en-US" dirty="0"/>
          </a:p>
        </p:txBody>
      </p:sp>
      <p:sp>
        <p:nvSpPr>
          <p:cNvPr id="2516" name="TextBox 3"/>
          <p:cNvSpPr txBox="1"/>
          <p:nvPr/>
        </p:nvSpPr>
        <p:spPr>
          <a:xfrm>
            <a:off x="1314958" y="1169631"/>
            <a:ext cx="8046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the Provost</a:t>
            </a:r>
            <a:endParaRPr lang="en-US" dirty="0"/>
          </a:p>
        </p:txBody>
      </p:sp>
      <p:sp>
        <p:nvSpPr>
          <p:cNvPr id="2517" name="Rectangle 4"/>
          <p:cNvSpPr>
            <a:spLocks noChangeArrowheads="1"/>
          </p:cNvSpPr>
          <p:nvPr/>
        </p:nvSpPr>
        <p:spPr bwMode="auto">
          <a:xfrm>
            <a:off x="2163546" y="1080985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18" name="TextBox 3"/>
          <p:cNvSpPr txBox="1"/>
          <p:nvPr/>
        </p:nvSpPr>
        <p:spPr>
          <a:xfrm>
            <a:off x="2112746" y="105218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2519" name="Rectangle 4"/>
          <p:cNvSpPr>
            <a:spLocks noChangeArrowheads="1"/>
          </p:cNvSpPr>
          <p:nvPr/>
        </p:nvSpPr>
        <p:spPr bwMode="auto">
          <a:xfrm>
            <a:off x="2622702" y="1080985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20" name="TextBox 3"/>
          <p:cNvSpPr txBox="1"/>
          <p:nvPr/>
        </p:nvSpPr>
        <p:spPr>
          <a:xfrm>
            <a:off x="2571902" y="1052182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2521" name="TextBox 3"/>
          <p:cNvSpPr txBox="1"/>
          <p:nvPr/>
        </p:nvSpPr>
        <p:spPr>
          <a:xfrm>
            <a:off x="2571902" y="1169631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2522" name="Rectangle 4"/>
          <p:cNvSpPr>
            <a:spLocks noChangeArrowheads="1"/>
          </p:cNvSpPr>
          <p:nvPr/>
        </p:nvSpPr>
        <p:spPr bwMode="auto">
          <a:xfrm>
            <a:off x="3680282" y="1080985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23" name="TextBox 3"/>
          <p:cNvSpPr txBox="1"/>
          <p:nvPr/>
        </p:nvSpPr>
        <p:spPr>
          <a:xfrm>
            <a:off x="3629482" y="105218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847.8470220.1.416110.000000.847001.100178</a:t>
            </a:r>
            <a:endParaRPr lang="en-US" dirty="0"/>
          </a:p>
        </p:txBody>
      </p:sp>
      <p:sp>
        <p:nvSpPr>
          <p:cNvPr id="2524" name="Rectangle 4"/>
          <p:cNvSpPr>
            <a:spLocks noChangeArrowheads="1"/>
          </p:cNvSpPr>
          <p:nvPr/>
        </p:nvSpPr>
        <p:spPr bwMode="auto">
          <a:xfrm>
            <a:off x="5918962" y="108098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25" name="TextBox 3"/>
          <p:cNvSpPr txBox="1"/>
          <p:nvPr/>
        </p:nvSpPr>
        <p:spPr>
          <a:xfrm>
            <a:off x="6382918" y="105218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2526" name="Rectangle 4"/>
          <p:cNvSpPr>
            <a:spLocks noChangeArrowheads="1"/>
          </p:cNvSpPr>
          <p:nvPr/>
        </p:nvSpPr>
        <p:spPr bwMode="auto">
          <a:xfrm>
            <a:off x="6566408" y="108098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27" name="TextBox 3"/>
          <p:cNvSpPr txBox="1"/>
          <p:nvPr/>
        </p:nvSpPr>
        <p:spPr>
          <a:xfrm>
            <a:off x="6832651" y="1052182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9,000</a:t>
            </a:r>
            <a:endParaRPr lang="en-US" dirty="0"/>
          </a:p>
        </p:txBody>
      </p:sp>
      <p:sp>
        <p:nvSpPr>
          <p:cNvPr id="2528" name="Rectangle 4"/>
          <p:cNvSpPr>
            <a:spLocks noChangeArrowheads="1"/>
          </p:cNvSpPr>
          <p:nvPr/>
        </p:nvSpPr>
        <p:spPr bwMode="auto">
          <a:xfrm>
            <a:off x="7213854" y="108098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29" name="TextBox 3"/>
          <p:cNvSpPr txBox="1"/>
          <p:nvPr/>
        </p:nvSpPr>
        <p:spPr>
          <a:xfrm>
            <a:off x="7480096" y="1052182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8,800</a:t>
            </a:r>
            <a:endParaRPr lang="en-US" dirty="0"/>
          </a:p>
        </p:txBody>
      </p:sp>
      <p:sp>
        <p:nvSpPr>
          <p:cNvPr id="2530" name="Rectangle 4"/>
          <p:cNvSpPr>
            <a:spLocks noChangeArrowheads="1"/>
          </p:cNvSpPr>
          <p:nvPr/>
        </p:nvSpPr>
        <p:spPr bwMode="auto">
          <a:xfrm>
            <a:off x="7861300" y="1080985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31" name="Rectangle 4"/>
          <p:cNvSpPr>
            <a:spLocks noChangeArrowheads="1"/>
          </p:cNvSpPr>
          <p:nvPr/>
        </p:nvSpPr>
        <p:spPr bwMode="auto">
          <a:xfrm>
            <a:off x="8094497" y="1080985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32" name="Rectangle 4"/>
          <p:cNvSpPr>
            <a:spLocks noChangeArrowheads="1"/>
          </p:cNvSpPr>
          <p:nvPr/>
        </p:nvSpPr>
        <p:spPr bwMode="auto">
          <a:xfrm>
            <a:off x="8333384" y="1080985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33" name="TextBox 3"/>
          <p:cNvSpPr txBox="1"/>
          <p:nvPr/>
        </p:nvSpPr>
        <p:spPr>
          <a:xfrm>
            <a:off x="8538006" y="1052182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200</a:t>
            </a:r>
            <a:endParaRPr lang="en-US" dirty="0"/>
          </a:p>
        </p:txBody>
      </p:sp>
      <p:sp>
        <p:nvSpPr>
          <p:cNvPr id="2534" name="Rectangle 4"/>
          <p:cNvSpPr>
            <a:spLocks noChangeArrowheads="1"/>
          </p:cNvSpPr>
          <p:nvPr/>
        </p:nvSpPr>
        <p:spPr bwMode="auto">
          <a:xfrm>
            <a:off x="878255" y="1358747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535" name="TextBox 3"/>
          <p:cNvSpPr txBox="1"/>
          <p:nvPr/>
        </p:nvSpPr>
        <p:spPr>
          <a:xfrm>
            <a:off x="827455" y="132994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8470220</a:t>
            </a:r>
            <a:endParaRPr lang="en-US" dirty="0"/>
          </a:p>
        </p:txBody>
      </p:sp>
      <p:sp>
        <p:nvSpPr>
          <p:cNvPr id="2536" name="TextBox 3"/>
          <p:cNvSpPr txBox="1"/>
          <p:nvPr/>
        </p:nvSpPr>
        <p:spPr>
          <a:xfrm>
            <a:off x="827455" y="1447393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2537" name="Rectangle 4"/>
          <p:cNvSpPr>
            <a:spLocks noChangeArrowheads="1"/>
          </p:cNvSpPr>
          <p:nvPr/>
        </p:nvSpPr>
        <p:spPr bwMode="auto">
          <a:xfrm>
            <a:off x="1365758" y="1358747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538" name="Rectangle 4"/>
          <p:cNvSpPr>
            <a:spLocks noChangeArrowheads="1"/>
          </p:cNvSpPr>
          <p:nvPr/>
        </p:nvSpPr>
        <p:spPr bwMode="auto">
          <a:xfrm>
            <a:off x="2163546" y="1358747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539" name="Rectangle 4"/>
          <p:cNvSpPr>
            <a:spLocks noChangeArrowheads="1"/>
          </p:cNvSpPr>
          <p:nvPr/>
        </p:nvSpPr>
        <p:spPr bwMode="auto">
          <a:xfrm>
            <a:off x="2622702" y="1358747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540" name="Rectangle 4"/>
          <p:cNvSpPr>
            <a:spLocks noChangeArrowheads="1"/>
          </p:cNvSpPr>
          <p:nvPr/>
        </p:nvSpPr>
        <p:spPr bwMode="auto">
          <a:xfrm>
            <a:off x="3680282" y="1358747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541" name="Rectangle 4"/>
          <p:cNvSpPr>
            <a:spLocks noChangeArrowheads="1"/>
          </p:cNvSpPr>
          <p:nvPr/>
        </p:nvSpPr>
        <p:spPr bwMode="auto">
          <a:xfrm>
            <a:off x="5918962" y="135874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542" name="TextBox 3"/>
          <p:cNvSpPr txBox="1"/>
          <p:nvPr/>
        </p:nvSpPr>
        <p:spPr>
          <a:xfrm>
            <a:off x="6382918" y="132994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2543" name="Rectangle 4"/>
          <p:cNvSpPr>
            <a:spLocks noChangeArrowheads="1"/>
          </p:cNvSpPr>
          <p:nvPr/>
        </p:nvSpPr>
        <p:spPr bwMode="auto">
          <a:xfrm>
            <a:off x="6566408" y="135874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544" name="TextBox 3"/>
          <p:cNvSpPr txBox="1"/>
          <p:nvPr/>
        </p:nvSpPr>
        <p:spPr>
          <a:xfrm>
            <a:off x="6719671" y="132994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183,681</a:t>
            </a:r>
            <a:endParaRPr lang="en-US" dirty="0"/>
          </a:p>
        </p:txBody>
      </p:sp>
      <p:sp>
        <p:nvSpPr>
          <p:cNvPr id="2545" name="Rectangle 4"/>
          <p:cNvSpPr>
            <a:spLocks noChangeArrowheads="1"/>
          </p:cNvSpPr>
          <p:nvPr/>
        </p:nvSpPr>
        <p:spPr bwMode="auto">
          <a:xfrm>
            <a:off x="7213854" y="135874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546" name="TextBox 3"/>
          <p:cNvSpPr txBox="1"/>
          <p:nvPr/>
        </p:nvSpPr>
        <p:spPr>
          <a:xfrm>
            <a:off x="7367118" y="132994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183,481</a:t>
            </a:r>
            <a:endParaRPr lang="en-US" dirty="0"/>
          </a:p>
        </p:txBody>
      </p:sp>
      <p:sp>
        <p:nvSpPr>
          <p:cNvPr id="2547" name="Rectangle 4"/>
          <p:cNvSpPr>
            <a:spLocks noChangeArrowheads="1"/>
          </p:cNvSpPr>
          <p:nvPr/>
        </p:nvSpPr>
        <p:spPr bwMode="auto">
          <a:xfrm>
            <a:off x="7861300" y="1358747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548" name="Rectangle 4"/>
          <p:cNvSpPr>
            <a:spLocks noChangeArrowheads="1"/>
          </p:cNvSpPr>
          <p:nvPr/>
        </p:nvSpPr>
        <p:spPr bwMode="auto">
          <a:xfrm>
            <a:off x="8094497" y="1358747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549" name="Rectangle 4"/>
          <p:cNvSpPr>
            <a:spLocks noChangeArrowheads="1"/>
          </p:cNvSpPr>
          <p:nvPr/>
        </p:nvSpPr>
        <p:spPr bwMode="auto">
          <a:xfrm>
            <a:off x="8333384" y="1358747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550" name="TextBox 3"/>
          <p:cNvSpPr txBox="1"/>
          <p:nvPr/>
        </p:nvSpPr>
        <p:spPr>
          <a:xfrm>
            <a:off x="8538006" y="1329944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200</a:t>
            </a:r>
            <a:endParaRPr lang="en-US" dirty="0"/>
          </a:p>
        </p:txBody>
      </p:sp>
      <p:sp>
        <p:nvSpPr>
          <p:cNvPr id="2551" name="Rectangle 4"/>
          <p:cNvSpPr>
            <a:spLocks noChangeArrowheads="1"/>
          </p:cNvSpPr>
          <p:nvPr/>
        </p:nvSpPr>
        <p:spPr bwMode="auto">
          <a:xfrm>
            <a:off x="878255" y="163650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52" name="TextBox 3"/>
          <p:cNvSpPr txBox="1"/>
          <p:nvPr/>
        </p:nvSpPr>
        <p:spPr>
          <a:xfrm>
            <a:off x="827455" y="160770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8470230</a:t>
            </a:r>
            <a:endParaRPr lang="en-US" dirty="0"/>
          </a:p>
        </p:txBody>
      </p:sp>
      <p:sp>
        <p:nvSpPr>
          <p:cNvPr id="2553" name="Rectangle 4"/>
          <p:cNvSpPr>
            <a:spLocks noChangeArrowheads="1"/>
          </p:cNvSpPr>
          <p:nvPr/>
        </p:nvSpPr>
        <p:spPr bwMode="auto">
          <a:xfrm>
            <a:off x="1365758" y="163650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54" name="TextBox 3"/>
          <p:cNvSpPr txBox="1"/>
          <p:nvPr/>
        </p:nvSpPr>
        <p:spPr>
          <a:xfrm>
            <a:off x="1314958" y="160770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2555" name="TextBox 3"/>
          <p:cNvSpPr txBox="1"/>
          <p:nvPr/>
        </p:nvSpPr>
        <p:spPr>
          <a:xfrm>
            <a:off x="1314958" y="1725155"/>
            <a:ext cx="6296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Graduate </a:t>
            </a:r>
            <a:endParaRPr lang="en-US" dirty="0"/>
          </a:p>
        </p:txBody>
      </p:sp>
      <p:sp>
        <p:nvSpPr>
          <p:cNvPr id="2556" name="TextBox 3"/>
          <p:cNvSpPr txBox="1"/>
          <p:nvPr/>
        </p:nvSpPr>
        <p:spPr>
          <a:xfrm>
            <a:off x="1314958" y="1842605"/>
            <a:ext cx="5166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Studies</a:t>
            </a:r>
            <a:endParaRPr lang="en-US" dirty="0"/>
          </a:p>
        </p:txBody>
      </p:sp>
      <p:sp>
        <p:nvSpPr>
          <p:cNvPr id="2557" name="Rectangle 4"/>
          <p:cNvSpPr>
            <a:spLocks noChangeArrowheads="1"/>
          </p:cNvSpPr>
          <p:nvPr/>
        </p:nvSpPr>
        <p:spPr bwMode="auto">
          <a:xfrm>
            <a:off x="2163546" y="163650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58" name="TextBox 3"/>
          <p:cNvSpPr txBox="1"/>
          <p:nvPr/>
        </p:nvSpPr>
        <p:spPr>
          <a:xfrm>
            <a:off x="2112746" y="160770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2559" name="Rectangle 4"/>
          <p:cNvSpPr>
            <a:spLocks noChangeArrowheads="1"/>
          </p:cNvSpPr>
          <p:nvPr/>
        </p:nvSpPr>
        <p:spPr bwMode="auto">
          <a:xfrm>
            <a:off x="2622702" y="163650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60" name="TextBox 3"/>
          <p:cNvSpPr txBox="1"/>
          <p:nvPr/>
        </p:nvSpPr>
        <p:spPr>
          <a:xfrm>
            <a:off x="2571902" y="1607705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2561" name="TextBox 3"/>
          <p:cNvSpPr txBox="1"/>
          <p:nvPr/>
        </p:nvSpPr>
        <p:spPr>
          <a:xfrm>
            <a:off x="2571902" y="1725155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2562" name="Rectangle 4"/>
          <p:cNvSpPr>
            <a:spLocks noChangeArrowheads="1"/>
          </p:cNvSpPr>
          <p:nvPr/>
        </p:nvSpPr>
        <p:spPr bwMode="auto">
          <a:xfrm>
            <a:off x="3680282" y="163650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63" name="TextBox 3"/>
          <p:cNvSpPr txBox="1"/>
          <p:nvPr/>
        </p:nvSpPr>
        <p:spPr>
          <a:xfrm>
            <a:off x="3629482" y="160770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847.8470230.1.412121.000000.847001.100178</a:t>
            </a:r>
            <a:endParaRPr lang="en-US" dirty="0"/>
          </a:p>
        </p:txBody>
      </p:sp>
      <p:sp>
        <p:nvSpPr>
          <p:cNvPr id="2564" name="Rectangle 4"/>
          <p:cNvSpPr>
            <a:spLocks noChangeArrowheads="1"/>
          </p:cNvSpPr>
          <p:nvPr/>
        </p:nvSpPr>
        <p:spPr bwMode="auto">
          <a:xfrm>
            <a:off x="5918962" y="163650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65" name="TextBox 3"/>
          <p:cNvSpPr txBox="1"/>
          <p:nvPr/>
        </p:nvSpPr>
        <p:spPr>
          <a:xfrm>
            <a:off x="5987491" y="16077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1,431,386</a:t>
            </a:r>
            <a:endParaRPr lang="en-US" dirty="0"/>
          </a:p>
        </p:txBody>
      </p:sp>
      <p:sp>
        <p:nvSpPr>
          <p:cNvPr id="2566" name="Rectangle 4"/>
          <p:cNvSpPr>
            <a:spLocks noChangeArrowheads="1"/>
          </p:cNvSpPr>
          <p:nvPr/>
        </p:nvSpPr>
        <p:spPr bwMode="auto">
          <a:xfrm>
            <a:off x="6566408" y="163650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67" name="TextBox 3"/>
          <p:cNvSpPr txBox="1"/>
          <p:nvPr/>
        </p:nvSpPr>
        <p:spPr>
          <a:xfrm>
            <a:off x="6634937" y="16077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1,493,546</a:t>
            </a:r>
            <a:endParaRPr lang="en-US" dirty="0"/>
          </a:p>
        </p:txBody>
      </p:sp>
      <p:sp>
        <p:nvSpPr>
          <p:cNvPr id="2568" name="Rectangle 4"/>
          <p:cNvSpPr>
            <a:spLocks noChangeArrowheads="1"/>
          </p:cNvSpPr>
          <p:nvPr/>
        </p:nvSpPr>
        <p:spPr bwMode="auto">
          <a:xfrm>
            <a:off x="7213854" y="163650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69" name="TextBox 3"/>
          <p:cNvSpPr txBox="1"/>
          <p:nvPr/>
        </p:nvSpPr>
        <p:spPr>
          <a:xfrm>
            <a:off x="7282383" y="16077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1,493,539</a:t>
            </a:r>
            <a:endParaRPr lang="en-US" dirty="0"/>
          </a:p>
        </p:txBody>
      </p:sp>
      <p:sp>
        <p:nvSpPr>
          <p:cNvPr id="2570" name="Rectangle 4"/>
          <p:cNvSpPr>
            <a:spLocks noChangeArrowheads="1"/>
          </p:cNvSpPr>
          <p:nvPr/>
        </p:nvSpPr>
        <p:spPr bwMode="auto">
          <a:xfrm>
            <a:off x="7861300" y="163650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71" name="Rectangle 4"/>
          <p:cNvSpPr>
            <a:spLocks noChangeArrowheads="1"/>
          </p:cNvSpPr>
          <p:nvPr/>
        </p:nvSpPr>
        <p:spPr bwMode="auto">
          <a:xfrm>
            <a:off x="8094497" y="163650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72" name="Rectangle 4"/>
          <p:cNvSpPr>
            <a:spLocks noChangeArrowheads="1"/>
          </p:cNvSpPr>
          <p:nvPr/>
        </p:nvSpPr>
        <p:spPr bwMode="auto">
          <a:xfrm>
            <a:off x="8333384" y="163650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73" name="TextBox 3"/>
          <p:cNvSpPr txBox="1"/>
          <p:nvPr/>
        </p:nvSpPr>
        <p:spPr>
          <a:xfrm>
            <a:off x="8650986" y="160770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</a:t>
            </a:r>
            <a:endParaRPr lang="en-US" dirty="0"/>
          </a:p>
        </p:txBody>
      </p:sp>
      <p:sp>
        <p:nvSpPr>
          <p:cNvPr id="2574" name="Rectangle 4"/>
          <p:cNvSpPr>
            <a:spLocks noChangeArrowheads="1"/>
          </p:cNvSpPr>
          <p:nvPr/>
        </p:nvSpPr>
        <p:spPr bwMode="auto">
          <a:xfrm>
            <a:off x="878255" y="2031720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75" name="TextBox 3"/>
          <p:cNvSpPr txBox="1"/>
          <p:nvPr/>
        </p:nvSpPr>
        <p:spPr>
          <a:xfrm>
            <a:off x="827455" y="200291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8470230</a:t>
            </a:r>
            <a:endParaRPr lang="en-US" dirty="0"/>
          </a:p>
        </p:txBody>
      </p:sp>
      <p:sp>
        <p:nvSpPr>
          <p:cNvPr id="2576" name="Rectangle 4"/>
          <p:cNvSpPr>
            <a:spLocks noChangeArrowheads="1"/>
          </p:cNvSpPr>
          <p:nvPr/>
        </p:nvSpPr>
        <p:spPr bwMode="auto">
          <a:xfrm>
            <a:off x="1365758" y="2031720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77" name="TextBox 3"/>
          <p:cNvSpPr txBox="1"/>
          <p:nvPr/>
        </p:nvSpPr>
        <p:spPr>
          <a:xfrm>
            <a:off x="1314958" y="2002917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2578" name="TextBox 3"/>
          <p:cNvSpPr txBox="1"/>
          <p:nvPr/>
        </p:nvSpPr>
        <p:spPr>
          <a:xfrm>
            <a:off x="1314958" y="2120366"/>
            <a:ext cx="6296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Graduate </a:t>
            </a:r>
            <a:endParaRPr lang="en-US" dirty="0"/>
          </a:p>
        </p:txBody>
      </p:sp>
      <p:sp>
        <p:nvSpPr>
          <p:cNvPr id="2579" name="TextBox 3"/>
          <p:cNvSpPr txBox="1"/>
          <p:nvPr/>
        </p:nvSpPr>
        <p:spPr>
          <a:xfrm>
            <a:off x="1314958" y="2237816"/>
            <a:ext cx="5166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Studies</a:t>
            </a:r>
            <a:endParaRPr lang="en-US" dirty="0"/>
          </a:p>
        </p:txBody>
      </p:sp>
      <p:sp>
        <p:nvSpPr>
          <p:cNvPr id="2580" name="Rectangle 4"/>
          <p:cNvSpPr>
            <a:spLocks noChangeArrowheads="1"/>
          </p:cNvSpPr>
          <p:nvPr/>
        </p:nvSpPr>
        <p:spPr bwMode="auto">
          <a:xfrm>
            <a:off x="2163546" y="2031720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81" name="TextBox 3"/>
          <p:cNvSpPr txBox="1"/>
          <p:nvPr/>
        </p:nvSpPr>
        <p:spPr>
          <a:xfrm>
            <a:off x="2112746" y="200291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412123</a:t>
            </a:r>
            <a:endParaRPr lang="en-US" dirty="0"/>
          </a:p>
        </p:txBody>
      </p:sp>
      <p:sp>
        <p:nvSpPr>
          <p:cNvPr id="2582" name="Rectangle 4"/>
          <p:cNvSpPr>
            <a:spLocks noChangeArrowheads="1"/>
          </p:cNvSpPr>
          <p:nvPr/>
        </p:nvSpPr>
        <p:spPr bwMode="auto">
          <a:xfrm>
            <a:off x="2622702" y="2031720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83" name="TextBox 3"/>
          <p:cNvSpPr txBox="1"/>
          <p:nvPr/>
        </p:nvSpPr>
        <p:spPr>
          <a:xfrm>
            <a:off x="2571902" y="2002917"/>
            <a:ext cx="11320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Nationality allowance</a:t>
            </a:r>
            <a:endParaRPr lang="en-US" dirty="0"/>
          </a:p>
        </p:txBody>
      </p:sp>
      <p:sp>
        <p:nvSpPr>
          <p:cNvPr id="2584" name="TextBox 3"/>
          <p:cNvSpPr txBox="1"/>
          <p:nvPr/>
        </p:nvSpPr>
        <p:spPr>
          <a:xfrm>
            <a:off x="2571902" y="2120366"/>
            <a:ext cx="10021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- Regular situation</a:t>
            </a:r>
            <a:endParaRPr lang="en-US" dirty="0"/>
          </a:p>
        </p:txBody>
      </p:sp>
      <p:sp>
        <p:nvSpPr>
          <p:cNvPr id="2585" name="Rectangle 4"/>
          <p:cNvSpPr>
            <a:spLocks noChangeArrowheads="1"/>
          </p:cNvSpPr>
          <p:nvPr/>
        </p:nvSpPr>
        <p:spPr bwMode="auto">
          <a:xfrm>
            <a:off x="3680282" y="2031720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86" name="TextBox 3"/>
          <p:cNvSpPr txBox="1"/>
          <p:nvPr/>
        </p:nvSpPr>
        <p:spPr>
          <a:xfrm>
            <a:off x="3629482" y="200291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847.8470230.1.412123.000000.847001.100178</a:t>
            </a:r>
            <a:endParaRPr lang="en-US" dirty="0"/>
          </a:p>
        </p:txBody>
      </p:sp>
      <p:sp>
        <p:nvSpPr>
          <p:cNvPr id="2587" name="Rectangle 4"/>
          <p:cNvSpPr>
            <a:spLocks noChangeArrowheads="1"/>
          </p:cNvSpPr>
          <p:nvPr/>
        </p:nvSpPr>
        <p:spPr bwMode="auto">
          <a:xfrm>
            <a:off x="5918962" y="203172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88" name="TextBox 3"/>
          <p:cNvSpPr txBox="1"/>
          <p:nvPr/>
        </p:nvSpPr>
        <p:spPr>
          <a:xfrm>
            <a:off x="6128715" y="200291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10,800</a:t>
            </a:r>
            <a:endParaRPr lang="en-US" dirty="0"/>
          </a:p>
        </p:txBody>
      </p:sp>
      <p:sp>
        <p:nvSpPr>
          <p:cNvPr id="2589" name="Rectangle 4"/>
          <p:cNvSpPr>
            <a:spLocks noChangeArrowheads="1"/>
          </p:cNvSpPr>
          <p:nvPr/>
        </p:nvSpPr>
        <p:spPr bwMode="auto">
          <a:xfrm>
            <a:off x="6566408" y="203172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90" name="TextBox 3"/>
          <p:cNvSpPr txBox="1"/>
          <p:nvPr/>
        </p:nvSpPr>
        <p:spPr>
          <a:xfrm>
            <a:off x="6776161" y="200291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10,800</a:t>
            </a:r>
            <a:endParaRPr lang="en-US" dirty="0"/>
          </a:p>
        </p:txBody>
      </p:sp>
      <p:sp>
        <p:nvSpPr>
          <p:cNvPr id="2591" name="Rectangle 4"/>
          <p:cNvSpPr>
            <a:spLocks noChangeArrowheads="1"/>
          </p:cNvSpPr>
          <p:nvPr/>
        </p:nvSpPr>
        <p:spPr bwMode="auto">
          <a:xfrm>
            <a:off x="7213854" y="203172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92" name="TextBox 3"/>
          <p:cNvSpPr txBox="1"/>
          <p:nvPr/>
        </p:nvSpPr>
        <p:spPr>
          <a:xfrm>
            <a:off x="7480096" y="2002917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9,900</a:t>
            </a:r>
            <a:endParaRPr lang="en-US" dirty="0"/>
          </a:p>
        </p:txBody>
      </p:sp>
      <p:sp>
        <p:nvSpPr>
          <p:cNvPr id="2593" name="Rectangle 4"/>
          <p:cNvSpPr>
            <a:spLocks noChangeArrowheads="1"/>
          </p:cNvSpPr>
          <p:nvPr/>
        </p:nvSpPr>
        <p:spPr bwMode="auto">
          <a:xfrm>
            <a:off x="7861300" y="2031720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94" name="Rectangle 4"/>
          <p:cNvSpPr>
            <a:spLocks noChangeArrowheads="1"/>
          </p:cNvSpPr>
          <p:nvPr/>
        </p:nvSpPr>
        <p:spPr bwMode="auto">
          <a:xfrm>
            <a:off x="8094497" y="2031720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95" name="Rectangle 4"/>
          <p:cNvSpPr>
            <a:spLocks noChangeArrowheads="1"/>
          </p:cNvSpPr>
          <p:nvPr/>
        </p:nvSpPr>
        <p:spPr bwMode="auto">
          <a:xfrm>
            <a:off x="8333384" y="2031720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96" name="TextBox 3"/>
          <p:cNvSpPr txBox="1"/>
          <p:nvPr/>
        </p:nvSpPr>
        <p:spPr>
          <a:xfrm>
            <a:off x="8538006" y="2002917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900</a:t>
            </a:r>
            <a:endParaRPr lang="en-US" dirty="0"/>
          </a:p>
        </p:txBody>
      </p:sp>
      <p:sp>
        <p:nvSpPr>
          <p:cNvPr id="2597" name="Rectangle 4"/>
          <p:cNvSpPr>
            <a:spLocks noChangeArrowheads="1"/>
          </p:cNvSpPr>
          <p:nvPr/>
        </p:nvSpPr>
        <p:spPr bwMode="auto">
          <a:xfrm>
            <a:off x="878255" y="2426932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598" name="TextBox 3"/>
          <p:cNvSpPr txBox="1"/>
          <p:nvPr/>
        </p:nvSpPr>
        <p:spPr>
          <a:xfrm>
            <a:off x="827455" y="239812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8470230</a:t>
            </a:r>
            <a:endParaRPr lang="en-US" dirty="0"/>
          </a:p>
        </p:txBody>
      </p:sp>
      <p:sp>
        <p:nvSpPr>
          <p:cNvPr id="2599" name="Rectangle 4"/>
          <p:cNvSpPr>
            <a:spLocks noChangeArrowheads="1"/>
          </p:cNvSpPr>
          <p:nvPr/>
        </p:nvSpPr>
        <p:spPr bwMode="auto">
          <a:xfrm>
            <a:off x="1365758" y="2426932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00" name="TextBox 3"/>
          <p:cNvSpPr txBox="1"/>
          <p:nvPr/>
        </p:nvSpPr>
        <p:spPr>
          <a:xfrm>
            <a:off x="1314958" y="2398128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2601" name="TextBox 3"/>
          <p:cNvSpPr txBox="1"/>
          <p:nvPr/>
        </p:nvSpPr>
        <p:spPr>
          <a:xfrm>
            <a:off x="1314958" y="2515578"/>
            <a:ext cx="6296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Graduate </a:t>
            </a:r>
            <a:endParaRPr lang="en-US" dirty="0"/>
          </a:p>
        </p:txBody>
      </p:sp>
      <p:sp>
        <p:nvSpPr>
          <p:cNvPr id="2602" name="TextBox 3"/>
          <p:cNvSpPr txBox="1"/>
          <p:nvPr/>
        </p:nvSpPr>
        <p:spPr>
          <a:xfrm>
            <a:off x="1314958" y="2633027"/>
            <a:ext cx="5166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Studies</a:t>
            </a:r>
            <a:endParaRPr lang="en-US" dirty="0"/>
          </a:p>
        </p:txBody>
      </p:sp>
      <p:sp>
        <p:nvSpPr>
          <p:cNvPr id="2603" name="Rectangle 4"/>
          <p:cNvSpPr>
            <a:spLocks noChangeArrowheads="1"/>
          </p:cNvSpPr>
          <p:nvPr/>
        </p:nvSpPr>
        <p:spPr bwMode="auto">
          <a:xfrm>
            <a:off x="2163546" y="2426932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04" name="TextBox 3"/>
          <p:cNvSpPr txBox="1"/>
          <p:nvPr/>
        </p:nvSpPr>
        <p:spPr>
          <a:xfrm>
            <a:off x="2112746" y="239812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2605" name="Rectangle 4"/>
          <p:cNvSpPr>
            <a:spLocks noChangeArrowheads="1"/>
          </p:cNvSpPr>
          <p:nvPr/>
        </p:nvSpPr>
        <p:spPr bwMode="auto">
          <a:xfrm>
            <a:off x="2622702" y="2426932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06" name="TextBox 3"/>
          <p:cNvSpPr txBox="1"/>
          <p:nvPr/>
        </p:nvSpPr>
        <p:spPr>
          <a:xfrm>
            <a:off x="2571902" y="2398128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2607" name="TextBox 3"/>
          <p:cNvSpPr txBox="1"/>
          <p:nvPr/>
        </p:nvSpPr>
        <p:spPr>
          <a:xfrm>
            <a:off x="2571902" y="2515578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2608" name="TextBox 3"/>
          <p:cNvSpPr txBox="1"/>
          <p:nvPr/>
        </p:nvSpPr>
        <p:spPr>
          <a:xfrm>
            <a:off x="2571902" y="2633027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2609" name="Rectangle 4"/>
          <p:cNvSpPr>
            <a:spLocks noChangeArrowheads="1"/>
          </p:cNvSpPr>
          <p:nvPr/>
        </p:nvSpPr>
        <p:spPr bwMode="auto">
          <a:xfrm>
            <a:off x="3680282" y="2426932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10" name="TextBox 3"/>
          <p:cNvSpPr txBox="1"/>
          <p:nvPr/>
        </p:nvSpPr>
        <p:spPr>
          <a:xfrm>
            <a:off x="3629482" y="239812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847.8470230.1.412125.000000.847001.100178</a:t>
            </a:r>
            <a:endParaRPr lang="en-US" dirty="0"/>
          </a:p>
        </p:txBody>
      </p:sp>
      <p:sp>
        <p:nvSpPr>
          <p:cNvPr id="2611" name="Rectangle 4"/>
          <p:cNvSpPr>
            <a:spLocks noChangeArrowheads="1"/>
          </p:cNvSpPr>
          <p:nvPr/>
        </p:nvSpPr>
        <p:spPr bwMode="auto">
          <a:xfrm>
            <a:off x="5918962" y="242693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12" name="TextBox 3"/>
          <p:cNvSpPr txBox="1"/>
          <p:nvPr/>
        </p:nvSpPr>
        <p:spPr>
          <a:xfrm>
            <a:off x="5987491" y="239812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1,599,276</a:t>
            </a:r>
            <a:endParaRPr lang="en-US" dirty="0"/>
          </a:p>
        </p:txBody>
      </p:sp>
      <p:sp>
        <p:nvSpPr>
          <p:cNvPr id="2613" name="Rectangle 4"/>
          <p:cNvSpPr>
            <a:spLocks noChangeArrowheads="1"/>
          </p:cNvSpPr>
          <p:nvPr/>
        </p:nvSpPr>
        <p:spPr bwMode="auto">
          <a:xfrm>
            <a:off x="6566408" y="242693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14" name="TextBox 3"/>
          <p:cNvSpPr txBox="1"/>
          <p:nvPr/>
        </p:nvSpPr>
        <p:spPr>
          <a:xfrm>
            <a:off x="6634937" y="239812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1,732,766</a:t>
            </a:r>
            <a:endParaRPr lang="en-US" dirty="0"/>
          </a:p>
        </p:txBody>
      </p:sp>
      <p:sp>
        <p:nvSpPr>
          <p:cNvPr id="2615" name="Rectangle 4"/>
          <p:cNvSpPr>
            <a:spLocks noChangeArrowheads="1"/>
          </p:cNvSpPr>
          <p:nvPr/>
        </p:nvSpPr>
        <p:spPr bwMode="auto">
          <a:xfrm>
            <a:off x="7213854" y="242693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16" name="TextBox 3"/>
          <p:cNvSpPr txBox="1"/>
          <p:nvPr/>
        </p:nvSpPr>
        <p:spPr>
          <a:xfrm>
            <a:off x="7282383" y="239812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1,732,757</a:t>
            </a:r>
            <a:endParaRPr lang="en-US" dirty="0"/>
          </a:p>
        </p:txBody>
      </p:sp>
      <p:sp>
        <p:nvSpPr>
          <p:cNvPr id="2617" name="Rectangle 4"/>
          <p:cNvSpPr>
            <a:spLocks noChangeArrowheads="1"/>
          </p:cNvSpPr>
          <p:nvPr/>
        </p:nvSpPr>
        <p:spPr bwMode="auto">
          <a:xfrm>
            <a:off x="7861300" y="2426932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18" name="Rectangle 4"/>
          <p:cNvSpPr>
            <a:spLocks noChangeArrowheads="1"/>
          </p:cNvSpPr>
          <p:nvPr/>
        </p:nvSpPr>
        <p:spPr bwMode="auto">
          <a:xfrm>
            <a:off x="8094497" y="2426932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19" name="Rectangle 4"/>
          <p:cNvSpPr>
            <a:spLocks noChangeArrowheads="1"/>
          </p:cNvSpPr>
          <p:nvPr/>
        </p:nvSpPr>
        <p:spPr bwMode="auto">
          <a:xfrm>
            <a:off x="8333384" y="2426932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20" name="TextBox 3"/>
          <p:cNvSpPr txBox="1"/>
          <p:nvPr/>
        </p:nvSpPr>
        <p:spPr>
          <a:xfrm>
            <a:off x="8650986" y="239812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</a:t>
            </a:r>
            <a:endParaRPr lang="en-US" dirty="0"/>
          </a:p>
        </p:txBody>
      </p:sp>
      <p:sp>
        <p:nvSpPr>
          <p:cNvPr id="2621" name="Rectangle 4"/>
          <p:cNvSpPr>
            <a:spLocks noChangeArrowheads="1"/>
          </p:cNvSpPr>
          <p:nvPr/>
        </p:nvSpPr>
        <p:spPr bwMode="auto">
          <a:xfrm>
            <a:off x="878255" y="282214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22" name="TextBox 3"/>
          <p:cNvSpPr txBox="1"/>
          <p:nvPr/>
        </p:nvSpPr>
        <p:spPr>
          <a:xfrm>
            <a:off x="827455" y="279333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8470230</a:t>
            </a:r>
            <a:endParaRPr lang="en-US" dirty="0"/>
          </a:p>
        </p:txBody>
      </p:sp>
      <p:sp>
        <p:nvSpPr>
          <p:cNvPr id="2623" name="Rectangle 4"/>
          <p:cNvSpPr>
            <a:spLocks noChangeArrowheads="1"/>
          </p:cNvSpPr>
          <p:nvPr/>
        </p:nvSpPr>
        <p:spPr bwMode="auto">
          <a:xfrm>
            <a:off x="1365758" y="282214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24" name="TextBox 3"/>
          <p:cNvSpPr txBox="1"/>
          <p:nvPr/>
        </p:nvSpPr>
        <p:spPr>
          <a:xfrm>
            <a:off x="1314958" y="2793339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2625" name="TextBox 3"/>
          <p:cNvSpPr txBox="1"/>
          <p:nvPr/>
        </p:nvSpPr>
        <p:spPr>
          <a:xfrm>
            <a:off x="1314958" y="2910789"/>
            <a:ext cx="6296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Graduate </a:t>
            </a:r>
            <a:endParaRPr lang="en-US" dirty="0"/>
          </a:p>
        </p:txBody>
      </p:sp>
      <p:sp>
        <p:nvSpPr>
          <p:cNvPr id="2626" name="TextBox 3"/>
          <p:cNvSpPr txBox="1"/>
          <p:nvPr/>
        </p:nvSpPr>
        <p:spPr>
          <a:xfrm>
            <a:off x="1314958" y="3028239"/>
            <a:ext cx="5166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Studies</a:t>
            </a:r>
            <a:endParaRPr lang="en-US" dirty="0"/>
          </a:p>
        </p:txBody>
      </p:sp>
      <p:sp>
        <p:nvSpPr>
          <p:cNvPr id="2627" name="Rectangle 4"/>
          <p:cNvSpPr>
            <a:spLocks noChangeArrowheads="1"/>
          </p:cNvSpPr>
          <p:nvPr/>
        </p:nvSpPr>
        <p:spPr bwMode="auto">
          <a:xfrm>
            <a:off x="2163546" y="282214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28" name="TextBox 3"/>
          <p:cNvSpPr txBox="1"/>
          <p:nvPr/>
        </p:nvSpPr>
        <p:spPr>
          <a:xfrm>
            <a:off x="2112746" y="279333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2629" name="Rectangle 4"/>
          <p:cNvSpPr>
            <a:spLocks noChangeArrowheads="1"/>
          </p:cNvSpPr>
          <p:nvPr/>
        </p:nvSpPr>
        <p:spPr bwMode="auto">
          <a:xfrm>
            <a:off x="2622702" y="282214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30" name="TextBox 3"/>
          <p:cNvSpPr txBox="1"/>
          <p:nvPr/>
        </p:nvSpPr>
        <p:spPr>
          <a:xfrm>
            <a:off x="2571902" y="2793339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2631" name="Rectangle 4"/>
          <p:cNvSpPr>
            <a:spLocks noChangeArrowheads="1"/>
          </p:cNvSpPr>
          <p:nvPr/>
        </p:nvSpPr>
        <p:spPr bwMode="auto">
          <a:xfrm>
            <a:off x="3680282" y="282214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32" name="TextBox 3"/>
          <p:cNvSpPr txBox="1"/>
          <p:nvPr/>
        </p:nvSpPr>
        <p:spPr>
          <a:xfrm>
            <a:off x="3629482" y="279333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847.8470230.1.412523.000000.847001.100178</a:t>
            </a:r>
            <a:endParaRPr lang="en-US" dirty="0"/>
          </a:p>
        </p:txBody>
      </p:sp>
      <p:sp>
        <p:nvSpPr>
          <p:cNvPr id="2633" name="Rectangle 4"/>
          <p:cNvSpPr>
            <a:spLocks noChangeArrowheads="1"/>
          </p:cNvSpPr>
          <p:nvPr/>
        </p:nvSpPr>
        <p:spPr bwMode="auto">
          <a:xfrm>
            <a:off x="5918962" y="282214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34" name="TextBox 3"/>
          <p:cNvSpPr txBox="1"/>
          <p:nvPr/>
        </p:nvSpPr>
        <p:spPr>
          <a:xfrm>
            <a:off x="6128715" y="279333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43,200</a:t>
            </a:r>
            <a:endParaRPr lang="en-US" dirty="0"/>
          </a:p>
        </p:txBody>
      </p:sp>
      <p:sp>
        <p:nvSpPr>
          <p:cNvPr id="2635" name="Rectangle 4"/>
          <p:cNvSpPr>
            <a:spLocks noChangeArrowheads="1"/>
          </p:cNvSpPr>
          <p:nvPr/>
        </p:nvSpPr>
        <p:spPr bwMode="auto">
          <a:xfrm>
            <a:off x="6566408" y="282214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36" name="TextBox 3"/>
          <p:cNvSpPr txBox="1"/>
          <p:nvPr/>
        </p:nvSpPr>
        <p:spPr>
          <a:xfrm>
            <a:off x="6776161" y="279333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46,200</a:t>
            </a:r>
            <a:endParaRPr lang="en-US" dirty="0"/>
          </a:p>
        </p:txBody>
      </p:sp>
      <p:sp>
        <p:nvSpPr>
          <p:cNvPr id="2637" name="Rectangle 4"/>
          <p:cNvSpPr>
            <a:spLocks noChangeArrowheads="1"/>
          </p:cNvSpPr>
          <p:nvPr/>
        </p:nvSpPr>
        <p:spPr bwMode="auto">
          <a:xfrm>
            <a:off x="7213854" y="282214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38" name="TextBox 3"/>
          <p:cNvSpPr txBox="1"/>
          <p:nvPr/>
        </p:nvSpPr>
        <p:spPr>
          <a:xfrm>
            <a:off x="7423607" y="279333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42,600</a:t>
            </a:r>
            <a:endParaRPr lang="en-US" dirty="0"/>
          </a:p>
        </p:txBody>
      </p:sp>
      <p:sp>
        <p:nvSpPr>
          <p:cNvPr id="2639" name="Rectangle 4"/>
          <p:cNvSpPr>
            <a:spLocks noChangeArrowheads="1"/>
          </p:cNvSpPr>
          <p:nvPr/>
        </p:nvSpPr>
        <p:spPr bwMode="auto">
          <a:xfrm>
            <a:off x="7861300" y="282214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40" name="Rectangle 4"/>
          <p:cNvSpPr>
            <a:spLocks noChangeArrowheads="1"/>
          </p:cNvSpPr>
          <p:nvPr/>
        </p:nvSpPr>
        <p:spPr bwMode="auto">
          <a:xfrm>
            <a:off x="8094497" y="282214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41" name="Rectangle 4"/>
          <p:cNvSpPr>
            <a:spLocks noChangeArrowheads="1"/>
          </p:cNvSpPr>
          <p:nvPr/>
        </p:nvSpPr>
        <p:spPr bwMode="auto">
          <a:xfrm>
            <a:off x="8333384" y="282214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42" name="TextBox 3"/>
          <p:cNvSpPr txBox="1"/>
          <p:nvPr/>
        </p:nvSpPr>
        <p:spPr>
          <a:xfrm>
            <a:off x="8453272" y="2793339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3,600</a:t>
            </a:r>
            <a:endParaRPr lang="en-US" dirty="0"/>
          </a:p>
        </p:txBody>
      </p:sp>
      <p:sp>
        <p:nvSpPr>
          <p:cNvPr id="2643" name="Rectangle 4"/>
          <p:cNvSpPr>
            <a:spLocks noChangeArrowheads="1"/>
          </p:cNvSpPr>
          <p:nvPr/>
        </p:nvSpPr>
        <p:spPr bwMode="auto">
          <a:xfrm>
            <a:off x="878255" y="3217354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44" name="TextBox 3"/>
          <p:cNvSpPr txBox="1"/>
          <p:nvPr/>
        </p:nvSpPr>
        <p:spPr>
          <a:xfrm>
            <a:off x="827455" y="318855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8470230</a:t>
            </a:r>
            <a:endParaRPr lang="en-US" dirty="0"/>
          </a:p>
        </p:txBody>
      </p:sp>
      <p:sp>
        <p:nvSpPr>
          <p:cNvPr id="2645" name="Rectangle 4"/>
          <p:cNvSpPr>
            <a:spLocks noChangeArrowheads="1"/>
          </p:cNvSpPr>
          <p:nvPr/>
        </p:nvSpPr>
        <p:spPr bwMode="auto">
          <a:xfrm>
            <a:off x="1365758" y="3217354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46" name="TextBox 3"/>
          <p:cNvSpPr txBox="1"/>
          <p:nvPr/>
        </p:nvSpPr>
        <p:spPr>
          <a:xfrm>
            <a:off x="1314958" y="318855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2647" name="TextBox 3"/>
          <p:cNvSpPr txBox="1"/>
          <p:nvPr/>
        </p:nvSpPr>
        <p:spPr>
          <a:xfrm>
            <a:off x="1314958" y="3306000"/>
            <a:ext cx="6296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Graduate </a:t>
            </a:r>
            <a:endParaRPr lang="en-US" dirty="0"/>
          </a:p>
        </p:txBody>
      </p:sp>
      <p:sp>
        <p:nvSpPr>
          <p:cNvPr id="2648" name="TextBox 3"/>
          <p:cNvSpPr txBox="1"/>
          <p:nvPr/>
        </p:nvSpPr>
        <p:spPr>
          <a:xfrm>
            <a:off x="1314958" y="3423450"/>
            <a:ext cx="5166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Studies</a:t>
            </a:r>
            <a:endParaRPr lang="en-US" dirty="0"/>
          </a:p>
        </p:txBody>
      </p:sp>
      <p:sp>
        <p:nvSpPr>
          <p:cNvPr id="2649" name="Rectangle 4"/>
          <p:cNvSpPr>
            <a:spLocks noChangeArrowheads="1"/>
          </p:cNvSpPr>
          <p:nvPr/>
        </p:nvSpPr>
        <p:spPr bwMode="auto">
          <a:xfrm>
            <a:off x="2163546" y="3217354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50" name="TextBox 3"/>
          <p:cNvSpPr txBox="1"/>
          <p:nvPr/>
        </p:nvSpPr>
        <p:spPr>
          <a:xfrm>
            <a:off x="2112746" y="318855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2651" name="Rectangle 4"/>
          <p:cNvSpPr>
            <a:spLocks noChangeArrowheads="1"/>
          </p:cNvSpPr>
          <p:nvPr/>
        </p:nvSpPr>
        <p:spPr bwMode="auto">
          <a:xfrm>
            <a:off x="2622702" y="3217354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52" name="TextBox 3"/>
          <p:cNvSpPr txBox="1"/>
          <p:nvPr/>
        </p:nvSpPr>
        <p:spPr>
          <a:xfrm>
            <a:off x="2571902" y="3188551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2653" name="TextBox 3"/>
          <p:cNvSpPr txBox="1"/>
          <p:nvPr/>
        </p:nvSpPr>
        <p:spPr>
          <a:xfrm>
            <a:off x="2571902" y="3306000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2654" name="Rectangle 4"/>
          <p:cNvSpPr>
            <a:spLocks noChangeArrowheads="1"/>
          </p:cNvSpPr>
          <p:nvPr/>
        </p:nvSpPr>
        <p:spPr bwMode="auto">
          <a:xfrm>
            <a:off x="3680282" y="3217354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55" name="TextBox 3"/>
          <p:cNvSpPr txBox="1"/>
          <p:nvPr/>
        </p:nvSpPr>
        <p:spPr>
          <a:xfrm>
            <a:off x="3629482" y="318855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847.8470230.1.412534.000000.847001.100178</a:t>
            </a:r>
            <a:endParaRPr lang="en-US" dirty="0"/>
          </a:p>
        </p:txBody>
      </p:sp>
      <p:sp>
        <p:nvSpPr>
          <p:cNvPr id="2656" name="Rectangle 4"/>
          <p:cNvSpPr>
            <a:spLocks noChangeArrowheads="1"/>
          </p:cNvSpPr>
          <p:nvPr/>
        </p:nvSpPr>
        <p:spPr bwMode="auto">
          <a:xfrm>
            <a:off x="5918962" y="321735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57" name="TextBox 3"/>
          <p:cNvSpPr txBox="1"/>
          <p:nvPr/>
        </p:nvSpPr>
        <p:spPr>
          <a:xfrm>
            <a:off x="6382918" y="318855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2658" name="Rectangle 4"/>
          <p:cNvSpPr>
            <a:spLocks noChangeArrowheads="1"/>
          </p:cNvSpPr>
          <p:nvPr/>
        </p:nvSpPr>
        <p:spPr bwMode="auto">
          <a:xfrm>
            <a:off x="6566408" y="321735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59" name="TextBox 3"/>
          <p:cNvSpPr txBox="1"/>
          <p:nvPr/>
        </p:nvSpPr>
        <p:spPr>
          <a:xfrm>
            <a:off x="6719671" y="318855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140,000</a:t>
            </a:r>
            <a:endParaRPr lang="en-US" dirty="0"/>
          </a:p>
        </p:txBody>
      </p:sp>
      <p:sp>
        <p:nvSpPr>
          <p:cNvPr id="2660" name="Rectangle 4"/>
          <p:cNvSpPr>
            <a:spLocks noChangeArrowheads="1"/>
          </p:cNvSpPr>
          <p:nvPr/>
        </p:nvSpPr>
        <p:spPr bwMode="auto">
          <a:xfrm>
            <a:off x="7213854" y="321735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61" name="TextBox 3"/>
          <p:cNvSpPr txBox="1"/>
          <p:nvPr/>
        </p:nvSpPr>
        <p:spPr>
          <a:xfrm>
            <a:off x="7367118" y="318855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140,000</a:t>
            </a:r>
            <a:endParaRPr lang="en-US" dirty="0"/>
          </a:p>
        </p:txBody>
      </p:sp>
      <p:sp>
        <p:nvSpPr>
          <p:cNvPr id="2662" name="Rectangle 4"/>
          <p:cNvSpPr>
            <a:spLocks noChangeArrowheads="1"/>
          </p:cNvSpPr>
          <p:nvPr/>
        </p:nvSpPr>
        <p:spPr bwMode="auto">
          <a:xfrm>
            <a:off x="7861300" y="3217354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63" name="Rectangle 4"/>
          <p:cNvSpPr>
            <a:spLocks noChangeArrowheads="1"/>
          </p:cNvSpPr>
          <p:nvPr/>
        </p:nvSpPr>
        <p:spPr bwMode="auto">
          <a:xfrm>
            <a:off x="8094497" y="3217354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64" name="Rectangle 4"/>
          <p:cNvSpPr>
            <a:spLocks noChangeArrowheads="1"/>
          </p:cNvSpPr>
          <p:nvPr/>
        </p:nvSpPr>
        <p:spPr bwMode="auto">
          <a:xfrm>
            <a:off x="8333384" y="3217354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65" name="TextBox 3"/>
          <p:cNvSpPr txBox="1"/>
          <p:nvPr/>
        </p:nvSpPr>
        <p:spPr>
          <a:xfrm>
            <a:off x="8650986" y="318855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2666" name="Rectangle 4"/>
          <p:cNvSpPr>
            <a:spLocks noChangeArrowheads="1"/>
          </p:cNvSpPr>
          <p:nvPr/>
        </p:nvSpPr>
        <p:spPr bwMode="auto">
          <a:xfrm>
            <a:off x="878255" y="3612566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67" name="TextBox 3"/>
          <p:cNvSpPr txBox="1"/>
          <p:nvPr/>
        </p:nvSpPr>
        <p:spPr>
          <a:xfrm>
            <a:off x="827455" y="358376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8470230</a:t>
            </a:r>
            <a:endParaRPr lang="en-US" dirty="0"/>
          </a:p>
        </p:txBody>
      </p:sp>
      <p:sp>
        <p:nvSpPr>
          <p:cNvPr id="2668" name="Rectangle 4"/>
          <p:cNvSpPr>
            <a:spLocks noChangeArrowheads="1"/>
          </p:cNvSpPr>
          <p:nvPr/>
        </p:nvSpPr>
        <p:spPr bwMode="auto">
          <a:xfrm>
            <a:off x="1365758" y="3612566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69" name="TextBox 3"/>
          <p:cNvSpPr txBox="1"/>
          <p:nvPr/>
        </p:nvSpPr>
        <p:spPr>
          <a:xfrm>
            <a:off x="1314958" y="3583762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2670" name="TextBox 3"/>
          <p:cNvSpPr txBox="1"/>
          <p:nvPr/>
        </p:nvSpPr>
        <p:spPr>
          <a:xfrm>
            <a:off x="1314958" y="3701211"/>
            <a:ext cx="6296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Graduate </a:t>
            </a:r>
            <a:endParaRPr lang="en-US" dirty="0"/>
          </a:p>
        </p:txBody>
      </p:sp>
      <p:sp>
        <p:nvSpPr>
          <p:cNvPr id="2671" name="TextBox 3"/>
          <p:cNvSpPr txBox="1"/>
          <p:nvPr/>
        </p:nvSpPr>
        <p:spPr>
          <a:xfrm>
            <a:off x="1314958" y="3818661"/>
            <a:ext cx="5166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Studies</a:t>
            </a:r>
            <a:endParaRPr lang="en-US" dirty="0"/>
          </a:p>
        </p:txBody>
      </p:sp>
      <p:sp>
        <p:nvSpPr>
          <p:cNvPr id="2672" name="Rectangle 4"/>
          <p:cNvSpPr>
            <a:spLocks noChangeArrowheads="1"/>
          </p:cNvSpPr>
          <p:nvPr/>
        </p:nvSpPr>
        <p:spPr bwMode="auto">
          <a:xfrm>
            <a:off x="2163546" y="3612566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73" name="TextBox 3"/>
          <p:cNvSpPr txBox="1"/>
          <p:nvPr/>
        </p:nvSpPr>
        <p:spPr>
          <a:xfrm>
            <a:off x="2112746" y="358376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2674" name="Rectangle 4"/>
          <p:cNvSpPr>
            <a:spLocks noChangeArrowheads="1"/>
          </p:cNvSpPr>
          <p:nvPr/>
        </p:nvSpPr>
        <p:spPr bwMode="auto">
          <a:xfrm>
            <a:off x="2622702" y="3612566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75" name="TextBox 3"/>
          <p:cNvSpPr txBox="1"/>
          <p:nvPr/>
        </p:nvSpPr>
        <p:spPr>
          <a:xfrm>
            <a:off x="2571902" y="3583762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2676" name="Rectangle 4"/>
          <p:cNvSpPr>
            <a:spLocks noChangeArrowheads="1"/>
          </p:cNvSpPr>
          <p:nvPr/>
        </p:nvSpPr>
        <p:spPr bwMode="auto">
          <a:xfrm>
            <a:off x="3680282" y="3612566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77" name="TextBox 3"/>
          <p:cNvSpPr txBox="1"/>
          <p:nvPr/>
        </p:nvSpPr>
        <p:spPr>
          <a:xfrm>
            <a:off x="3629482" y="358376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847.8470230.1.412546.000000.847001.100178</a:t>
            </a:r>
            <a:endParaRPr lang="en-US" dirty="0"/>
          </a:p>
        </p:txBody>
      </p:sp>
      <p:sp>
        <p:nvSpPr>
          <p:cNvPr id="2678" name="Rectangle 4"/>
          <p:cNvSpPr>
            <a:spLocks noChangeArrowheads="1"/>
          </p:cNvSpPr>
          <p:nvPr/>
        </p:nvSpPr>
        <p:spPr bwMode="auto">
          <a:xfrm>
            <a:off x="5918962" y="361256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79" name="TextBox 3"/>
          <p:cNvSpPr txBox="1"/>
          <p:nvPr/>
        </p:nvSpPr>
        <p:spPr>
          <a:xfrm>
            <a:off x="6128715" y="358376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57,993</a:t>
            </a:r>
            <a:endParaRPr lang="en-US" dirty="0"/>
          </a:p>
        </p:txBody>
      </p:sp>
      <p:sp>
        <p:nvSpPr>
          <p:cNvPr id="2680" name="Rectangle 4"/>
          <p:cNvSpPr>
            <a:spLocks noChangeArrowheads="1"/>
          </p:cNvSpPr>
          <p:nvPr/>
        </p:nvSpPr>
        <p:spPr bwMode="auto">
          <a:xfrm>
            <a:off x="6566408" y="361256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81" name="TextBox 3"/>
          <p:cNvSpPr txBox="1"/>
          <p:nvPr/>
        </p:nvSpPr>
        <p:spPr>
          <a:xfrm>
            <a:off x="6776161" y="358376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63,863</a:t>
            </a:r>
            <a:endParaRPr lang="en-US" dirty="0"/>
          </a:p>
        </p:txBody>
      </p:sp>
      <p:sp>
        <p:nvSpPr>
          <p:cNvPr id="2682" name="Rectangle 4"/>
          <p:cNvSpPr>
            <a:spLocks noChangeArrowheads="1"/>
          </p:cNvSpPr>
          <p:nvPr/>
        </p:nvSpPr>
        <p:spPr bwMode="auto">
          <a:xfrm>
            <a:off x="7213854" y="361256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83" name="TextBox 3"/>
          <p:cNvSpPr txBox="1"/>
          <p:nvPr/>
        </p:nvSpPr>
        <p:spPr>
          <a:xfrm>
            <a:off x="7423607" y="358376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63,854</a:t>
            </a:r>
            <a:endParaRPr lang="en-US" dirty="0"/>
          </a:p>
        </p:txBody>
      </p:sp>
      <p:sp>
        <p:nvSpPr>
          <p:cNvPr id="2684" name="Rectangle 4"/>
          <p:cNvSpPr>
            <a:spLocks noChangeArrowheads="1"/>
          </p:cNvSpPr>
          <p:nvPr/>
        </p:nvSpPr>
        <p:spPr bwMode="auto">
          <a:xfrm>
            <a:off x="7861300" y="3612566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85" name="Rectangle 4"/>
          <p:cNvSpPr>
            <a:spLocks noChangeArrowheads="1"/>
          </p:cNvSpPr>
          <p:nvPr/>
        </p:nvSpPr>
        <p:spPr bwMode="auto">
          <a:xfrm>
            <a:off x="8094497" y="3612566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86" name="Rectangle 4"/>
          <p:cNvSpPr>
            <a:spLocks noChangeArrowheads="1"/>
          </p:cNvSpPr>
          <p:nvPr/>
        </p:nvSpPr>
        <p:spPr bwMode="auto">
          <a:xfrm>
            <a:off x="8333384" y="3612566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87" name="TextBox 3"/>
          <p:cNvSpPr txBox="1"/>
          <p:nvPr/>
        </p:nvSpPr>
        <p:spPr>
          <a:xfrm>
            <a:off x="8650986" y="358376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</a:t>
            </a:r>
            <a:endParaRPr lang="en-US" dirty="0"/>
          </a:p>
        </p:txBody>
      </p:sp>
      <p:sp>
        <p:nvSpPr>
          <p:cNvPr id="2688" name="Rectangle 4"/>
          <p:cNvSpPr>
            <a:spLocks noChangeArrowheads="1"/>
          </p:cNvSpPr>
          <p:nvPr/>
        </p:nvSpPr>
        <p:spPr bwMode="auto">
          <a:xfrm>
            <a:off x="878255" y="4007777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89" name="TextBox 3"/>
          <p:cNvSpPr txBox="1"/>
          <p:nvPr/>
        </p:nvSpPr>
        <p:spPr>
          <a:xfrm>
            <a:off x="827455" y="397897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8470230</a:t>
            </a:r>
            <a:endParaRPr lang="en-US" dirty="0"/>
          </a:p>
        </p:txBody>
      </p:sp>
      <p:sp>
        <p:nvSpPr>
          <p:cNvPr id="2690" name="Rectangle 4"/>
          <p:cNvSpPr>
            <a:spLocks noChangeArrowheads="1"/>
          </p:cNvSpPr>
          <p:nvPr/>
        </p:nvSpPr>
        <p:spPr bwMode="auto">
          <a:xfrm>
            <a:off x="1365758" y="4007777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91" name="TextBox 3"/>
          <p:cNvSpPr txBox="1"/>
          <p:nvPr/>
        </p:nvSpPr>
        <p:spPr>
          <a:xfrm>
            <a:off x="1314958" y="397897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2692" name="TextBox 3"/>
          <p:cNvSpPr txBox="1"/>
          <p:nvPr/>
        </p:nvSpPr>
        <p:spPr>
          <a:xfrm>
            <a:off x="1314958" y="4096423"/>
            <a:ext cx="6296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Graduate </a:t>
            </a:r>
            <a:endParaRPr lang="en-US" dirty="0"/>
          </a:p>
        </p:txBody>
      </p:sp>
      <p:sp>
        <p:nvSpPr>
          <p:cNvPr id="2693" name="TextBox 3"/>
          <p:cNvSpPr txBox="1"/>
          <p:nvPr/>
        </p:nvSpPr>
        <p:spPr>
          <a:xfrm>
            <a:off x="1314958" y="4213872"/>
            <a:ext cx="5166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Studies</a:t>
            </a:r>
            <a:endParaRPr lang="en-US" dirty="0"/>
          </a:p>
        </p:txBody>
      </p:sp>
      <p:sp>
        <p:nvSpPr>
          <p:cNvPr id="2694" name="Rectangle 4"/>
          <p:cNvSpPr>
            <a:spLocks noChangeArrowheads="1"/>
          </p:cNvSpPr>
          <p:nvPr/>
        </p:nvSpPr>
        <p:spPr bwMode="auto">
          <a:xfrm>
            <a:off x="2163546" y="4007777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95" name="TextBox 3"/>
          <p:cNvSpPr txBox="1"/>
          <p:nvPr/>
        </p:nvSpPr>
        <p:spPr>
          <a:xfrm>
            <a:off x="2112746" y="397897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2696" name="Rectangle 4"/>
          <p:cNvSpPr>
            <a:spLocks noChangeArrowheads="1"/>
          </p:cNvSpPr>
          <p:nvPr/>
        </p:nvSpPr>
        <p:spPr bwMode="auto">
          <a:xfrm>
            <a:off x="2622702" y="4007777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697" name="TextBox 3"/>
          <p:cNvSpPr txBox="1"/>
          <p:nvPr/>
        </p:nvSpPr>
        <p:spPr>
          <a:xfrm>
            <a:off x="2571902" y="3978973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2698" name="TextBox 3"/>
          <p:cNvSpPr txBox="1"/>
          <p:nvPr/>
        </p:nvSpPr>
        <p:spPr>
          <a:xfrm>
            <a:off x="2571902" y="4096423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2699" name="Rectangle 4"/>
          <p:cNvSpPr>
            <a:spLocks noChangeArrowheads="1"/>
          </p:cNvSpPr>
          <p:nvPr/>
        </p:nvSpPr>
        <p:spPr bwMode="auto">
          <a:xfrm>
            <a:off x="3680282" y="4007777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00" name="TextBox 3"/>
          <p:cNvSpPr txBox="1"/>
          <p:nvPr/>
        </p:nvSpPr>
        <p:spPr>
          <a:xfrm>
            <a:off x="3629482" y="397897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847.8470230.1.415110.000000.847001.100178</a:t>
            </a:r>
            <a:endParaRPr lang="en-US" dirty="0"/>
          </a:p>
        </p:txBody>
      </p:sp>
      <p:sp>
        <p:nvSpPr>
          <p:cNvPr id="2701" name="Rectangle 4"/>
          <p:cNvSpPr>
            <a:spLocks noChangeArrowheads="1"/>
          </p:cNvSpPr>
          <p:nvPr/>
        </p:nvSpPr>
        <p:spPr bwMode="auto">
          <a:xfrm>
            <a:off x="5918962" y="400777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02" name="TextBox 3"/>
          <p:cNvSpPr txBox="1"/>
          <p:nvPr/>
        </p:nvSpPr>
        <p:spPr>
          <a:xfrm>
            <a:off x="6072225" y="397897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388,737</a:t>
            </a:r>
            <a:endParaRPr lang="en-US" dirty="0"/>
          </a:p>
        </p:txBody>
      </p:sp>
      <p:sp>
        <p:nvSpPr>
          <p:cNvPr id="2703" name="Rectangle 4"/>
          <p:cNvSpPr>
            <a:spLocks noChangeArrowheads="1"/>
          </p:cNvSpPr>
          <p:nvPr/>
        </p:nvSpPr>
        <p:spPr bwMode="auto">
          <a:xfrm>
            <a:off x="6566408" y="400777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04" name="TextBox 3"/>
          <p:cNvSpPr txBox="1"/>
          <p:nvPr/>
        </p:nvSpPr>
        <p:spPr>
          <a:xfrm>
            <a:off x="6719671" y="397897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409,483</a:t>
            </a:r>
            <a:endParaRPr lang="en-US" dirty="0"/>
          </a:p>
        </p:txBody>
      </p:sp>
      <p:sp>
        <p:nvSpPr>
          <p:cNvPr id="2705" name="Rectangle 4"/>
          <p:cNvSpPr>
            <a:spLocks noChangeArrowheads="1"/>
          </p:cNvSpPr>
          <p:nvPr/>
        </p:nvSpPr>
        <p:spPr bwMode="auto">
          <a:xfrm>
            <a:off x="7213854" y="400777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06" name="TextBox 3"/>
          <p:cNvSpPr txBox="1"/>
          <p:nvPr/>
        </p:nvSpPr>
        <p:spPr>
          <a:xfrm>
            <a:off x="7367118" y="397897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409,455</a:t>
            </a:r>
            <a:endParaRPr lang="en-US" dirty="0"/>
          </a:p>
        </p:txBody>
      </p:sp>
      <p:sp>
        <p:nvSpPr>
          <p:cNvPr id="2707" name="Rectangle 4"/>
          <p:cNvSpPr>
            <a:spLocks noChangeArrowheads="1"/>
          </p:cNvSpPr>
          <p:nvPr/>
        </p:nvSpPr>
        <p:spPr bwMode="auto">
          <a:xfrm>
            <a:off x="7861300" y="4007777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08" name="Rectangle 4"/>
          <p:cNvSpPr>
            <a:spLocks noChangeArrowheads="1"/>
          </p:cNvSpPr>
          <p:nvPr/>
        </p:nvSpPr>
        <p:spPr bwMode="auto">
          <a:xfrm>
            <a:off x="8094497" y="4007777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09" name="Rectangle 4"/>
          <p:cNvSpPr>
            <a:spLocks noChangeArrowheads="1"/>
          </p:cNvSpPr>
          <p:nvPr/>
        </p:nvSpPr>
        <p:spPr bwMode="auto">
          <a:xfrm>
            <a:off x="8333384" y="4007777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10" name="TextBox 3"/>
          <p:cNvSpPr txBox="1"/>
          <p:nvPr/>
        </p:nvSpPr>
        <p:spPr>
          <a:xfrm>
            <a:off x="8594496" y="3978973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28</a:t>
            </a:r>
            <a:endParaRPr lang="en-US" dirty="0"/>
          </a:p>
        </p:txBody>
      </p:sp>
      <p:sp>
        <p:nvSpPr>
          <p:cNvPr id="2711" name="Rectangle 4"/>
          <p:cNvSpPr>
            <a:spLocks noChangeArrowheads="1"/>
          </p:cNvSpPr>
          <p:nvPr/>
        </p:nvSpPr>
        <p:spPr bwMode="auto">
          <a:xfrm>
            <a:off x="878255" y="4402988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12" name="TextBox 3"/>
          <p:cNvSpPr txBox="1"/>
          <p:nvPr/>
        </p:nvSpPr>
        <p:spPr>
          <a:xfrm>
            <a:off x="827455" y="437418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8470230</a:t>
            </a:r>
            <a:endParaRPr lang="en-US" dirty="0"/>
          </a:p>
        </p:txBody>
      </p:sp>
      <p:sp>
        <p:nvSpPr>
          <p:cNvPr id="2713" name="Rectangle 4"/>
          <p:cNvSpPr>
            <a:spLocks noChangeArrowheads="1"/>
          </p:cNvSpPr>
          <p:nvPr/>
        </p:nvSpPr>
        <p:spPr bwMode="auto">
          <a:xfrm>
            <a:off x="1365758" y="4402988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14" name="TextBox 3"/>
          <p:cNvSpPr txBox="1"/>
          <p:nvPr/>
        </p:nvSpPr>
        <p:spPr>
          <a:xfrm>
            <a:off x="1314958" y="437418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2715" name="TextBox 3"/>
          <p:cNvSpPr txBox="1"/>
          <p:nvPr/>
        </p:nvSpPr>
        <p:spPr>
          <a:xfrm>
            <a:off x="1314958" y="4491634"/>
            <a:ext cx="6296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Graduate </a:t>
            </a:r>
            <a:endParaRPr lang="en-US" dirty="0"/>
          </a:p>
        </p:txBody>
      </p:sp>
      <p:sp>
        <p:nvSpPr>
          <p:cNvPr id="2716" name="TextBox 3"/>
          <p:cNvSpPr txBox="1"/>
          <p:nvPr/>
        </p:nvSpPr>
        <p:spPr>
          <a:xfrm>
            <a:off x="1314958" y="4609084"/>
            <a:ext cx="5166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Studies</a:t>
            </a:r>
            <a:endParaRPr lang="en-US" dirty="0"/>
          </a:p>
        </p:txBody>
      </p:sp>
      <p:sp>
        <p:nvSpPr>
          <p:cNvPr id="2717" name="Rectangle 4"/>
          <p:cNvSpPr>
            <a:spLocks noChangeArrowheads="1"/>
          </p:cNvSpPr>
          <p:nvPr/>
        </p:nvSpPr>
        <p:spPr bwMode="auto">
          <a:xfrm>
            <a:off x="2163546" y="4402988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18" name="TextBox 3"/>
          <p:cNvSpPr txBox="1"/>
          <p:nvPr/>
        </p:nvSpPr>
        <p:spPr>
          <a:xfrm>
            <a:off x="2112746" y="437418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2719" name="Rectangle 4"/>
          <p:cNvSpPr>
            <a:spLocks noChangeArrowheads="1"/>
          </p:cNvSpPr>
          <p:nvPr/>
        </p:nvSpPr>
        <p:spPr bwMode="auto">
          <a:xfrm>
            <a:off x="2622702" y="4402988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20" name="TextBox 3"/>
          <p:cNvSpPr txBox="1"/>
          <p:nvPr/>
        </p:nvSpPr>
        <p:spPr>
          <a:xfrm>
            <a:off x="2571902" y="4374184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2721" name="TextBox 3"/>
          <p:cNvSpPr txBox="1"/>
          <p:nvPr/>
        </p:nvSpPr>
        <p:spPr>
          <a:xfrm>
            <a:off x="2571902" y="4491634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2722" name="Rectangle 4"/>
          <p:cNvSpPr>
            <a:spLocks noChangeArrowheads="1"/>
          </p:cNvSpPr>
          <p:nvPr/>
        </p:nvSpPr>
        <p:spPr bwMode="auto">
          <a:xfrm>
            <a:off x="3680282" y="4402988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23" name="TextBox 3"/>
          <p:cNvSpPr txBox="1"/>
          <p:nvPr/>
        </p:nvSpPr>
        <p:spPr>
          <a:xfrm>
            <a:off x="3629482" y="437418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847.8470230.1.416110.000000.847001.100178</a:t>
            </a:r>
            <a:endParaRPr lang="en-US" dirty="0"/>
          </a:p>
        </p:txBody>
      </p:sp>
      <p:sp>
        <p:nvSpPr>
          <p:cNvPr id="2724" name="Rectangle 4"/>
          <p:cNvSpPr>
            <a:spLocks noChangeArrowheads="1"/>
          </p:cNvSpPr>
          <p:nvPr/>
        </p:nvSpPr>
        <p:spPr bwMode="auto">
          <a:xfrm>
            <a:off x="5918962" y="440298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25" name="TextBox 3"/>
          <p:cNvSpPr txBox="1"/>
          <p:nvPr/>
        </p:nvSpPr>
        <p:spPr>
          <a:xfrm>
            <a:off x="6128715" y="437418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37,199</a:t>
            </a:r>
            <a:endParaRPr lang="en-US" dirty="0"/>
          </a:p>
        </p:txBody>
      </p:sp>
      <p:sp>
        <p:nvSpPr>
          <p:cNvPr id="2726" name="Rectangle 4"/>
          <p:cNvSpPr>
            <a:spLocks noChangeArrowheads="1"/>
          </p:cNvSpPr>
          <p:nvPr/>
        </p:nvSpPr>
        <p:spPr bwMode="auto">
          <a:xfrm>
            <a:off x="6566408" y="440298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27" name="TextBox 3"/>
          <p:cNvSpPr txBox="1"/>
          <p:nvPr/>
        </p:nvSpPr>
        <p:spPr>
          <a:xfrm>
            <a:off x="6776161" y="437418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23,019</a:t>
            </a:r>
            <a:endParaRPr lang="en-US" dirty="0"/>
          </a:p>
        </p:txBody>
      </p:sp>
      <p:sp>
        <p:nvSpPr>
          <p:cNvPr id="2728" name="Rectangle 4"/>
          <p:cNvSpPr>
            <a:spLocks noChangeArrowheads="1"/>
          </p:cNvSpPr>
          <p:nvPr/>
        </p:nvSpPr>
        <p:spPr bwMode="auto">
          <a:xfrm>
            <a:off x="7213854" y="440298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29" name="TextBox 3"/>
          <p:cNvSpPr txBox="1"/>
          <p:nvPr/>
        </p:nvSpPr>
        <p:spPr>
          <a:xfrm>
            <a:off x="7423607" y="437418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22,150</a:t>
            </a:r>
            <a:endParaRPr lang="en-US" dirty="0"/>
          </a:p>
        </p:txBody>
      </p:sp>
      <p:sp>
        <p:nvSpPr>
          <p:cNvPr id="2730" name="Rectangle 4"/>
          <p:cNvSpPr>
            <a:spLocks noChangeArrowheads="1"/>
          </p:cNvSpPr>
          <p:nvPr/>
        </p:nvSpPr>
        <p:spPr bwMode="auto">
          <a:xfrm>
            <a:off x="7861300" y="4402988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31" name="Rectangle 4"/>
          <p:cNvSpPr>
            <a:spLocks noChangeArrowheads="1"/>
          </p:cNvSpPr>
          <p:nvPr/>
        </p:nvSpPr>
        <p:spPr bwMode="auto">
          <a:xfrm>
            <a:off x="8094497" y="4402988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32" name="Rectangle 4"/>
          <p:cNvSpPr>
            <a:spLocks noChangeArrowheads="1"/>
          </p:cNvSpPr>
          <p:nvPr/>
        </p:nvSpPr>
        <p:spPr bwMode="auto">
          <a:xfrm>
            <a:off x="8333384" y="4402988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33" name="TextBox 3"/>
          <p:cNvSpPr txBox="1"/>
          <p:nvPr/>
        </p:nvSpPr>
        <p:spPr>
          <a:xfrm>
            <a:off x="8538006" y="4374184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869</a:t>
            </a:r>
            <a:endParaRPr lang="en-US" dirty="0"/>
          </a:p>
        </p:txBody>
      </p:sp>
      <p:sp>
        <p:nvSpPr>
          <p:cNvPr id="2734" name="Rectangle 4"/>
          <p:cNvSpPr>
            <a:spLocks noChangeArrowheads="1"/>
          </p:cNvSpPr>
          <p:nvPr/>
        </p:nvSpPr>
        <p:spPr bwMode="auto">
          <a:xfrm>
            <a:off x="878255" y="479819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35" name="TextBox 3"/>
          <p:cNvSpPr txBox="1"/>
          <p:nvPr/>
        </p:nvSpPr>
        <p:spPr>
          <a:xfrm>
            <a:off x="827455" y="476939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8470230</a:t>
            </a:r>
            <a:endParaRPr lang="en-US" dirty="0"/>
          </a:p>
        </p:txBody>
      </p:sp>
      <p:sp>
        <p:nvSpPr>
          <p:cNvPr id="2736" name="Rectangle 4"/>
          <p:cNvSpPr>
            <a:spLocks noChangeArrowheads="1"/>
          </p:cNvSpPr>
          <p:nvPr/>
        </p:nvSpPr>
        <p:spPr bwMode="auto">
          <a:xfrm>
            <a:off x="1365758" y="479819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37" name="TextBox 3"/>
          <p:cNvSpPr txBox="1"/>
          <p:nvPr/>
        </p:nvSpPr>
        <p:spPr>
          <a:xfrm>
            <a:off x="1314958" y="4769396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2738" name="TextBox 3"/>
          <p:cNvSpPr txBox="1"/>
          <p:nvPr/>
        </p:nvSpPr>
        <p:spPr>
          <a:xfrm>
            <a:off x="1314958" y="4886845"/>
            <a:ext cx="6296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Graduate </a:t>
            </a:r>
            <a:endParaRPr lang="en-US" dirty="0"/>
          </a:p>
        </p:txBody>
      </p:sp>
      <p:sp>
        <p:nvSpPr>
          <p:cNvPr id="2739" name="TextBox 3"/>
          <p:cNvSpPr txBox="1"/>
          <p:nvPr/>
        </p:nvSpPr>
        <p:spPr>
          <a:xfrm>
            <a:off x="1314958" y="5004295"/>
            <a:ext cx="5166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Studies</a:t>
            </a:r>
            <a:endParaRPr lang="en-US" dirty="0"/>
          </a:p>
        </p:txBody>
      </p:sp>
      <p:sp>
        <p:nvSpPr>
          <p:cNvPr id="2740" name="Rectangle 4"/>
          <p:cNvSpPr>
            <a:spLocks noChangeArrowheads="1"/>
          </p:cNvSpPr>
          <p:nvPr/>
        </p:nvSpPr>
        <p:spPr bwMode="auto">
          <a:xfrm>
            <a:off x="2163546" y="479819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41" name="TextBox 3"/>
          <p:cNvSpPr txBox="1"/>
          <p:nvPr/>
        </p:nvSpPr>
        <p:spPr>
          <a:xfrm>
            <a:off x="2112746" y="476939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2742" name="Rectangle 4"/>
          <p:cNvSpPr>
            <a:spLocks noChangeArrowheads="1"/>
          </p:cNvSpPr>
          <p:nvPr/>
        </p:nvSpPr>
        <p:spPr bwMode="auto">
          <a:xfrm>
            <a:off x="2622702" y="479819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43" name="TextBox 3"/>
          <p:cNvSpPr txBox="1"/>
          <p:nvPr/>
        </p:nvSpPr>
        <p:spPr>
          <a:xfrm>
            <a:off x="2571902" y="4769396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2744" name="TextBox 3"/>
          <p:cNvSpPr txBox="1"/>
          <p:nvPr/>
        </p:nvSpPr>
        <p:spPr>
          <a:xfrm>
            <a:off x="2571902" y="4886845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2745" name="Rectangle 4"/>
          <p:cNvSpPr>
            <a:spLocks noChangeArrowheads="1"/>
          </p:cNvSpPr>
          <p:nvPr/>
        </p:nvSpPr>
        <p:spPr bwMode="auto">
          <a:xfrm>
            <a:off x="3680282" y="479819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46" name="TextBox 3"/>
          <p:cNvSpPr txBox="1"/>
          <p:nvPr/>
        </p:nvSpPr>
        <p:spPr>
          <a:xfrm>
            <a:off x="3629482" y="476939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847.8470230.1.416310.000000.847001.100178</a:t>
            </a:r>
            <a:endParaRPr lang="en-US" dirty="0"/>
          </a:p>
        </p:txBody>
      </p:sp>
      <p:sp>
        <p:nvSpPr>
          <p:cNvPr id="2747" name="Rectangle 4"/>
          <p:cNvSpPr>
            <a:spLocks noChangeArrowheads="1"/>
          </p:cNvSpPr>
          <p:nvPr/>
        </p:nvSpPr>
        <p:spPr bwMode="auto">
          <a:xfrm>
            <a:off x="5918962" y="479819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48" name="TextBox 3"/>
          <p:cNvSpPr txBox="1"/>
          <p:nvPr/>
        </p:nvSpPr>
        <p:spPr>
          <a:xfrm>
            <a:off x="6072225" y="476939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120,473</a:t>
            </a:r>
            <a:endParaRPr lang="en-US" dirty="0"/>
          </a:p>
        </p:txBody>
      </p:sp>
      <p:sp>
        <p:nvSpPr>
          <p:cNvPr id="2749" name="Rectangle 4"/>
          <p:cNvSpPr>
            <a:spLocks noChangeArrowheads="1"/>
          </p:cNvSpPr>
          <p:nvPr/>
        </p:nvSpPr>
        <p:spPr bwMode="auto">
          <a:xfrm>
            <a:off x="6566408" y="479819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50" name="TextBox 3"/>
          <p:cNvSpPr txBox="1"/>
          <p:nvPr/>
        </p:nvSpPr>
        <p:spPr>
          <a:xfrm>
            <a:off x="6634937" y="476939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1,026,923</a:t>
            </a:r>
            <a:endParaRPr lang="en-US" dirty="0"/>
          </a:p>
        </p:txBody>
      </p:sp>
      <p:sp>
        <p:nvSpPr>
          <p:cNvPr id="2751" name="Rectangle 4"/>
          <p:cNvSpPr>
            <a:spLocks noChangeArrowheads="1"/>
          </p:cNvSpPr>
          <p:nvPr/>
        </p:nvSpPr>
        <p:spPr bwMode="auto">
          <a:xfrm>
            <a:off x="7213854" y="479819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52" name="TextBox 3"/>
          <p:cNvSpPr txBox="1"/>
          <p:nvPr/>
        </p:nvSpPr>
        <p:spPr>
          <a:xfrm>
            <a:off x="7282383" y="476939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1,026,923</a:t>
            </a:r>
            <a:endParaRPr lang="en-US" dirty="0"/>
          </a:p>
        </p:txBody>
      </p:sp>
      <p:sp>
        <p:nvSpPr>
          <p:cNvPr id="2753" name="Rectangle 4"/>
          <p:cNvSpPr>
            <a:spLocks noChangeArrowheads="1"/>
          </p:cNvSpPr>
          <p:nvPr/>
        </p:nvSpPr>
        <p:spPr bwMode="auto">
          <a:xfrm>
            <a:off x="7861300" y="479819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54" name="Rectangle 4"/>
          <p:cNvSpPr>
            <a:spLocks noChangeArrowheads="1"/>
          </p:cNvSpPr>
          <p:nvPr/>
        </p:nvSpPr>
        <p:spPr bwMode="auto">
          <a:xfrm>
            <a:off x="8094497" y="479819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55" name="Rectangle 4"/>
          <p:cNvSpPr>
            <a:spLocks noChangeArrowheads="1"/>
          </p:cNvSpPr>
          <p:nvPr/>
        </p:nvSpPr>
        <p:spPr bwMode="auto">
          <a:xfrm>
            <a:off x="8333384" y="479819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56" name="TextBox 3"/>
          <p:cNvSpPr txBox="1"/>
          <p:nvPr/>
        </p:nvSpPr>
        <p:spPr>
          <a:xfrm>
            <a:off x="8650986" y="476939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2757" name="Rectangle 4"/>
          <p:cNvSpPr>
            <a:spLocks noChangeArrowheads="1"/>
          </p:cNvSpPr>
          <p:nvPr/>
        </p:nvSpPr>
        <p:spPr bwMode="auto">
          <a:xfrm>
            <a:off x="878255" y="5193411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758" name="TextBox 3"/>
          <p:cNvSpPr txBox="1"/>
          <p:nvPr/>
        </p:nvSpPr>
        <p:spPr>
          <a:xfrm>
            <a:off x="827455" y="516460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8470230</a:t>
            </a:r>
            <a:endParaRPr lang="en-US" dirty="0"/>
          </a:p>
        </p:txBody>
      </p:sp>
      <p:sp>
        <p:nvSpPr>
          <p:cNvPr id="2759" name="TextBox 3"/>
          <p:cNvSpPr txBox="1"/>
          <p:nvPr/>
        </p:nvSpPr>
        <p:spPr>
          <a:xfrm>
            <a:off x="827455" y="5282057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2760" name="Rectangle 4"/>
          <p:cNvSpPr>
            <a:spLocks noChangeArrowheads="1"/>
          </p:cNvSpPr>
          <p:nvPr/>
        </p:nvSpPr>
        <p:spPr bwMode="auto">
          <a:xfrm>
            <a:off x="1365758" y="5193411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761" name="Rectangle 4"/>
          <p:cNvSpPr>
            <a:spLocks noChangeArrowheads="1"/>
          </p:cNvSpPr>
          <p:nvPr/>
        </p:nvSpPr>
        <p:spPr bwMode="auto">
          <a:xfrm>
            <a:off x="2163546" y="5193411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762" name="Rectangle 4"/>
          <p:cNvSpPr>
            <a:spLocks noChangeArrowheads="1"/>
          </p:cNvSpPr>
          <p:nvPr/>
        </p:nvSpPr>
        <p:spPr bwMode="auto">
          <a:xfrm>
            <a:off x="2622702" y="5193411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763" name="Rectangle 4"/>
          <p:cNvSpPr>
            <a:spLocks noChangeArrowheads="1"/>
          </p:cNvSpPr>
          <p:nvPr/>
        </p:nvSpPr>
        <p:spPr bwMode="auto">
          <a:xfrm>
            <a:off x="3680282" y="5193411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764" name="Rectangle 4"/>
          <p:cNvSpPr>
            <a:spLocks noChangeArrowheads="1"/>
          </p:cNvSpPr>
          <p:nvPr/>
        </p:nvSpPr>
        <p:spPr bwMode="auto">
          <a:xfrm>
            <a:off x="5918962" y="5193411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765" name="TextBox 3"/>
          <p:cNvSpPr txBox="1"/>
          <p:nvPr/>
        </p:nvSpPr>
        <p:spPr>
          <a:xfrm>
            <a:off x="5987491" y="516460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3,689,064</a:t>
            </a:r>
            <a:endParaRPr lang="en-US" dirty="0"/>
          </a:p>
        </p:txBody>
      </p:sp>
      <p:sp>
        <p:nvSpPr>
          <p:cNvPr id="2766" name="Rectangle 4"/>
          <p:cNvSpPr>
            <a:spLocks noChangeArrowheads="1"/>
          </p:cNvSpPr>
          <p:nvPr/>
        </p:nvSpPr>
        <p:spPr bwMode="auto">
          <a:xfrm>
            <a:off x="6566408" y="5193411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767" name="TextBox 3"/>
          <p:cNvSpPr txBox="1"/>
          <p:nvPr/>
        </p:nvSpPr>
        <p:spPr>
          <a:xfrm>
            <a:off x="6634937" y="516460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4,946,600</a:t>
            </a:r>
            <a:endParaRPr lang="en-US" dirty="0"/>
          </a:p>
        </p:txBody>
      </p:sp>
      <p:sp>
        <p:nvSpPr>
          <p:cNvPr id="2768" name="Rectangle 4"/>
          <p:cNvSpPr>
            <a:spLocks noChangeArrowheads="1"/>
          </p:cNvSpPr>
          <p:nvPr/>
        </p:nvSpPr>
        <p:spPr bwMode="auto">
          <a:xfrm>
            <a:off x="7213854" y="5193411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769" name="TextBox 3"/>
          <p:cNvSpPr txBox="1"/>
          <p:nvPr/>
        </p:nvSpPr>
        <p:spPr>
          <a:xfrm>
            <a:off x="7282383" y="516460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4,941,178</a:t>
            </a:r>
            <a:endParaRPr lang="en-US" dirty="0"/>
          </a:p>
        </p:txBody>
      </p:sp>
      <p:sp>
        <p:nvSpPr>
          <p:cNvPr id="2770" name="Rectangle 4"/>
          <p:cNvSpPr>
            <a:spLocks noChangeArrowheads="1"/>
          </p:cNvSpPr>
          <p:nvPr/>
        </p:nvSpPr>
        <p:spPr bwMode="auto">
          <a:xfrm>
            <a:off x="7861300" y="5193411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771" name="Rectangle 4"/>
          <p:cNvSpPr>
            <a:spLocks noChangeArrowheads="1"/>
          </p:cNvSpPr>
          <p:nvPr/>
        </p:nvSpPr>
        <p:spPr bwMode="auto">
          <a:xfrm>
            <a:off x="8094497" y="5193411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772" name="Rectangle 4"/>
          <p:cNvSpPr>
            <a:spLocks noChangeArrowheads="1"/>
          </p:cNvSpPr>
          <p:nvPr/>
        </p:nvSpPr>
        <p:spPr bwMode="auto">
          <a:xfrm>
            <a:off x="8333384" y="5193411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773" name="TextBox 3"/>
          <p:cNvSpPr txBox="1"/>
          <p:nvPr/>
        </p:nvSpPr>
        <p:spPr>
          <a:xfrm>
            <a:off x="8453272" y="5164607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5,422</a:t>
            </a:r>
            <a:endParaRPr lang="en-US" dirty="0"/>
          </a:p>
        </p:txBody>
      </p:sp>
      <p:sp>
        <p:nvSpPr>
          <p:cNvPr id="2774" name="Rectangle 4"/>
          <p:cNvSpPr>
            <a:spLocks noChangeArrowheads="1"/>
          </p:cNvSpPr>
          <p:nvPr/>
        </p:nvSpPr>
        <p:spPr bwMode="auto">
          <a:xfrm>
            <a:off x="878255" y="5471172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75" name="TextBox 3"/>
          <p:cNvSpPr txBox="1"/>
          <p:nvPr/>
        </p:nvSpPr>
        <p:spPr>
          <a:xfrm>
            <a:off x="827455" y="544236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8470305</a:t>
            </a:r>
            <a:endParaRPr lang="en-US" dirty="0"/>
          </a:p>
        </p:txBody>
      </p:sp>
      <p:sp>
        <p:nvSpPr>
          <p:cNvPr id="2776" name="Rectangle 4"/>
          <p:cNvSpPr>
            <a:spLocks noChangeArrowheads="1"/>
          </p:cNvSpPr>
          <p:nvPr/>
        </p:nvSpPr>
        <p:spPr bwMode="auto">
          <a:xfrm>
            <a:off x="1365758" y="5471172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77" name="TextBox 3"/>
          <p:cNvSpPr txBox="1"/>
          <p:nvPr/>
        </p:nvSpPr>
        <p:spPr>
          <a:xfrm>
            <a:off x="1314958" y="5442369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Dean </a:t>
            </a:r>
            <a:endParaRPr lang="en-US" dirty="0"/>
          </a:p>
        </p:txBody>
      </p:sp>
      <p:sp>
        <p:nvSpPr>
          <p:cNvPr id="2778" name="TextBox 3"/>
          <p:cNvSpPr txBox="1"/>
          <p:nvPr/>
        </p:nvSpPr>
        <p:spPr>
          <a:xfrm>
            <a:off x="1314958" y="5559819"/>
            <a:ext cx="8554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Engineering</a:t>
            </a:r>
            <a:endParaRPr lang="en-US" dirty="0"/>
          </a:p>
        </p:txBody>
      </p:sp>
      <p:sp>
        <p:nvSpPr>
          <p:cNvPr id="2779" name="Rectangle 4"/>
          <p:cNvSpPr>
            <a:spLocks noChangeArrowheads="1"/>
          </p:cNvSpPr>
          <p:nvPr/>
        </p:nvSpPr>
        <p:spPr bwMode="auto">
          <a:xfrm>
            <a:off x="2163546" y="5471172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80" name="TextBox 3"/>
          <p:cNvSpPr txBox="1"/>
          <p:nvPr/>
        </p:nvSpPr>
        <p:spPr>
          <a:xfrm>
            <a:off x="2112746" y="544236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2781" name="Rectangle 4"/>
          <p:cNvSpPr>
            <a:spLocks noChangeArrowheads="1"/>
          </p:cNvSpPr>
          <p:nvPr/>
        </p:nvSpPr>
        <p:spPr bwMode="auto">
          <a:xfrm>
            <a:off x="2622702" y="5471172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82" name="TextBox 3"/>
          <p:cNvSpPr txBox="1"/>
          <p:nvPr/>
        </p:nvSpPr>
        <p:spPr>
          <a:xfrm>
            <a:off x="2571902" y="5442369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2783" name="TextBox 3"/>
          <p:cNvSpPr txBox="1"/>
          <p:nvPr/>
        </p:nvSpPr>
        <p:spPr>
          <a:xfrm>
            <a:off x="2571902" y="5559819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2784" name="Rectangle 4"/>
          <p:cNvSpPr>
            <a:spLocks noChangeArrowheads="1"/>
          </p:cNvSpPr>
          <p:nvPr/>
        </p:nvSpPr>
        <p:spPr bwMode="auto">
          <a:xfrm>
            <a:off x="3680282" y="5471172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85" name="TextBox 3"/>
          <p:cNvSpPr txBox="1"/>
          <p:nvPr/>
        </p:nvSpPr>
        <p:spPr>
          <a:xfrm>
            <a:off x="3629482" y="544236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847.8470305.1.412121.000000.847001.100178</a:t>
            </a:r>
            <a:endParaRPr lang="en-US" dirty="0"/>
          </a:p>
        </p:txBody>
      </p:sp>
      <p:sp>
        <p:nvSpPr>
          <p:cNvPr id="2786" name="Rectangle 4"/>
          <p:cNvSpPr>
            <a:spLocks noChangeArrowheads="1"/>
          </p:cNvSpPr>
          <p:nvPr/>
        </p:nvSpPr>
        <p:spPr bwMode="auto">
          <a:xfrm>
            <a:off x="5918962" y="547117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87" name="TextBox 3"/>
          <p:cNvSpPr txBox="1"/>
          <p:nvPr/>
        </p:nvSpPr>
        <p:spPr>
          <a:xfrm>
            <a:off x="5987491" y="544236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1,201,749</a:t>
            </a:r>
            <a:endParaRPr lang="en-US" dirty="0"/>
          </a:p>
        </p:txBody>
      </p:sp>
      <p:sp>
        <p:nvSpPr>
          <p:cNvPr id="2788" name="Rectangle 4"/>
          <p:cNvSpPr>
            <a:spLocks noChangeArrowheads="1"/>
          </p:cNvSpPr>
          <p:nvPr/>
        </p:nvSpPr>
        <p:spPr bwMode="auto">
          <a:xfrm>
            <a:off x="6566408" y="547117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89" name="TextBox 3"/>
          <p:cNvSpPr txBox="1"/>
          <p:nvPr/>
        </p:nvSpPr>
        <p:spPr>
          <a:xfrm>
            <a:off x="6634937" y="544236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1,064,094</a:t>
            </a:r>
            <a:endParaRPr lang="en-US" dirty="0"/>
          </a:p>
        </p:txBody>
      </p:sp>
      <p:sp>
        <p:nvSpPr>
          <p:cNvPr id="2790" name="Rectangle 4"/>
          <p:cNvSpPr>
            <a:spLocks noChangeArrowheads="1"/>
          </p:cNvSpPr>
          <p:nvPr/>
        </p:nvSpPr>
        <p:spPr bwMode="auto">
          <a:xfrm>
            <a:off x="7213854" y="547117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91" name="TextBox 3"/>
          <p:cNvSpPr txBox="1"/>
          <p:nvPr/>
        </p:nvSpPr>
        <p:spPr>
          <a:xfrm>
            <a:off x="7282383" y="544236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1,064,093</a:t>
            </a:r>
            <a:endParaRPr lang="en-US" dirty="0"/>
          </a:p>
        </p:txBody>
      </p:sp>
      <p:sp>
        <p:nvSpPr>
          <p:cNvPr id="2792" name="Rectangle 4"/>
          <p:cNvSpPr>
            <a:spLocks noChangeArrowheads="1"/>
          </p:cNvSpPr>
          <p:nvPr/>
        </p:nvSpPr>
        <p:spPr bwMode="auto">
          <a:xfrm>
            <a:off x="7861300" y="5471172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93" name="Rectangle 4"/>
          <p:cNvSpPr>
            <a:spLocks noChangeArrowheads="1"/>
          </p:cNvSpPr>
          <p:nvPr/>
        </p:nvSpPr>
        <p:spPr bwMode="auto">
          <a:xfrm>
            <a:off x="8094497" y="5471172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94" name="Rectangle 4"/>
          <p:cNvSpPr>
            <a:spLocks noChangeArrowheads="1"/>
          </p:cNvSpPr>
          <p:nvPr/>
        </p:nvSpPr>
        <p:spPr bwMode="auto">
          <a:xfrm>
            <a:off x="8333384" y="5471172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95" name="TextBox 3"/>
          <p:cNvSpPr txBox="1"/>
          <p:nvPr/>
        </p:nvSpPr>
        <p:spPr>
          <a:xfrm>
            <a:off x="8650986" y="544236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2796" name="Rectangle 4"/>
          <p:cNvSpPr>
            <a:spLocks noChangeArrowheads="1"/>
          </p:cNvSpPr>
          <p:nvPr/>
        </p:nvSpPr>
        <p:spPr bwMode="auto">
          <a:xfrm>
            <a:off x="878255" y="5748934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97" name="TextBox 3"/>
          <p:cNvSpPr txBox="1"/>
          <p:nvPr/>
        </p:nvSpPr>
        <p:spPr>
          <a:xfrm>
            <a:off x="827455" y="572013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8470305</a:t>
            </a:r>
            <a:endParaRPr lang="en-US" dirty="0"/>
          </a:p>
        </p:txBody>
      </p:sp>
      <p:sp>
        <p:nvSpPr>
          <p:cNvPr id="2798" name="Rectangle 4"/>
          <p:cNvSpPr>
            <a:spLocks noChangeArrowheads="1"/>
          </p:cNvSpPr>
          <p:nvPr/>
        </p:nvSpPr>
        <p:spPr bwMode="auto">
          <a:xfrm>
            <a:off x="1365758" y="5748934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799" name="TextBox 3"/>
          <p:cNvSpPr txBox="1"/>
          <p:nvPr/>
        </p:nvSpPr>
        <p:spPr>
          <a:xfrm>
            <a:off x="1314958" y="5720130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Dean </a:t>
            </a:r>
            <a:endParaRPr lang="en-US" dirty="0"/>
          </a:p>
        </p:txBody>
      </p:sp>
      <p:sp>
        <p:nvSpPr>
          <p:cNvPr id="2800" name="TextBox 3"/>
          <p:cNvSpPr txBox="1"/>
          <p:nvPr/>
        </p:nvSpPr>
        <p:spPr>
          <a:xfrm>
            <a:off x="1314958" y="5837580"/>
            <a:ext cx="8554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Engineering</a:t>
            </a:r>
            <a:endParaRPr lang="en-US" dirty="0"/>
          </a:p>
        </p:txBody>
      </p:sp>
      <p:sp>
        <p:nvSpPr>
          <p:cNvPr id="2801" name="Rectangle 4"/>
          <p:cNvSpPr>
            <a:spLocks noChangeArrowheads="1"/>
          </p:cNvSpPr>
          <p:nvPr/>
        </p:nvSpPr>
        <p:spPr bwMode="auto">
          <a:xfrm>
            <a:off x="2163546" y="5748934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02" name="TextBox 3"/>
          <p:cNvSpPr txBox="1"/>
          <p:nvPr/>
        </p:nvSpPr>
        <p:spPr>
          <a:xfrm>
            <a:off x="2112746" y="572013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2803" name="Rectangle 4"/>
          <p:cNvSpPr>
            <a:spLocks noChangeArrowheads="1"/>
          </p:cNvSpPr>
          <p:nvPr/>
        </p:nvSpPr>
        <p:spPr bwMode="auto">
          <a:xfrm>
            <a:off x="2622702" y="5748934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04" name="TextBox 3"/>
          <p:cNvSpPr txBox="1"/>
          <p:nvPr/>
        </p:nvSpPr>
        <p:spPr>
          <a:xfrm>
            <a:off x="2571902" y="5720130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2805" name="TextBox 3"/>
          <p:cNvSpPr txBox="1"/>
          <p:nvPr/>
        </p:nvSpPr>
        <p:spPr>
          <a:xfrm>
            <a:off x="2571902" y="5837580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2806" name="TextBox 3"/>
          <p:cNvSpPr txBox="1"/>
          <p:nvPr/>
        </p:nvSpPr>
        <p:spPr>
          <a:xfrm>
            <a:off x="2571902" y="5955030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2807" name="Rectangle 4"/>
          <p:cNvSpPr>
            <a:spLocks noChangeArrowheads="1"/>
          </p:cNvSpPr>
          <p:nvPr/>
        </p:nvSpPr>
        <p:spPr bwMode="auto">
          <a:xfrm>
            <a:off x="3680282" y="5748934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08" name="TextBox 3"/>
          <p:cNvSpPr txBox="1"/>
          <p:nvPr/>
        </p:nvSpPr>
        <p:spPr>
          <a:xfrm>
            <a:off x="3629482" y="572013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847.8470305.1.412125.000000.847001.100178</a:t>
            </a:r>
            <a:endParaRPr lang="en-US" dirty="0"/>
          </a:p>
        </p:txBody>
      </p:sp>
      <p:sp>
        <p:nvSpPr>
          <p:cNvPr id="2809" name="Rectangle 4"/>
          <p:cNvSpPr>
            <a:spLocks noChangeArrowheads="1"/>
          </p:cNvSpPr>
          <p:nvPr/>
        </p:nvSpPr>
        <p:spPr bwMode="auto">
          <a:xfrm>
            <a:off x="5918962" y="574893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10" name="TextBox 3"/>
          <p:cNvSpPr txBox="1"/>
          <p:nvPr/>
        </p:nvSpPr>
        <p:spPr>
          <a:xfrm>
            <a:off x="5987491" y="572013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1,552,194</a:t>
            </a:r>
            <a:endParaRPr lang="en-US" dirty="0"/>
          </a:p>
        </p:txBody>
      </p:sp>
      <p:sp>
        <p:nvSpPr>
          <p:cNvPr id="2811" name="Rectangle 4"/>
          <p:cNvSpPr>
            <a:spLocks noChangeArrowheads="1"/>
          </p:cNvSpPr>
          <p:nvPr/>
        </p:nvSpPr>
        <p:spPr bwMode="auto">
          <a:xfrm>
            <a:off x="6566408" y="574893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12" name="TextBox 3"/>
          <p:cNvSpPr txBox="1"/>
          <p:nvPr/>
        </p:nvSpPr>
        <p:spPr>
          <a:xfrm>
            <a:off x="6634937" y="572013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1,603,371</a:t>
            </a:r>
            <a:endParaRPr lang="en-US" dirty="0"/>
          </a:p>
        </p:txBody>
      </p:sp>
      <p:sp>
        <p:nvSpPr>
          <p:cNvPr id="2813" name="Rectangle 4"/>
          <p:cNvSpPr>
            <a:spLocks noChangeArrowheads="1"/>
          </p:cNvSpPr>
          <p:nvPr/>
        </p:nvSpPr>
        <p:spPr bwMode="auto">
          <a:xfrm>
            <a:off x="7213854" y="574893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14" name="TextBox 3"/>
          <p:cNvSpPr txBox="1"/>
          <p:nvPr/>
        </p:nvSpPr>
        <p:spPr>
          <a:xfrm>
            <a:off x="7282383" y="572013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1,602,874</a:t>
            </a:r>
            <a:endParaRPr lang="en-US" dirty="0"/>
          </a:p>
        </p:txBody>
      </p:sp>
      <p:sp>
        <p:nvSpPr>
          <p:cNvPr id="2815" name="Rectangle 4"/>
          <p:cNvSpPr>
            <a:spLocks noChangeArrowheads="1"/>
          </p:cNvSpPr>
          <p:nvPr/>
        </p:nvSpPr>
        <p:spPr bwMode="auto">
          <a:xfrm>
            <a:off x="7861300" y="5748934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16" name="Rectangle 4"/>
          <p:cNvSpPr>
            <a:spLocks noChangeArrowheads="1"/>
          </p:cNvSpPr>
          <p:nvPr/>
        </p:nvSpPr>
        <p:spPr bwMode="auto">
          <a:xfrm>
            <a:off x="8094497" y="5748934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17" name="Rectangle 4"/>
          <p:cNvSpPr>
            <a:spLocks noChangeArrowheads="1"/>
          </p:cNvSpPr>
          <p:nvPr/>
        </p:nvSpPr>
        <p:spPr bwMode="auto">
          <a:xfrm>
            <a:off x="8333384" y="5748934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18" name="TextBox 3"/>
          <p:cNvSpPr txBox="1"/>
          <p:nvPr/>
        </p:nvSpPr>
        <p:spPr>
          <a:xfrm>
            <a:off x="8538006" y="5720130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497</a:t>
            </a:r>
            <a:endParaRPr lang="en-US" dirty="0"/>
          </a:p>
        </p:txBody>
      </p:sp>
      <p:sp>
        <p:nvSpPr>
          <p:cNvPr id="2819" name="Rectangle 4"/>
          <p:cNvSpPr>
            <a:spLocks noChangeArrowheads="1"/>
          </p:cNvSpPr>
          <p:nvPr/>
        </p:nvSpPr>
        <p:spPr bwMode="auto">
          <a:xfrm>
            <a:off x="878255" y="6144145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20" name="TextBox 3"/>
          <p:cNvSpPr txBox="1"/>
          <p:nvPr/>
        </p:nvSpPr>
        <p:spPr>
          <a:xfrm>
            <a:off x="827455" y="611534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8470305</a:t>
            </a:r>
            <a:endParaRPr lang="en-US" dirty="0"/>
          </a:p>
        </p:txBody>
      </p:sp>
      <p:sp>
        <p:nvSpPr>
          <p:cNvPr id="2821" name="Rectangle 4"/>
          <p:cNvSpPr>
            <a:spLocks noChangeArrowheads="1"/>
          </p:cNvSpPr>
          <p:nvPr/>
        </p:nvSpPr>
        <p:spPr bwMode="auto">
          <a:xfrm>
            <a:off x="1365758" y="6144145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22" name="TextBox 3"/>
          <p:cNvSpPr txBox="1"/>
          <p:nvPr/>
        </p:nvSpPr>
        <p:spPr>
          <a:xfrm>
            <a:off x="1314958" y="6115341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Dean </a:t>
            </a:r>
            <a:endParaRPr lang="en-US" dirty="0"/>
          </a:p>
        </p:txBody>
      </p:sp>
      <p:sp>
        <p:nvSpPr>
          <p:cNvPr id="2823" name="TextBox 3"/>
          <p:cNvSpPr txBox="1"/>
          <p:nvPr/>
        </p:nvSpPr>
        <p:spPr>
          <a:xfrm>
            <a:off x="1314958" y="6232791"/>
            <a:ext cx="8554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Engineering</a:t>
            </a:r>
            <a:endParaRPr lang="en-US" dirty="0"/>
          </a:p>
        </p:txBody>
      </p:sp>
      <p:sp>
        <p:nvSpPr>
          <p:cNvPr id="2824" name="Rectangle 4"/>
          <p:cNvSpPr>
            <a:spLocks noChangeArrowheads="1"/>
          </p:cNvSpPr>
          <p:nvPr/>
        </p:nvSpPr>
        <p:spPr bwMode="auto">
          <a:xfrm>
            <a:off x="2163546" y="6144145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25" name="TextBox 3"/>
          <p:cNvSpPr txBox="1"/>
          <p:nvPr/>
        </p:nvSpPr>
        <p:spPr>
          <a:xfrm>
            <a:off x="2112746" y="611534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412521</a:t>
            </a:r>
            <a:endParaRPr lang="en-US" dirty="0"/>
          </a:p>
        </p:txBody>
      </p:sp>
      <p:sp>
        <p:nvSpPr>
          <p:cNvPr id="2826" name="Rectangle 4"/>
          <p:cNvSpPr>
            <a:spLocks noChangeArrowheads="1"/>
          </p:cNvSpPr>
          <p:nvPr/>
        </p:nvSpPr>
        <p:spPr bwMode="auto">
          <a:xfrm>
            <a:off x="2622702" y="6144145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27" name="TextBox 3"/>
          <p:cNvSpPr txBox="1"/>
          <p:nvPr/>
        </p:nvSpPr>
        <p:spPr>
          <a:xfrm>
            <a:off x="2571902" y="6115341"/>
            <a:ext cx="8496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 </a:t>
            </a:r>
            <a:endParaRPr lang="en-US" dirty="0"/>
          </a:p>
        </p:txBody>
      </p:sp>
      <p:sp>
        <p:nvSpPr>
          <p:cNvPr id="2828" name="TextBox 3"/>
          <p:cNvSpPr txBox="1"/>
          <p:nvPr/>
        </p:nvSpPr>
        <p:spPr>
          <a:xfrm>
            <a:off x="2571902" y="6232791"/>
            <a:ext cx="1120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 (including </a:t>
            </a:r>
            <a:endParaRPr lang="en-US" dirty="0"/>
          </a:p>
        </p:txBody>
      </p:sp>
      <p:sp>
        <p:nvSpPr>
          <p:cNvPr id="2829" name="TextBox 3"/>
          <p:cNvSpPr txBox="1"/>
          <p:nvPr/>
        </p:nvSpPr>
        <p:spPr>
          <a:xfrm>
            <a:off x="2571902" y="6350241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Mansab)</a:t>
            </a:r>
            <a:endParaRPr lang="en-US" dirty="0"/>
          </a:p>
        </p:txBody>
      </p:sp>
      <p:sp>
        <p:nvSpPr>
          <p:cNvPr id="2830" name="Rectangle 4"/>
          <p:cNvSpPr>
            <a:spLocks noChangeArrowheads="1"/>
          </p:cNvSpPr>
          <p:nvPr/>
        </p:nvSpPr>
        <p:spPr bwMode="auto">
          <a:xfrm>
            <a:off x="3680282" y="6144145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31" name="TextBox 3"/>
          <p:cNvSpPr txBox="1"/>
          <p:nvPr/>
        </p:nvSpPr>
        <p:spPr>
          <a:xfrm>
            <a:off x="3629482" y="611534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847.8470305.1.412521.000000.847001.100178</a:t>
            </a:r>
            <a:endParaRPr lang="en-US" dirty="0"/>
          </a:p>
        </p:txBody>
      </p:sp>
      <p:sp>
        <p:nvSpPr>
          <p:cNvPr id="2832" name="Rectangle 4"/>
          <p:cNvSpPr>
            <a:spLocks noChangeArrowheads="1"/>
          </p:cNvSpPr>
          <p:nvPr/>
        </p:nvSpPr>
        <p:spPr bwMode="auto">
          <a:xfrm>
            <a:off x="5918962" y="614414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33" name="TextBox 3"/>
          <p:cNvSpPr txBox="1"/>
          <p:nvPr/>
        </p:nvSpPr>
        <p:spPr>
          <a:xfrm>
            <a:off x="6185204" y="6115341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2,095</a:t>
            </a:r>
            <a:endParaRPr lang="en-US" dirty="0"/>
          </a:p>
        </p:txBody>
      </p:sp>
      <p:sp>
        <p:nvSpPr>
          <p:cNvPr id="2834" name="Rectangle 4"/>
          <p:cNvSpPr>
            <a:spLocks noChangeArrowheads="1"/>
          </p:cNvSpPr>
          <p:nvPr/>
        </p:nvSpPr>
        <p:spPr bwMode="auto">
          <a:xfrm>
            <a:off x="6566408" y="614414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35" name="TextBox 3"/>
          <p:cNvSpPr txBox="1"/>
          <p:nvPr/>
        </p:nvSpPr>
        <p:spPr>
          <a:xfrm>
            <a:off x="6832651" y="6115341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2,095</a:t>
            </a:r>
            <a:endParaRPr lang="en-US" dirty="0"/>
          </a:p>
        </p:txBody>
      </p:sp>
      <p:sp>
        <p:nvSpPr>
          <p:cNvPr id="2836" name="Rectangle 4"/>
          <p:cNvSpPr>
            <a:spLocks noChangeArrowheads="1"/>
          </p:cNvSpPr>
          <p:nvPr/>
        </p:nvSpPr>
        <p:spPr bwMode="auto">
          <a:xfrm>
            <a:off x="7213854" y="614414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37" name="Rectangle 4"/>
          <p:cNvSpPr>
            <a:spLocks noChangeArrowheads="1"/>
          </p:cNvSpPr>
          <p:nvPr/>
        </p:nvSpPr>
        <p:spPr bwMode="auto">
          <a:xfrm>
            <a:off x="7861300" y="6144145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38" name="Rectangle 4"/>
          <p:cNvSpPr>
            <a:spLocks noChangeArrowheads="1"/>
          </p:cNvSpPr>
          <p:nvPr/>
        </p:nvSpPr>
        <p:spPr bwMode="auto">
          <a:xfrm>
            <a:off x="8094497" y="6144145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39" name="Rectangle 4"/>
          <p:cNvSpPr>
            <a:spLocks noChangeArrowheads="1"/>
          </p:cNvSpPr>
          <p:nvPr/>
        </p:nvSpPr>
        <p:spPr bwMode="auto">
          <a:xfrm>
            <a:off x="8333384" y="6144145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40" name="TextBox 3"/>
          <p:cNvSpPr txBox="1"/>
          <p:nvPr/>
        </p:nvSpPr>
        <p:spPr>
          <a:xfrm>
            <a:off x="8453272" y="6115341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2,095</a:t>
            </a:r>
            <a:endParaRPr lang="en-US" dirty="0"/>
          </a:p>
        </p:txBody>
      </p:sp>
      <p:sp>
        <p:nvSpPr>
          <p:cNvPr id="2841" name="Rectangle 4"/>
          <p:cNvSpPr>
            <a:spLocks noChangeArrowheads="1"/>
          </p:cNvSpPr>
          <p:nvPr/>
        </p:nvSpPr>
        <p:spPr bwMode="auto">
          <a:xfrm>
            <a:off x="878255" y="6539356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42" name="TextBox 3"/>
          <p:cNvSpPr txBox="1"/>
          <p:nvPr/>
        </p:nvSpPr>
        <p:spPr>
          <a:xfrm>
            <a:off x="827455" y="651055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8470305</a:t>
            </a:r>
            <a:endParaRPr lang="en-US" dirty="0"/>
          </a:p>
        </p:txBody>
      </p:sp>
      <p:sp>
        <p:nvSpPr>
          <p:cNvPr id="2843" name="Rectangle 4"/>
          <p:cNvSpPr>
            <a:spLocks noChangeArrowheads="1"/>
          </p:cNvSpPr>
          <p:nvPr/>
        </p:nvSpPr>
        <p:spPr bwMode="auto">
          <a:xfrm>
            <a:off x="1365758" y="6539356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44" name="TextBox 3"/>
          <p:cNvSpPr txBox="1"/>
          <p:nvPr/>
        </p:nvSpPr>
        <p:spPr>
          <a:xfrm>
            <a:off x="1314958" y="6510553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Dean </a:t>
            </a:r>
            <a:endParaRPr lang="en-US" dirty="0"/>
          </a:p>
        </p:txBody>
      </p:sp>
      <p:sp>
        <p:nvSpPr>
          <p:cNvPr id="2845" name="TextBox 3"/>
          <p:cNvSpPr txBox="1"/>
          <p:nvPr/>
        </p:nvSpPr>
        <p:spPr>
          <a:xfrm>
            <a:off x="1314958" y="6628003"/>
            <a:ext cx="8554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Engineering</a:t>
            </a:r>
            <a:endParaRPr lang="en-US" dirty="0"/>
          </a:p>
        </p:txBody>
      </p:sp>
      <p:sp>
        <p:nvSpPr>
          <p:cNvPr id="2846" name="Rectangle 4"/>
          <p:cNvSpPr>
            <a:spLocks noChangeArrowheads="1"/>
          </p:cNvSpPr>
          <p:nvPr/>
        </p:nvSpPr>
        <p:spPr bwMode="auto">
          <a:xfrm>
            <a:off x="2163546" y="6539356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47" name="TextBox 3"/>
          <p:cNvSpPr txBox="1"/>
          <p:nvPr/>
        </p:nvSpPr>
        <p:spPr>
          <a:xfrm>
            <a:off x="2112746" y="651055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2848" name="Rectangle 4"/>
          <p:cNvSpPr>
            <a:spLocks noChangeArrowheads="1"/>
          </p:cNvSpPr>
          <p:nvPr/>
        </p:nvSpPr>
        <p:spPr bwMode="auto">
          <a:xfrm>
            <a:off x="2622702" y="6539356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49" name="TextBox 3"/>
          <p:cNvSpPr txBox="1"/>
          <p:nvPr/>
        </p:nvSpPr>
        <p:spPr>
          <a:xfrm>
            <a:off x="2571902" y="6510553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2850" name="TextBox 3"/>
          <p:cNvSpPr txBox="1"/>
          <p:nvPr/>
        </p:nvSpPr>
        <p:spPr>
          <a:xfrm>
            <a:off x="2571902" y="6628003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2851" name="Rectangle 4"/>
          <p:cNvSpPr>
            <a:spLocks noChangeArrowheads="1"/>
          </p:cNvSpPr>
          <p:nvPr/>
        </p:nvSpPr>
        <p:spPr bwMode="auto">
          <a:xfrm>
            <a:off x="3680282" y="6539356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52" name="TextBox 3"/>
          <p:cNvSpPr txBox="1"/>
          <p:nvPr/>
        </p:nvSpPr>
        <p:spPr>
          <a:xfrm>
            <a:off x="3629482" y="651055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847.8470305.1.412534.000000.847001.100178</a:t>
            </a:r>
            <a:endParaRPr lang="en-US" dirty="0"/>
          </a:p>
        </p:txBody>
      </p:sp>
      <p:sp>
        <p:nvSpPr>
          <p:cNvPr id="2853" name="Rectangle 4"/>
          <p:cNvSpPr>
            <a:spLocks noChangeArrowheads="1"/>
          </p:cNvSpPr>
          <p:nvPr/>
        </p:nvSpPr>
        <p:spPr bwMode="auto">
          <a:xfrm>
            <a:off x="5918962" y="653935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54" name="TextBox 3"/>
          <p:cNvSpPr txBox="1"/>
          <p:nvPr/>
        </p:nvSpPr>
        <p:spPr>
          <a:xfrm>
            <a:off x="6382918" y="651055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2855" name="Rectangle 4"/>
          <p:cNvSpPr>
            <a:spLocks noChangeArrowheads="1"/>
          </p:cNvSpPr>
          <p:nvPr/>
        </p:nvSpPr>
        <p:spPr bwMode="auto">
          <a:xfrm>
            <a:off x="6566408" y="653935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56" name="TextBox 3"/>
          <p:cNvSpPr txBox="1"/>
          <p:nvPr/>
        </p:nvSpPr>
        <p:spPr>
          <a:xfrm>
            <a:off x="6776161" y="651055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60,000</a:t>
            </a:r>
            <a:endParaRPr lang="en-US" dirty="0"/>
          </a:p>
        </p:txBody>
      </p:sp>
      <p:sp>
        <p:nvSpPr>
          <p:cNvPr id="2857" name="Rectangle 4"/>
          <p:cNvSpPr>
            <a:spLocks noChangeArrowheads="1"/>
          </p:cNvSpPr>
          <p:nvPr/>
        </p:nvSpPr>
        <p:spPr bwMode="auto">
          <a:xfrm>
            <a:off x="7213854" y="653935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58" name="TextBox 3"/>
          <p:cNvSpPr txBox="1"/>
          <p:nvPr/>
        </p:nvSpPr>
        <p:spPr>
          <a:xfrm>
            <a:off x="7423607" y="651055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60,000</a:t>
            </a:r>
            <a:endParaRPr lang="en-US" dirty="0"/>
          </a:p>
        </p:txBody>
      </p:sp>
      <p:sp>
        <p:nvSpPr>
          <p:cNvPr id="2859" name="Rectangle 4"/>
          <p:cNvSpPr>
            <a:spLocks noChangeArrowheads="1"/>
          </p:cNvSpPr>
          <p:nvPr/>
        </p:nvSpPr>
        <p:spPr bwMode="auto">
          <a:xfrm>
            <a:off x="7861300" y="6539356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60" name="Rectangle 4"/>
          <p:cNvSpPr>
            <a:spLocks noChangeArrowheads="1"/>
          </p:cNvSpPr>
          <p:nvPr/>
        </p:nvSpPr>
        <p:spPr bwMode="auto">
          <a:xfrm>
            <a:off x="8094497" y="6539356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61" name="Rectangle 4"/>
          <p:cNvSpPr>
            <a:spLocks noChangeArrowheads="1"/>
          </p:cNvSpPr>
          <p:nvPr/>
        </p:nvSpPr>
        <p:spPr bwMode="auto">
          <a:xfrm>
            <a:off x="8333384" y="6539356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62" name="TextBox 3"/>
          <p:cNvSpPr txBox="1"/>
          <p:nvPr/>
        </p:nvSpPr>
        <p:spPr>
          <a:xfrm>
            <a:off x="8650986" y="651055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2863" name="Rectangle 4"/>
          <p:cNvSpPr>
            <a:spLocks noChangeArrowheads="1"/>
          </p:cNvSpPr>
          <p:nvPr/>
        </p:nvSpPr>
        <p:spPr bwMode="auto">
          <a:xfrm>
            <a:off x="878255" y="6817119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64" name="TextBox 3"/>
          <p:cNvSpPr txBox="1"/>
          <p:nvPr/>
        </p:nvSpPr>
        <p:spPr>
          <a:xfrm>
            <a:off x="827455" y="678831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8470305</a:t>
            </a:r>
            <a:endParaRPr lang="en-US" dirty="0"/>
          </a:p>
        </p:txBody>
      </p:sp>
      <p:sp>
        <p:nvSpPr>
          <p:cNvPr id="2865" name="Rectangle 4"/>
          <p:cNvSpPr>
            <a:spLocks noChangeArrowheads="1"/>
          </p:cNvSpPr>
          <p:nvPr/>
        </p:nvSpPr>
        <p:spPr bwMode="auto">
          <a:xfrm>
            <a:off x="1365758" y="6817119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66" name="TextBox 3"/>
          <p:cNvSpPr txBox="1"/>
          <p:nvPr/>
        </p:nvSpPr>
        <p:spPr>
          <a:xfrm>
            <a:off x="1314958" y="6788315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Dean </a:t>
            </a:r>
            <a:endParaRPr lang="en-US" dirty="0"/>
          </a:p>
        </p:txBody>
      </p:sp>
      <p:sp>
        <p:nvSpPr>
          <p:cNvPr id="2867" name="TextBox 3"/>
          <p:cNvSpPr txBox="1"/>
          <p:nvPr/>
        </p:nvSpPr>
        <p:spPr>
          <a:xfrm>
            <a:off x="1314958" y="6905764"/>
            <a:ext cx="8554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Engineering</a:t>
            </a:r>
            <a:endParaRPr lang="en-US" dirty="0"/>
          </a:p>
        </p:txBody>
      </p:sp>
      <p:sp>
        <p:nvSpPr>
          <p:cNvPr id="2868" name="Rectangle 4"/>
          <p:cNvSpPr>
            <a:spLocks noChangeArrowheads="1"/>
          </p:cNvSpPr>
          <p:nvPr/>
        </p:nvSpPr>
        <p:spPr bwMode="auto">
          <a:xfrm>
            <a:off x="2163546" y="6817119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69" name="TextBox 3"/>
          <p:cNvSpPr txBox="1"/>
          <p:nvPr/>
        </p:nvSpPr>
        <p:spPr>
          <a:xfrm>
            <a:off x="2112746" y="678831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2870" name="Rectangle 4"/>
          <p:cNvSpPr>
            <a:spLocks noChangeArrowheads="1"/>
          </p:cNvSpPr>
          <p:nvPr/>
        </p:nvSpPr>
        <p:spPr bwMode="auto">
          <a:xfrm>
            <a:off x="2622702" y="6817119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71" name="TextBox 3"/>
          <p:cNvSpPr txBox="1"/>
          <p:nvPr/>
        </p:nvSpPr>
        <p:spPr>
          <a:xfrm>
            <a:off x="2571902" y="6788315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2872" name="Rectangle 4"/>
          <p:cNvSpPr>
            <a:spLocks noChangeArrowheads="1"/>
          </p:cNvSpPr>
          <p:nvPr/>
        </p:nvSpPr>
        <p:spPr bwMode="auto">
          <a:xfrm>
            <a:off x="3680282" y="6817119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73" name="TextBox 3"/>
          <p:cNvSpPr txBox="1"/>
          <p:nvPr/>
        </p:nvSpPr>
        <p:spPr>
          <a:xfrm>
            <a:off x="3629482" y="678831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847.8470305.1.412546.000000.847001.100178</a:t>
            </a:r>
            <a:endParaRPr lang="en-US" dirty="0"/>
          </a:p>
        </p:txBody>
      </p:sp>
      <p:sp>
        <p:nvSpPr>
          <p:cNvPr id="2874" name="Rectangle 4"/>
          <p:cNvSpPr>
            <a:spLocks noChangeArrowheads="1"/>
          </p:cNvSpPr>
          <p:nvPr/>
        </p:nvSpPr>
        <p:spPr bwMode="auto">
          <a:xfrm>
            <a:off x="5918962" y="681711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75" name="TextBox 3"/>
          <p:cNvSpPr txBox="1"/>
          <p:nvPr/>
        </p:nvSpPr>
        <p:spPr>
          <a:xfrm>
            <a:off x="6128715" y="678831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71,323</a:t>
            </a:r>
            <a:endParaRPr lang="en-US" dirty="0"/>
          </a:p>
        </p:txBody>
      </p:sp>
      <p:sp>
        <p:nvSpPr>
          <p:cNvPr id="2876" name="Rectangle 4"/>
          <p:cNvSpPr>
            <a:spLocks noChangeArrowheads="1"/>
          </p:cNvSpPr>
          <p:nvPr/>
        </p:nvSpPr>
        <p:spPr bwMode="auto">
          <a:xfrm>
            <a:off x="6566408" y="681711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77" name="TextBox 3"/>
          <p:cNvSpPr txBox="1"/>
          <p:nvPr/>
        </p:nvSpPr>
        <p:spPr>
          <a:xfrm>
            <a:off x="6776161" y="678831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78,323</a:t>
            </a:r>
            <a:endParaRPr lang="en-US" dirty="0"/>
          </a:p>
        </p:txBody>
      </p:sp>
      <p:sp>
        <p:nvSpPr>
          <p:cNvPr id="2878" name="Rectangle 4"/>
          <p:cNvSpPr>
            <a:spLocks noChangeArrowheads="1"/>
          </p:cNvSpPr>
          <p:nvPr/>
        </p:nvSpPr>
        <p:spPr bwMode="auto">
          <a:xfrm>
            <a:off x="7213854" y="681711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79" name="TextBox 3"/>
          <p:cNvSpPr txBox="1"/>
          <p:nvPr/>
        </p:nvSpPr>
        <p:spPr>
          <a:xfrm>
            <a:off x="7423607" y="678831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78,248</a:t>
            </a:r>
            <a:endParaRPr lang="en-US" dirty="0"/>
          </a:p>
        </p:txBody>
      </p:sp>
      <p:sp>
        <p:nvSpPr>
          <p:cNvPr id="2880" name="Rectangle 4"/>
          <p:cNvSpPr>
            <a:spLocks noChangeArrowheads="1"/>
          </p:cNvSpPr>
          <p:nvPr/>
        </p:nvSpPr>
        <p:spPr bwMode="auto">
          <a:xfrm>
            <a:off x="7861300" y="6817119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81" name="Rectangle 4"/>
          <p:cNvSpPr>
            <a:spLocks noChangeArrowheads="1"/>
          </p:cNvSpPr>
          <p:nvPr/>
        </p:nvSpPr>
        <p:spPr bwMode="auto">
          <a:xfrm>
            <a:off x="8094497" y="6817119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82" name="Rectangle 4"/>
          <p:cNvSpPr>
            <a:spLocks noChangeArrowheads="1"/>
          </p:cNvSpPr>
          <p:nvPr/>
        </p:nvSpPr>
        <p:spPr bwMode="auto">
          <a:xfrm>
            <a:off x="8333384" y="6817119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83" name="TextBox 3"/>
          <p:cNvSpPr txBox="1"/>
          <p:nvPr/>
        </p:nvSpPr>
        <p:spPr>
          <a:xfrm>
            <a:off x="8594496" y="6788315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75</a:t>
            </a:r>
            <a:endParaRPr lang="en-US" dirty="0"/>
          </a:p>
        </p:txBody>
      </p:sp>
      <p:sp>
        <p:nvSpPr>
          <p:cNvPr id="2884" name="Rectangle 4"/>
          <p:cNvSpPr>
            <a:spLocks noChangeArrowheads="1"/>
          </p:cNvSpPr>
          <p:nvPr/>
        </p:nvSpPr>
        <p:spPr bwMode="auto">
          <a:xfrm>
            <a:off x="878255" y="7094880"/>
            <a:ext cx="487502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85" name="TextBox 3"/>
          <p:cNvSpPr txBox="1"/>
          <p:nvPr/>
        </p:nvSpPr>
        <p:spPr>
          <a:xfrm>
            <a:off x="827455" y="706607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8470305</a:t>
            </a:r>
            <a:endParaRPr lang="en-US" dirty="0"/>
          </a:p>
        </p:txBody>
      </p:sp>
      <p:sp>
        <p:nvSpPr>
          <p:cNvPr id="2886" name="Rectangle 4"/>
          <p:cNvSpPr>
            <a:spLocks noChangeArrowheads="1"/>
          </p:cNvSpPr>
          <p:nvPr/>
        </p:nvSpPr>
        <p:spPr bwMode="auto">
          <a:xfrm>
            <a:off x="1365758" y="7094880"/>
            <a:ext cx="797788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87" name="TextBox 3"/>
          <p:cNvSpPr txBox="1"/>
          <p:nvPr/>
        </p:nvSpPr>
        <p:spPr>
          <a:xfrm>
            <a:off x="1314958" y="7066076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Dean </a:t>
            </a:r>
            <a:endParaRPr lang="en-US" dirty="0"/>
          </a:p>
        </p:txBody>
      </p:sp>
      <p:sp>
        <p:nvSpPr>
          <p:cNvPr id="2888" name="Rectangle 4"/>
          <p:cNvSpPr>
            <a:spLocks noChangeArrowheads="1"/>
          </p:cNvSpPr>
          <p:nvPr/>
        </p:nvSpPr>
        <p:spPr bwMode="auto">
          <a:xfrm>
            <a:off x="2163546" y="7094880"/>
            <a:ext cx="459155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89" name="TextBox 3"/>
          <p:cNvSpPr txBox="1"/>
          <p:nvPr/>
        </p:nvSpPr>
        <p:spPr>
          <a:xfrm>
            <a:off x="2112746" y="706607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2890" name="Rectangle 4"/>
          <p:cNvSpPr>
            <a:spLocks noChangeArrowheads="1"/>
          </p:cNvSpPr>
          <p:nvPr/>
        </p:nvSpPr>
        <p:spPr bwMode="auto">
          <a:xfrm>
            <a:off x="2622702" y="7094880"/>
            <a:ext cx="10575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91" name="TextBox 3"/>
          <p:cNvSpPr txBox="1"/>
          <p:nvPr/>
        </p:nvSpPr>
        <p:spPr>
          <a:xfrm>
            <a:off x="2571902" y="7066076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2892" name="Rectangle 4"/>
          <p:cNvSpPr>
            <a:spLocks noChangeArrowheads="1"/>
          </p:cNvSpPr>
          <p:nvPr/>
        </p:nvSpPr>
        <p:spPr bwMode="auto">
          <a:xfrm>
            <a:off x="3680282" y="7094880"/>
            <a:ext cx="22386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93" name="TextBox 3"/>
          <p:cNvSpPr txBox="1"/>
          <p:nvPr/>
        </p:nvSpPr>
        <p:spPr>
          <a:xfrm>
            <a:off x="3629482" y="706607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847.8470305.1.415110.000000.847001.100178</a:t>
            </a:r>
            <a:endParaRPr lang="en-US" dirty="0"/>
          </a:p>
        </p:txBody>
      </p:sp>
      <p:sp>
        <p:nvSpPr>
          <p:cNvPr id="2894" name="Rectangle 4"/>
          <p:cNvSpPr>
            <a:spLocks noChangeArrowheads="1"/>
          </p:cNvSpPr>
          <p:nvPr/>
        </p:nvSpPr>
        <p:spPr bwMode="auto">
          <a:xfrm>
            <a:off x="5918962" y="7094880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95" name="TextBox 3"/>
          <p:cNvSpPr txBox="1"/>
          <p:nvPr/>
        </p:nvSpPr>
        <p:spPr>
          <a:xfrm>
            <a:off x="6072225" y="706607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330,042</a:t>
            </a:r>
            <a:endParaRPr lang="en-US" dirty="0"/>
          </a:p>
        </p:txBody>
      </p:sp>
      <p:sp>
        <p:nvSpPr>
          <p:cNvPr id="2896" name="Rectangle 4"/>
          <p:cNvSpPr>
            <a:spLocks noChangeArrowheads="1"/>
          </p:cNvSpPr>
          <p:nvPr/>
        </p:nvSpPr>
        <p:spPr bwMode="auto">
          <a:xfrm>
            <a:off x="6566408" y="7094880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97" name="TextBox 3"/>
          <p:cNvSpPr txBox="1"/>
          <p:nvPr/>
        </p:nvSpPr>
        <p:spPr>
          <a:xfrm>
            <a:off x="6719671" y="706607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360,712</a:t>
            </a:r>
            <a:endParaRPr lang="en-US" dirty="0"/>
          </a:p>
        </p:txBody>
      </p:sp>
      <p:sp>
        <p:nvSpPr>
          <p:cNvPr id="2898" name="Rectangle 4"/>
          <p:cNvSpPr>
            <a:spLocks noChangeArrowheads="1"/>
          </p:cNvSpPr>
          <p:nvPr/>
        </p:nvSpPr>
        <p:spPr bwMode="auto">
          <a:xfrm>
            <a:off x="7213854" y="7094880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899" name="TextBox 3"/>
          <p:cNvSpPr txBox="1"/>
          <p:nvPr/>
        </p:nvSpPr>
        <p:spPr>
          <a:xfrm>
            <a:off x="7367118" y="706607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360,704</a:t>
            </a:r>
            <a:endParaRPr lang="en-US" dirty="0"/>
          </a:p>
        </p:txBody>
      </p:sp>
      <p:sp>
        <p:nvSpPr>
          <p:cNvPr id="2900" name="Rectangle 4"/>
          <p:cNvSpPr>
            <a:spLocks noChangeArrowheads="1"/>
          </p:cNvSpPr>
          <p:nvPr/>
        </p:nvSpPr>
        <p:spPr bwMode="auto">
          <a:xfrm>
            <a:off x="7861300" y="7094880"/>
            <a:ext cx="233197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901" name="Rectangle 4"/>
          <p:cNvSpPr>
            <a:spLocks noChangeArrowheads="1"/>
          </p:cNvSpPr>
          <p:nvPr/>
        </p:nvSpPr>
        <p:spPr bwMode="auto">
          <a:xfrm>
            <a:off x="8094497" y="7094880"/>
            <a:ext cx="23888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902" name="Rectangle 4"/>
          <p:cNvSpPr>
            <a:spLocks noChangeArrowheads="1"/>
          </p:cNvSpPr>
          <p:nvPr/>
        </p:nvSpPr>
        <p:spPr bwMode="auto">
          <a:xfrm>
            <a:off x="8333384" y="7094880"/>
            <a:ext cx="501091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903" name="TextBox 3"/>
          <p:cNvSpPr txBox="1"/>
          <p:nvPr/>
        </p:nvSpPr>
        <p:spPr>
          <a:xfrm>
            <a:off x="8650986" y="706607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</a:t>
            </a:r>
            <a:endParaRPr lang="en-US" dirty="0"/>
          </a:p>
        </p:txBody>
      </p:sp>
      <p:sp>
        <p:nvSpPr>
          <p:cNvPr id="2904" name="Rectangle 4"/>
          <p:cNvSpPr>
            <a:spLocks noChangeArrowheads="1"/>
          </p:cNvSpPr>
          <p:nvPr/>
        </p:nvSpPr>
        <p:spPr bwMode="auto">
          <a:xfrm>
            <a:off x="466725" y="917498"/>
            <a:ext cx="6350" cy="6340868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2905" name="Rectangle 4"/>
          <p:cNvSpPr>
            <a:spLocks noChangeArrowheads="1"/>
          </p:cNvSpPr>
          <p:nvPr/>
        </p:nvSpPr>
        <p:spPr bwMode="auto">
          <a:xfrm>
            <a:off x="7213854" y="47934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06" name="Rectangle 4"/>
          <p:cNvSpPr>
            <a:spLocks noChangeArrowheads="1"/>
          </p:cNvSpPr>
          <p:nvPr/>
        </p:nvSpPr>
        <p:spPr bwMode="auto">
          <a:xfrm>
            <a:off x="878255" y="479343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07" name="Rectangle 4"/>
          <p:cNvSpPr>
            <a:spLocks noChangeArrowheads="1"/>
          </p:cNvSpPr>
          <p:nvPr/>
        </p:nvSpPr>
        <p:spPr bwMode="auto">
          <a:xfrm>
            <a:off x="7213854" y="653459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08" name="Rectangle 4"/>
          <p:cNvSpPr>
            <a:spLocks noChangeArrowheads="1"/>
          </p:cNvSpPr>
          <p:nvPr/>
        </p:nvSpPr>
        <p:spPr bwMode="auto">
          <a:xfrm>
            <a:off x="878255" y="653459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09" name="Rectangle 4"/>
          <p:cNvSpPr>
            <a:spLocks noChangeArrowheads="1"/>
          </p:cNvSpPr>
          <p:nvPr/>
        </p:nvSpPr>
        <p:spPr bwMode="auto">
          <a:xfrm>
            <a:off x="7213854" y="400301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10" name="Rectangle 4"/>
          <p:cNvSpPr>
            <a:spLocks noChangeArrowheads="1"/>
          </p:cNvSpPr>
          <p:nvPr/>
        </p:nvSpPr>
        <p:spPr bwMode="auto">
          <a:xfrm>
            <a:off x="878255" y="400301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11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12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13" name="Rectangle 4"/>
          <p:cNvSpPr>
            <a:spLocks noChangeArrowheads="1"/>
          </p:cNvSpPr>
          <p:nvPr/>
        </p:nvSpPr>
        <p:spPr bwMode="auto">
          <a:xfrm>
            <a:off x="7213854" y="321259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14" name="Rectangle 4"/>
          <p:cNvSpPr>
            <a:spLocks noChangeArrowheads="1"/>
          </p:cNvSpPr>
          <p:nvPr/>
        </p:nvSpPr>
        <p:spPr bwMode="auto">
          <a:xfrm>
            <a:off x="878255" y="321259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15" name="Rectangle 4"/>
          <p:cNvSpPr>
            <a:spLocks noChangeArrowheads="1"/>
          </p:cNvSpPr>
          <p:nvPr/>
        </p:nvSpPr>
        <p:spPr bwMode="auto">
          <a:xfrm>
            <a:off x="7213854" y="281738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16" name="Rectangle 4"/>
          <p:cNvSpPr>
            <a:spLocks noChangeArrowheads="1"/>
          </p:cNvSpPr>
          <p:nvPr/>
        </p:nvSpPr>
        <p:spPr bwMode="auto">
          <a:xfrm>
            <a:off x="878255" y="281738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17" name="Rectangle 4"/>
          <p:cNvSpPr>
            <a:spLocks noChangeArrowheads="1"/>
          </p:cNvSpPr>
          <p:nvPr/>
        </p:nvSpPr>
        <p:spPr bwMode="auto">
          <a:xfrm>
            <a:off x="7213854" y="242216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18" name="Rectangle 4"/>
          <p:cNvSpPr>
            <a:spLocks noChangeArrowheads="1"/>
          </p:cNvSpPr>
          <p:nvPr/>
        </p:nvSpPr>
        <p:spPr bwMode="auto">
          <a:xfrm>
            <a:off x="878255" y="242216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19" name="Rectangle 4"/>
          <p:cNvSpPr>
            <a:spLocks noChangeArrowheads="1"/>
          </p:cNvSpPr>
          <p:nvPr/>
        </p:nvSpPr>
        <p:spPr bwMode="auto">
          <a:xfrm>
            <a:off x="7213854" y="574417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20" name="Rectangle 4"/>
          <p:cNvSpPr>
            <a:spLocks noChangeArrowheads="1"/>
          </p:cNvSpPr>
          <p:nvPr/>
        </p:nvSpPr>
        <p:spPr bwMode="auto">
          <a:xfrm>
            <a:off x="878255" y="574417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21" name="Rectangle 4"/>
          <p:cNvSpPr>
            <a:spLocks noChangeArrowheads="1"/>
          </p:cNvSpPr>
          <p:nvPr/>
        </p:nvSpPr>
        <p:spPr bwMode="auto">
          <a:xfrm>
            <a:off x="469900" y="7255193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22" name="Rectangle 4"/>
          <p:cNvSpPr>
            <a:spLocks noChangeArrowheads="1"/>
          </p:cNvSpPr>
          <p:nvPr/>
        </p:nvSpPr>
        <p:spPr bwMode="auto">
          <a:xfrm>
            <a:off x="7213854" y="202695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23" name="Rectangle 4"/>
          <p:cNvSpPr>
            <a:spLocks noChangeArrowheads="1"/>
          </p:cNvSpPr>
          <p:nvPr/>
        </p:nvSpPr>
        <p:spPr bwMode="auto">
          <a:xfrm>
            <a:off x="878255" y="202695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24" name="Rectangle 4"/>
          <p:cNvSpPr>
            <a:spLocks noChangeArrowheads="1"/>
          </p:cNvSpPr>
          <p:nvPr/>
        </p:nvSpPr>
        <p:spPr bwMode="auto">
          <a:xfrm>
            <a:off x="7213854" y="163174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25" name="Rectangle 4"/>
          <p:cNvSpPr>
            <a:spLocks noChangeArrowheads="1"/>
          </p:cNvSpPr>
          <p:nvPr/>
        </p:nvSpPr>
        <p:spPr bwMode="auto">
          <a:xfrm>
            <a:off x="878255" y="163174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26" name="Rectangle 4"/>
          <p:cNvSpPr>
            <a:spLocks noChangeArrowheads="1"/>
          </p:cNvSpPr>
          <p:nvPr/>
        </p:nvSpPr>
        <p:spPr bwMode="auto">
          <a:xfrm>
            <a:off x="7213854" y="709011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27" name="Rectangle 4"/>
          <p:cNvSpPr>
            <a:spLocks noChangeArrowheads="1"/>
          </p:cNvSpPr>
          <p:nvPr/>
        </p:nvSpPr>
        <p:spPr bwMode="auto">
          <a:xfrm>
            <a:off x="878255" y="709011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28" name="Rectangle 4"/>
          <p:cNvSpPr>
            <a:spLocks noChangeArrowheads="1"/>
          </p:cNvSpPr>
          <p:nvPr/>
        </p:nvSpPr>
        <p:spPr bwMode="auto">
          <a:xfrm>
            <a:off x="466725" y="917498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2929" name="Rectangle 4"/>
          <p:cNvSpPr>
            <a:spLocks noChangeArrowheads="1"/>
          </p:cNvSpPr>
          <p:nvPr/>
        </p:nvSpPr>
        <p:spPr bwMode="auto">
          <a:xfrm>
            <a:off x="466725" y="7252017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2930" name="Rectangle 4"/>
          <p:cNvSpPr>
            <a:spLocks noChangeArrowheads="1"/>
          </p:cNvSpPr>
          <p:nvPr/>
        </p:nvSpPr>
        <p:spPr bwMode="auto">
          <a:xfrm>
            <a:off x="7213854" y="518864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31" name="Rectangle 4"/>
          <p:cNvSpPr>
            <a:spLocks noChangeArrowheads="1"/>
          </p:cNvSpPr>
          <p:nvPr/>
        </p:nvSpPr>
        <p:spPr bwMode="auto">
          <a:xfrm>
            <a:off x="878255" y="518864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32" name="Rectangle 4"/>
          <p:cNvSpPr>
            <a:spLocks noChangeArrowheads="1"/>
          </p:cNvSpPr>
          <p:nvPr/>
        </p:nvSpPr>
        <p:spPr bwMode="auto">
          <a:xfrm>
            <a:off x="7213854" y="439822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33" name="Rectangle 4"/>
          <p:cNvSpPr>
            <a:spLocks noChangeArrowheads="1"/>
          </p:cNvSpPr>
          <p:nvPr/>
        </p:nvSpPr>
        <p:spPr bwMode="auto">
          <a:xfrm>
            <a:off x="878255" y="439822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34" name="Rectangle 4"/>
          <p:cNvSpPr>
            <a:spLocks noChangeArrowheads="1"/>
          </p:cNvSpPr>
          <p:nvPr/>
        </p:nvSpPr>
        <p:spPr bwMode="auto">
          <a:xfrm>
            <a:off x="7213854" y="360780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35" name="Rectangle 4"/>
          <p:cNvSpPr>
            <a:spLocks noChangeArrowheads="1"/>
          </p:cNvSpPr>
          <p:nvPr/>
        </p:nvSpPr>
        <p:spPr bwMode="auto">
          <a:xfrm>
            <a:off x="878255" y="360780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36" name="Rectangle 4"/>
          <p:cNvSpPr>
            <a:spLocks noChangeArrowheads="1"/>
          </p:cNvSpPr>
          <p:nvPr/>
        </p:nvSpPr>
        <p:spPr bwMode="auto">
          <a:xfrm>
            <a:off x="7213854" y="107622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37" name="Rectangle 4"/>
          <p:cNvSpPr>
            <a:spLocks noChangeArrowheads="1"/>
          </p:cNvSpPr>
          <p:nvPr/>
        </p:nvSpPr>
        <p:spPr bwMode="auto">
          <a:xfrm>
            <a:off x="878255" y="107622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38" name="Rectangle 4"/>
          <p:cNvSpPr>
            <a:spLocks noChangeArrowheads="1"/>
          </p:cNvSpPr>
          <p:nvPr/>
        </p:nvSpPr>
        <p:spPr bwMode="auto">
          <a:xfrm>
            <a:off x="7213854" y="613938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39" name="Rectangle 4"/>
          <p:cNvSpPr>
            <a:spLocks noChangeArrowheads="1"/>
          </p:cNvSpPr>
          <p:nvPr/>
        </p:nvSpPr>
        <p:spPr bwMode="auto">
          <a:xfrm>
            <a:off x="878255" y="613938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40" name="Rectangle 4"/>
          <p:cNvSpPr>
            <a:spLocks noChangeArrowheads="1"/>
          </p:cNvSpPr>
          <p:nvPr/>
        </p:nvSpPr>
        <p:spPr bwMode="auto">
          <a:xfrm>
            <a:off x="7213854" y="681235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41" name="Rectangle 4"/>
          <p:cNvSpPr>
            <a:spLocks noChangeArrowheads="1"/>
          </p:cNvSpPr>
          <p:nvPr/>
        </p:nvSpPr>
        <p:spPr bwMode="auto">
          <a:xfrm>
            <a:off x="878255" y="681235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42" name="Rectangle 4"/>
          <p:cNvSpPr>
            <a:spLocks noChangeArrowheads="1"/>
          </p:cNvSpPr>
          <p:nvPr/>
        </p:nvSpPr>
        <p:spPr bwMode="auto">
          <a:xfrm>
            <a:off x="7213854" y="546641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43" name="Rectangle 4"/>
          <p:cNvSpPr>
            <a:spLocks noChangeArrowheads="1"/>
          </p:cNvSpPr>
          <p:nvPr/>
        </p:nvSpPr>
        <p:spPr bwMode="auto">
          <a:xfrm>
            <a:off x="878255" y="546641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44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45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46" name="Rectangle 4"/>
          <p:cNvSpPr>
            <a:spLocks noChangeArrowheads="1"/>
          </p:cNvSpPr>
          <p:nvPr/>
        </p:nvSpPr>
        <p:spPr bwMode="auto">
          <a:xfrm>
            <a:off x="7213854" y="135398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47" name="Rectangle 4"/>
          <p:cNvSpPr>
            <a:spLocks noChangeArrowheads="1"/>
          </p:cNvSpPr>
          <p:nvPr/>
        </p:nvSpPr>
        <p:spPr bwMode="auto">
          <a:xfrm>
            <a:off x="878255" y="135398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48" name="Rectangle 4"/>
          <p:cNvSpPr>
            <a:spLocks noChangeArrowheads="1"/>
          </p:cNvSpPr>
          <p:nvPr/>
        </p:nvSpPr>
        <p:spPr bwMode="auto">
          <a:xfrm>
            <a:off x="7213854" y="725043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49" name="Rectangle 4"/>
          <p:cNvSpPr>
            <a:spLocks noChangeArrowheads="1"/>
          </p:cNvSpPr>
          <p:nvPr/>
        </p:nvSpPr>
        <p:spPr bwMode="auto">
          <a:xfrm>
            <a:off x="878255" y="725043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0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951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2952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2953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954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2955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2956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2957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958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2959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2960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961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2962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2963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964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2965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966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2967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968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2969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2970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971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2972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2973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974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2975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2976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977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2978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979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2980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2981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2982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2983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291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984" name="TextBox 3"/>
          <p:cNvSpPr txBox="1"/>
          <p:nvPr/>
        </p:nvSpPr>
        <p:spPr>
          <a:xfrm>
            <a:off x="422275" y="895045"/>
            <a:ext cx="47701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</a:t>
            </a:r>
            <a:endParaRPr lang="en-US" dirty="0"/>
          </a:p>
        </p:txBody>
      </p:sp>
      <p:sp>
        <p:nvSpPr>
          <p:cNvPr id="2985" name="TextBox 3"/>
          <p:cNvSpPr txBox="1"/>
          <p:nvPr/>
        </p:nvSpPr>
        <p:spPr>
          <a:xfrm>
            <a:off x="422275" y="1012494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2986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987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988" name="TextBox 3"/>
          <p:cNvSpPr txBox="1"/>
          <p:nvPr/>
        </p:nvSpPr>
        <p:spPr>
          <a:xfrm>
            <a:off x="1314958" y="891870"/>
            <a:ext cx="8554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Engineering</a:t>
            </a:r>
            <a:endParaRPr lang="en-US" dirty="0"/>
          </a:p>
        </p:txBody>
      </p:sp>
      <p:sp>
        <p:nvSpPr>
          <p:cNvPr id="2989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990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991" name="TextBox 3"/>
          <p:cNvSpPr txBox="1"/>
          <p:nvPr/>
        </p:nvSpPr>
        <p:spPr>
          <a:xfrm>
            <a:off x="2571902" y="891870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2992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993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994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995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996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997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998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2999" name="Rectangle 4"/>
          <p:cNvSpPr>
            <a:spLocks noChangeArrowheads="1"/>
          </p:cNvSpPr>
          <p:nvPr/>
        </p:nvSpPr>
        <p:spPr bwMode="auto">
          <a:xfrm>
            <a:off x="878255" y="1080985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00" name="TextBox 3"/>
          <p:cNvSpPr txBox="1"/>
          <p:nvPr/>
        </p:nvSpPr>
        <p:spPr>
          <a:xfrm>
            <a:off x="827455" y="105218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8470305</a:t>
            </a:r>
            <a:endParaRPr lang="en-US" dirty="0"/>
          </a:p>
        </p:txBody>
      </p:sp>
      <p:sp>
        <p:nvSpPr>
          <p:cNvPr id="3001" name="Rectangle 4"/>
          <p:cNvSpPr>
            <a:spLocks noChangeArrowheads="1"/>
          </p:cNvSpPr>
          <p:nvPr/>
        </p:nvSpPr>
        <p:spPr bwMode="auto">
          <a:xfrm>
            <a:off x="1365758" y="1080985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02" name="TextBox 3"/>
          <p:cNvSpPr txBox="1"/>
          <p:nvPr/>
        </p:nvSpPr>
        <p:spPr>
          <a:xfrm>
            <a:off x="1314958" y="1052182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Dean </a:t>
            </a:r>
            <a:endParaRPr lang="en-US" dirty="0"/>
          </a:p>
        </p:txBody>
      </p:sp>
      <p:sp>
        <p:nvSpPr>
          <p:cNvPr id="3003" name="TextBox 3"/>
          <p:cNvSpPr txBox="1"/>
          <p:nvPr/>
        </p:nvSpPr>
        <p:spPr>
          <a:xfrm>
            <a:off x="1314958" y="1169631"/>
            <a:ext cx="8554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Engineering</a:t>
            </a:r>
            <a:endParaRPr lang="en-US" dirty="0"/>
          </a:p>
        </p:txBody>
      </p:sp>
      <p:sp>
        <p:nvSpPr>
          <p:cNvPr id="3004" name="Rectangle 4"/>
          <p:cNvSpPr>
            <a:spLocks noChangeArrowheads="1"/>
          </p:cNvSpPr>
          <p:nvPr/>
        </p:nvSpPr>
        <p:spPr bwMode="auto">
          <a:xfrm>
            <a:off x="2163546" y="1080985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05" name="TextBox 3"/>
          <p:cNvSpPr txBox="1"/>
          <p:nvPr/>
        </p:nvSpPr>
        <p:spPr>
          <a:xfrm>
            <a:off x="2112746" y="105218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3006" name="Rectangle 4"/>
          <p:cNvSpPr>
            <a:spLocks noChangeArrowheads="1"/>
          </p:cNvSpPr>
          <p:nvPr/>
        </p:nvSpPr>
        <p:spPr bwMode="auto">
          <a:xfrm>
            <a:off x="2622702" y="1080985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07" name="TextBox 3"/>
          <p:cNvSpPr txBox="1"/>
          <p:nvPr/>
        </p:nvSpPr>
        <p:spPr>
          <a:xfrm>
            <a:off x="2571902" y="1052182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3008" name="TextBox 3"/>
          <p:cNvSpPr txBox="1"/>
          <p:nvPr/>
        </p:nvSpPr>
        <p:spPr>
          <a:xfrm>
            <a:off x="2571902" y="1169631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3009" name="Rectangle 4"/>
          <p:cNvSpPr>
            <a:spLocks noChangeArrowheads="1"/>
          </p:cNvSpPr>
          <p:nvPr/>
        </p:nvSpPr>
        <p:spPr bwMode="auto">
          <a:xfrm>
            <a:off x="3680282" y="1080985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10" name="TextBox 3"/>
          <p:cNvSpPr txBox="1"/>
          <p:nvPr/>
        </p:nvSpPr>
        <p:spPr>
          <a:xfrm>
            <a:off x="3629482" y="105218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847.8470305.1.416310.000000.847001.100178</a:t>
            </a:r>
            <a:endParaRPr lang="en-US" dirty="0"/>
          </a:p>
        </p:txBody>
      </p:sp>
      <p:sp>
        <p:nvSpPr>
          <p:cNvPr id="3011" name="Rectangle 4"/>
          <p:cNvSpPr>
            <a:spLocks noChangeArrowheads="1"/>
          </p:cNvSpPr>
          <p:nvPr/>
        </p:nvSpPr>
        <p:spPr bwMode="auto">
          <a:xfrm>
            <a:off x="5918962" y="108098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12" name="TextBox 3"/>
          <p:cNvSpPr txBox="1"/>
          <p:nvPr/>
        </p:nvSpPr>
        <p:spPr>
          <a:xfrm>
            <a:off x="6128715" y="105218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16,189</a:t>
            </a:r>
            <a:endParaRPr lang="en-US" dirty="0"/>
          </a:p>
        </p:txBody>
      </p:sp>
      <p:sp>
        <p:nvSpPr>
          <p:cNvPr id="3013" name="Rectangle 4"/>
          <p:cNvSpPr>
            <a:spLocks noChangeArrowheads="1"/>
          </p:cNvSpPr>
          <p:nvPr/>
        </p:nvSpPr>
        <p:spPr bwMode="auto">
          <a:xfrm>
            <a:off x="6566408" y="108098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14" name="TextBox 3"/>
          <p:cNvSpPr txBox="1"/>
          <p:nvPr/>
        </p:nvSpPr>
        <p:spPr>
          <a:xfrm>
            <a:off x="6832651" y="1052182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9,189</a:t>
            </a:r>
            <a:endParaRPr lang="en-US" dirty="0"/>
          </a:p>
        </p:txBody>
      </p:sp>
      <p:sp>
        <p:nvSpPr>
          <p:cNvPr id="3015" name="Rectangle 4"/>
          <p:cNvSpPr>
            <a:spLocks noChangeArrowheads="1"/>
          </p:cNvSpPr>
          <p:nvPr/>
        </p:nvSpPr>
        <p:spPr bwMode="auto">
          <a:xfrm>
            <a:off x="7213854" y="108098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16" name="TextBox 3"/>
          <p:cNvSpPr txBox="1"/>
          <p:nvPr/>
        </p:nvSpPr>
        <p:spPr>
          <a:xfrm>
            <a:off x="7480096" y="1052182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9,189</a:t>
            </a:r>
            <a:endParaRPr lang="en-US" dirty="0"/>
          </a:p>
        </p:txBody>
      </p:sp>
      <p:sp>
        <p:nvSpPr>
          <p:cNvPr id="3017" name="Rectangle 4"/>
          <p:cNvSpPr>
            <a:spLocks noChangeArrowheads="1"/>
          </p:cNvSpPr>
          <p:nvPr/>
        </p:nvSpPr>
        <p:spPr bwMode="auto">
          <a:xfrm>
            <a:off x="7861300" y="1080985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18" name="Rectangle 4"/>
          <p:cNvSpPr>
            <a:spLocks noChangeArrowheads="1"/>
          </p:cNvSpPr>
          <p:nvPr/>
        </p:nvSpPr>
        <p:spPr bwMode="auto">
          <a:xfrm>
            <a:off x="8094497" y="1080985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19" name="Rectangle 4"/>
          <p:cNvSpPr>
            <a:spLocks noChangeArrowheads="1"/>
          </p:cNvSpPr>
          <p:nvPr/>
        </p:nvSpPr>
        <p:spPr bwMode="auto">
          <a:xfrm>
            <a:off x="8333384" y="1080985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20" name="TextBox 3"/>
          <p:cNvSpPr txBox="1"/>
          <p:nvPr/>
        </p:nvSpPr>
        <p:spPr>
          <a:xfrm>
            <a:off x="8650986" y="105218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3021" name="Rectangle 4"/>
          <p:cNvSpPr>
            <a:spLocks noChangeArrowheads="1"/>
          </p:cNvSpPr>
          <p:nvPr/>
        </p:nvSpPr>
        <p:spPr bwMode="auto">
          <a:xfrm>
            <a:off x="878255" y="1358747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022" name="TextBox 3"/>
          <p:cNvSpPr txBox="1"/>
          <p:nvPr/>
        </p:nvSpPr>
        <p:spPr>
          <a:xfrm>
            <a:off x="827455" y="132994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8470305</a:t>
            </a:r>
            <a:endParaRPr lang="en-US" dirty="0"/>
          </a:p>
        </p:txBody>
      </p:sp>
      <p:sp>
        <p:nvSpPr>
          <p:cNvPr id="3023" name="TextBox 3"/>
          <p:cNvSpPr txBox="1"/>
          <p:nvPr/>
        </p:nvSpPr>
        <p:spPr>
          <a:xfrm>
            <a:off x="827455" y="1447393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3024" name="Rectangle 4"/>
          <p:cNvSpPr>
            <a:spLocks noChangeArrowheads="1"/>
          </p:cNvSpPr>
          <p:nvPr/>
        </p:nvSpPr>
        <p:spPr bwMode="auto">
          <a:xfrm>
            <a:off x="1365758" y="1358747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025" name="Rectangle 4"/>
          <p:cNvSpPr>
            <a:spLocks noChangeArrowheads="1"/>
          </p:cNvSpPr>
          <p:nvPr/>
        </p:nvSpPr>
        <p:spPr bwMode="auto">
          <a:xfrm>
            <a:off x="2163546" y="1358747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026" name="Rectangle 4"/>
          <p:cNvSpPr>
            <a:spLocks noChangeArrowheads="1"/>
          </p:cNvSpPr>
          <p:nvPr/>
        </p:nvSpPr>
        <p:spPr bwMode="auto">
          <a:xfrm>
            <a:off x="2622702" y="1358747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027" name="Rectangle 4"/>
          <p:cNvSpPr>
            <a:spLocks noChangeArrowheads="1"/>
          </p:cNvSpPr>
          <p:nvPr/>
        </p:nvSpPr>
        <p:spPr bwMode="auto">
          <a:xfrm>
            <a:off x="3680282" y="1358747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028" name="Rectangle 4"/>
          <p:cNvSpPr>
            <a:spLocks noChangeArrowheads="1"/>
          </p:cNvSpPr>
          <p:nvPr/>
        </p:nvSpPr>
        <p:spPr bwMode="auto">
          <a:xfrm>
            <a:off x="5918962" y="135874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029" name="TextBox 3"/>
          <p:cNvSpPr txBox="1"/>
          <p:nvPr/>
        </p:nvSpPr>
        <p:spPr>
          <a:xfrm>
            <a:off x="5987491" y="132994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3,173,592</a:t>
            </a:r>
            <a:endParaRPr lang="en-US" dirty="0"/>
          </a:p>
        </p:txBody>
      </p:sp>
      <p:sp>
        <p:nvSpPr>
          <p:cNvPr id="3030" name="Rectangle 4"/>
          <p:cNvSpPr>
            <a:spLocks noChangeArrowheads="1"/>
          </p:cNvSpPr>
          <p:nvPr/>
        </p:nvSpPr>
        <p:spPr bwMode="auto">
          <a:xfrm>
            <a:off x="6566408" y="135874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031" name="TextBox 3"/>
          <p:cNvSpPr txBox="1"/>
          <p:nvPr/>
        </p:nvSpPr>
        <p:spPr>
          <a:xfrm>
            <a:off x="6634937" y="132994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3,177,784</a:t>
            </a:r>
            <a:endParaRPr lang="en-US" dirty="0"/>
          </a:p>
        </p:txBody>
      </p:sp>
      <p:sp>
        <p:nvSpPr>
          <p:cNvPr id="3032" name="Rectangle 4"/>
          <p:cNvSpPr>
            <a:spLocks noChangeArrowheads="1"/>
          </p:cNvSpPr>
          <p:nvPr/>
        </p:nvSpPr>
        <p:spPr bwMode="auto">
          <a:xfrm>
            <a:off x="7213854" y="135874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033" name="TextBox 3"/>
          <p:cNvSpPr txBox="1"/>
          <p:nvPr/>
        </p:nvSpPr>
        <p:spPr>
          <a:xfrm>
            <a:off x="7282383" y="132994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3,175,109</a:t>
            </a:r>
            <a:endParaRPr lang="en-US" dirty="0"/>
          </a:p>
        </p:txBody>
      </p:sp>
      <p:sp>
        <p:nvSpPr>
          <p:cNvPr id="3034" name="Rectangle 4"/>
          <p:cNvSpPr>
            <a:spLocks noChangeArrowheads="1"/>
          </p:cNvSpPr>
          <p:nvPr/>
        </p:nvSpPr>
        <p:spPr bwMode="auto">
          <a:xfrm>
            <a:off x="7861300" y="1358747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035" name="Rectangle 4"/>
          <p:cNvSpPr>
            <a:spLocks noChangeArrowheads="1"/>
          </p:cNvSpPr>
          <p:nvPr/>
        </p:nvSpPr>
        <p:spPr bwMode="auto">
          <a:xfrm>
            <a:off x="8094497" y="1358747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036" name="Rectangle 4"/>
          <p:cNvSpPr>
            <a:spLocks noChangeArrowheads="1"/>
          </p:cNvSpPr>
          <p:nvPr/>
        </p:nvSpPr>
        <p:spPr bwMode="auto">
          <a:xfrm>
            <a:off x="8333384" y="1358747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037" name="TextBox 3"/>
          <p:cNvSpPr txBox="1"/>
          <p:nvPr/>
        </p:nvSpPr>
        <p:spPr>
          <a:xfrm>
            <a:off x="8453272" y="1329944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2,675</a:t>
            </a:r>
            <a:endParaRPr lang="en-US" dirty="0"/>
          </a:p>
        </p:txBody>
      </p:sp>
      <p:sp>
        <p:nvSpPr>
          <p:cNvPr id="3038" name="Rectangle 4"/>
          <p:cNvSpPr>
            <a:spLocks noChangeArrowheads="1"/>
          </p:cNvSpPr>
          <p:nvPr/>
        </p:nvSpPr>
        <p:spPr bwMode="auto">
          <a:xfrm>
            <a:off x="878255" y="163650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39" name="TextBox 3"/>
          <p:cNvSpPr txBox="1"/>
          <p:nvPr/>
        </p:nvSpPr>
        <p:spPr>
          <a:xfrm>
            <a:off x="827455" y="160770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8470310</a:t>
            </a:r>
            <a:endParaRPr lang="en-US" dirty="0"/>
          </a:p>
        </p:txBody>
      </p:sp>
      <p:sp>
        <p:nvSpPr>
          <p:cNvPr id="3040" name="Rectangle 4"/>
          <p:cNvSpPr>
            <a:spLocks noChangeArrowheads="1"/>
          </p:cNvSpPr>
          <p:nvPr/>
        </p:nvSpPr>
        <p:spPr bwMode="auto">
          <a:xfrm>
            <a:off x="1365758" y="163650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41" name="TextBox 3"/>
          <p:cNvSpPr txBox="1"/>
          <p:nvPr/>
        </p:nvSpPr>
        <p:spPr>
          <a:xfrm>
            <a:off x="1314958" y="160770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042" name="TextBox 3"/>
          <p:cNvSpPr txBox="1"/>
          <p:nvPr/>
        </p:nvSpPr>
        <p:spPr>
          <a:xfrm>
            <a:off x="1314958" y="1725155"/>
            <a:ext cx="6916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Aerospace </a:t>
            </a:r>
            <a:endParaRPr lang="en-US" dirty="0"/>
          </a:p>
        </p:txBody>
      </p:sp>
      <p:sp>
        <p:nvSpPr>
          <p:cNvPr id="3043" name="TextBox 3"/>
          <p:cNvSpPr txBox="1"/>
          <p:nvPr/>
        </p:nvSpPr>
        <p:spPr>
          <a:xfrm>
            <a:off x="1314958" y="1842605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044" name="Rectangle 4"/>
          <p:cNvSpPr>
            <a:spLocks noChangeArrowheads="1"/>
          </p:cNvSpPr>
          <p:nvPr/>
        </p:nvSpPr>
        <p:spPr bwMode="auto">
          <a:xfrm>
            <a:off x="2163546" y="163650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45" name="TextBox 3"/>
          <p:cNvSpPr txBox="1"/>
          <p:nvPr/>
        </p:nvSpPr>
        <p:spPr>
          <a:xfrm>
            <a:off x="2112746" y="160770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3046" name="Rectangle 4"/>
          <p:cNvSpPr>
            <a:spLocks noChangeArrowheads="1"/>
          </p:cNvSpPr>
          <p:nvPr/>
        </p:nvSpPr>
        <p:spPr bwMode="auto">
          <a:xfrm>
            <a:off x="2622702" y="163650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47" name="TextBox 3"/>
          <p:cNvSpPr txBox="1"/>
          <p:nvPr/>
        </p:nvSpPr>
        <p:spPr>
          <a:xfrm>
            <a:off x="2571902" y="1607705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3048" name="TextBox 3"/>
          <p:cNvSpPr txBox="1"/>
          <p:nvPr/>
        </p:nvSpPr>
        <p:spPr>
          <a:xfrm>
            <a:off x="2571902" y="1725155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3049" name="Rectangle 4"/>
          <p:cNvSpPr>
            <a:spLocks noChangeArrowheads="1"/>
          </p:cNvSpPr>
          <p:nvPr/>
        </p:nvSpPr>
        <p:spPr bwMode="auto">
          <a:xfrm>
            <a:off x="3680282" y="163650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50" name="TextBox 3"/>
          <p:cNvSpPr txBox="1"/>
          <p:nvPr/>
        </p:nvSpPr>
        <p:spPr>
          <a:xfrm>
            <a:off x="3629482" y="160770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847.8470310.1.412121.000000.847001.100178</a:t>
            </a:r>
            <a:endParaRPr lang="en-US" dirty="0"/>
          </a:p>
        </p:txBody>
      </p:sp>
      <p:sp>
        <p:nvSpPr>
          <p:cNvPr id="3051" name="Rectangle 4"/>
          <p:cNvSpPr>
            <a:spLocks noChangeArrowheads="1"/>
          </p:cNvSpPr>
          <p:nvPr/>
        </p:nvSpPr>
        <p:spPr bwMode="auto">
          <a:xfrm>
            <a:off x="5918962" y="163650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52" name="TextBox 3"/>
          <p:cNvSpPr txBox="1"/>
          <p:nvPr/>
        </p:nvSpPr>
        <p:spPr>
          <a:xfrm>
            <a:off x="5987491" y="16077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5,920,415</a:t>
            </a:r>
            <a:endParaRPr lang="en-US" dirty="0"/>
          </a:p>
        </p:txBody>
      </p:sp>
      <p:sp>
        <p:nvSpPr>
          <p:cNvPr id="3053" name="Rectangle 4"/>
          <p:cNvSpPr>
            <a:spLocks noChangeArrowheads="1"/>
          </p:cNvSpPr>
          <p:nvPr/>
        </p:nvSpPr>
        <p:spPr bwMode="auto">
          <a:xfrm>
            <a:off x="6566408" y="163650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54" name="TextBox 3"/>
          <p:cNvSpPr txBox="1"/>
          <p:nvPr/>
        </p:nvSpPr>
        <p:spPr>
          <a:xfrm>
            <a:off x="6634937" y="16077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5,851,975</a:t>
            </a:r>
            <a:endParaRPr lang="en-US" dirty="0"/>
          </a:p>
        </p:txBody>
      </p:sp>
      <p:sp>
        <p:nvSpPr>
          <p:cNvPr id="3055" name="Rectangle 4"/>
          <p:cNvSpPr>
            <a:spLocks noChangeArrowheads="1"/>
          </p:cNvSpPr>
          <p:nvPr/>
        </p:nvSpPr>
        <p:spPr bwMode="auto">
          <a:xfrm>
            <a:off x="7213854" y="163650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56" name="TextBox 3"/>
          <p:cNvSpPr txBox="1"/>
          <p:nvPr/>
        </p:nvSpPr>
        <p:spPr>
          <a:xfrm>
            <a:off x="7282383" y="16077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5,851,893</a:t>
            </a:r>
            <a:endParaRPr lang="en-US" dirty="0"/>
          </a:p>
        </p:txBody>
      </p:sp>
      <p:sp>
        <p:nvSpPr>
          <p:cNvPr id="3057" name="Rectangle 4"/>
          <p:cNvSpPr>
            <a:spLocks noChangeArrowheads="1"/>
          </p:cNvSpPr>
          <p:nvPr/>
        </p:nvSpPr>
        <p:spPr bwMode="auto">
          <a:xfrm>
            <a:off x="7861300" y="163650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58" name="Rectangle 4"/>
          <p:cNvSpPr>
            <a:spLocks noChangeArrowheads="1"/>
          </p:cNvSpPr>
          <p:nvPr/>
        </p:nvSpPr>
        <p:spPr bwMode="auto">
          <a:xfrm>
            <a:off x="8094497" y="163650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59" name="Rectangle 4"/>
          <p:cNvSpPr>
            <a:spLocks noChangeArrowheads="1"/>
          </p:cNvSpPr>
          <p:nvPr/>
        </p:nvSpPr>
        <p:spPr bwMode="auto">
          <a:xfrm>
            <a:off x="8333384" y="163650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60" name="TextBox 3"/>
          <p:cNvSpPr txBox="1"/>
          <p:nvPr/>
        </p:nvSpPr>
        <p:spPr>
          <a:xfrm>
            <a:off x="8594496" y="1607705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82</a:t>
            </a:r>
            <a:endParaRPr lang="en-US" dirty="0"/>
          </a:p>
        </p:txBody>
      </p:sp>
      <p:sp>
        <p:nvSpPr>
          <p:cNvPr id="3061" name="Rectangle 4"/>
          <p:cNvSpPr>
            <a:spLocks noChangeArrowheads="1"/>
          </p:cNvSpPr>
          <p:nvPr/>
        </p:nvSpPr>
        <p:spPr bwMode="auto">
          <a:xfrm>
            <a:off x="878255" y="2031720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62" name="TextBox 3"/>
          <p:cNvSpPr txBox="1"/>
          <p:nvPr/>
        </p:nvSpPr>
        <p:spPr>
          <a:xfrm>
            <a:off x="827455" y="200291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8470310</a:t>
            </a:r>
            <a:endParaRPr lang="en-US" dirty="0"/>
          </a:p>
        </p:txBody>
      </p:sp>
      <p:sp>
        <p:nvSpPr>
          <p:cNvPr id="3063" name="Rectangle 4"/>
          <p:cNvSpPr>
            <a:spLocks noChangeArrowheads="1"/>
          </p:cNvSpPr>
          <p:nvPr/>
        </p:nvSpPr>
        <p:spPr bwMode="auto">
          <a:xfrm>
            <a:off x="1365758" y="2031720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64" name="TextBox 3"/>
          <p:cNvSpPr txBox="1"/>
          <p:nvPr/>
        </p:nvSpPr>
        <p:spPr>
          <a:xfrm>
            <a:off x="1314958" y="2002917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065" name="TextBox 3"/>
          <p:cNvSpPr txBox="1"/>
          <p:nvPr/>
        </p:nvSpPr>
        <p:spPr>
          <a:xfrm>
            <a:off x="1314958" y="2120366"/>
            <a:ext cx="6916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Aerospace </a:t>
            </a:r>
            <a:endParaRPr lang="en-US" dirty="0"/>
          </a:p>
        </p:txBody>
      </p:sp>
      <p:sp>
        <p:nvSpPr>
          <p:cNvPr id="3066" name="TextBox 3"/>
          <p:cNvSpPr txBox="1"/>
          <p:nvPr/>
        </p:nvSpPr>
        <p:spPr>
          <a:xfrm>
            <a:off x="1314958" y="2237816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067" name="Rectangle 4"/>
          <p:cNvSpPr>
            <a:spLocks noChangeArrowheads="1"/>
          </p:cNvSpPr>
          <p:nvPr/>
        </p:nvSpPr>
        <p:spPr bwMode="auto">
          <a:xfrm>
            <a:off x="2163546" y="2031720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68" name="TextBox 3"/>
          <p:cNvSpPr txBox="1"/>
          <p:nvPr/>
        </p:nvSpPr>
        <p:spPr>
          <a:xfrm>
            <a:off x="2112746" y="200291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3069" name="Rectangle 4"/>
          <p:cNvSpPr>
            <a:spLocks noChangeArrowheads="1"/>
          </p:cNvSpPr>
          <p:nvPr/>
        </p:nvSpPr>
        <p:spPr bwMode="auto">
          <a:xfrm>
            <a:off x="2622702" y="2031720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70" name="TextBox 3"/>
          <p:cNvSpPr txBox="1"/>
          <p:nvPr/>
        </p:nvSpPr>
        <p:spPr>
          <a:xfrm>
            <a:off x="2571902" y="2002917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3071" name="TextBox 3"/>
          <p:cNvSpPr txBox="1"/>
          <p:nvPr/>
        </p:nvSpPr>
        <p:spPr>
          <a:xfrm>
            <a:off x="2571902" y="2120366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3072" name="TextBox 3"/>
          <p:cNvSpPr txBox="1"/>
          <p:nvPr/>
        </p:nvSpPr>
        <p:spPr>
          <a:xfrm>
            <a:off x="2571902" y="2237816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3073" name="Rectangle 4"/>
          <p:cNvSpPr>
            <a:spLocks noChangeArrowheads="1"/>
          </p:cNvSpPr>
          <p:nvPr/>
        </p:nvSpPr>
        <p:spPr bwMode="auto">
          <a:xfrm>
            <a:off x="3680282" y="2031720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74" name="TextBox 3"/>
          <p:cNvSpPr txBox="1"/>
          <p:nvPr/>
        </p:nvSpPr>
        <p:spPr>
          <a:xfrm>
            <a:off x="3629482" y="200291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847.8470310.1.412125.000000.847001.100178</a:t>
            </a:r>
            <a:endParaRPr lang="en-US" dirty="0"/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5918962" y="203172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76" name="TextBox 3"/>
          <p:cNvSpPr txBox="1"/>
          <p:nvPr/>
        </p:nvSpPr>
        <p:spPr>
          <a:xfrm>
            <a:off x="5987491" y="200291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4,656,775</a:t>
            </a:r>
            <a:endParaRPr lang="en-US" dirty="0"/>
          </a:p>
        </p:txBody>
      </p:sp>
      <p:sp>
        <p:nvSpPr>
          <p:cNvPr id="3077" name="Rectangle 4"/>
          <p:cNvSpPr>
            <a:spLocks noChangeArrowheads="1"/>
          </p:cNvSpPr>
          <p:nvPr/>
        </p:nvSpPr>
        <p:spPr bwMode="auto">
          <a:xfrm>
            <a:off x="6566408" y="203172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78" name="TextBox 3"/>
          <p:cNvSpPr txBox="1"/>
          <p:nvPr/>
        </p:nvSpPr>
        <p:spPr>
          <a:xfrm>
            <a:off x="6634937" y="200291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5,079,815</a:t>
            </a:r>
            <a:endParaRPr lang="en-US" dirty="0"/>
          </a:p>
        </p:txBody>
      </p:sp>
      <p:sp>
        <p:nvSpPr>
          <p:cNvPr id="3079" name="Rectangle 4"/>
          <p:cNvSpPr>
            <a:spLocks noChangeArrowheads="1"/>
          </p:cNvSpPr>
          <p:nvPr/>
        </p:nvSpPr>
        <p:spPr bwMode="auto">
          <a:xfrm>
            <a:off x="7213854" y="203172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80" name="TextBox 3"/>
          <p:cNvSpPr txBox="1"/>
          <p:nvPr/>
        </p:nvSpPr>
        <p:spPr>
          <a:xfrm>
            <a:off x="7282383" y="200291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5,079,807</a:t>
            </a:r>
            <a:endParaRPr lang="en-US" dirty="0"/>
          </a:p>
        </p:txBody>
      </p:sp>
      <p:sp>
        <p:nvSpPr>
          <p:cNvPr id="3081" name="Rectangle 4"/>
          <p:cNvSpPr>
            <a:spLocks noChangeArrowheads="1"/>
          </p:cNvSpPr>
          <p:nvPr/>
        </p:nvSpPr>
        <p:spPr bwMode="auto">
          <a:xfrm>
            <a:off x="7861300" y="2031720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82" name="Rectangle 4"/>
          <p:cNvSpPr>
            <a:spLocks noChangeArrowheads="1"/>
          </p:cNvSpPr>
          <p:nvPr/>
        </p:nvSpPr>
        <p:spPr bwMode="auto">
          <a:xfrm>
            <a:off x="8094497" y="2031720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83" name="Rectangle 4"/>
          <p:cNvSpPr>
            <a:spLocks noChangeArrowheads="1"/>
          </p:cNvSpPr>
          <p:nvPr/>
        </p:nvSpPr>
        <p:spPr bwMode="auto">
          <a:xfrm>
            <a:off x="8333384" y="2031720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84" name="TextBox 3"/>
          <p:cNvSpPr txBox="1"/>
          <p:nvPr/>
        </p:nvSpPr>
        <p:spPr>
          <a:xfrm>
            <a:off x="8650986" y="200291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</a:t>
            </a:r>
            <a:endParaRPr lang="en-US" dirty="0"/>
          </a:p>
        </p:txBody>
      </p:sp>
      <p:sp>
        <p:nvSpPr>
          <p:cNvPr id="3085" name="Rectangle 4"/>
          <p:cNvSpPr>
            <a:spLocks noChangeArrowheads="1"/>
          </p:cNvSpPr>
          <p:nvPr/>
        </p:nvSpPr>
        <p:spPr bwMode="auto">
          <a:xfrm>
            <a:off x="878255" y="2426932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86" name="TextBox 3"/>
          <p:cNvSpPr txBox="1"/>
          <p:nvPr/>
        </p:nvSpPr>
        <p:spPr>
          <a:xfrm>
            <a:off x="827455" y="239812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8470310</a:t>
            </a:r>
            <a:endParaRPr lang="en-US" dirty="0"/>
          </a:p>
        </p:txBody>
      </p:sp>
      <p:sp>
        <p:nvSpPr>
          <p:cNvPr id="3087" name="Rectangle 4"/>
          <p:cNvSpPr>
            <a:spLocks noChangeArrowheads="1"/>
          </p:cNvSpPr>
          <p:nvPr/>
        </p:nvSpPr>
        <p:spPr bwMode="auto">
          <a:xfrm>
            <a:off x="1365758" y="2426932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88" name="TextBox 3"/>
          <p:cNvSpPr txBox="1"/>
          <p:nvPr/>
        </p:nvSpPr>
        <p:spPr>
          <a:xfrm>
            <a:off x="1314958" y="2398128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089" name="TextBox 3"/>
          <p:cNvSpPr txBox="1"/>
          <p:nvPr/>
        </p:nvSpPr>
        <p:spPr>
          <a:xfrm>
            <a:off x="1314958" y="2515578"/>
            <a:ext cx="6916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Aerospace </a:t>
            </a:r>
            <a:endParaRPr lang="en-US" dirty="0"/>
          </a:p>
        </p:txBody>
      </p:sp>
      <p:sp>
        <p:nvSpPr>
          <p:cNvPr id="3090" name="TextBox 3"/>
          <p:cNvSpPr txBox="1"/>
          <p:nvPr/>
        </p:nvSpPr>
        <p:spPr>
          <a:xfrm>
            <a:off x="1314958" y="2633027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091" name="Rectangle 4"/>
          <p:cNvSpPr>
            <a:spLocks noChangeArrowheads="1"/>
          </p:cNvSpPr>
          <p:nvPr/>
        </p:nvSpPr>
        <p:spPr bwMode="auto">
          <a:xfrm>
            <a:off x="2163546" y="2426932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92" name="TextBox 3"/>
          <p:cNvSpPr txBox="1"/>
          <p:nvPr/>
        </p:nvSpPr>
        <p:spPr>
          <a:xfrm>
            <a:off x="2112746" y="239812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412521</a:t>
            </a:r>
            <a:endParaRPr lang="en-US" dirty="0"/>
          </a:p>
        </p:txBody>
      </p:sp>
      <p:sp>
        <p:nvSpPr>
          <p:cNvPr id="3093" name="Rectangle 4"/>
          <p:cNvSpPr>
            <a:spLocks noChangeArrowheads="1"/>
          </p:cNvSpPr>
          <p:nvPr/>
        </p:nvSpPr>
        <p:spPr bwMode="auto">
          <a:xfrm>
            <a:off x="2622702" y="2426932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94" name="TextBox 3"/>
          <p:cNvSpPr txBox="1"/>
          <p:nvPr/>
        </p:nvSpPr>
        <p:spPr>
          <a:xfrm>
            <a:off x="2571902" y="2398128"/>
            <a:ext cx="8496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 </a:t>
            </a:r>
            <a:endParaRPr lang="en-US" dirty="0"/>
          </a:p>
        </p:txBody>
      </p:sp>
      <p:sp>
        <p:nvSpPr>
          <p:cNvPr id="3095" name="TextBox 3"/>
          <p:cNvSpPr txBox="1"/>
          <p:nvPr/>
        </p:nvSpPr>
        <p:spPr>
          <a:xfrm>
            <a:off x="2571902" y="2515578"/>
            <a:ext cx="1120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 (including </a:t>
            </a:r>
            <a:endParaRPr lang="en-US" dirty="0"/>
          </a:p>
        </p:txBody>
      </p:sp>
      <p:sp>
        <p:nvSpPr>
          <p:cNvPr id="3096" name="TextBox 3"/>
          <p:cNvSpPr txBox="1"/>
          <p:nvPr/>
        </p:nvSpPr>
        <p:spPr>
          <a:xfrm>
            <a:off x="2571902" y="2633027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Mansab)</a:t>
            </a:r>
            <a:endParaRPr lang="en-US" dirty="0"/>
          </a:p>
        </p:txBody>
      </p:sp>
      <p:sp>
        <p:nvSpPr>
          <p:cNvPr id="3097" name="Rectangle 4"/>
          <p:cNvSpPr>
            <a:spLocks noChangeArrowheads="1"/>
          </p:cNvSpPr>
          <p:nvPr/>
        </p:nvSpPr>
        <p:spPr bwMode="auto">
          <a:xfrm>
            <a:off x="3680282" y="2426932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098" name="TextBox 3"/>
          <p:cNvSpPr txBox="1"/>
          <p:nvPr/>
        </p:nvSpPr>
        <p:spPr>
          <a:xfrm>
            <a:off x="3629482" y="239812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847.8470310.1.412521.000000.847001.100178</a:t>
            </a:r>
            <a:endParaRPr lang="en-US" dirty="0"/>
          </a:p>
        </p:txBody>
      </p:sp>
      <p:sp>
        <p:nvSpPr>
          <p:cNvPr id="3099" name="Rectangle 4"/>
          <p:cNvSpPr>
            <a:spLocks noChangeArrowheads="1"/>
          </p:cNvSpPr>
          <p:nvPr/>
        </p:nvSpPr>
        <p:spPr bwMode="auto">
          <a:xfrm>
            <a:off x="5918962" y="242693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00" name="TextBox 3"/>
          <p:cNvSpPr txBox="1"/>
          <p:nvPr/>
        </p:nvSpPr>
        <p:spPr>
          <a:xfrm>
            <a:off x="6072225" y="239812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346,335</a:t>
            </a:r>
            <a:endParaRPr lang="en-US" dirty="0"/>
          </a:p>
        </p:txBody>
      </p:sp>
      <p:sp>
        <p:nvSpPr>
          <p:cNvPr id="3101" name="Rectangle 4"/>
          <p:cNvSpPr>
            <a:spLocks noChangeArrowheads="1"/>
          </p:cNvSpPr>
          <p:nvPr/>
        </p:nvSpPr>
        <p:spPr bwMode="auto">
          <a:xfrm>
            <a:off x="6566408" y="242693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02" name="TextBox 3"/>
          <p:cNvSpPr txBox="1"/>
          <p:nvPr/>
        </p:nvSpPr>
        <p:spPr>
          <a:xfrm>
            <a:off x="6719671" y="239812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406,335</a:t>
            </a:r>
            <a:endParaRPr lang="en-US" dirty="0"/>
          </a:p>
        </p:txBody>
      </p:sp>
      <p:sp>
        <p:nvSpPr>
          <p:cNvPr id="3103" name="Rectangle 4"/>
          <p:cNvSpPr>
            <a:spLocks noChangeArrowheads="1"/>
          </p:cNvSpPr>
          <p:nvPr/>
        </p:nvSpPr>
        <p:spPr bwMode="auto">
          <a:xfrm>
            <a:off x="7213854" y="242693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04" name="TextBox 3"/>
          <p:cNvSpPr txBox="1"/>
          <p:nvPr/>
        </p:nvSpPr>
        <p:spPr>
          <a:xfrm>
            <a:off x="7367118" y="239812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406,027</a:t>
            </a:r>
            <a:endParaRPr lang="en-US" dirty="0"/>
          </a:p>
        </p:txBody>
      </p:sp>
      <p:sp>
        <p:nvSpPr>
          <p:cNvPr id="3105" name="Rectangle 4"/>
          <p:cNvSpPr>
            <a:spLocks noChangeArrowheads="1"/>
          </p:cNvSpPr>
          <p:nvPr/>
        </p:nvSpPr>
        <p:spPr bwMode="auto">
          <a:xfrm>
            <a:off x="7861300" y="2426932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06" name="Rectangle 4"/>
          <p:cNvSpPr>
            <a:spLocks noChangeArrowheads="1"/>
          </p:cNvSpPr>
          <p:nvPr/>
        </p:nvSpPr>
        <p:spPr bwMode="auto">
          <a:xfrm>
            <a:off x="8094497" y="2426932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07" name="Rectangle 4"/>
          <p:cNvSpPr>
            <a:spLocks noChangeArrowheads="1"/>
          </p:cNvSpPr>
          <p:nvPr/>
        </p:nvSpPr>
        <p:spPr bwMode="auto">
          <a:xfrm>
            <a:off x="8333384" y="2426932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08" name="TextBox 3"/>
          <p:cNvSpPr txBox="1"/>
          <p:nvPr/>
        </p:nvSpPr>
        <p:spPr>
          <a:xfrm>
            <a:off x="8538006" y="2398128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308</a:t>
            </a:r>
            <a:endParaRPr lang="en-US" dirty="0"/>
          </a:p>
        </p:txBody>
      </p:sp>
      <p:sp>
        <p:nvSpPr>
          <p:cNvPr id="3109" name="Rectangle 4"/>
          <p:cNvSpPr>
            <a:spLocks noChangeArrowheads="1"/>
          </p:cNvSpPr>
          <p:nvPr/>
        </p:nvSpPr>
        <p:spPr bwMode="auto">
          <a:xfrm>
            <a:off x="878255" y="282214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10" name="TextBox 3"/>
          <p:cNvSpPr txBox="1"/>
          <p:nvPr/>
        </p:nvSpPr>
        <p:spPr>
          <a:xfrm>
            <a:off x="827455" y="279333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8470310</a:t>
            </a:r>
            <a:endParaRPr lang="en-US" dirty="0"/>
          </a:p>
        </p:txBody>
      </p:sp>
      <p:sp>
        <p:nvSpPr>
          <p:cNvPr id="3111" name="Rectangle 4"/>
          <p:cNvSpPr>
            <a:spLocks noChangeArrowheads="1"/>
          </p:cNvSpPr>
          <p:nvPr/>
        </p:nvSpPr>
        <p:spPr bwMode="auto">
          <a:xfrm>
            <a:off x="1365758" y="282214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12" name="TextBox 3"/>
          <p:cNvSpPr txBox="1"/>
          <p:nvPr/>
        </p:nvSpPr>
        <p:spPr>
          <a:xfrm>
            <a:off x="1314958" y="2793339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113" name="TextBox 3"/>
          <p:cNvSpPr txBox="1"/>
          <p:nvPr/>
        </p:nvSpPr>
        <p:spPr>
          <a:xfrm>
            <a:off x="1314958" y="2910789"/>
            <a:ext cx="6916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Aerospace </a:t>
            </a:r>
            <a:endParaRPr lang="en-US" dirty="0"/>
          </a:p>
        </p:txBody>
      </p:sp>
      <p:sp>
        <p:nvSpPr>
          <p:cNvPr id="3114" name="TextBox 3"/>
          <p:cNvSpPr txBox="1"/>
          <p:nvPr/>
        </p:nvSpPr>
        <p:spPr>
          <a:xfrm>
            <a:off x="1314958" y="3028239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115" name="Rectangle 4"/>
          <p:cNvSpPr>
            <a:spLocks noChangeArrowheads="1"/>
          </p:cNvSpPr>
          <p:nvPr/>
        </p:nvSpPr>
        <p:spPr bwMode="auto">
          <a:xfrm>
            <a:off x="2163546" y="282214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16" name="TextBox 3"/>
          <p:cNvSpPr txBox="1"/>
          <p:nvPr/>
        </p:nvSpPr>
        <p:spPr>
          <a:xfrm>
            <a:off x="2112746" y="279333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3117" name="Rectangle 4"/>
          <p:cNvSpPr>
            <a:spLocks noChangeArrowheads="1"/>
          </p:cNvSpPr>
          <p:nvPr/>
        </p:nvSpPr>
        <p:spPr bwMode="auto">
          <a:xfrm>
            <a:off x="2622702" y="282214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18" name="TextBox 3"/>
          <p:cNvSpPr txBox="1"/>
          <p:nvPr/>
        </p:nvSpPr>
        <p:spPr>
          <a:xfrm>
            <a:off x="2571902" y="2793339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3119" name="Rectangle 4"/>
          <p:cNvSpPr>
            <a:spLocks noChangeArrowheads="1"/>
          </p:cNvSpPr>
          <p:nvPr/>
        </p:nvSpPr>
        <p:spPr bwMode="auto">
          <a:xfrm>
            <a:off x="3680282" y="282214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20" name="TextBox 3"/>
          <p:cNvSpPr txBox="1"/>
          <p:nvPr/>
        </p:nvSpPr>
        <p:spPr>
          <a:xfrm>
            <a:off x="3629482" y="279333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847.8470310.1.412523.000000.847001.100178</a:t>
            </a:r>
            <a:endParaRPr lang="en-US" dirty="0"/>
          </a:p>
        </p:txBody>
      </p:sp>
      <p:sp>
        <p:nvSpPr>
          <p:cNvPr id="3121" name="Rectangle 4"/>
          <p:cNvSpPr>
            <a:spLocks noChangeArrowheads="1"/>
          </p:cNvSpPr>
          <p:nvPr/>
        </p:nvSpPr>
        <p:spPr bwMode="auto">
          <a:xfrm>
            <a:off x="5918962" y="282214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22" name="TextBox 3"/>
          <p:cNvSpPr txBox="1"/>
          <p:nvPr/>
        </p:nvSpPr>
        <p:spPr>
          <a:xfrm>
            <a:off x="6128715" y="279333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36,000</a:t>
            </a:r>
            <a:endParaRPr lang="en-US" dirty="0"/>
          </a:p>
        </p:txBody>
      </p:sp>
      <p:sp>
        <p:nvSpPr>
          <p:cNvPr id="3123" name="Rectangle 4"/>
          <p:cNvSpPr>
            <a:spLocks noChangeArrowheads="1"/>
          </p:cNvSpPr>
          <p:nvPr/>
        </p:nvSpPr>
        <p:spPr bwMode="auto">
          <a:xfrm>
            <a:off x="6566408" y="282214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24" name="TextBox 3"/>
          <p:cNvSpPr txBox="1"/>
          <p:nvPr/>
        </p:nvSpPr>
        <p:spPr>
          <a:xfrm>
            <a:off x="6776161" y="279333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38,940</a:t>
            </a:r>
            <a:endParaRPr lang="en-US" dirty="0"/>
          </a:p>
        </p:txBody>
      </p:sp>
      <p:sp>
        <p:nvSpPr>
          <p:cNvPr id="3125" name="Rectangle 4"/>
          <p:cNvSpPr>
            <a:spLocks noChangeArrowheads="1"/>
          </p:cNvSpPr>
          <p:nvPr/>
        </p:nvSpPr>
        <p:spPr bwMode="auto">
          <a:xfrm>
            <a:off x="7213854" y="282214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26" name="TextBox 3"/>
          <p:cNvSpPr txBox="1"/>
          <p:nvPr/>
        </p:nvSpPr>
        <p:spPr>
          <a:xfrm>
            <a:off x="7423607" y="279333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38,940</a:t>
            </a:r>
            <a:endParaRPr lang="en-US" dirty="0"/>
          </a:p>
        </p:txBody>
      </p:sp>
      <p:sp>
        <p:nvSpPr>
          <p:cNvPr id="3127" name="Rectangle 4"/>
          <p:cNvSpPr>
            <a:spLocks noChangeArrowheads="1"/>
          </p:cNvSpPr>
          <p:nvPr/>
        </p:nvSpPr>
        <p:spPr bwMode="auto">
          <a:xfrm>
            <a:off x="7861300" y="282214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28" name="Rectangle 4"/>
          <p:cNvSpPr>
            <a:spLocks noChangeArrowheads="1"/>
          </p:cNvSpPr>
          <p:nvPr/>
        </p:nvSpPr>
        <p:spPr bwMode="auto">
          <a:xfrm>
            <a:off x="8094497" y="282214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29" name="Rectangle 4"/>
          <p:cNvSpPr>
            <a:spLocks noChangeArrowheads="1"/>
          </p:cNvSpPr>
          <p:nvPr/>
        </p:nvSpPr>
        <p:spPr bwMode="auto">
          <a:xfrm>
            <a:off x="8333384" y="282214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30" name="TextBox 3"/>
          <p:cNvSpPr txBox="1"/>
          <p:nvPr/>
        </p:nvSpPr>
        <p:spPr>
          <a:xfrm>
            <a:off x="8650986" y="279333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3131" name="Rectangle 4"/>
          <p:cNvSpPr>
            <a:spLocks noChangeArrowheads="1"/>
          </p:cNvSpPr>
          <p:nvPr/>
        </p:nvSpPr>
        <p:spPr bwMode="auto">
          <a:xfrm>
            <a:off x="878255" y="3217354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32" name="TextBox 3"/>
          <p:cNvSpPr txBox="1"/>
          <p:nvPr/>
        </p:nvSpPr>
        <p:spPr>
          <a:xfrm>
            <a:off x="827455" y="318855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8470310</a:t>
            </a:r>
            <a:endParaRPr lang="en-US" dirty="0"/>
          </a:p>
        </p:txBody>
      </p:sp>
      <p:sp>
        <p:nvSpPr>
          <p:cNvPr id="3133" name="Rectangle 4"/>
          <p:cNvSpPr>
            <a:spLocks noChangeArrowheads="1"/>
          </p:cNvSpPr>
          <p:nvPr/>
        </p:nvSpPr>
        <p:spPr bwMode="auto">
          <a:xfrm>
            <a:off x="1365758" y="3217354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34" name="TextBox 3"/>
          <p:cNvSpPr txBox="1"/>
          <p:nvPr/>
        </p:nvSpPr>
        <p:spPr>
          <a:xfrm>
            <a:off x="1314958" y="318855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135" name="TextBox 3"/>
          <p:cNvSpPr txBox="1"/>
          <p:nvPr/>
        </p:nvSpPr>
        <p:spPr>
          <a:xfrm>
            <a:off x="1314958" y="3306000"/>
            <a:ext cx="6916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Aerospace </a:t>
            </a:r>
            <a:endParaRPr lang="en-US" dirty="0"/>
          </a:p>
        </p:txBody>
      </p:sp>
      <p:sp>
        <p:nvSpPr>
          <p:cNvPr id="3136" name="TextBox 3"/>
          <p:cNvSpPr txBox="1"/>
          <p:nvPr/>
        </p:nvSpPr>
        <p:spPr>
          <a:xfrm>
            <a:off x="1314958" y="3423450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137" name="Rectangle 4"/>
          <p:cNvSpPr>
            <a:spLocks noChangeArrowheads="1"/>
          </p:cNvSpPr>
          <p:nvPr/>
        </p:nvSpPr>
        <p:spPr bwMode="auto">
          <a:xfrm>
            <a:off x="2163546" y="3217354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38" name="TextBox 3"/>
          <p:cNvSpPr txBox="1"/>
          <p:nvPr/>
        </p:nvSpPr>
        <p:spPr>
          <a:xfrm>
            <a:off x="2112746" y="318855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3139" name="Rectangle 4"/>
          <p:cNvSpPr>
            <a:spLocks noChangeArrowheads="1"/>
          </p:cNvSpPr>
          <p:nvPr/>
        </p:nvSpPr>
        <p:spPr bwMode="auto">
          <a:xfrm>
            <a:off x="2622702" y="3217354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40" name="TextBox 3"/>
          <p:cNvSpPr txBox="1"/>
          <p:nvPr/>
        </p:nvSpPr>
        <p:spPr>
          <a:xfrm>
            <a:off x="2571902" y="3188551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3141" name="TextBox 3"/>
          <p:cNvSpPr txBox="1"/>
          <p:nvPr/>
        </p:nvSpPr>
        <p:spPr>
          <a:xfrm>
            <a:off x="2571902" y="3306000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3142" name="Rectangle 4"/>
          <p:cNvSpPr>
            <a:spLocks noChangeArrowheads="1"/>
          </p:cNvSpPr>
          <p:nvPr/>
        </p:nvSpPr>
        <p:spPr bwMode="auto">
          <a:xfrm>
            <a:off x="3680282" y="3217354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43" name="TextBox 3"/>
          <p:cNvSpPr txBox="1"/>
          <p:nvPr/>
        </p:nvSpPr>
        <p:spPr>
          <a:xfrm>
            <a:off x="3629482" y="318855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847.8470310.1.412534.000000.847001.100178</a:t>
            </a:r>
            <a:endParaRPr lang="en-US" dirty="0"/>
          </a:p>
        </p:txBody>
      </p:sp>
      <p:sp>
        <p:nvSpPr>
          <p:cNvPr id="3144" name="Rectangle 4"/>
          <p:cNvSpPr>
            <a:spLocks noChangeArrowheads="1"/>
          </p:cNvSpPr>
          <p:nvPr/>
        </p:nvSpPr>
        <p:spPr bwMode="auto">
          <a:xfrm>
            <a:off x="5918962" y="321735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45" name="TextBox 3"/>
          <p:cNvSpPr txBox="1"/>
          <p:nvPr/>
        </p:nvSpPr>
        <p:spPr>
          <a:xfrm>
            <a:off x="6072225" y="318855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609,920</a:t>
            </a:r>
            <a:endParaRPr lang="en-US" dirty="0"/>
          </a:p>
        </p:txBody>
      </p:sp>
      <p:sp>
        <p:nvSpPr>
          <p:cNvPr id="3146" name="Rectangle 4"/>
          <p:cNvSpPr>
            <a:spLocks noChangeArrowheads="1"/>
          </p:cNvSpPr>
          <p:nvPr/>
        </p:nvSpPr>
        <p:spPr bwMode="auto">
          <a:xfrm>
            <a:off x="6566408" y="321735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47" name="TextBox 3"/>
          <p:cNvSpPr txBox="1"/>
          <p:nvPr/>
        </p:nvSpPr>
        <p:spPr>
          <a:xfrm>
            <a:off x="6719671" y="318855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700,104</a:t>
            </a:r>
            <a:endParaRPr lang="en-US" dirty="0"/>
          </a:p>
        </p:txBody>
      </p:sp>
      <p:sp>
        <p:nvSpPr>
          <p:cNvPr id="3148" name="Rectangle 4"/>
          <p:cNvSpPr>
            <a:spLocks noChangeArrowheads="1"/>
          </p:cNvSpPr>
          <p:nvPr/>
        </p:nvSpPr>
        <p:spPr bwMode="auto">
          <a:xfrm>
            <a:off x="7213854" y="321735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49" name="TextBox 3"/>
          <p:cNvSpPr txBox="1"/>
          <p:nvPr/>
        </p:nvSpPr>
        <p:spPr>
          <a:xfrm>
            <a:off x="7367118" y="318855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700,046</a:t>
            </a:r>
            <a:endParaRPr lang="en-US" dirty="0"/>
          </a:p>
        </p:txBody>
      </p:sp>
      <p:sp>
        <p:nvSpPr>
          <p:cNvPr id="3150" name="Rectangle 4"/>
          <p:cNvSpPr>
            <a:spLocks noChangeArrowheads="1"/>
          </p:cNvSpPr>
          <p:nvPr/>
        </p:nvSpPr>
        <p:spPr bwMode="auto">
          <a:xfrm>
            <a:off x="7861300" y="3217354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51" name="Rectangle 4"/>
          <p:cNvSpPr>
            <a:spLocks noChangeArrowheads="1"/>
          </p:cNvSpPr>
          <p:nvPr/>
        </p:nvSpPr>
        <p:spPr bwMode="auto">
          <a:xfrm>
            <a:off x="8094497" y="3217354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52" name="Rectangle 4"/>
          <p:cNvSpPr>
            <a:spLocks noChangeArrowheads="1"/>
          </p:cNvSpPr>
          <p:nvPr/>
        </p:nvSpPr>
        <p:spPr bwMode="auto">
          <a:xfrm>
            <a:off x="8333384" y="3217354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53" name="TextBox 3"/>
          <p:cNvSpPr txBox="1"/>
          <p:nvPr/>
        </p:nvSpPr>
        <p:spPr>
          <a:xfrm>
            <a:off x="8594496" y="3188551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58</a:t>
            </a:r>
            <a:endParaRPr lang="en-US" dirty="0"/>
          </a:p>
        </p:txBody>
      </p:sp>
      <p:sp>
        <p:nvSpPr>
          <p:cNvPr id="3154" name="Rectangle 4"/>
          <p:cNvSpPr>
            <a:spLocks noChangeArrowheads="1"/>
          </p:cNvSpPr>
          <p:nvPr/>
        </p:nvSpPr>
        <p:spPr bwMode="auto">
          <a:xfrm>
            <a:off x="878255" y="3612566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55" name="TextBox 3"/>
          <p:cNvSpPr txBox="1"/>
          <p:nvPr/>
        </p:nvSpPr>
        <p:spPr>
          <a:xfrm>
            <a:off x="827455" y="358376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8470310</a:t>
            </a:r>
            <a:endParaRPr lang="en-US" dirty="0"/>
          </a:p>
        </p:txBody>
      </p:sp>
      <p:sp>
        <p:nvSpPr>
          <p:cNvPr id="3156" name="Rectangle 4"/>
          <p:cNvSpPr>
            <a:spLocks noChangeArrowheads="1"/>
          </p:cNvSpPr>
          <p:nvPr/>
        </p:nvSpPr>
        <p:spPr bwMode="auto">
          <a:xfrm>
            <a:off x="1365758" y="3612566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57" name="TextBox 3"/>
          <p:cNvSpPr txBox="1"/>
          <p:nvPr/>
        </p:nvSpPr>
        <p:spPr>
          <a:xfrm>
            <a:off x="1314958" y="3583762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158" name="TextBox 3"/>
          <p:cNvSpPr txBox="1"/>
          <p:nvPr/>
        </p:nvSpPr>
        <p:spPr>
          <a:xfrm>
            <a:off x="1314958" y="3701211"/>
            <a:ext cx="6916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Aerospace </a:t>
            </a:r>
            <a:endParaRPr lang="en-US" dirty="0"/>
          </a:p>
        </p:txBody>
      </p:sp>
      <p:sp>
        <p:nvSpPr>
          <p:cNvPr id="3159" name="TextBox 3"/>
          <p:cNvSpPr txBox="1"/>
          <p:nvPr/>
        </p:nvSpPr>
        <p:spPr>
          <a:xfrm>
            <a:off x="1314958" y="3818661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160" name="Rectangle 4"/>
          <p:cNvSpPr>
            <a:spLocks noChangeArrowheads="1"/>
          </p:cNvSpPr>
          <p:nvPr/>
        </p:nvSpPr>
        <p:spPr bwMode="auto">
          <a:xfrm>
            <a:off x="2163546" y="3612566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61" name="TextBox 3"/>
          <p:cNvSpPr txBox="1"/>
          <p:nvPr/>
        </p:nvSpPr>
        <p:spPr>
          <a:xfrm>
            <a:off x="2112746" y="358376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3162" name="Rectangle 4"/>
          <p:cNvSpPr>
            <a:spLocks noChangeArrowheads="1"/>
          </p:cNvSpPr>
          <p:nvPr/>
        </p:nvSpPr>
        <p:spPr bwMode="auto">
          <a:xfrm>
            <a:off x="2622702" y="3612566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63" name="TextBox 3"/>
          <p:cNvSpPr txBox="1"/>
          <p:nvPr/>
        </p:nvSpPr>
        <p:spPr>
          <a:xfrm>
            <a:off x="2571902" y="3583762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3164" name="Rectangle 4"/>
          <p:cNvSpPr>
            <a:spLocks noChangeArrowheads="1"/>
          </p:cNvSpPr>
          <p:nvPr/>
        </p:nvSpPr>
        <p:spPr bwMode="auto">
          <a:xfrm>
            <a:off x="3680282" y="3612566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65" name="TextBox 3"/>
          <p:cNvSpPr txBox="1"/>
          <p:nvPr/>
        </p:nvSpPr>
        <p:spPr>
          <a:xfrm>
            <a:off x="3629482" y="358376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847.8470310.1.412546.000000.847001.100178</a:t>
            </a:r>
            <a:endParaRPr lang="en-US" dirty="0"/>
          </a:p>
        </p:txBody>
      </p:sp>
      <p:sp>
        <p:nvSpPr>
          <p:cNvPr id="3166" name="Rectangle 4"/>
          <p:cNvSpPr>
            <a:spLocks noChangeArrowheads="1"/>
          </p:cNvSpPr>
          <p:nvPr/>
        </p:nvSpPr>
        <p:spPr bwMode="auto">
          <a:xfrm>
            <a:off x="5918962" y="361256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67" name="TextBox 3"/>
          <p:cNvSpPr txBox="1"/>
          <p:nvPr/>
        </p:nvSpPr>
        <p:spPr>
          <a:xfrm>
            <a:off x="6128715" y="358376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33,553</a:t>
            </a:r>
            <a:endParaRPr lang="en-US" dirty="0"/>
          </a:p>
        </p:txBody>
      </p:sp>
      <p:sp>
        <p:nvSpPr>
          <p:cNvPr id="3168" name="Rectangle 4"/>
          <p:cNvSpPr>
            <a:spLocks noChangeArrowheads="1"/>
          </p:cNvSpPr>
          <p:nvPr/>
        </p:nvSpPr>
        <p:spPr bwMode="auto">
          <a:xfrm>
            <a:off x="6566408" y="361256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69" name="TextBox 3"/>
          <p:cNvSpPr txBox="1"/>
          <p:nvPr/>
        </p:nvSpPr>
        <p:spPr>
          <a:xfrm>
            <a:off x="6776161" y="358376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33,553</a:t>
            </a:r>
            <a:endParaRPr lang="en-US" dirty="0"/>
          </a:p>
        </p:txBody>
      </p:sp>
      <p:sp>
        <p:nvSpPr>
          <p:cNvPr id="3170" name="Rectangle 4"/>
          <p:cNvSpPr>
            <a:spLocks noChangeArrowheads="1"/>
          </p:cNvSpPr>
          <p:nvPr/>
        </p:nvSpPr>
        <p:spPr bwMode="auto">
          <a:xfrm>
            <a:off x="7213854" y="361256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71" name="TextBox 3"/>
          <p:cNvSpPr txBox="1"/>
          <p:nvPr/>
        </p:nvSpPr>
        <p:spPr>
          <a:xfrm>
            <a:off x="7423607" y="358376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33,408</a:t>
            </a:r>
            <a:endParaRPr lang="en-US" dirty="0"/>
          </a:p>
        </p:txBody>
      </p:sp>
      <p:sp>
        <p:nvSpPr>
          <p:cNvPr id="3172" name="Rectangle 4"/>
          <p:cNvSpPr>
            <a:spLocks noChangeArrowheads="1"/>
          </p:cNvSpPr>
          <p:nvPr/>
        </p:nvSpPr>
        <p:spPr bwMode="auto">
          <a:xfrm>
            <a:off x="7861300" y="3612566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73" name="Rectangle 4"/>
          <p:cNvSpPr>
            <a:spLocks noChangeArrowheads="1"/>
          </p:cNvSpPr>
          <p:nvPr/>
        </p:nvSpPr>
        <p:spPr bwMode="auto">
          <a:xfrm>
            <a:off x="8094497" y="3612566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74" name="Rectangle 4"/>
          <p:cNvSpPr>
            <a:spLocks noChangeArrowheads="1"/>
          </p:cNvSpPr>
          <p:nvPr/>
        </p:nvSpPr>
        <p:spPr bwMode="auto">
          <a:xfrm>
            <a:off x="8333384" y="3612566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75" name="TextBox 3"/>
          <p:cNvSpPr txBox="1"/>
          <p:nvPr/>
        </p:nvSpPr>
        <p:spPr>
          <a:xfrm>
            <a:off x="8538006" y="3583762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145</a:t>
            </a:r>
            <a:endParaRPr lang="en-US" dirty="0"/>
          </a:p>
        </p:txBody>
      </p:sp>
      <p:sp>
        <p:nvSpPr>
          <p:cNvPr id="3176" name="Rectangle 4"/>
          <p:cNvSpPr>
            <a:spLocks noChangeArrowheads="1"/>
          </p:cNvSpPr>
          <p:nvPr/>
        </p:nvSpPr>
        <p:spPr bwMode="auto">
          <a:xfrm>
            <a:off x="878255" y="4007777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77" name="TextBox 3"/>
          <p:cNvSpPr txBox="1"/>
          <p:nvPr/>
        </p:nvSpPr>
        <p:spPr>
          <a:xfrm>
            <a:off x="827455" y="397897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8470310</a:t>
            </a:r>
            <a:endParaRPr lang="en-US" dirty="0"/>
          </a:p>
        </p:txBody>
      </p:sp>
      <p:sp>
        <p:nvSpPr>
          <p:cNvPr id="3178" name="Rectangle 4"/>
          <p:cNvSpPr>
            <a:spLocks noChangeArrowheads="1"/>
          </p:cNvSpPr>
          <p:nvPr/>
        </p:nvSpPr>
        <p:spPr bwMode="auto">
          <a:xfrm>
            <a:off x="1365758" y="4007777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79" name="TextBox 3"/>
          <p:cNvSpPr txBox="1"/>
          <p:nvPr/>
        </p:nvSpPr>
        <p:spPr>
          <a:xfrm>
            <a:off x="1314958" y="397897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180" name="TextBox 3"/>
          <p:cNvSpPr txBox="1"/>
          <p:nvPr/>
        </p:nvSpPr>
        <p:spPr>
          <a:xfrm>
            <a:off x="1314958" y="4096423"/>
            <a:ext cx="6916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Aerospace </a:t>
            </a:r>
            <a:endParaRPr lang="en-US" dirty="0"/>
          </a:p>
        </p:txBody>
      </p:sp>
      <p:sp>
        <p:nvSpPr>
          <p:cNvPr id="3181" name="TextBox 3"/>
          <p:cNvSpPr txBox="1"/>
          <p:nvPr/>
        </p:nvSpPr>
        <p:spPr>
          <a:xfrm>
            <a:off x="1314958" y="4213872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182" name="Rectangle 4"/>
          <p:cNvSpPr>
            <a:spLocks noChangeArrowheads="1"/>
          </p:cNvSpPr>
          <p:nvPr/>
        </p:nvSpPr>
        <p:spPr bwMode="auto">
          <a:xfrm>
            <a:off x="2163546" y="4007777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83" name="TextBox 3"/>
          <p:cNvSpPr txBox="1"/>
          <p:nvPr/>
        </p:nvSpPr>
        <p:spPr>
          <a:xfrm>
            <a:off x="2112746" y="397897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414120</a:t>
            </a:r>
            <a:endParaRPr lang="en-US" dirty="0"/>
          </a:p>
        </p:txBody>
      </p:sp>
      <p:sp>
        <p:nvSpPr>
          <p:cNvPr id="3184" name="Rectangle 4"/>
          <p:cNvSpPr>
            <a:spLocks noChangeArrowheads="1"/>
          </p:cNvSpPr>
          <p:nvPr/>
        </p:nvSpPr>
        <p:spPr bwMode="auto">
          <a:xfrm>
            <a:off x="2622702" y="4007777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85" name="TextBox 3"/>
          <p:cNvSpPr txBox="1"/>
          <p:nvPr/>
        </p:nvSpPr>
        <p:spPr>
          <a:xfrm>
            <a:off x="2571902" y="3978973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Gratuity - Non-</a:t>
            </a:r>
            <a:endParaRPr lang="en-US" dirty="0"/>
          </a:p>
        </p:txBody>
      </p:sp>
      <p:sp>
        <p:nvSpPr>
          <p:cNvPr id="3186" name="TextBox 3"/>
          <p:cNvSpPr txBox="1"/>
          <p:nvPr/>
        </p:nvSpPr>
        <p:spPr>
          <a:xfrm>
            <a:off x="2571902" y="4096423"/>
            <a:ext cx="7538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pensionable </a:t>
            </a:r>
            <a:endParaRPr lang="en-US" dirty="0"/>
          </a:p>
        </p:txBody>
      </p:sp>
      <p:sp>
        <p:nvSpPr>
          <p:cNvPr id="3187" name="TextBox 3"/>
          <p:cNvSpPr txBox="1"/>
          <p:nvPr/>
        </p:nvSpPr>
        <p:spPr>
          <a:xfrm>
            <a:off x="2571902" y="4213872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3188" name="Rectangle 4"/>
          <p:cNvSpPr>
            <a:spLocks noChangeArrowheads="1"/>
          </p:cNvSpPr>
          <p:nvPr/>
        </p:nvSpPr>
        <p:spPr bwMode="auto">
          <a:xfrm>
            <a:off x="3680282" y="4007777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89" name="TextBox 3"/>
          <p:cNvSpPr txBox="1"/>
          <p:nvPr/>
        </p:nvSpPr>
        <p:spPr>
          <a:xfrm>
            <a:off x="3629482" y="397897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847.8470310.1.414120.000000.847001.100178</a:t>
            </a:r>
            <a:endParaRPr lang="en-US" dirty="0"/>
          </a:p>
        </p:txBody>
      </p:sp>
      <p:sp>
        <p:nvSpPr>
          <p:cNvPr id="3190" name="Rectangle 4"/>
          <p:cNvSpPr>
            <a:spLocks noChangeArrowheads="1"/>
          </p:cNvSpPr>
          <p:nvPr/>
        </p:nvSpPr>
        <p:spPr bwMode="auto">
          <a:xfrm>
            <a:off x="5918962" y="400777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91" name="TextBox 3"/>
          <p:cNvSpPr txBox="1"/>
          <p:nvPr/>
        </p:nvSpPr>
        <p:spPr>
          <a:xfrm>
            <a:off x="6382918" y="397897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3192" name="Rectangle 4"/>
          <p:cNvSpPr>
            <a:spLocks noChangeArrowheads="1"/>
          </p:cNvSpPr>
          <p:nvPr/>
        </p:nvSpPr>
        <p:spPr bwMode="auto">
          <a:xfrm>
            <a:off x="6566408" y="400777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93" name="TextBox 3"/>
          <p:cNvSpPr txBox="1"/>
          <p:nvPr/>
        </p:nvSpPr>
        <p:spPr>
          <a:xfrm>
            <a:off x="6719671" y="397897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122,005</a:t>
            </a:r>
            <a:endParaRPr lang="en-US" dirty="0"/>
          </a:p>
        </p:txBody>
      </p:sp>
      <p:sp>
        <p:nvSpPr>
          <p:cNvPr id="3194" name="Rectangle 4"/>
          <p:cNvSpPr>
            <a:spLocks noChangeArrowheads="1"/>
          </p:cNvSpPr>
          <p:nvPr/>
        </p:nvSpPr>
        <p:spPr bwMode="auto">
          <a:xfrm>
            <a:off x="7213854" y="400777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95" name="TextBox 3"/>
          <p:cNvSpPr txBox="1"/>
          <p:nvPr/>
        </p:nvSpPr>
        <p:spPr>
          <a:xfrm>
            <a:off x="7367118" y="397897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122,004</a:t>
            </a:r>
            <a:endParaRPr lang="en-US" dirty="0"/>
          </a:p>
        </p:txBody>
      </p:sp>
      <p:sp>
        <p:nvSpPr>
          <p:cNvPr id="3196" name="Rectangle 4"/>
          <p:cNvSpPr>
            <a:spLocks noChangeArrowheads="1"/>
          </p:cNvSpPr>
          <p:nvPr/>
        </p:nvSpPr>
        <p:spPr bwMode="auto">
          <a:xfrm>
            <a:off x="7861300" y="4007777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97" name="Rectangle 4"/>
          <p:cNvSpPr>
            <a:spLocks noChangeArrowheads="1"/>
          </p:cNvSpPr>
          <p:nvPr/>
        </p:nvSpPr>
        <p:spPr bwMode="auto">
          <a:xfrm>
            <a:off x="8094497" y="4007777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98" name="Rectangle 4"/>
          <p:cNvSpPr>
            <a:spLocks noChangeArrowheads="1"/>
          </p:cNvSpPr>
          <p:nvPr/>
        </p:nvSpPr>
        <p:spPr bwMode="auto">
          <a:xfrm>
            <a:off x="8333384" y="4007777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199" name="TextBox 3"/>
          <p:cNvSpPr txBox="1"/>
          <p:nvPr/>
        </p:nvSpPr>
        <p:spPr>
          <a:xfrm>
            <a:off x="8650986" y="397897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3200" name="Rectangle 4"/>
          <p:cNvSpPr>
            <a:spLocks noChangeArrowheads="1"/>
          </p:cNvSpPr>
          <p:nvPr/>
        </p:nvSpPr>
        <p:spPr bwMode="auto">
          <a:xfrm>
            <a:off x="878255" y="4402988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01" name="TextBox 3"/>
          <p:cNvSpPr txBox="1"/>
          <p:nvPr/>
        </p:nvSpPr>
        <p:spPr>
          <a:xfrm>
            <a:off x="827455" y="437418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8470310</a:t>
            </a:r>
            <a:endParaRPr lang="en-US" dirty="0"/>
          </a:p>
        </p:txBody>
      </p:sp>
      <p:sp>
        <p:nvSpPr>
          <p:cNvPr id="3202" name="Rectangle 4"/>
          <p:cNvSpPr>
            <a:spLocks noChangeArrowheads="1"/>
          </p:cNvSpPr>
          <p:nvPr/>
        </p:nvSpPr>
        <p:spPr bwMode="auto">
          <a:xfrm>
            <a:off x="1365758" y="4402988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03" name="TextBox 3"/>
          <p:cNvSpPr txBox="1"/>
          <p:nvPr/>
        </p:nvSpPr>
        <p:spPr>
          <a:xfrm>
            <a:off x="1314958" y="437418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204" name="TextBox 3"/>
          <p:cNvSpPr txBox="1"/>
          <p:nvPr/>
        </p:nvSpPr>
        <p:spPr>
          <a:xfrm>
            <a:off x="1314958" y="4491634"/>
            <a:ext cx="6916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Aerospace </a:t>
            </a:r>
            <a:endParaRPr lang="en-US" dirty="0"/>
          </a:p>
        </p:txBody>
      </p:sp>
      <p:sp>
        <p:nvSpPr>
          <p:cNvPr id="3205" name="TextBox 3"/>
          <p:cNvSpPr txBox="1"/>
          <p:nvPr/>
        </p:nvSpPr>
        <p:spPr>
          <a:xfrm>
            <a:off x="1314958" y="4609084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206" name="Rectangle 4"/>
          <p:cNvSpPr>
            <a:spLocks noChangeArrowheads="1"/>
          </p:cNvSpPr>
          <p:nvPr/>
        </p:nvSpPr>
        <p:spPr bwMode="auto">
          <a:xfrm>
            <a:off x="2163546" y="4402988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07" name="TextBox 3"/>
          <p:cNvSpPr txBox="1"/>
          <p:nvPr/>
        </p:nvSpPr>
        <p:spPr>
          <a:xfrm>
            <a:off x="2112746" y="437418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3208" name="Rectangle 4"/>
          <p:cNvSpPr>
            <a:spLocks noChangeArrowheads="1"/>
          </p:cNvSpPr>
          <p:nvPr/>
        </p:nvSpPr>
        <p:spPr bwMode="auto">
          <a:xfrm>
            <a:off x="2622702" y="4402988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09" name="TextBox 3"/>
          <p:cNvSpPr txBox="1"/>
          <p:nvPr/>
        </p:nvSpPr>
        <p:spPr>
          <a:xfrm>
            <a:off x="2571902" y="4374184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3210" name="TextBox 3"/>
          <p:cNvSpPr txBox="1"/>
          <p:nvPr/>
        </p:nvSpPr>
        <p:spPr>
          <a:xfrm>
            <a:off x="2571902" y="4491634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3211" name="Rectangle 4"/>
          <p:cNvSpPr>
            <a:spLocks noChangeArrowheads="1"/>
          </p:cNvSpPr>
          <p:nvPr/>
        </p:nvSpPr>
        <p:spPr bwMode="auto">
          <a:xfrm>
            <a:off x="3680282" y="4402988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12" name="TextBox 3"/>
          <p:cNvSpPr txBox="1"/>
          <p:nvPr/>
        </p:nvSpPr>
        <p:spPr>
          <a:xfrm>
            <a:off x="3629482" y="437418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847.8470310.1.415110.000000.847001.100178</a:t>
            </a:r>
            <a:endParaRPr lang="en-US" dirty="0"/>
          </a:p>
        </p:txBody>
      </p:sp>
      <p:sp>
        <p:nvSpPr>
          <p:cNvPr id="3213" name="Rectangle 4"/>
          <p:cNvSpPr>
            <a:spLocks noChangeArrowheads="1"/>
          </p:cNvSpPr>
          <p:nvPr/>
        </p:nvSpPr>
        <p:spPr bwMode="auto">
          <a:xfrm>
            <a:off x="5918962" y="440298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14" name="TextBox 3"/>
          <p:cNvSpPr txBox="1"/>
          <p:nvPr/>
        </p:nvSpPr>
        <p:spPr>
          <a:xfrm>
            <a:off x="6072225" y="437418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132,241</a:t>
            </a:r>
            <a:endParaRPr lang="en-US" dirty="0"/>
          </a:p>
        </p:txBody>
      </p:sp>
      <p:sp>
        <p:nvSpPr>
          <p:cNvPr id="3215" name="Rectangle 4"/>
          <p:cNvSpPr>
            <a:spLocks noChangeArrowheads="1"/>
          </p:cNvSpPr>
          <p:nvPr/>
        </p:nvSpPr>
        <p:spPr bwMode="auto">
          <a:xfrm>
            <a:off x="6566408" y="440298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16" name="TextBox 3"/>
          <p:cNvSpPr txBox="1"/>
          <p:nvPr/>
        </p:nvSpPr>
        <p:spPr>
          <a:xfrm>
            <a:off x="6719671" y="437418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132,241</a:t>
            </a:r>
            <a:endParaRPr lang="en-US" dirty="0"/>
          </a:p>
        </p:txBody>
      </p:sp>
      <p:sp>
        <p:nvSpPr>
          <p:cNvPr id="3217" name="Rectangle 4"/>
          <p:cNvSpPr>
            <a:spLocks noChangeArrowheads="1"/>
          </p:cNvSpPr>
          <p:nvPr/>
        </p:nvSpPr>
        <p:spPr bwMode="auto">
          <a:xfrm>
            <a:off x="7213854" y="440298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18" name="TextBox 3"/>
          <p:cNvSpPr txBox="1"/>
          <p:nvPr/>
        </p:nvSpPr>
        <p:spPr>
          <a:xfrm>
            <a:off x="7367118" y="437418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132,113</a:t>
            </a:r>
            <a:endParaRPr lang="en-US" dirty="0"/>
          </a:p>
        </p:txBody>
      </p:sp>
      <p:sp>
        <p:nvSpPr>
          <p:cNvPr id="3219" name="Rectangle 4"/>
          <p:cNvSpPr>
            <a:spLocks noChangeArrowheads="1"/>
          </p:cNvSpPr>
          <p:nvPr/>
        </p:nvSpPr>
        <p:spPr bwMode="auto">
          <a:xfrm>
            <a:off x="7861300" y="4402988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20" name="Rectangle 4"/>
          <p:cNvSpPr>
            <a:spLocks noChangeArrowheads="1"/>
          </p:cNvSpPr>
          <p:nvPr/>
        </p:nvSpPr>
        <p:spPr bwMode="auto">
          <a:xfrm>
            <a:off x="8094497" y="4402988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21" name="Rectangle 4"/>
          <p:cNvSpPr>
            <a:spLocks noChangeArrowheads="1"/>
          </p:cNvSpPr>
          <p:nvPr/>
        </p:nvSpPr>
        <p:spPr bwMode="auto">
          <a:xfrm>
            <a:off x="8333384" y="4402988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22" name="TextBox 3"/>
          <p:cNvSpPr txBox="1"/>
          <p:nvPr/>
        </p:nvSpPr>
        <p:spPr>
          <a:xfrm>
            <a:off x="8538006" y="4374184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128</a:t>
            </a:r>
            <a:endParaRPr lang="en-US" dirty="0"/>
          </a:p>
        </p:txBody>
      </p:sp>
      <p:sp>
        <p:nvSpPr>
          <p:cNvPr id="3223" name="Rectangle 4"/>
          <p:cNvSpPr>
            <a:spLocks noChangeArrowheads="1"/>
          </p:cNvSpPr>
          <p:nvPr/>
        </p:nvSpPr>
        <p:spPr bwMode="auto">
          <a:xfrm>
            <a:off x="878255" y="479819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24" name="TextBox 3"/>
          <p:cNvSpPr txBox="1"/>
          <p:nvPr/>
        </p:nvSpPr>
        <p:spPr>
          <a:xfrm>
            <a:off x="827455" y="476939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8470310</a:t>
            </a:r>
            <a:endParaRPr lang="en-US" dirty="0"/>
          </a:p>
        </p:txBody>
      </p:sp>
      <p:sp>
        <p:nvSpPr>
          <p:cNvPr id="3225" name="Rectangle 4"/>
          <p:cNvSpPr>
            <a:spLocks noChangeArrowheads="1"/>
          </p:cNvSpPr>
          <p:nvPr/>
        </p:nvSpPr>
        <p:spPr bwMode="auto">
          <a:xfrm>
            <a:off x="1365758" y="479819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26" name="TextBox 3"/>
          <p:cNvSpPr txBox="1"/>
          <p:nvPr/>
        </p:nvSpPr>
        <p:spPr>
          <a:xfrm>
            <a:off x="1314958" y="4769396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227" name="TextBox 3"/>
          <p:cNvSpPr txBox="1"/>
          <p:nvPr/>
        </p:nvSpPr>
        <p:spPr>
          <a:xfrm>
            <a:off x="1314958" y="4886845"/>
            <a:ext cx="6916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Aerospace </a:t>
            </a:r>
            <a:endParaRPr lang="en-US" dirty="0"/>
          </a:p>
        </p:txBody>
      </p:sp>
      <p:sp>
        <p:nvSpPr>
          <p:cNvPr id="3228" name="TextBox 3"/>
          <p:cNvSpPr txBox="1"/>
          <p:nvPr/>
        </p:nvSpPr>
        <p:spPr>
          <a:xfrm>
            <a:off x="1314958" y="5004295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229" name="Rectangle 4"/>
          <p:cNvSpPr>
            <a:spLocks noChangeArrowheads="1"/>
          </p:cNvSpPr>
          <p:nvPr/>
        </p:nvSpPr>
        <p:spPr bwMode="auto">
          <a:xfrm>
            <a:off x="2163546" y="479819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30" name="TextBox 3"/>
          <p:cNvSpPr txBox="1"/>
          <p:nvPr/>
        </p:nvSpPr>
        <p:spPr>
          <a:xfrm>
            <a:off x="2112746" y="476939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3231" name="Rectangle 4"/>
          <p:cNvSpPr>
            <a:spLocks noChangeArrowheads="1"/>
          </p:cNvSpPr>
          <p:nvPr/>
        </p:nvSpPr>
        <p:spPr bwMode="auto">
          <a:xfrm>
            <a:off x="2622702" y="479819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32" name="TextBox 3"/>
          <p:cNvSpPr txBox="1"/>
          <p:nvPr/>
        </p:nvSpPr>
        <p:spPr>
          <a:xfrm>
            <a:off x="2571902" y="4769396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3233" name="TextBox 3"/>
          <p:cNvSpPr txBox="1"/>
          <p:nvPr/>
        </p:nvSpPr>
        <p:spPr>
          <a:xfrm>
            <a:off x="2571902" y="4886845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3234" name="Rectangle 4"/>
          <p:cNvSpPr>
            <a:spLocks noChangeArrowheads="1"/>
          </p:cNvSpPr>
          <p:nvPr/>
        </p:nvSpPr>
        <p:spPr bwMode="auto">
          <a:xfrm>
            <a:off x="3680282" y="479819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35" name="TextBox 3"/>
          <p:cNvSpPr txBox="1"/>
          <p:nvPr/>
        </p:nvSpPr>
        <p:spPr>
          <a:xfrm>
            <a:off x="3629482" y="476939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847.8470310.1.416110.000000.847001.100178</a:t>
            </a:r>
            <a:endParaRPr lang="en-US" dirty="0"/>
          </a:p>
        </p:txBody>
      </p:sp>
      <p:sp>
        <p:nvSpPr>
          <p:cNvPr id="3236" name="Rectangle 4"/>
          <p:cNvSpPr>
            <a:spLocks noChangeArrowheads="1"/>
          </p:cNvSpPr>
          <p:nvPr/>
        </p:nvSpPr>
        <p:spPr bwMode="auto">
          <a:xfrm>
            <a:off x="5918962" y="479819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37" name="TextBox 3"/>
          <p:cNvSpPr txBox="1"/>
          <p:nvPr/>
        </p:nvSpPr>
        <p:spPr>
          <a:xfrm>
            <a:off x="6072225" y="476939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440,711</a:t>
            </a:r>
            <a:endParaRPr lang="en-US" dirty="0"/>
          </a:p>
        </p:txBody>
      </p:sp>
      <p:sp>
        <p:nvSpPr>
          <p:cNvPr id="3238" name="Rectangle 4"/>
          <p:cNvSpPr>
            <a:spLocks noChangeArrowheads="1"/>
          </p:cNvSpPr>
          <p:nvPr/>
        </p:nvSpPr>
        <p:spPr bwMode="auto">
          <a:xfrm>
            <a:off x="6566408" y="479819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39" name="TextBox 3"/>
          <p:cNvSpPr txBox="1"/>
          <p:nvPr/>
        </p:nvSpPr>
        <p:spPr>
          <a:xfrm>
            <a:off x="6719671" y="476939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313,711</a:t>
            </a:r>
            <a:endParaRPr lang="en-US" dirty="0"/>
          </a:p>
        </p:txBody>
      </p:sp>
      <p:sp>
        <p:nvSpPr>
          <p:cNvPr id="3240" name="Rectangle 4"/>
          <p:cNvSpPr>
            <a:spLocks noChangeArrowheads="1"/>
          </p:cNvSpPr>
          <p:nvPr/>
        </p:nvSpPr>
        <p:spPr bwMode="auto">
          <a:xfrm>
            <a:off x="7213854" y="479819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41" name="TextBox 3"/>
          <p:cNvSpPr txBox="1"/>
          <p:nvPr/>
        </p:nvSpPr>
        <p:spPr>
          <a:xfrm>
            <a:off x="7367118" y="476939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313,551</a:t>
            </a:r>
            <a:endParaRPr lang="en-US" dirty="0"/>
          </a:p>
        </p:txBody>
      </p:sp>
      <p:sp>
        <p:nvSpPr>
          <p:cNvPr id="3242" name="Rectangle 4"/>
          <p:cNvSpPr>
            <a:spLocks noChangeArrowheads="1"/>
          </p:cNvSpPr>
          <p:nvPr/>
        </p:nvSpPr>
        <p:spPr bwMode="auto">
          <a:xfrm>
            <a:off x="7861300" y="479819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43" name="Rectangle 4"/>
          <p:cNvSpPr>
            <a:spLocks noChangeArrowheads="1"/>
          </p:cNvSpPr>
          <p:nvPr/>
        </p:nvSpPr>
        <p:spPr bwMode="auto">
          <a:xfrm>
            <a:off x="8094497" y="479819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44" name="Rectangle 4"/>
          <p:cNvSpPr>
            <a:spLocks noChangeArrowheads="1"/>
          </p:cNvSpPr>
          <p:nvPr/>
        </p:nvSpPr>
        <p:spPr bwMode="auto">
          <a:xfrm>
            <a:off x="8333384" y="479819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45" name="TextBox 3"/>
          <p:cNvSpPr txBox="1"/>
          <p:nvPr/>
        </p:nvSpPr>
        <p:spPr>
          <a:xfrm>
            <a:off x="8538006" y="4769396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160</a:t>
            </a:r>
            <a:endParaRPr lang="en-US" dirty="0"/>
          </a:p>
        </p:txBody>
      </p:sp>
      <p:sp>
        <p:nvSpPr>
          <p:cNvPr id="3246" name="Rectangle 4"/>
          <p:cNvSpPr>
            <a:spLocks noChangeArrowheads="1"/>
          </p:cNvSpPr>
          <p:nvPr/>
        </p:nvSpPr>
        <p:spPr bwMode="auto">
          <a:xfrm>
            <a:off x="878255" y="5193411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47" name="TextBox 3"/>
          <p:cNvSpPr txBox="1"/>
          <p:nvPr/>
        </p:nvSpPr>
        <p:spPr>
          <a:xfrm>
            <a:off x="827455" y="516460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8470310</a:t>
            </a:r>
            <a:endParaRPr lang="en-US" dirty="0"/>
          </a:p>
        </p:txBody>
      </p:sp>
      <p:sp>
        <p:nvSpPr>
          <p:cNvPr id="3248" name="Rectangle 4"/>
          <p:cNvSpPr>
            <a:spLocks noChangeArrowheads="1"/>
          </p:cNvSpPr>
          <p:nvPr/>
        </p:nvSpPr>
        <p:spPr bwMode="auto">
          <a:xfrm>
            <a:off x="1365758" y="5193411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49" name="TextBox 3"/>
          <p:cNvSpPr txBox="1"/>
          <p:nvPr/>
        </p:nvSpPr>
        <p:spPr>
          <a:xfrm>
            <a:off x="1314958" y="5164607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250" name="TextBox 3"/>
          <p:cNvSpPr txBox="1"/>
          <p:nvPr/>
        </p:nvSpPr>
        <p:spPr>
          <a:xfrm>
            <a:off x="1314958" y="5282057"/>
            <a:ext cx="6916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Aerospace </a:t>
            </a:r>
            <a:endParaRPr lang="en-US" dirty="0"/>
          </a:p>
        </p:txBody>
      </p:sp>
      <p:sp>
        <p:nvSpPr>
          <p:cNvPr id="3251" name="TextBox 3"/>
          <p:cNvSpPr txBox="1"/>
          <p:nvPr/>
        </p:nvSpPr>
        <p:spPr>
          <a:xfrm>
            <a:off x="1314958" y="5399506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252" name="Rectangle 4"/>
          <p:cNvSpPr>
            <a:spLocks noChangeArrowheads="1"/>
          </p:cNvSpPr>
          <p:nvPr/>
        </p:nvSpPr>
        <p:spPr bwMode="auto">
          <a:xfrm>
            <a:off x="2163546" y="5193411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53" name="TextBox 3"/>
          <p:cNvSpPr txBox="1"/>
          <p:nvPr/>
        </p:nvSpPr>
        <p:spPr>
          <a:xfrm>
            <a:off x="2112746" y="516460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3254" name="Rectangle 4"/>
          <p:cNvSpPr>
            <a:spLocks noChangeArrowheads="1"/>
          </p:cNvSpPr>
          <p:nvPr/>
        </p:nvSpPr>
        <p:spPr bwMode="auto">
          <a:xfrm>
            <a:off x="2622702" y="5193411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55" name="TextBox 3"/>
          <p:cNvSpPr txBox="1"/>
          <p:nvPr/>
        </p:nvSpPr>
        <p:spPr>
          <a:xfrm>
            <a:off x="2571902" y="5164607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3256" name="TextBox 3"/>
          <p:cNvSpPr txBox="1"/>
          <p:nvPr/>
        </p:nvSpPr>
        <p:spPr>
          <a:xfrm>
            <a:off x="2571902" y="5282057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3257" name="Rectangle 4"/>
          <p:cNvSpPr>
            <a:spLocks noChangeArrowheads="1"/>
          </p:cNvSpPr>
          <p:nvPr/>
        </p:nvSpPr>
        <p:spPr bwMode="auto">
          <a:xfrm>
            <a:off x="3680282" y="5193411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58" name="TextBox 3"/>
          <p:cNvSpPr txBox="1"/>
          <p:nvPr/>
        </p:nvSpPr>
        <p:spPr>
          <a:xfrm>
            <a:off x="3629482" y="516460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847.8470310.1.416310.000000.847001.100178</a:t>
            </a:r>
            <a:endParaRPr lang="en-US" dirty="0"/>
          </a:p>
        </p:txBody>
      </p:sp>
      <p:sp>
        <p:nvSpPr>
          <p:cNvPr id="3259" name="Rectangle 4"/>
          <p:cNvSpPr>
            <a:spLocks noChangeArrowheads="1"/>
          </p:cNvSpPr>
          <p:nvPr/>
        </p:nvSpPr>
        <p:spPr bwMode="auto">
          <a:xfrm>
            <a:off x="5918962" y="519341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60" name="TextBox 3"/>
          <p:cNvSpPr txBox="1"/>
          <p:nvPr/>
        </p:nvSpPr>
        <p:spPr>
          <a:xfrm>
            <a:off x="6072225" y="516460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364,598</a:t>
            </a:r>
            <a:endParaRPr lang="en-US" dirty="0"/>
          </a:p>
        </p:txBody>
      </p:sp>
      <p:sp>
        <p:nvSpPr>
          <p:cNvPr id="3261" name="Rectangle 4"/>
          <p:cNvSpPr>
            <a:spLocks noChangeArrowheads="1"/>
          </p:cNvSpPr>
          <p:nvPr/>
        </p:nvSpPr>
        <p:spPr bwMode="auto">
          <a:xfrm>
            <a:off x="6566408" y="519341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62" name="TextBox 3"/>
          <p:cNvSpPr txBox="1"/>
          <p:nvPr/>
        </p:nvSpPr>
        <p:spPr>
          <a:xfrm>
            <a:off x="6719671" y="516460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264,069</a:t>
            </a:r>
            <a:endParaRPr lang="en-US" dirty="0"/>
          </a:p>
        </p:txBody>
      </p:sp>
      <p:sp>
        <p:nvSpPr>
          <p:cNvPr id="3263" name="Rectangle 4"/>
          <p:cNvSpPr>
            <a:spLocks noChangeArrowheads="1"/>
          </p:cNvSpPr>
          <p:nvPr/>
        </p:nvSpPr>
        <p:spPr bwMode="auto">
          <a:xfrm>
            <a:off x="7213854" y="519341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64" name="TextBox 3"/>
          <p:cNvSpPr txBox="1"/>
          <p:nvPr/>
        </p:nvSpPr>
        <p:spPr>
          <a:xfrm>
            <a:off x="7367118" y="516460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264,069</a:t>
            </a:r>
            <a:endParaRPr lang="en-US" dirty="0"/>
          </a:p>
        </p:txBody>
      </p:sp>
      <p:sp>
        <p:nvSpPr>
          <p:cNvPr id="3265" name="Rectangle 4"/>
          <p:cNvSpPr>
            <a:spLocks noChangeArrowheads="1"/>
          </p:cNvSpPr>
          <p:nvPr/>
        </p:nvSpPr>
        <p:spPr bwMode="auto">
          <a:xfrm>
            <a:off x="7861300" y="5193411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66" name="Rectangle 4"/>
          <p:cNvSpPr>
            <a:spLocks noChangeArrowheads="1"/>
          </p:cNvSpPr>
          <p:nvPr/>
        </p:nvSpPr>
        <p:spPr bwMode="auto">
          <a:xfrm>
            <a:off x="8094497" y="5193411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67" name="Rectangle 4"/>
          <p:cNvSpPr>
            <a:spLocks noChangeArrowheads="1"/>
          </p:cNvSpPr>
          <p:nvPr/>
        </p:nvSpPr>
        <p:spPr bwMode="auto">
          <a:xfrm>
            <a:off x="8333384" y="5193411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68" name="TextBox 3"/>
          <p:cNvSpPr txBox="1"/>
          <p:nvPr/>
        </p:nvSpPr>
        <p:spPr>
          <a:xfrm>
            <a:off x="8650986" y="516460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3269" name="Rectangle 4"/>
          <p:cNvSpPr>
            <a:spLocks noChangeArrowheads="1"/>
          </p:cNvSpPr>
          <p:nvPr/>
        </p:nvSpPr>
        <p:spPr bwMode="auto">
          <a:xfrm>
            <a:off x="878255" y="5588622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270" name="TextBox 3"/>
          <p:cNvSpPr txBox="1"/>
          <p:nvPr/>
        </p:nvSpPr>
        <p:spPr>
          <a:xfrm>
            <a:off x="827455" y="555981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8470310</a:t>
            </a:r>
            <a:endParaRPr lang="en-US" dirty="0"/>
          </a:p>
        </p:txBody>
      </p:sp>
      <p:sp>
        <p:nvSpPr>
          <p:cNvPr id="3271" name="TextBox 3"/>
          <p:cNvSpPr txBox="1"/>
          <p:nvPr/>
        </p:nvSpPr>
        <p:spPr>
          <a:xfrm>
            <a:off x="827455" y="5677268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3272" name="Rectangle 4"/>
          <p:cNvSpPr>
            <a:spLocks noChangeArrowheads="1"/>
          </p:cNvSpPr>
          <p:nvPr/>
        </p:nvSpPr>
        <p:spPr bwMode="auto">
          <a:xfrm>
            <a:off x="1365758" y="5588622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273" name="Rectangle 4"/>
          <p:cNvSpPr>
            <a:spLocks noChangeArrowheads="1"/>
          </p:cNvSpPr>
          <p:nvPr/>
        </p:nvSpPr>
        <p:spPr bwMode="auto">
          <a:xfrm>
            <a:off x="2163546" y="5588622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274" name="Rectangle 4"/>
          <p:cNvSpPr>
            <a:spLocks noChangeArrowheads="1"/>
          </p:cNvSpPr>
          <p:nvPr/>
        </p:nvSpPr>
        <p:spPr bwMode="auto">
          <a:xfrm>
            <a:off x="2622702" y="5588622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275" name="Rectangle 4"/>
          <p:cNvSpPr>
            <a:spLocks noChangeArrowheads="1"/>
          </p:cNvSpPr>
          <p:nvPr/>
        </p:nvSpPr>
        <p:spPr bwMode="auto">
          <a:xfrm>
            <a:off x="3680282" y="5588622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276" name="Rectangle 4"/>
          <p:cNvSpPr>
            <a:spLocks noChangeArrowheads="1"/>
          </p:cNvSpPr>
          <p:nvPr/>
        </p:nvSpPr>
        <p:spPr bwMode="auto">
          <a:xfrm>
            <a:off x="5918962" y="5588622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277" name="TextBox 3"/>
          <p:cNvSpPr txBox="1"/>
          <p:nvPr/>
        </p:nvSpPr>
        <p:spPr>
          <a:xfrm>
            <a:off x="5931001" y="5559819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12,540,548</a:t>
            </a:r>
            <a:endParaRPr lang="en-US" dirty="0"/>
          </a:p>
        </p:txBody>
      </p:sp>
      <p:sp>
        <p:nvSpPr>
          <p:cNvPr id="3278" name="Rectangle 4"/>
          <p:cNvSpPr>
            <a:spLocks noChangeArrowheads="1"/>
          </p:cNvSpPr>
          <p:nvPr/>
        </p:nvSpPr>
        <p:spPr bwMode="auto">
          <a:xfrm>
            <a:off x="6566408" y="5588622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279" name="TextBox 3"/>
          <p:cNvSpPr txBox="1"/>
          <p:nvPr/>
        </p:nvSpPr>
        <p:spPr>
          <a:xfrm>
            <a:off x="6578447" y="5559819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12,942,748</a:t>
            </a:r>
            <a:endParaRPr lang="en-US" dirty="0"/>
          </a:p>
        </p:txBody>
      </p:sp>
      <p:sp>
        <p:nvSpPr>
          <p:cNvPr id="3280" name="Rectangle 4"/>
          <p:cNvSpPr>
            <a:spLocks noChangeArrowheads="1"/>
          </p:cNvSpPr>
          <p:nvPr/>
        </p:nvSpPr>
        <p:spPr bwMode="auto">
          <a:xfrm>
            <a:off x="7213854" y="5588622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281" name="TextBox 3"/>
          <p:cNvSpPr txBox="1"/>
          <p:nvPr/>
        </p:nvSpPr>
        <p:spPr>
          <a:xfrm>
            <a:off x="7225894" y="5559819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12,941,857</a:t>
            </a:r>
            <a:endParaRPr lang="en-US" dirty="0"/>
          </a:p>
        </p:txBody>
      </p:sp>
      <p:sp>
        <p:nvSpPr>
          <p:cNvPr id="3282" name="Rectangle 4"/>
          <p:cNvSpPr>
            <a:spLocks noChangeArrowheads="1"/>
          </p:cNvSpPr>
          <p:nvPr/>
        </p:nvSpPr>
        <p:spPr bwMode="auto">
          <a:xfrm>
            <a:off x="7861300" y="5588622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283" name="Rectangle 4"/>
          <p:cNvSpPr>
            <a:spLocks noChangeArrowheads="1"/>
          </p:cNvSpPr>
          <p:nvPr/>
        </p:nvSpPr>
        <p:spPr bwMode="auto">
          <a:xfrm>
            <a:off x="8094497" y="5588622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284" name="Rectangle 4"/>
          <p:cNvSpPr>
            <a:spLocks noChangeArrowheads="1"/>
          </p:cNvSpPr>
          <p:nvPr/>
        </p:nvSpPr>
        <p:spPr bwMode="auto">
          <a:xfrm>
            <a:off x="8333384" y="5588622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285" name="TextBox 3"/>
          <p:cNvSpPr txBox="1"/>
          <p:nvPr/>
        </p:nvSpPr>
        <p:spPr>
          <a:xfrm>
            <a:off x="8538006" y="5559819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891</a:t>
            </a:r>
            <a:endParaRPr lang="en-US" dirty="0"/>
          </a:p>
        </p:txBody>
      </p:sp>
      <p:sp>
        <p:nvSpPr>
          <p:cNvPr id="3286" name="Rectangle 4"/>
          <p:cNvSpPr>
            <a:spLocks noChangeArrowheads="1"/>
          </p:cNvSpPr>
          <p:nvPr/>
        </p:nvSpPr>
        <p:spPr bwMode="auto">
          <a:xfrm>
            <a:off x="878255" y="5866384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87" name="TextBox 3"/>
          <p:cNvSpPr txBox="1"/>
          <p:nvPr/>
        </p:nvSpPr>
        <p:spPr>
          <a:xfrm>
            <a:off x="827455" y="583758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8470315</a:t>
            </a:r>
            <a:endParaRPr lang="en-US" dirty="0"/>
          </a:p>
        </p:txBody>
      </p:sp>
      <p:sp>
        <p:nvSpPr>
          <p:cNvPr id="3288" name="Rectangle 4"/>
          <p:cNvSpPr>
            <a:spLocks noChangeArrowheads="1"/>
          </p:cNvSpPr>
          <p:nvPr/>
        </p:nvSpPr>
        <p:spPr bwMode="auto">
          <a:xfrm>
            <a:off x="1365758" y="5866384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89" name="TextBox 3"/>
          <p:cNvSpPr txBox="1"/>
          <p:nvPr/>
        </p:nvSpPr>
        <p:spPr>
          <a:xfrm>
            <a:off x="1314958" y="5837580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290" name="TextBox 3"/>
          <p:cNvSpPr txBox="1"/>
          <p:nvPr/>
        </p:nvSpPr>
        <p:spPr>
          <a:xfrm>
            <a:off x="1314958" y="5955030"/>
            <a:ext cx="7028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Biomedical </a:t>
            </a:r>
            <a:endParaRPr lang="en-US" dirty="0"/>
          </a:p>
        </p:txBody>
      </p:sp>
      <p:sp>
        <p:nvSpPr>
          <p:cNvPr id="3291" name="TextBox 3"/>
          <p:cNvSpPr txBox="1"/>
          <p:nvPr/>
        </p:nvSpPr>
        <p:spPr>
          <a:xfrm>
            <a:off x="1314958" y="6072479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292" name="Rectangle 4"/>
          <p:cNvSpPr>
            <a:spLocks noChangeArrowheads="1"/>
          </p:cNvSpPr>
          <p:nvPr/>
        </p:nvSpPr>
        <p:spPr bwMode="auto">
          <a:xfrm>
            <a:off x="2163546" y="5866384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93" name="TextBox 3"/>
          <p:cNvSpPr txBox="1"/>
          <p:nvPr/>
        </p:nvSpPr>
        <p:spPr>
          <a:xfrm>
            <a:off x="2112746" y="583758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3294" name="Rectangle 4"/>
          <p:cNvSpPr>
            <a:spLocks noChangeArrowheads="1"/>
          </p:cNvSpPr>
          <p:nvPr/>
        </p:nvSpPr>
        <p:spPr bwMode="auto">
          <a:xfrm>
            <a:off x="2622702" y="5866384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95" name="TextBox 3"/>
          <p:cNvSpPr txBox="1"/>
          <p:nvPr/>
        </p:nvSpPr>
        <p:spPr>
          <a:xfrm>
            <a:off x="2571902" y="5837580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3296" name="TextBox 3"/>
          <p:cNvSpPr txBox="1"/>
          <p:nvPr/>
        </p:nvSpPr>
        <p:spPr>
          <a:xfrm>
            <a:off x="2571902" y="5955030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3297" name="Rectangle 4"/>
          <p:cNvSpPr>
            <a:spLocks noChangeArrowheads="1"/>
          </p:cNvSpPr>
          <p:nvPr/>
        </p:nvSpPr>
        <p:spPr bwMode="auto">
          <a:xfrm>
            <a:off x="3680282" y="5866384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298" name="TextBox 3"/>
          <p:cNvSpPr txBox="1"/>
          <p:nvPr/>
        </p:nvSpPr>
        <p:spPr>
          <a:xfrm>
            <a:off x="3629482" y="583758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847.8470315.1.412121.000000.847001.100178</a:t>
            </a:r>
            <a:endParaRPr lang="en-US" dirty="0"/>
          </a:p>
        </p:txBody>
      </p:sp>
      <p:sp>
        <p:nvSpPr>
          <p:cNvPr id="3299" name="Rectangle 4"/>
          <p:cNvSpPr>
            <a:spLocks noChangeArrowheads="1"/>
          </p:cNvSpPr>
          <p:nvPr/>
        </p:nvSpPr>
        <p:spPr bwMode="auto">
          <a:xfrm>
            <a:off x="5918962" y="586638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00" name="TextBox 3"/>
          <p:cNvSpPr txBox="1"/>
          <p:nvPr/>
        </p:nvSpPr>
        <p:spPr>
          <a:xfrm>
            <a:off x="5987491" y="583758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5,223,584</a:t>
            </a:r>
            <a:endParaRPr lang="en-US" dirty="0"/>
          </a:p>
        </p:txBody>
      </p:sp>
      <p:sp>
        <p:nvSpPr>
          <p:cNvPr id="3301" name="Rectangle 4"/>
          <p:cNvSpPr>
            <a:spLocks noChangeArrowheads="1"/>
          </p:cNvSpPr>
          <p:nvPr/>
        </p:nvSpPr>
        <p:spPr bwMode="auto">
          <a:xfrm>
            <a:off x="6566408" y="586638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02" name="TextBox 3"/>
          <p:cNvSpPr txBox="1"/>
          <p:nvPr/>
        </p:nvSpPr>
        <p:spPr>
          <a:xfrm>
            <a:off x="6634937" y="583758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4,707,164</a:t>
            </a:r>
            <a:endParaRPr lang="en-US" dirty="0"/>
          </a:p>
        </p:txBody>
      </p:sp>
      <p:sp>
        <p:nvSpPr>
          <p:cNvPr id="3303" name="Rectangle 4"/>
          <p:cNvSpPr>
            <a:spLocks noChangeArrowheads="1"/>
          </p:cNvSpPr>
          <p:nvPr/>
        </p:nvSpPr>
        <p:spPr bwMode="auto">
          <a:xfrm>
            <a:off x="7213854" y="586638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04" name="TextBox 3"/>
          <p:cNvSpPr txBox="1"/>
          <p:nvPr/>
        </p:nvSpPr>
        <p:spPr>
          <a:xfrm>
            <a:off x="7282383" y="583758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4,707,164</a:t>
            </a:r>
            <a:endParaRPr lang="en-US" dirty="0"/>
          </a:p>
        </p:txBody>
      </p:sp>
      <p:sp>
        <p:nvSpPr>
          <p:cNvPr id="3305" name="Rectangle 4"/>
          <p:cNvSpPr>
            <a:spLocks noChangeArrowheads="1"/>
          </p:cNvSpPr>
          <p:nvPr/>
        </p:nvSpPr>
        <p:spPr bwMode="auto">
          <a:xfrm>
            <a:off x="7861300" y="5866384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06" name="Rectangle 4"/>
          <p:cNvSpPr>
            <a:spLocks noChangeArrowheads="1"/>
          </p:cNvSpPr>
          <p:nvPr/>
        </p:nvSpPr>
        <p:spPr bwMode="auto">
          <a:xfrm>
            <a:off x="8094497" y="5866384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07" name="Rectangle 4"/>
          <p:cNvSpPr>
            <a:spLocks noChangeArrowheads="1"/>
          </p:cNvSpPr>
          <p:nvPr/>
        </p:nvSpPr>
        <p:spPr bwMode="auto">
          <a:xfrm>
            <a:off x="8333384" y="5866384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08" name="TextBox 3"/>
          <p:cNvSpPr txBox="1"/>
          <p:nvPr/>
        </p:nvSpPr>
        <p:spPr>
          <a:xfrm>
            <a:off x="8650986" y="583758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3309" name="Rectangle 4"/>
          <p:cNvSpPr>
            <a:spLocks noChangeArrowheads="1"/>
          </p:cNvSpPr>
          <p:nvPr/>
        </p:nvSpPr>
        <p:spPr bwMode="auto">
          <a:xfrm>
            <a:off x="878255" y="6261595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10" name="TextBox 3"/>
          <p:cNvSpPr txBox="1"/>
          <p:nvPr/>
        </p:nvSpPr>
        <p:spPr>
          <a:xfrm>
            <a:off x="827455" y="623279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8470315</a:t>
            </a:r>
            <a:endParaRPr lang="en-US" dirty="0"/>
          </a:p>
        </p:txBody>
      </p:sp>
      <p:sp>
        <p:nvSpPr>
          <p:cNvPr id="3311" name="Rectangle 4"/>
          <p:cNvSpPr>
            <a:spLocks noChangeArrowheads="1"/>
          </p:cNvSpPr>
          <p:nvPr/>
        </p:nvSpPr>
        <p:spPr bwMode="auto">
          <a:xfrm>
            <a:off x="1365758" y="6261595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12" name="TextBox 3"/>
          <p:cNvSpPr txBox="1"/>
          <p:nvPr/>
        </p:nvSpPr>
        <p:spPr>
          <a:xfrm>
            <a:off x="1314958" y="623279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313" name="TextBox 3"/>
          <p:cNvSpPr txBox="1"/>
          <p:nvPr/>
        </p:nvSpPr>
        <p:spPr>
          <a:xfrm>
            <a:off x="1314958" y="6350241"/>
            <a:ext cx="7028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Biomedical </a:t>
            </a:r>
            <a:endParaRPr lang="en-US" dirty="0"/>
          </a:p>
        </p:txBody>
      </p:sp>
      <p:sp>
        <p:nvSpPr>
          <p:cNvPr id="3314" name="TextBox 3"/>
          <p:cNvSpPr txBox="1"/>
          <p:nvPr/>
        </p:nvSpPr>
        <p:spPr>
          <a:xfrm>
            <a:off x="1314958" y="6467690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315" name="Rectangle 4"/>
          <p:cNvSpPr>
            <a:spLocks noChangeArrowheads="1"/>
          </p:cNvSpPr>
          <p:nvPr/>
        </p:nvSpPr>
        <p:spPr bwMode="auto">
          <a:xfrm>
            <a:off x="2163546" y="6261595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16" name="TextBox 3"/>
          <p:cNvSpPr txBox="1"/>
          <p:nvPr/>
        </p:nvSpPr>
        <p:spPr>
          <a:xfrm>
            <a:off x="2112746" y="623279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3317" name="Rectangle 4"/>
          <p:cNvSpPr>
            <a:spLocks noChangeArrowheads="1"/>
          </p:cNvSpPr>
          <p:nvPr/>
        </p:nvSpPr>
        <p:spPr bwMode="auto">
          <a:xfrm>
            <a:off x="2622702" y="6261595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18" name="TextBox 3"/>
          <p:cNvSpPr txBox="1"/>
          <p:nvPr/>
        </p:nvSpPr>
        <p:spPr>
          <a:xfrm>
            <a:off x="2571902" y="6232791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3319" name="TextBox 3"/>
          <p:cNvSpPr txBox="1"/>
          <p:nvPr/>
        </p:nvSpPr>
        <p:spPr>
          <a:xfrm>
            <a:off x="2571902" y="6350241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3320" name="TextBox 3"/>
          <p:cNvSpPr txBox="1"/>
          <p:nvPr/>
        </p:nvSpPr>
        <p:spPr>
          <a:xfrm>
            <a:off x="2571902" y="6467690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3321" name="Rectangle 4"/>
          <p:cNvSpPr>
            <a:spLocks noChangeArrowheads="1"/>
          </p:cNvSpPr>
          <p:nvPr/>
        </p:nvSpPr>
        <p:spPr bwMode="auto">
          <a:xfrm>
            <a:off x="3680282" y="6261595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22" name="TextBox 3"/>
          <p:cNvSpPr txBox="1"/>
          <p:nvPr/>
        </p:nvSpPr>
        <p:spPr>
          <a:xfrm>
            <a:off x="3629482" y="623279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847.8470315.1.412125.000000.847001.100178</a:t>
            </a:r>
            <a:endParaRPr lang="en-US" dirty="0"/>
          </a:p>
        </p:txBody>
      </p:sp>
      <p:sp>
        <p:nvSpPr>
          <p:cNvPr id="3323" name="Rectangle 4"/>
          <p:cNvSpPr>
            <a:spLocks noChangeArrowheads="1"/>
          </p:cNvSpPr>
          <p:nvPr/>
        </p:nvSpPr>
        <p:spPr bwMode="auto">
          <a:xfrm>
            <a:off x="5918962" y="626159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24" name="TextBox 3"/>
          <p:cNvSpPr txBox="1"/>
          <p:nvPr/>
        </p:nvSpPr>
        <p:spPr>
          <a:xfrm>
            <a:off x="5987491" y="623279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3,676,719</a:t>
            </a:r>
            <a:endParaRPr lang="en-US" dirty="0"/>
          </a:p>
        </p:txBody>
      </p:sp>
      <p:sp>
        <p:nvSpPr>
          <p:cNvPr id="3325" name="Rectangle 4"/>
          <p:cNvSpPr>
            <a:spLocks noChangeArrowheads="1"/>
          </p:cNvSpPr>
          <p:nvPr/>
        </p:nvSpPr>
        <p:spPr bwMode="auto">
          <a:xfrm>
            <a:off x="6566408" y="626159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26" name="TextBox 3"/>
          <p:cNvSpPr txBox="1"/>
          <p:nvPr/>
        </p:nvSpPr>
        <p:spPr>
          <a:xfrm>
            <a:off x="6634937" y="623279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3,704,699</a:t>
            </a:r>
            <a:endParaRPr lang="en-US" dirty="0"/>
          </a:p>
        </p:txBody>
      </p:sp>
      <p:sp>
        <p:nvSpPr>
          <p:cNvPr id="3327" name="Rectangle 4"/>
          <p:cNvSpPr>
            <a:spLocks noChangeArrowheads="1"/>
          </p:cNvSpPr>
          <p:nvPr/>
        </p:nvSpPr>
        <p:spPr bwMode="auto">
          <a:xfrm>
            <a:off x="7213854" y="626159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28" name="TextBox 3"/>
          <p:cNvSpPr txBox="1"/>
          <p:nvPr/>
        </p:nvSpPr>
        <p:spPr>
          <a:xfrm>
            <a:off x="7282383" y="623279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3,704,698</a:t>
            </a:r>
            <a:endParaRPr lang="en-US" dirty="0"/>
          </a:p>
        </p:txBody>
      </p:sp>
      <p:sp>
        <p:nvSpPr>
          <p:cNvPr id="3329" name="Rectangle 4"/>
          <p:cNvSpPr>
            <a:spLocks noChangeArrowheads="1"/>
          </p:cNvSpPr>
          <p:nvPr/>
        </p:nvSpPr>
        <p:spPr bwMode="auto">
          <a:xfrm>
            <a:off x="7861300" y="6261595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30" name="Rectangle 4"/>
          <p:cNvSpPr>
            <a:spLocks noChangeArrowheads="1"/>
          </p:cNvSpPr>
          <p:nvPr/>
        </p:nvSpPr>
        <p:spPr bwMode="auto">
          <a:xfrm>
            <a:off x="8094497" y="6261595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31" name="Rectangle 4"/>
          <p:cNvSpPr>
            <a:spLocks noChangeArrowheads="1"/>
          </p:cNvSpPr>
          <p:nvPr/>
        </p:nvSpPr>
        <p:spPr bwMode="auto">
          <a:xfrm>
            <a:off x="8333384" y="6261595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32" name="TextBox 3"/>
          <p:cNvSpPr txBox="1"/>
          <p:nvPr/>
        </p:nvSpPr>
        <p:spPr>
          <a:xfrm>
            <a:off x="8650986" y="623279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3333" name="Rectangle 4"/>
          <p:cNvSpPr>
            <a:spLocks noChangeArrowheads="1"/>
          </p:cNvSpPr>
          <p:nvPr/>
        </p:nvSpPr>
        <p:spPr bwMode="auto">
          <a:xfrm>
            <a:off x="878255" y="6656807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34" name="TextBox 3"/>
          <p:cNvSpPr txBox="1"/>
          <p:nvPr/>
        </p:nvSpPr>
        <p:spPr>
          <a:xfrm>
            <a:off x="827455" y="662800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8470315</a:t>
            </a:r>
            <a:endParaRPr lang="en-US" dirty="0"/>
          </a:p>
        </p:txBody>
      </p:sp>
      <p:sp>
        <p:nvSpPr>
          <p:cNvPr id="3335" name="Rectangle 4"/>
          <p:cNvSpPr>
            <a:spLocks noChangeArrowheads="1"/>
          </p:cNvSpPr>
          <p:nvPr/>
        </p:nvSpPr>
        <p:spPr bwMode="auto">
          <a:xfrm>
            <a:off x="1365758" y="6656807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36" name="TextBox 3"/>
          <p:cNvSpPr txBox="1"/>
          <p:nvPr/>
        </p:nvSpPr>
        <p:spPr>
          <a:xfrm>
            <a:off x="1314958" y="662800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337" name="TextBox 3"/>
          <p:cNvSpPr txBox="1"/>
          <p:nvPr/>
        </p:nvSpPr>
        <p:spPr>
          <a:xfrm>
            <a:off x="1314958" y="6745453"/>
            <a:ext cx="7028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Biomedical </a:t>
            </a:r>
            <a:endParaRPr lang="en-US" dirty="0"/>
          </a:p>
        </p:txBody>
      </p:sp>
      <p:sp>
        <p:nvSpPr>
          <p:cNvPr id="3338" name="TextBox 3"/>
          <p:cNvSpPr txBox="1"/>
          <p:nvPr/>
        </p:nvSpPr>
        <p:spPr>
          <a:xfrm>
            <a:off x="1314958" y="6862902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339" name="Rectangle 4"/>
          <p:cNvSpPr>
            <a:spLocks noChangeArrowheads="1"/>
          </p:cNvSpPr>
          <p:nvPr/>
        </p:nvSpPr>
        <p:spPr bwMode="auto">
          <a:xfrm>
            <a:off x="2163546" y="6656807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40" name="TextBox 3"/>
          <p:cNvSpPr txBox="1"/>
          <p:nvPr/>
        </p:nvSpPr>
        <p:spPr>
          <a:xfrm>
            <a:off x="2112746" y="662800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412521</a:t>
            </a:r>
            <a:endParaRPr lang="en-US" dirty="0"/>
          </a:p>
        </p:txBody>
      </p:sp>
      <p:sp>
        <p:nvSpPr>
          <p:cNvPr id="3341" name="Rectangle 4"/>
          <p:cNvSpPr>
            <a:spLocks noChangeArrowheads="1"/>
          </p:cNvSpPr>
          <p:nvPr/>
        </p:nvSpPr>
        <p:spPr bwMode="auto">
          <a:xfrm>
            <a:off x="2622702" y="6656807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42" name="TextBox 3"/>
          <p:cNvSpPr txBox="1"/>
          <p:nvPr/>
        </p:nvSpPr>
        <p:spPr>
          <a:xfrm>
            <a:off x="2571902" y="6628003"/>
            <a:ext cx="8496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 </a:t>
            </a:r>
            <a:endParaRPr lang="en-US" dirty="0"/>
          </a:p>
        </p:txBody>
      </p:sp>
      <p:sp>
        <p:nvSpPr>
          <p:cNvPr id="3343" name="TextBox 3"/>
          <p:cNvSpPr txBox="1"/>
          <p:nvPr/>
        </p:nvSpPr>
        <p:spPr>
          <a:xfrm>
            <a:off x="2571902" y="6745453"/>
            <a:ext cx="1120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 (including </a:t>
            </a:r>
            <a:endParaRPr lang="en-US" dirty="0"/>
          </a:p>
        </p:txBody>
      </p:sp>
      <p:sp>
        <p:nvSpPr>
          <p:cNvPr id="3344" name="TextBox 3"/>
          <p:cNvSpPr txBox="1"/>
          <p:nvPr/>
        </p:nvSpPr>
        <p:spPr>
          <a:xfrm>
            <a:off x="2571902" y="6862902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Mansab)</a:t>
            </a:r>
            <a:endParaRPr lang="en-US" dirty="0"/>
          </a:p>
        </p:txBody>
      </p:sp>
      <p:sp>
        <p:nvSpPr>
          <p:cNvPr id="3345" name="Rectangle 4"/>
          <p:cNvSpPr>
            <a:spLocks noChangeArrowheads="1"/>
          </p:cNvSpPr>
          <p:nvPr/>
        </p:nvSpPr>
        <p:spPr bwMode="auto">
          <a:xfrm>
            <a:off x="3680282" y="6656807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46" name="TextBox 3"/>
          <p:cNvSpPr txBox="1"/>
          <p:nvPr/>
        </p:nvSpPr>
        <p:spPr>
          <a:xfrm>
            <a:off x="3629482" y="662800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847.8470315.1.412521.000000.847001.100178</a:t>
            </a:r>
            <a:endParaRPr lang="en-US" dirty="0"/>
          </a:p>
        </p:txBody>
      </p:sp>
      <p:sp>
        <p:nvSpPr>
          <p:cNvPr id="3347" name="Rectangle 4"/>
          <p:cNvSpPr>
            <a:spLocks noChangeArrowheads="1"/>
          </p:cNvSpPr>
          <p:nvPr/>
        </p:nvSpPr>
        <p:spPr bwMode="auto">
          <a:xfrm>
            <a:off x="5918962" y="665680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48" name="TextBox 3"/>
          <p:cNvSpPr txBox="1"/>
          <p:nvPr/>
        </p:nvSpPr>
        <p:spPr>
          <a:xfrm>
            <a:off x="6072225" y="662800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345,560</a:t>
            </a:r>
            <a:endParaRPr lang="en-US" dirty="0"/>
          </a:p>
        </p:txBody>
      </p:sp>
      <p:sp>
        <p:nvSpPr>
          <p:cNvPr id="3349" name="Rectangle 4"/>
          <p:cNvSpPr>
            <a:spLocks noChangeArrowheads="1"/>
          </p:cNvSpPr>
          <p:nvPr/>
        </p:nvSpPr>
        <p:spPr bwMode="auto">
          <a:xfrm>
            <a:off x="6566408" y="665680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50" name="TextBox 3"/>
          <p:cNvSpPr txBox="1"/>
          <p:nvPr/>
        </p:nvSpPr>
        <p:spPr>
          <a:xfrm>
            <a:off x="6719671" y="662800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192,510</a:t>
            </a:r>
            <a:endParaRPr lang="en-US" dirty="0"/>
          </a:p>
        </p:txBody>
      </p:sp>
      <p:sp>
        <p:nvSpPr>
          <p:cNvPr id="3351" name="Rectangle 4"/>
          <p:cNvSpPr>
            <a:spLocks noChangeArrowheads="1"/>
          </p:cNvSpPr>
          <p:nvPr/>
        </p:nvSpPr>
        <p:spPr bwMode="auto">
          <a:xfrm>
            <a:off x="7213854" y="665680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52" name="TextBox 3"/>
          <p:cNvSpPr txBox="1"/>
          <p:nvPr/>
        </p:nvSpPr>
        <p:spPr>
          <a:xfrm>
            <a:off x="7367118" y="662800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192,506</a:t>
            </a:r>
            <a:endParaRPr lang="en-US" dirty="0"/>
          </a:p>
        </p:txBody>
      </p:sp>
      <p:sp>
        <p:nvSpPr>
          <p:cNvPr id="3353" name="Rectangle 4"/>
          <p:cNvSpPr>
            <a:spLocks noChangeArrowheads="1"/>
          </p:cNvSpPr>
          <p:nvPr/>
        </p:nvSpPr>
        <p:spPr bwMode="auto">
          <a:xfrm>
            <a:off x="7861300" y="6656807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54" name="Rectangle 4"/>
          <p:cNvSpPr>
            <a:spLocks noChangeArrowheads="1"/>
          </p:cNvSpPr>
          <p:nvPr/>
        </p:nvSpPr>
        <p:spPr bwMode="auto">
          <a:xfrm>
            <a:off x="8094497" y="6656807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55" name="Rectangle 4"/>
          <p:cNvSpPr>
            <a:spLocks noChangeArrowheads="1"/>
          </p:cNvSpPr>
          <p:nvPr/>
        </p:nvSpPr>
        <p:spPr bwMode="auto">
          <a:xfrm>
            <a:off x="8333384" y="6656807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56" name="TextBox 3"/>
          <p:cNvSpPr txBox="1"/>
          <p:nvPr/>
        </p:nvSpPr>
        <p:spPr>
          <a:xfrm>
            <a:off x="8650986" y="662800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</a:t>
            </a:r>
            <a:endParaRPr lang="en-US" dirty="0"/>
          </a:p>
        </p:txBody>
      </p:sp>
      <p:sp>
        <p:nvSpPr>
          <p:cNvPr id="3357" name="Rectangle 4"/>
          <p:cNvSpPr>
            <a:spLocks noChangeArrowheads="1"/>
          </p:cNvSpPr>
          <p:nvPr/>
        </p:nvSpPr>
        <p:spPr bwMode="auto">
          <a:xfrm>
            <a:off x="878255" y="7052017"/>
            <a:ext cx="487502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58" name="TextBox 3"/>
          <p:cNvSpPr txBox="1"/>
          <p:nvPr/>
        </p:nvSpPr>
        <p:spPr>
          <a:xfrm>
            <a:off x="827455" y="702321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8470315</a:t>
            </a:r>
            <a:endParaRPr lang="en-US" dirty="0"/>
          </a:p>
        </p:txBody>
      </p:sp>
      <p:sp>
        <p:nvSpPr>
          <p:cNvPr id="3359" name="Rectangle 4"/>
          <p:cNvSpPr>
            <a:spLocks noChangeArrowheads="1"/>
          </p:cNvSpPr>
          <p:nvPr/>
        </p:nvSpPr>
        <p:spPr bwMode="auto">
          <a:xfrm>
            <a:off x="1365758" y="7052017"/>
            <a:ext cx="797788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60" name="TextBox 3"/>
          <p:cNvSpPr txBox="1"/>
          <p:nvPr/>
        </p:nvSpPr>
        <p:spPr>
          <a:xfrm>
            <a:off x="1314958" y="702321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361" name="Rectangle 4"/>
          <p:cNvSpPr>
            <a:spLocks noChangeArrowheads="1"/>
          </p:cNvSpPr>
          <p:nvPr/>
        </p:nvSpPr>
        <p:spPr bwMode="auto">
          <a:xfrm>
            <a:off x="2163546" y="7052017"/>
            <a:ext cx="459155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62" name="TextBox 3"/>
          <p:cNvSpPr txBox="1"/>
          <p:nvPr/>
        </p:nvSpPr>
        <p:spPr>
          <a:xfrm>
            <a:off x="2112746" y="702321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3363" name="Rectangle 4"/>
          <p:cNvSpPr>
            <a:spLocks noChangeArrowheads="1"/>
          </p:cNvSpPr>
          <p:nvPr/>
        </p:nvSpPr>
        <p:spPr bwMode="auto">
          <a:xfrm>
            <a:off x="2622702" y="7052017"/>
            <a:ext cx="10575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64" name="TextBox 3"/>
          <p:cNvSpPr txBox="1"/>
          <p:nvPr/>
        </p:nvSpPr>
        <p:spPr>
          <a:xfrm>
            <a:off x="2571902" y="7023214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3365" name="Rectangle 4"/>
          <p:cNvSpPr>
            <a:spLocks noChangeArrowheads="1"/>
          </p:cNvSpPr>
          <p:nvPr/>
        </p:nvSpPr>
        <p:spPr bwMode="auto">
          <a:xfrm>
            <a:off x="3680282" y="7052017"/>
            <a:ext cx="22386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66" name="TextBox 3"/>
          <p:cNvSpPr txBox="1"/>
          <p:nvPr/>
        </p:nvSpPr>
        <p:spPr>
          <a:xfrm>
            <a:off x="3629482" y="702321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847.8470315.1.412534.000000.847001.100178</a:t>
            </a:r>
            <a:endParaRPr lang="en-US" dirty="0"/>
          </a:p>
        </p:txBody>
      </p:sp>
      <p:sp>
        <p:nvSpPr>
          <p:cNvPr id="3367" name="Rectangle 4"/>
          <p:cNvSpPr>
            <a:spLocks noChangeArrowheads="1"/>
          </p:cNvSpPr>
          <p:nvPr/>
        </p:nvSpPr>
        <p:spPr bwMode="auto">
          <a:xfrm>
            <a:off x="5918962" y="7052017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68" name="TextBox 3"/>
          <p:cNvSpPr txBox="1"/>
          <p:nvPr/>
        </p:nvSpPr>
        <p:spPr>
          <a:xfrm>
            <a:off x="6072225" y="702321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387,850</a:t>
            </a:r>
            <a:endParaRPr lang="en-US" dirty="0"/>
          </a:p>
        </p:txBody>
      </p:sp>
      <p:sp>
        <p:nvSpPr>
          <p:cNvPr id="3369" name="Rectangle 4"/>
          <p:cNvSpPr>
            <a:spLocks noChangeArrowheads="1"/>
          </p:cNvSpPr>
          <p:nvPr/>
        </p:nvSpPr>
        <p:spPr bwMode="auto">
          <a:xfrm>
            <a:off x="6566408" y="7052017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70" name="TextBox 3"/>
          <p:cNvSpPr txBox="1"/>
          <p:nvPr/>
        </p:nvSpPr>
        <p:spPr>
          <a:xfrm>
            <a:off x="6719671" y="702321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460,677</a:t>
            </a:r>
            <a:endParaRPr lang="en-US" dirty="0"/>
          </a:p>
        </p:txBody>
      </p:sp>
      <p:sp>
        <p:nvSpPr>
          <p:cNvPr id="3371" name="Rectangle 4"/>
          <p:cNvSpPr>
            <a:spLocks noChangeArrowheads="1"/>
          </p:cNvSpPr>
          <p:nvPr/>
        </p:nvSpPr>
        <p:spPr bwMode="auto">
          <a:xfrm>
            <a:off x="7213854" y="7052017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72" name="TextBox 3"/>
          <p:cNvSpPr txBox="1"/>
          <p:nvPr/>
        </p:nvSpPr>
        <p:spPr>
          <a:xfrm>
            <a:off x="7367118" y="702321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460,677</a:t>
            </a:r>
            <a:endParaRPr lang="en-US" dirty="0"/>
          </a:p>
        </p:txBody>
      </p:sp>
      <p:sp>
        <p:nvSpPr>
          <p:cNvPr id="3373" name="Rectangle 4"/>
          <p:cNvSpPr>
            <a:spLocks noChangeArrowheads="1"/>
          </p:cNvSpPr>
          <p:nvPr/>
        </p:nvSpPr>
        <p:spPr bwMode="auto">
          <a:xfrm>
            <a:off x="7861300" y="7052017"/>
            <a:ext cx="233197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74" name="Rectangle 4"/>
          <p:cNvSpPr>
            <a:spLocks noChangeArrowheads="1"/>
          </p:cNvSpPr>
          <p:nvPr/>
        </p:nvSpPr>
        <p:spPr bwMode="auto">
          <a:xfrm>
            <a:off x="8094497" y="7052017"/>
            <a:ext cx="23888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75" name="Rectangle 4"/>
          <p:cNvSpPr>
            <a:spLocks noChangeArrowheads="1"/>
          </p:cNvSpPr>
          <p:nvPr/>
        </p:nvSpPr>
        <p:spPr bwMode="auto">
          <a:xfrm>
            <a:off x="8333384" y="7052017"/>
            <a:ext cx="501091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376" name="TextBox 3"/>
          <p:cNvSpPr txBox="1"/>
          <p:nvPr/>
        </p:nvSpPr>
        <p:spPr>
          <a:xfrm>
            <a:off x="8650986" y="702321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3377" name="Rectangle 4"/>
          <p:cNvSpPr>
            <a:spLocks noChangeArrowheads="1"/>
          </p:cNvSpPr>
          <p:nvPr/>
        </p:nvSpPr>
        <p:spPr bwMode="auto">
          <a:xfrm>
            <a:off x="466725" y="917498"/>
            <a:ext cx="6350" cy="6298006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3378" name="Rectangle 4"/>
          <p:cNvSpPr>
            <a:spLocks noChangeArrowheads="1"/>
          </p:cNvSpPr>
          <p:nvPr/>
        </p:nvSpPr>
        <p:spPr bwMode="auto">
          <a:xfrm>
            <a:off x="466725" y="7209155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3379" name="Rectangle 4"/>
          <p:cNvSpPr>
            <a:spLocks noChangeArrowheads="1"/>
          </p:cNvSpPr>
          <p:nvPr/>
        </p:nvSpPr>
        <p:spPr bwMode="auto">
          <a:xfrm>
            <a:off x="7213854" y="558386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80" name="Rectangle 4"/>
          <p:cNvSpPr>
            <a:spLocks noChangeArrowheads="1"/>
          </p:cNvSpPr>
          <p:nvPr/>
        </p:nvSpPr>
        <p:spPr bwMode="auto">
          <a:xfrm>
            <a:off x="878255" y="558386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81" name="Rectangle 4"/>
          <p:cNvSpPr>
            <a:spLocks noChangeArrowheads="1"/>
          </p:cNvSpPr>
          <p:nvPr/>
        </p:nvSpPr>
        <p:spPr bwMode="auto">
          <a:xfrm>
            <a:off x="7213854" y="47934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82" name="Rectangle 4"/>
          <p:cNvSpPr>
            <a:spLocks noChangeArrowheads="1"/>
          </p:cNvSpPr>
          <p:nvPr/>
        </p:nvSpPr>
        <p:spPr bwMode="auto">
          <a:xfrm>
            <a:off x="878255" y="479343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83" name="Rectangle 4"/>
          <p:cNvSpPr>
            <a:spLocks noChangeArrowheads="1"/>
          </p:cNvSpPr>
          <p:nvPr/>
        </p:nvSpPr>
        <p:spPr bwMode="auto">
          <a:xfrm>
            <a:off x="7213854" y="400301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84" name="Rectangle 4"/>
          <p:cNvSpPr>
            <a:spLocks noChangeArrowheads="1"/>
          </p:cNvSpPr>
          <p:nvPr/>
        </p:nvSpPr>
        <p:spPr bwMode="auto">
          <a:xfrm>
            <a:off x="878255" y="400301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85" name="Rectangle 4"/>
          <p:cNvSpPr>
            <a:spLocks noChangeArrowheads="1"/>
          </p:cNvSpPr>
          <p:nvPr/>
        </p:nvSpPr>
        <p:spPr bwMode="auto">
          <a:xfrm>
            <a:off x="7213854" y="665204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86" name="Rectangle 4"/>
          <p:cNvSpPr>
            <a:spLocks noChangeArrowheads="1"/>
          </p:cNvSpPr>
          <p:nvPr/>
        </p:nvSpPr>
        <p:spPr bwMode="auto">
          <a:xfrm>
            <a:off x="878255" y="665204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87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88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89" name="Rectangle 4"/>
          <p:cNvSpPr>
            <a:spLocks noChangeArrowheads="1"/>
          </p:cNvSpPr>
          <p:nvPr/>
        </p:nvSpPr>
        <p:spPr bwMode="auto">
          <a:xfrm>
            <a:off x="7213854" y="321259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90" name="Rectangle 4"/>
          <p:cNvSpPr>
            <a:spLocks noChangeArrowheads="1"/>
          </p:cNvSpPr>
          <p:nvPr/>
        </p:nvSpPr>
        <p:spPr bwMode="auto">
          <a:xfrm>
            <a:off x="878255" y="321259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91" name="Rectangle 4"/>
          <p:cNvSpPr>
            <a:spLocks noChangeArrowheads="1"/>
          </p:cNvSpPr>
          <p:nvPr/>
        </p:nvSpPr>
        <p:spPr bwMode="auto">
          <a:xfrm>
            <a:off x="7213854" y="281738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92" name="Rectangle 4"/>
          <p:cNvSpPr>
            <a:spLocks noChangeArrowheads="1"/>
          </p:cNvSpPr>
          <p:nvPr/>
        </p:nvSpPr>
        <p:spPr bwMode="auto">
          <a:xfrm>
            <a:off x="878255" y="281738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93" name="Rectangle 4"/>
          <p:cNvSpPr>
            <a:spLocks noChangeArrowheads="1"/>
          </p:cNvSpPr>
          <p:nvPr/>
        </p:nvSpPr>
        <p:spPr bwMode="auto">
          <a:xfrm>
            <a:off x="7213854" y="242216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94" name="Rectangle 4"/>
          <p:cNvSpPr>
            <a:spLocks noChangeArrowheads="1"/>
          </p:cNvSpPr>
          <p:nvPr/>
        </p:nvSpPr>
        <p:spPr bwMode="auto">
          <a:xfrm>
            <a:off x="878255" y="242216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95" name="Rectangle 4"/>
          <p:cNvSpPr>
            <a:spLocks noChangeArrowheads="1"/>
          </p:cNvSpPr>
          <p:nvPr/>
        </p:nvSpPr>
        <p:spPr bwMode="auto">
          <a:xfrm>
            <a:off x="7213854" y="202695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96" name="Rectangle 4"/>
          <p:cNvSpPr>
            <a:spLocks noChangeArrowheads="1"/>
          </p:cNvSpPr>
          <p:nvPr/>
        </p:nvSpPr>
        <p:spPr bwMode="auto">
          <a:xfrm>
            <a:off x="878255" y="202695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97" name="Rectangle 4"/>
          <p:cNvSpPr>
            <a:spLocks noChangeArrowheads="1"/>
          </p:cNvSpPr>
          <p:nvPr/>
        </p:nvSpPr>
        <p:spPr bwMode="auto">
          <a:xfrm>
            <a:off x="7213854" y="163174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98" name="Rectangle 4"/>
          <p:cNvSpPr>
            <a:spLocks noChangeArrowheads="1"/>
          </p:cNvSpPr>
          <p:nvPr/>
        </p:nvSpPr>
        <p:spPr bwMode="auto">
          <a:xfrm>
            <a:off x="878255" y="163174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99" name="Rectangle 4"/>
          <p:cNvSpPr>
            <a:spLocks noChangeArrowheads="1"/>
          </p:cNvSpPr>
          <p:nvPr/>
        </p:nvSpPr>
        <p:spPr bwMode="auto">
          <a:xfrm>
            <a:off x="7213854" y="586162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00" name="Rectangle 4"/>
          <p:cNvSpPr>
            <a:spLocks noChangeArrowheads="1"/>
          </p:cNvSpPr>
          <p:nvPr/>
        </p:nvSpPr>
        <p:spPr bwMode="auto">
          <a:xfrm>
            <a:off x="878255" y="586162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01" name="Rectangle 4"/>
          <p:cNvSpPr>
            <a:spLocks noChangeArrowheads="1"/>
          </p:cNvSpPr>
          <p:nvPr/>
        </p:nvSpPr>
        <p:spPr bwMode="auto">
          <a:xfrm>
            <a:off x="7213854" y="720756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02" name="Rectangle 4"/>
          <p:cNvSpPr>
            <a:spLocks noChangeArrowheads="1"/>
          </p:cNvSpPr>
          <p:nvPr/>
        </p:nvSpPr>
        <p:spPr bwMode="auto">
          <a:xfrm>
            <a:off x="878255" y="720756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03" name="Rectangle 4"/>
          <p:cNvSpPr>
            <a:spLocks noChangeArrowheads="1"/>
          </p:cNvSpPr>
          <p:nvPr/>
        </p:nvSpPr>
        <p:spPr bwMode="auto">
          <a:xfrm>
            <a:off x="466725" y="917498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3404" name="Rectangle 4"/>
          <p:cNvSpPr>
            <a:spLocks noChangeArrowheads="1"/>
          </p:cNvSpPr>
          <p:nvPr/>
        </p:nvSpPr>
        <p:spPr bwMode="auto">
          <a:xfrm>
            <a:off x="7213854" y="518864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05" name="Rectangle 4"/>
          <p:cNvSpPr>
            <a:spLocks noChangeArrowheads="1"/>
          </p:cNvSpPr>
          <p:nvPr/>
        </p:nvSpPr>
        <p:spPr bwMode="auto">
          <a:xfrm>
            <a:off x="878255" y="518864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06" name="Rectangle 4"/>
          <p:cNvSpPr>
            <a:spLocks noChangeArrowheads="1"/>
          </p:cNvSpPr>
          <p:nvPr/>
        </p:nvSpPr>
        <p:spPr bwMode="auto">
          <a:xfrm>
            <a:off x="7213854" y="439822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07" name="Rectangle 4"/>
          <p:cNvSpPr>
            <a:spLocks noChangeArrowheads="1"/>
          </p:cNvSpPr>
          <p:nvPr/>
        </p:nvSpPr>
        <p:spPr bwMode="auto">
          <a:xfrm>
            <a:off x="878255" y="439822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08" name="Rectangle 4"/>
          <p:cNvSpPr>
            <a:spLocks noChangeArrowheads="1"/>
          </p:cNvSpPr>
          <p:nvPr/>
        </p:nvSpPr>
        <p:spPr bwMode="auto">
          <a:xfrm>
            <a:off x="7213854" y="360780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09" name="Rectangle 4"/>
          <p:cNvSpPr>
            <a:spLocks noChangeArrowheads="1"/>
          </p:cNvSpPr>
          <p:nvPr/>
        </p:nvSpPr>
        <p:spPr bwMode="auto">
          <a:xfrm>
            <a:off x="878255" y="360780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10" name="Rectangle 4"/>
          <p:cNvSpPr>
            <a:spLocks noChangeArrowheads="1"/>
          </p:cNvSpPr>
          <p:nvPr/>
        </p:nvSpPr>
        <p:spPr bwMode="auto">
          <a:xfrm>
            <a:off x="7213854" y="107622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11" name="Rectangle 4"/>
          <p:cNvSpPr>
            <a:spLocks noChangeArrowheads="1"/>
          </p:cNvSpPr>
          <p:nvPr/>
        </p:nvSpPr>
        <p:spPr bwMode="auto">
          <a:xfrm>
            <a:off x="878255" y="107622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12" name="Rectangle 4"/>
          <p:cNvSpPr>
            <a:spLocks noChangeArrowheads="1"/>
          </p:cNvSpPr>
          <p:nvPr/>
        </p:nvSpPr>
        <p:spPr bwMode="auto">
          <a:xfrm>
            <a:off x="469900" y="7212330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13" name="Rectangle 4"/>
          <p:cNvSpPr>
            <a:spLocks noChangeArrowheads="1"/>
          </p:cNvSpPr>
          <p:nvPr/>
        </p:nvSpPr>
        <p:spPr bwMode="auto">
          <a:xfrm>
            <a:off x="7213854" y="625683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14" name="Rectangle 4"/>
          <p:cNvSpPr>
            <a:spLocks noChangeArrowheads="1"/>
          </p:cNvSpPr>
          <p:nvPr/>
        </p:nvSpPr>
        <p:spPr bwMode="auto">
          <a:xfrm>
            <a:off x="878255" y="625683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15" name="Rectangle 4"/>
          <p:cNvSpPr>
            <a:spLocks noChangeArrowheads="1"/>
          </p:cNvSpPr>
          <p:nvPr/>
        </p:nvSpPr>
        <p:spPr bwMode="auto">
          <a:xfrm>
            <a:off x="7213854" y="704725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16" name="Rectangle 4"/>
          <p:cNvSpPr>
            <a:spLocks noChangeArrowheads="1"/>
          </p:cNvSpPr>
          <p:nvPr/>
        </p:nvSpPr>
        <p:spPr bwMode="auto">
          <a:xfrm>
            <a:off x="878255" y="704725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17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18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19" name="Rectangle 4"/>
          <p:cNvSpPr>
            <a:spLocks noChangeArrowheads="1"/>
          </p:cNvSpPr>
          <p:nvPr/>
        </p:nvSpPr>
        <p:spPr bwMode="auto">
          <a:xfrm>
            <a:off x="7213854" y="135398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20" name="Rectangle 4"/>
          <p:cNvSpPr>
            <a:spLocks noChangeArrowheads="1"/>
          </p:cNvSpPr>
          <p:nvPr/>
        </p:nvSpPr>
        <p:spPr bwMode="auto">
          <a:xfrm>
            <a:off x="878255" y="135398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1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422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3423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3424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425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3426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3427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3428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429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3430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3431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432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3433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3434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435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3436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437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3438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439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3440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3441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442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3443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3444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445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3446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3447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448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3449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450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3451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452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3453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3454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36624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455" name="TextBox 3"/>
          <p:cNvSpPr txBox="1"/>
          <p:nvPr/>
        </p:nvSpPr>
        <p:spPr>
          <a:xfrm>
            <a:off x="422275" y="895045"/>
            <a:ext cx="47701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</a:t>
            </a:r>
            <a:endParaRPr lang="en-US" dirty="0"/>
          </a:p>
        </p:txBody>
      </p:sp>
      <p:sp>
        <p:nvSpPr>
          <p:cNvPr id="3456" name="TextBox 3"/>
          <p:cNvSpPr txBox="1"/>
          <p:nvPr/>
        </p:nvSpPr>
        <p:spPr>
          <a:xfrm>
            <a:off x="422275" y="1012494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3457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458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459" name="TextBox 3"/>
          <p:cNvSpPr txBox="1"/>
          <p:nvPr/>
        </p:nvSpPr>
        <p:spPr>
          <a:xfrm>
            <a:off x="1314958" y="891870"/>
            <a:ext cx="7028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Biomedical </a:t>
            </a:r>
            <a:endParaRPr lang="en-US" dirty="0"/>
          </a:p>
        </p:txBody>
      </p:sp>
      <p:sp>
        <p:nvSpPr>
          <p:cNvPr id="3460" name="TextBox 3"/>
          <p:cNvSpPr txBox="1"/>
          <p:nvPr/>
        </p:nvSpPr>
        <p:spPr>
          <a:xfrm>
            <a:off x="1314958" y="1009319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461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462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463" name="TextBox 3"/>
          <p:cNvSpPr txBox="1"/>
          <p:nvPr/>
        </p:nvSpPr>
        <p:spPr>
          <a:xfrm>
            <a:off x="2571902" y="891870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3464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465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466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467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468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469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470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471" name="Rectangle 4"/>
          <p:cNvSpPr>
            <a:spLocks noChangeArrowheads="1"/>
          </p:cNvSpPr>
          <p:nvPr/>
        </p:nvSpPr>
        <p:spPr bwMode="auto">
          <a:xfrm>
            <a:off x="878255" y="1198435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472" name="TextBox 3"/>
          <p:cNvSpPr txBox="1"/>
          <p:nvPr/>
        </p:nvSpPr>
        <p:spPr>
          <a:xfrm>
            <a:off x="827455" y="116963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8470315</a:t>
            </a:r>
            <a:endParaRPr lang="en-US" dirty="0"/>
          </a:p>
        </p:txBody>
      </p:sp>
      <p:sp>
        <p:nvSpPr>
          <p:cNvPr id="3473" name="Rectangle 4"/>
          <p:cNvSpPr>
            <a:spLocks noChangeArrowheads="1"/>
          </p:cNvSpPr>
          <p:nvPr/>
        </p:nvSpPr>
        <p:spPr bwMode="auto">
          <a:xfrm>
            <a:off x="1365758" y="1198435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474" name="TextBox 3"/>
          <p:cNvSpPr txBox="1"/>
          <p:nvPr/>
        </p:nvSpPr>
        <p:spPr>
          <a:xfrm>
            <a:off x="1314958" y="116963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475" name="TextBox 3"/>
          <p:cNvSpPr txBox="1"/>
          <p:nvPr/>
        </p:nvSpPr>
        <p:spPr>
          <a:xfrm>
            <a:off x="1314958" y="1287081"/>
            <a:ext cx="7028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Biomedical </a:t>
            </a:r>
            <a:endParaRPr lang="en-US" dirty="0"/>
          </a:p>
        </p:txBody>
      </p:sp>
      <p:sp>
        <p:nvSpPr>
          <p:cNvPr id="3476" name="TextBox 3"/>
          <p:cNvSpPr txBox="1"/>
          <p:nvPr/>
        </p:nvSpPr>
        <p:spPr>
          <a:xfrm>
            <a:off x="1314958" y="1404531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477" name="Rectangle 4"/>
          <p:cNvSpPr>
            <a:spLocks noChangeArrowheads="1"/>
          </p:cNvSpPr>
          <p:nvPr/>
        </p:nvSpPr>
        <p:spPr bwMode="auto">
          <a:xfrm>
            <a:off x="2163546" y="1198435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478" name="TextBox 3"/>
          <p:cNvSpPr txBox="1"/>
          <p:nvPr/>
        </p:nvSpPr>
        <p:spPr>
          <a:xfrm>
            <a:off x="2112746" y="116963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3479" name="Rectangle 4"/>
          <p:cNvSpPr>
            <a:spLocks noChangeArrowheads="1"/>
          </p:cNvSpPr>
          <p:nvPr/>
        </p:nvSpPr>
        <p:spPr bwMode="auto">
          <a:xfrm>
            <a:off x="2622702" y="1198435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480" name="TextBox 3"/>
          <p:cNvSpPr txBox="1"/>
          <p:nvPr/>
        </p:nvSpPr>
        <p:spPr>
          <a:xfrm>
            <a:off x="2571902" y="1169631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3481" name="Rectangle 4"/>
          <p:cNvSpPr>
            <a:spLocks noChangeArrowheads="1"/>
          </p:cNvSpPr>
          <p:nvPr/>
        </p:nvSpPr>
        <p:spPr bwMode="auto">
          <a:xfrm>
            <a:off x="3680282" y="1198435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482" name="TextBox 3"/>
          <p:cNvSpPr txBox="1"/>
          <p:nvPr/>
        </p:nvSpPr>
        <p:spPr>
          <a:xfrm>
            <a:off x="3629482" y="116963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847.8470315.1.412546.000000.847001.100178</a:t>
            </a:r>
            <a:endParaRPr lang="en-US" dirty="0"/>
          </a:p>
        </p:txBody>
      </p:sp>
      <p:sp>
        <p:nvSpPr>
          <p:cNvPr id="3483" name="Rectangle 4"/>
          <p:cNvSpPr>
            <a:spLocks noChangeArrowheads="1"/>
          </p:cNvSpPr>
          <p:nvPr/>
        </p:nvSpPr>
        <p:spPr bwMode="auto">
          <a:xfrm>
            <a:off x="5918962" y="119843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484" name="TextBox 3"/>
          <p:cNvSpPr txBox="1"/>
          <p:nvPr/>
        </p:nvSpPr>
        <p:spPr>
          <a:xfrm>
            <a:off x="6128715" y="116963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72,287</a:t>
            </a:r>
            <a:endParaRPr lang="en-US" dirty="0"/>
          </a:p>
        </p:txBody>
      </p:sp>
      <p:sp>
        <p:nvSpPr>
          <p:cNvPr id="3485" name="Rectangle 4"/>
          <p:cNvSpPr>
            <a:spLocks noChangeArrowheads="1"/>
          </p:cNvSpPr>
          <p:nvPr/>
        </p:nvSpPr>
        <p:spPr bwMode="auto">
          <a:xfrm>
            <a:off x="6566408" y="119843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486" name="TextBox 3"/>
          <p:cNvSpPr txBox="1"/>
          <p:nvPr/>
        </p:nvSpPr>
        <p:spPr>
          <a:xfrm>
            <a:off x="6776161" y="116963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37,637</a:t>
            </a:r>
            <a:endParaRPr lang="en-US" dirty="0"/>
          </a:p>
        </p:txBody>
      </p:sp>
      <p:sp>
        <p:nvSpPr>
          <p:cNvPr id="3487" name="Rectangle 4"/>
          <p:cNvSpPr>
            <a:spLocks noChangeArrowheads="1"/>
          </p:cNvSpPr>
          <p:nvPr/>
        </p:nvSpPr>
        <p:spPr bwMode="auto">
          <a:xfrm>
            <a:off x="7213854" y="119843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488" name="TextBox 3"/>
          <p:cNvSpPr txBox="1"/>
          <p:nvPr/>
        </p:nvSpPr>
        <p:spPr>
          <a:xfrm>
            <a:off x="7423607" y="116963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37,591</a:t>
            </a:r>
            <a:endParaRPr lang="en-US" dirty="0"/>
          </a:p>
        </p:txBody>
      </p:sp>
      <p:sp>
        <p:nvSpPr>
          <p:cNvPr id="3489" name="Rectangle 4"/>
          <p:cNvSpPr>
            <a:spLocks noChangeArrowheads="1"/>
          </p:cNvSpPr>
          <p:nvPr/>
        </p:nvSpPr>
        <p:spPr bwMode="auto">
          <a:xfrm>
            <a:off x="7861300" y="1198435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490" name="Rectangle 4"/>
          <p:cNvSpPr>
            <a:spLocks noChangeArrowheads="1"/>
          </p:cNvSpPr>
          <p:nvPr/>
        </p:nvSpPr>
        <p:spPr bwMode="auto">
          <a:xfrm>
            <a:off x="8094497" y="1198435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491" name="Rectangle 4"/>
          <p:cNvSpPr>
            <a:spLocks noChangeArrowheads="1"/>
          </p:cNvSpPr>
          <p:nvPr/>
        </p:nvSpPr>
        <p:spPr bwMode="auto">
          <a:xfrm>
            <a:off x="8333384" y="1198435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492" name="TextBox 3"/>
          <p:cNvSpPr txBox="1"/>
          <p:nvPr/>
        </p:nvSpPr>
        <p:spPr>
          <a:xfrm>
            <a:off x="8594496" y="1169631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46</a:t>
            </a:r>
            <a:endParaRPr lang="en-US" dirty="0"/>
          </a:p>
        </p:txBody>
      </p:sp>
      <p:sp>
        <p:nvSpPr>
          <p:cNvPr id="3493" name="Rectangle 4"/>
          <p:cNvSpPr>
            <a:spLocks noChangeArrowheads="1"/>
          </p:cNvSpPr>
          <p:nvPr/>
        </p:nvSpPr>
        <p:spPr bwMode="auto">
          <a:xfrm>
            <a:off x="878255" y="1593646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494" name="TextBox 3"/>
          <p:cNvSpPr txBox="1"/>
          <p:nvPr/>
        </p:nvSpPr>
        <p:spPr>
          <a:xfrm>
            <a:off x="827455" y="156484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8470315</a:t>
            </a:r>
            <a:endParaRPr lang="en-US" dirty="0"/>
          </a:p>
        </p:txBody>
      </p:sp>
      <p:sp>
        <p:nvSpPr>
          <p:cNvPr id="3495" name="Rectangle 4"/>
          <p:cNvSpPr>
            <a:spLocks noChangeArrowheads="1"/>
          </p:cNvSpPr>
          <p:nvPr/>
        </p:nvSpPr>
        <p:spPr bwMode="auto">
          <a:xfrm>
            <a:off x="1365758" y="1593646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496" name="TextBox 3"/>
          <p:cNvSpPr txBox="1"/>
          <p:nvPr/>
        </p:nvSpPr>
        <p:spPr>
          <a:xfrm>
            <a:off x="1314958" y="156484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497" name="TextBox 3"/>
          <p:cNvSpPr txBox="1"/>
          <p:nvPr/>
        </p:nvSpPr>
        <p:spPr>
          <a:xfrm>
            <a:off x="1314958" y="1682292"/>
            <a:ext cx="7028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Biomedical </a:t>
            </a:r>
            <a:endParaRPr lang="en-US" dirty="0"/>
          </a:p>
        </p:txBody>
      </p:sp>
      <p:sp>
        <p:nvSpPr>
          <p:cNvPr id="3498" name="TextBox 3"/>
          <p:cNvSpPr txBox="1"/>
          <p:nvPr/>
        </p:nvSpPr>
        <p:spPr>
          <a:xfrm>
            <a:off x="1314958" y="1799742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499" name="Rectangle 4"/>
          <p:cNvSpPr>
            <a:spLocks noChangeArrowheads="1"/>
          </p:cNvSpPr>
          <p:nvPr/>
        </p:nvSpPr>
        <p:spPr bwMode="auto">
          <a:xfrm>
            <a:off x="2163546" y="1593646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00" name="TextBox 3"/>
          <p:cNvSpPr txBox="1"/>
          <p:nvPr/>
        </p:nvSpPr>
        <p:spPr>
          <a:xfrm>
            <a:off x="2112746" y="156484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414120</a:t>
            </a:r>
            <a:endParaRPr lang="en-US" dirty="0"/>
          </a:p>
        </p:txBody>
      </p:sp>
      <p:sp>
        <p:nvSpPr>
          <p:cNvPr id="3501" name="Rectangle 4"/>
          <p:cNvSpPr>
            <a:spLocks noChangeArrowheads="1"/>
          </p:cNvSpPr>
          <p:nvPr/>
        </p:nvSpPr>
        <p:spPr bwMode="auto">
          <a:xfrm>
            <a:off x="2622702" y="1593646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02" name="TextBox 3"/>
          <p:cNvSpPr txBox="1"/>
          <p:nvPr/>
        </p:nvSpPr>
        <p:spPr>
          <a:xfrm>
            <a:off x="2571902" y="1564843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Gratuity - Non-</a:t>
            </a:r>
            <a:endParaRPr lang="en-US" dirty="0"/>
          </a:p>
        </p:txBody>
      </p:sp>
      <p:sp>
        <p:nvSpPr>
          <p:cNvPr id="3503" name="TextBox 3"/>
          <p:cNvSpPr txBox="1"/>
          <p:nvPr/>
        </p:nvSpPr>
        <p:spPr>
          <a:xfrm>
            <a:off x="2571902" y="1682292"/>
            <a:ext cx="7538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pensionable </a:t>
            </a:r>
            <a:endParaRPr lang="en-US" dirty="0"/>
          </a:p>
        </p:txBody>
      </p:sp>
      <p:sp>
        <p:nvSpPr>
          <p:cNvPr id="3504" name="TextBox 3"/>
          <p:cNvSpPr txBox="1"/>
          <p:nvPr/>
        </p:nvSpPr>
        <p:spPr>
          <a:xfrm>
            <a:off x="2571902" y="1799742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3505" name="Rectangle 4"/>
          <p:cNvSpPr>
            <a:spLocks noChangeArrowheads="1"/>
          </p:cNvSpPr>
          <p:nvPr/>
        </p:nvSpPr>
        <p:spPr bwMode="auto">
          <a:xfrm>
            <a:off x="3680282" y="1593646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06" name="TextBox 3"/>
          <p:cNvSpPr txBox="1"/>
          <p:nvPr/>
        </p:nvSpPr>
        <p:spPr>
          <a:xfrm>
            <a:off x="3629482" y="156484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847.8470315.1.414120.000000.847001.100178</a:t>
            </a:r>
            <a:endParaRPr lang="en-US" dirty="0"/>
          </a:p>
        </p:txBody>
      </p:sp>
      <p:sp>
        <p:nvSpPr>
          <p:cNvPr id="3507" name="Rectangle 4"/>
          <p:cNvSpPr>
            <a:spLocks noChangeArrowheads="1"/>
          </p:cNvSpPr>
          <p:nvPr/>
        </p:nvSpPr>
        <p:spPr bwMode="auto">
          <a:xfrm>
            <a:off x="5918962" y="159364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08" name="TextBox 3"/>
          <p:cNvSpPr txBox="1"/>
          <p:nvPr/>
        </p:nvSpPr>
        <p:spPr>
          <a:xfrm>
            <a:off x="6382918" y="156484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3509" name="Rectangle 4"/>
          <p:cNvSpPr>
            <a:spLocks noChangeArrowheads="1"/>
          </p:cNvSpPr>
          <p:nvPr/>
        </p:nvSpPr>
        <p:spPr bwMode="auto">
          <a:xfrm>
            <a:off x="6566408" y="159364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10" name="TextBox 3"/>
          <p:cNvSpPr txBox="1"/>
          <p:nvPr/>
        </p:nvSpPr>
        <p:spPr>
          <a:xfrm>
            <a:off x="6719671" y="156484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167,156</a:t>
            </a:r>
            <a:endParaRPr lang="en-US" dirty="0"/>
          </a:p>
        </p:txBody>
      </p:sp>
      <p:sp>
        <p:nvSpPr>
          <p:cNvPr id="3511" name="Rectangle 4"/>
          <p:cNvSpPr>
            <a:spLocks noChangeArrowheads="1"/>
          </p:cNvSpPr>
          <p:nvPr/>
        </p:nvSpPr>
        <p:spPr bwMode="auto">
          <a:xfrm>
            <a:off x="7213854" y="159364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12" name="TextBox 3"/>
          <p:cNvSpPr txBox="1"/>
          <p:nvPr/>
        </p:nvSpPr>
        <p:spPr>
          <a:xfrm>
            <a:off x="7367118" y="156484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167,150</a:t>
            </a:r>
            <a:endParaRPr lang="en-US" dirty="0"/>
          </a:p>
        </p:txBody>
      </p:sp>
      <p:sp>
        <p:nvSpPr>
          <p:cNvPr id="3513" name="Rectangle 4"/>
          <p:cNvSpPr>
            <a:spLocks noChangeArrowheads="1"/>
          </p:cNvSpPr>
          <p:nvPr/>
        </p:nvSpPr>
        <p:spPr bwMode="auto">
          <a:xfrm>
            <a:off x="7861300" y="1593646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14" name="Rectangle 4"/>
          <p:cNvSpPr>
            <a:spLocks noChangeArrowheads="1"/>
          </p:cNvSpPr>
          <p:nvPr/>
        </p:nvSpPr>
        <p:spPr bwMode="auto">
          <a:xfrm>
            <a:off x="8094497" y="1593646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15" name="Rectangle 4"/>
          <p:cNvSpPr>
            <a:spLocks noChangeArrowheads="1"/>
          </p:cNvSpPr>
          <p:nvPr/>
        </p:nvSpPr>
        <p:spPr bwMode="auto">
          <a:xfrm>
            <a:off x="8333384" y="1593646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16" name="TextBox 3"/>
          <p:cNvSpPr txBox="1"/>
          <p:nvPr/>
        </p:nvSpPr>
        <p:spPr>
          <a:xfrm>
            <a:off x="8650986" y="156484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</a:t>
            </a:r>
            <a:endParaRPr lang="en-US" dirty="0"/>
          </a:p>
        </p:txBody>
      </p:sp>
      <p:sp>
        <p:nvSpPr>
          <p:cNvPr id="3517" name="Rectangle 4"/>
          <p:cNvSpPr>
            <a:spLocks noChangeArrowheads="1"/>
          </p:cNvSpPr>
          <p:nvPr/>
        </p:nvSpPr>
        <p:spPr bwMode="auto">
          <a:xfrm>
            <a:off x="878255" y="1988858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18" name="TextBox 3"/>
          <p:cNvSpPr txBox="1"/>
          <p:nvPr/>
        </p:nvSpPr>
        <p:spPr>
          <a:xfrm>
            <a:off x="827455" y="196005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8470315</a:t>
            </a:r>
            <a:endParaRPr lang="en-US" dirty="0"/>
          </a:p>
        </p:txBody>
      </p:sp>
      <p:sp>
        <p:nvSpPr>
          <p:cNvPr id="3519" name="Rectangle 4"/>
          <p:cNvSpPr>
            <a:spLocks noChangeArrowheads="1"/>
          </p:cNvSpPr>
          <p:nvPr/>
        </p:nvSpPr>
        <p:spPr bwMode="auto">
          <a:xfrm>
            <a:off x="1365758" y="1988858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20" name="TextBox 3"/>
          <p:cNvSpPr txBox="1"/>
          <p:nvPr/>
        </p:nvSpPr>
        <p:spPr>
          <a:xfrm>
            <a:off x="1314958" y="196005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521" name="TextBox 3"/>
          <p:cNvSpPr txBox="1"/>
          <p:nvPr/>
        </p:nvSpPr>
        <p:spPr>
          <a:xfrm>
            <a:off x="1314958" y="2077504"/>
            <a:ext cx="7028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Biomedical </a:t>
            </a:r>
            <a:endParaRPr lang="en-US" dirty="0"/>
          </a:p>
        </p:txBody>
      </p:sp>
      <p:sp>
        <p:nvSpPr>
          <p:cNvPr id="3522" name="TextBox 3"/>
          <p:cNvSpPr txBox="1"/>
          <p:nvPr/>
        </p:nvSpPr>
        <p:spPr>
          <a:xfrm>
            <a:off x="1314958" y="2194953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523" name="Rectangle 4"/>
          <p:cNvSpPr>
            <a:spLocks noChangeArrowheads="1"/>
          </p:cNvSpPr>
          <p:nvPr/>
        </p:nvSpPr>
        <p:spPr bwMode="auto">
          <a:xfrm>
            <a:off x="2163546" y="1988858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24" name="TextBox 3"/>
          <p:cNvSpPr txBox="1"/>
          <p:nvPr/>
        </p:nvSpPr>
        <p:spPr>
          <a:xfrm>
            <a:off x="2112746" y="196005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3525" name="Rectangle 4"/>
          <p:cNvSpPr>
            <a:spLocks noChangeArrowheads="1"/>
          </p:cNvSpPr>
          <p:nvPr/>
        </p:nvSpPr>
        <p:spPr bwMode="auto">
          <a:xfrm>
            <a:off x="2622702" y="1988858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26" name="TextBox 3"/>
          <p:cNvSpPr txBox="1"/>
          <p:nvPr/>
        </p:nvSpPr>
        <p:spPr>
          <a:xfrm>
            <a:off x="2571902" y="1960054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3527" name="TextBox 3"/>
          <p:cNvSpPr txBox="1"/>
          <p:nvPr/>
        </p:nvSpPr>
        <p:spPr>
          <a:xfrm>
            <a:off x="2571902" y="2077504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3528" name="Rectangle 4"/>
          <p:cNvSpPr>
            <a:spLocks noChangeArrowheads="1"/>
          </p:cNvSpPr>
          <p:nvPr/>
        </p:nvSpPr>
        <p:spPr bwMode="auto">
          <a:xfrm>
            <a:off x="3680282" y="1988858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29" name="TextBox 3"/>
          <p:cNvSpPr txBox="1"/>
          <p:nvPr/>
        </p:nvSpPr>
        <p:spPr>
          <a:xfrm>
            <a:off x="3629482" y="196005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847.8470315.1.415110.000000.847001.100178</a:t>
            </a:r>
            <a:endParaRPr lang="en-US" dirty="0"/>
          </a:p>
        </p:txBody>
      </p:sp>
      <p:sp>
        <p:nvSpPr>
          <p:cNvPr id="3530" name="Rectangle 4"/>
          <p:cNvSpPr>
            <a:spLocks noChangeArrowheads="1"/>
          </p:cNvSpPr>
          <p:nvPr/>
        </p:nvSpPr>
        <p:spPr bwMode="auto">
          <a:xfrm>
            <a:off x="5918962" y="198885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31" name="TextBox 3"/>
          <p:cNvSpPr txBox="1"/>
          <p:nvPr/>
        </p:nvSpPr>
        <p:spPr>
          <a:xfrm>
            <a:off x="6072225" y="196005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262,779</a:t>
            </a:r>
            <a:endParaRPr lang="en-US" dirty="0"/>
          </a:p>
        </p:txBody>
      </p:sp>
      <p:sp>
        <p:nvSpPr>
          <p:cNvPr id="3532" name="Rectangle 4"/>
          <p:cNvSpPr>
            <a:spLocks noChangeArrowheads="1"/>
          </p:cNvSpPr>
          <p:nvPr/>
        </p:nvSpPr>
        <p:spPr bwMode="auto">
          <a:xfrm>
            <a:off x="6566408" y="198885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33" name="TextBox 3"/>
          <p:cNvSpPr txBox="1"/>
          <p:nvPr/>
        </p:nvSpPr>
        <p:spPr>
          <a:xfrm>
            <a:off x="6719671" y="196005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135,699</a:t>
            </a:r>
            <a:endParaRPr lang="en-US" dirty="0"/>
          </a:p>
        </p:txBody>
      </p:sp>
      <p:sp>
        <p:nvSpPr>
          <p:cNvPr id="3534" name="Rectangle 4"/>
          <p:cNvSpPr>
            <a:spLocks noChangeArrowheads="1"/>
          </p:cNvSpPr>
          <p:nvPr/>
        </p:nvSpPr>
        <p:spPr bwMode="auto">
          <a:xfrm>
            <a:off x="7213854" y="198885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35" name="TextBox 3"/>
          <p:cNvSpPr txBox="1"/>
          <p:nvPr/>
        </p:nvSpPr>
        <p:spPr>
          <a:xfrm>
            <a:off x="7367118" y="196005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135,696</a:t>
            </a:r>
            <a:endParaRPr lang="en-US" dirty="0"/>
          </a:p>
        </p:txBody>
      </p:sp>
      <p:sp>
        <p:nvSpPr>
          <p:cNvPr id="3536" name="Rectangle 4"/>
          <p:cNvSpPr>
            <a:spLocks noChangeArrowheads="1"/>
          </p:cNvSpPr>
          <p:nvPr/>
        </p:nvSpPr>
        <p:spPr bwMode="auto">
          <a:xfrm>
            <a:off x="7861300" y="1988858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37" name="Rectangle 4"/>
          <p:cNvSpPr>
            <a:spLocks noChangeArrowheads="1"/>
          </p:cNvSpPr>
          <p:nvPr/>
        </p:nvSpPr>
        <p:spPr bwMode="auto">
          <a:xfrm>
            <a:off x="8094497" y="1988858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38" name="Rectangle 4"/>
          <p:cNvSpPr>
            <a:spLocks noChangeArrowheads="1"/>
          </p:cNvSpPr>
          <p:nvPr/>
        </p:nvSpPr>
        <p:spPr bwMode="auto">
          <a:xfrm>
            <a:off x="8333384" y="1988858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39" name="TextBox 3"/>
          <p:cNvSpPr txBox="1"/>
          <p:nvPr/>
        </p:nvSpPr>
        <p:spPr>
          <a:xfrm>
            <a:off x="8650986" y="196005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</a:t>
            </a:r>
            <a:endParaRPr lang="en-US" dirty="0"/>
          </a:p>
        </p:txBody>
      </p:sp>
      <p:sp>
        <p:nvSpPr>
          <p:cNvPr id="3540" name="Rectangle 4"/>
          <p:cNvSpPr>
            <a:spLocks noChangeArrowheads="1"/>
          </p:cNvSpPr>
          <p:nvPr/>
        </p:nvSpPr>
        <p:spPr bwMode="auto">
          <a:xfrm>
            <a:off x="878255" y="238406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41" name="TextBox 3"/>
          <p:cNvSpPr txBox="1"/>
          <p:nvPr/>
        </p:nvSpPr>
        <p:spPr>
          <a:xfrm>
            <a:off x="827455" y="235526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8470315</a:t>
            </a:r>
            <a:endParaRPr lang="en-US" dirty="0"/>
          </a:p>
        </p:txBody>
      </p:sp>
      <p:sp>
        <p:nvSpPr>
          <p:cNvPr id="3542" name="Rectangle 4"/>
          <p:cNvSpPr>
            <a:spLocks noChangeArrowheads="1"/>
          </p:cNvSpPr>
          <p:nvPr/>
        </p:nvSpPr>
        <p:spPr bwMode="auto">
          <a:xfrm>
            <a:off x="1365758" y="238406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43" name="TextBox 3"/>
          <p:cNvSpPr txBox="1"/>
          <p:nvPr/>
        </p:nvSpPr>
        <p:spPr>
          <a:xfrm>
            <a:off x="1314958" y="2355266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544" name="TextBox 3"/>
          <p:cNvSpPr txBox="1"/>
          <p:nvPr/>
        </p:nvSpPr>
        <p:spPr>
          <a:xfrm>
            <a:off x="1314958" y="2472715"/>
            <a:ext cx="7028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Biomedical </a:t>
            </a:r>
            <a:endParaRPr lang="en-US" dirty="0"/>
          </a:p>
        </p:txBody>
      </p:sp>
      <p:sp>
        <p:nvSpPr>
          <p:cNvPr id="3545" name="TextBox 3"/>
          <p:cNvSpPr txBox="1"/>
          <p:nvPr/>
        </p:nvSpPr>
        <p:spPr>
          <a:xfrm>
            <a:off x="1314958" y="2590165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546" name="Rectangle 4"/>
          <p:cNvSpPr>
            <a:spLocks noChangeArrowheads="1"/>
          </p:cNvSpPr>
          <p:nvPr/>
        </p:nvSpPr>
        <p:spPr bwMode="auto">
          <a:xfrm>
            <a:off x="2163546" y="238406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47" name="TextBox 3"/>
          <p:cNvSpPr txBox="1"/>
          <p:nvPr/>
        </p:nvSpPr>
        <p:spPr>
          <a:xfrm>
            <a:off x="2112746" y="235526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415182</a:t>
            </a:r>
            <a:endParaRPr lang="en-US" dirty="0"/>
          </a:p>
        </p:txBody>
      </p:sp>
      <p:sp>
        <p:nvSpPr>
          <p:cNvPr id="3548" name="Rectangle 4"/>
          <p:cNvSpPr>
            <a:spLocks noChangeArrowheads="1"/>
          </p:cNvSpPr>
          <p:nvPr/>
        </p:nvSpPr>
        <p:spPr bwMode="auto">
          <a:xfrm>
            <a:off x="2622702" y="238406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49" name="TextBox 3"/>
          <p:cNvSpPr txBox="1"/>
          <p:nvPr/>
        </p:nvSpPr>
        <p:spPr>
          <a:xfrm>
            <a:off x="2571902" y="2355266"/>
            <a:ext cx="102483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Saudi </a:t>
            </a:r>
            <a:endParaRPr lang="en-US" dirty="0"/>
          </a:p>
        </p:txBody>
      </p:sp>
      <p:sp>
        <p:nvSpPr>
          <p:cNvPr id="3550" name="TextBox 3"/>
          <p:cNvSpPr txBox="1"/>
          <p:nvPr/>
        </p:nvSpPr>
        <p:spPr>
          <a:xfrm>
            <a:off x="2571902" y="2472715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</a:t>
            </a:r>
            <a:endParaRPr lang="en-US" dirty="0"/>
          </a:p>
        </p:txBody>
      </p:sp>
      <p:sp>
        <p:nvSpPr>
          <p:cNvPr id="3551" name="Rectangle 4"/>
          <p:cNvSpPr>
            <a:spLocks noChangeArrowheads="1"/>
          </p:cNvSpPr>
          <p:nvPr/>
        </p:nvSpPr>
        <p:spPr bwMode="auto">
          <a:xfrm>
            <a:off x="3680282" y="238406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52" name="TextBox 3"/>
          <p:cNvSpPr txBox="1"/>
          <p:nvPr/>
        </p:nvSpPr>
        <p:spPr>
          <a:xfrm>
            <a:off x="3629482" y="235526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847.8470315.1.415182.000000.847001.100178</a:t>
            </a:r>
            <a:endParaRPr lang="en-US" dirty="0"/>
          </a:p>
        </p:txBody>
      </p:sp>
      <p:sp>
        <p:nvSpPr>
          <p:cNvPr id="3553" name="Rectangle 4"/>
          <p:cNvSpPr>
            <a:spLocks noChangeArrowheads="1"/>
          </p:cNvSpPr>
          <p:nvPr/>
        </p:nvSpPr>
        <p:spPr bwMode="auto">
          <a:xfrm>
            <a:off x="5918962" y="238406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54" name="TextBox 3"/>
          <p:cNvSpPr txBox="1"/>
          <p:nvPr/>
        </p:nvSpPr>
        <p:spPr>
          <a:xfrm>
            <a:off x="6128715" y="235526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24,156</a:t>
            </a:r>
            <a:endParaRPr lang="en-US" dirty="0"/>
          </a:p>
        </p:txBody>
      </p:sp>
      <p:sp>
        <p:nvSpPr>
          <p:cNvPr id="3555" name="Rectangle 4"/>
          <p:cNvSpPr>
            <a:spLocks noChangeArrowheads="1"/>
          </p:cNvSpPr>
          <p:nvPr/>
        </p:nvSpPr>
        <p:spPr bwMode="auto">
          <a:xfrm>
            <a:off x="6566408" y="238406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56" name="TextBox 3"/>
          <p:cNvSpPr txBox="1"/>
          <p:nvPr/>
        </p:nvSpPr>
        <p:spPr>
          <a:xfrm>
            <a:off x="6776161" y="235526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25,256</a:t>
            </a:r>
            <a:endParaRPr lang="en-US" dirty="0"/>
          </a:p>
        </p:txBody>
      </p:sp>
      <p:sp>
        <p:nvSpPr>
          <p:cNvPr id="3557" name="Rectangle 4"/>
          <p:cNvSpPr>
            <a:spLocks noChangeArrowheads="1"/>
          </p:cNvSpPr>
          <p:nvPr/>
        </p:nvSpPr>
        <p:spPr bwMode="auto">
          <a:xfrm>
            <a:off x="7213854" y="238406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58" name="TextBox 3"/>
          <p:cNvSpPr txBox="1"/>
          <p:nvPr/>
        </p:nvSpPr>
        <p:spPr>
          <a:xfrm>
            <a:off x="7423607" y="235526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25,254</a:t>
            </a:r>
            <a:endParaRPr lang="en-US" dirty="0"/>
          </a:p>
        </p:txBody>
      </p:sp>
      <p:sp>
        <p:nvSpPr>
          <p:cNvPr id="3559" name="Rectangle 4"/>
          <p:cNvSpPr>
            <a:spLocks noChangeArrowheads="1"/>
          </p:cNvSpPr>
          <p:nvPr/>
        </p:nvSpPr>
        <p:spPr bwMode="auto">
          <a:xfrm>
            <a:off x="7861300" y="238406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60" name="Rectangle 4"/>
          <p:cNvSpPr>
            <a:spLocks noChangeArrowheads="1"/>
          </p:cNvSpPr>
          <p:nvPr/>
        </p:nvSpPr>
        <p:spPr bwMode="auto">
          <a:xfrm>
            <a:off x="8094497" y="238406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61" name="Rectangle 4"/>
          <p:cNvSpPr>
            <a:spLocks noChangeArrowheads="1"/>
          </p:cNvSpPr>
          <p:nvPr/>
        </p:nvSpPr>
        <p:spPr bwMode="auto">
          <a:xfrm>
            <a:off x="8333384" y="238406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62" name="TextBox 3"/>
          <p:cNvSpPr txBox="1"/>
          <p:nvPr/>
        </p:nvSpPr>
        <p:spPr>
          <a:xfrm>
            <a:off x="8650986" y="235526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</a:t>
            </a:r>
            <a:endParaRPr lang="en-US" dirty="0"/>
          </a:p>
        </p:txBody>
      </p:sp>
      <p:sp>
        <p:nvSpPr>
          <p:cNvPr id="3563" name="Rectangle 4"/>
          <p:cNvSpPr>
            <a:spLocks noChangeArrowheads="1"/>
          </p:cNvSpPr>
          <p:nvPr/>
        </p:nvSpPr>
        <p:spPr bwMode="auto">
          <a:xfrm>
            <a:off x="878255" y="2779280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64" name="TextBox 3"/>
          <p:cNvSpPr txBox="1"/>
          <p:nvPr/>
        </p:nvSpPr>
        <p:spPr>
          <a:xfrm>
            <a:off x="827455" y="275047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8470315</a:t>
            </a:r>
            <a:endParaRPr lang="en-US" dirty="0"/>
          </a:p>
        </p:txBody>
      </p:sp>
      <p:sp>
        <p:nvSpPr>
          <p:cNvPr id="3565" name="Rectangle 4"/>
          <p:cNvSpPr>
            <a:spLocks noChangeArrowheads="1"/>
          </p:cNvSpPr>
          <p:nvPr/>
        </p:nvSpPr>
        <p:spPr bwMode="auto">
          <a:xfrm>
            <a:off x="1365758" y="2779280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66" name="TextBox 3"/>
          <p:cNvSpPr txBox="1"/>
          <p:nvPr/>
        </p:nvSpPr>
        <p:spPr>
          <a:xfrm>
            <a:off x="1314958" y="2750477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567" name="TextBox 3"/>
          <p:cNvSpPr txBox="1"/>
          <p:nvPr/>
        </p:nvSpPr>
        <p:spPr>
          <a:xfrm>
            <a:off x="1314958" y="2867927"/>
            <a:ext cx="7028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Biomedical </a:t>
            </a:r>
            <a:endParaRPr lang="en-US" dirty="0"/>
          </a:p>
        </p:txBody>
      </p:sp>
      <p:sp>
        <p:nvSpPr>
          <p:cNvPr id="3568" name="TextBox 3"/>
          <p:cNvSpPr txBox="1"/>
          <p:nvPr/>
        </p:nvSpPr>
        <p:spPr>
          <a:xfrm>
            <a:off x="1314958" y="2985376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569" name="Rectangle 4"/>
          <p:cNvSpPr>
            <a:spLocks noChangeArrowheads="1"/>
          </p:cNvSpPr>
          <p:nvPr/>
        </p:nvSpPr>
        <p:spPr bwMode="auto">
          <a:xfrm>
            <a:off x="2163546" y="2779280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70" name="TextBox 3"/>
          <p:cNvSpPr txBox="1"/>
          <p:nvPr/>
        </p:nvSpPr>
        <p:spPr>
          <a:xfrm>
            <a:off x="2112746" y="275047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3571" name="Rectangle 4"/>
          <p:cNvSpPr>
            <a:spLocks noChangeArrowheads="1"/>
          </p:cNvSpPr>
          <p:nvPr/>
        </p:nvSpPr>
        <p:spPr bwMode="auto">
          <a:xfrm>
            <a:off x="2622702" y="2779280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72" name="TextBox 3"/>
          <p:cNvSpPr txBox="1"/>
          <p:nvPr/>
        </p:nvSpPr>
        <p:spPr>
          <a:xfrm>
            <a:off x="2571902" y="2750477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3573" name="TextBox 3"/>
          <p:cNvSpPr txBox="1"/>
          <p:nvPr/>
        </p:nvSpPr>
        <p:spPr>
          <a:xfrm>
            <a:off x="2571902" y="2867927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3574" name="Rectangle 4"/>
          <p:cNvSpPr>
            <a:spLocks noChangeArrowheads="1"/>
          </p:cNvSpPr>
          <p:nvPr/>
        </p:nvSpPr>
        <p:spPr bwMode="auto">
          <a:xfrm>
            <a:off x="3680282" y="2779280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75" name="TextBox 3"/>
          <p:cNvSpPr txBox="1"/>
          <p:nvPr/>
        </p:nvSpPr>
        <p:spPr>
          <a:xfrm>
            <a:off x="3629482" y="275047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847.8470315.1.416110.000000.847001.100178</a:t>
            </a:r>
            <a:endParaRPr lang="en-US" dirty="0"/>
          </a:p>
        </p:txBody>
      </p:sp>
      <p:sp>
        <p:nvSpPr>
          <p:cNvPr id="3576" name="Rectangle 4"/>
          <p:cNvSpPr>
            <a:spLocks noChangeArrowheads="1"/>
          </p:cNvSpPr>
          <p:nvPr/>
        </p:nvSpPr>
        <p:spPr bwMode="auto">
          <a:xfrm>
            <a:off x="5918962" y="277928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77" name="TextBox 3"/>
          <p:cNvSpPr txBox="1"/>
          <p:nvPr/>
        </p:nvSpPr>
        <p:spPr>
          <a:xfrm>
            <a:off x="6382918" y="275047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3578" name="Rectangle 4"/>
          <p:cNvSpPr>
            <a:spLocks noChangeArrowheads="1"/>
          </p:cNvSpPr>
          <p:nvPr/>
        </p:nvSpPr>
        <p:spPr bwMode="auto">
          <a:xfrm>
            <a:off x="6566408" y="277928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79" name="TextBox 3"/>
          <p:cNvSpPr txBox="1"/>
          <p:nvPr/>
        </p:nvSpPr>
        <p:spPr>
          <a:xfrm>
            <a:off x="6719671" y="275047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213,785</a:t>
            </a:r>
            <a:endParaRPr lang="en-US" dirty="0"/>
          </a:p>
        </p:txBody>
      </p:sp>
      <p:sp>
        <p:nvSpPr>
          <p:cNvPr id="3580" name="Rectangle 4"/>
          <p:cNvSpPr>
            <a:spLocks noChangeArrowheads="1"/>
          </p:cNvSpPr>
          <p:nvPr/>
        </p:nvSpPr>
        <p:spPr bwMode="auto">
          <a:xfrm>
            <a:off x="7213854" y="277928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81" name="TextBox 3"/>
          <p:cNvSpPr txBox="1"/>
          <p:nvPr/>
        </p:nvSpPr>
        <p:spPr>
          <a:xfrm>
            <a:off x="7367118" y="275047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212,292</a:t>
            </a:r>
            <a:endParaRPr lang="en-US" dirty="0"/>
          </a:p>
        </p:txBody>
      </p:sp>
      <p:sp>
        <p:nvSpPr>
          <p:cNvPr id="3582" name="Rectangle 4"/>
          <p:cNvSpPr>
            <a:spLocks noChangeArrowheads="1"/>
          </p:cNvSpPr>
          <p:nvPr/>
        </p:nvSpPr>
        <p:spPr bwMode="auto">
          <a:xfrm>
            <a:off x="7861300" y="2779280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83" name="Rectangle 4"/>
          <p:cNvSpPr>
            <a:spLocks noChangeArrowheads="1"/>
          </p:cNvSpPr>
          <p:nvPr/>
        </p:nvSpPr>
        <p:spPr bwMode="auto">
          <a:xfrm>
            <a:off x="8094497" y="2779280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84" name="Rectangle 4"/>
          <p:cNvSpPr>
            <a:spLocks noChangeArrowheads="1"/>
          </p:cNvSpPr>
          <p:nvPr/>
        </p:nvSpPr>
        <p:spPr bwMode="auto">
          <a:xfrm>
            <a:off x="8333384" y="2779280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85" name="TextBox 3"/>
          <p:cNvSpPr txBox="1"/>
          <p:nvPr/>
        </p:nvSpPr>
        <p:spPr>
          <a:xfrm>
            <a:off x="8453272" y="2750477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1,493</a:t>
            </a:r>
            <a:endParaRPr lang="en-US" dirty="0"/>
          </a:p>
        </p:txBody>
      </p:sp>
      <p:sp>
        <p:nvSpPr>
          <p:cNvPr id="3586" name="Rectangle 4"/>
          <p:cNvSpPr>
            <a:spLocks noChangeArrowheads="1"/>
          </p:cNvSpPr>
          <p:nvPr/>
        </p:nvSpPr>
        <p:spPr bwMode="auto">
          <a:xfrm>
            <a:off x="878255" y="3174492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87" name="TextBox 3"/>
          <p:cNvSpPr txBox="1"/>
          <p:nvPr/>
        </p:nvSpPr>
        <p:spPr>
          <a:xfrm>
            <a:off x="827455" y="314568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8470315</a:t>
            </a:r>
            <a:endParaRPr lang="en-US" dirty="0"/>
          </a:p>
        </p:txBody>
      </p:sp>
      <p:sp>
        <p:nvSpPr>
          <p:cNvPr id="3588" name="Rectangle 4"/>
          <p:cNvSpPr>
            <a:spLocks noChangeArrowheads="1"/>
          </p:cNvSpPr>
          <p:nvPr/>
        </p:nvSpPr>
        <p:spPr bwMode="auto">
          <a:xfrm>
            <a:off x="1365758" y="3174492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89" name="TextBox 3"/>
          <p:cNvSpPr txBox="1"/>
          <p:nvPr/>
        </p:nvSpPr>
        <p:spPr>
          <a:xfrm>
            <a:off x="1314958" y="3145688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590" name="TextBox 3"/>
          <p:cNvSpPr txBox="1"/>
          <p:nvPr/>
        </p:nvSpPr>
        <p:spPr>
          <a:xfrm>
            <a:off x="1314958" y="3263138"/>
            <a:ext cx="7028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Biomedical </a:t>
            </a:r>
            <a:endParaRPr lang="en-US" dirty="0"/>
          </a:p>
        </p:txBody>
      </p:sp>
      <p:sp>
        <p:nvSpPr>
          <p:cNvPr id="3591" name="TextBox 3"/>
          <p:cNvSpPr txBox="1"/>
          <p:nvPr/>
        </p:nvSpPr>
        <p:spPr>
          <a:xfrm>
            <a:off x="1314958" y="3380587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592" name="Rectangle 4"/>
          <p:cNvSpPr>
            <a:spLocks noChangeArrowheads="1"/>
          </p:cNvSpPr>
          <p:nvPr/>
        </p:nvSpPr>
        <p:spPr bwMode="auto">
          <a:xfrm>
            <a:off x="2163546" y="3174492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93" name="TextBox 3"/>
          <p:cNvSpPr txBox="1"/>
          <p:nvPr/>
        </p:nvSpPr>
        <p:spPr>
          <a:xfrm>
            <a:off x="2112746" y="314568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3594" name="Rectangle 4"/>
          <p:cNvSpPr>
            <a:spLocks noChangeArrowheads="1"/>
          </p:cNvSpPr>
          <p:nvPr/>
        </p:nvSpPr>
        <p:spPr bwMode="auto">
          <a:xfrm>
            <a:off x="2622702" y="3174492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95" name="TextBox 3"/>
          <p:cNvSpPr txBox="1"/>
          <p:nvPr/>
        </p:nvSpPr>
        <p:spPr>
          <a:xfrm>
            <a:off x="2571902" y="3145688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3596" name="TextBox 3"/>
          <p:cNvSpPr txBox="1"/>
          <p:nvPr/>
        </p:nvSpPr>
        <p:spPr>
          <a:xfrm>
            <a:off x="2571902" y="3263138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3597" name="Rectangle 4"/>
          <p:cNvSpPr>
            <a:spLocks noChangeArrowheads="1"/>
          </p:cNvSpPr>
          <p:nvPr/>
        </p:nvSpPr>
        <p:spPr bwMode="auto">
          <a:xfrm>
            <a:off x="3680282" y="3174492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598" name="TextBox 3"/>
          <p:cNvSpPr txBox="1"/>
          <p:nvPr/>
        </p:nvSpPr>
        <p:spPr>
          <a:xfrm>
            <a:off x="3629482" y="314568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847.8470315.1.416310.000000.847001.100178</a:t>
            </a:r>
            <a:endParaRPr lang="en-US" dirty="0"/>
          </a:p>
        </p:txBody>
      </p:sp>
      <p:sp>
        <p:nvSpPr>
          <p:cNvPr id="3599" name="Rectangle 4"/>
          <p:cNvSpPr>
            <a:spLocks noChangeArrowheads="1"/>
          </p:cNvSpPr>
          <p:nvPr/>
        </p:nvSpPr>
        <p:spPr bwMode="auto">
          <a:xfrm>
            <a:off x="5918962" y="317449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00" name="TextBox 3"/>
          <p:cNvSpPr txBox="1"/>
          <p:nvPr/>
        </p:nvSpPr>
        <p:spPr>
          <a:xfrm>
            <a:off x="6072225" y="314568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231,367</a:t>
            </a:r>
            <a:endParaRPr lang="en-US" dirty="0"/>
          </a:p>
        </p:txBody>
      </p:sp>
      <p:sp>
        <p:nvSpPr>
          <p:cNvPr id="3601" name="Rectangle 4"/>
          <p:cNvSpPr>
            <a:spLocks noChangeArrowheads="1"/>
          </p:cNvSpPr>
          <p:nvPr/>
        </p:nvSpPr>
        <p:spPr bwMode="auto">
          <a:xfrm>
            <a:off x="6566408" y="317449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02" name="TextBox 3"/>
          <p:cNvSpPr txBox="1"/>
          <p:nvPr/>
        </p:nvSpPr>
        <p:spPr>
          <a:xfrm>
            <a:off x="6719671" y="314568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199,027</a:t>
            </a:r>
            <a:endParaRPr lang="en-US" dirty="0"/>
          </a:p>
        </p:txBody>
      </p:sp>
      <p:sp>
        <p:nvSpPr>
          <p:cNvPr id="3603" name="Rectangle 4"/>
          <p:cNvSpPr>
            <a:spLocks noChangeArrowheads="1"/>
          </p:cNvSpPr>
          <p:nvPr/>
        </p:nvSpPr>
        <p:spPr bwMode="auto">
          <a:xfrm>
            <a:off x="7213854" y="317449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04" name="TextBox 3"/>
          <p:cNvSpPr txBox="1"/>
          <p:nvPr/>
        </p:nvSpPr>
        <p:spPr>
          <a:xfrm>
            <a:off x="7367118" y="314568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199,027</a:t>
            </a:r>
            <a:endParaRPr lang="en-US" dirty="0"/>
          </a:p>
        </p:txBody>
      </p:sp>
      <p:sp>
        <p:nvSpPr>
          <p:cNvPr id="3605" name="Rectangle 4"/>
          <p:cNvSpPr>
            <a:spLocks noChangeArrowheads="1"/>
          </p:cNvSpPr>
          <p:nvPr/>
        </p:nvSpPr>
        <p:spPr bwMode="auto">
          <a:xfrm>
            <a:off x="7861300" y="3174492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06" name="Rectangle 4"/>
          <p:cNvSpPr>
            <a:spLocks noChangeArrowheads="1"/>
          </p:cNvSpPr>
          <p:nvPr/>
        </p:nvSpPr>
        <p:spPr bwMode="auto">
          <a:xfrm>
            <a:off x="8094497" y="3174492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07" name="Rectangle 4"/>
          <p:cNvSpPr>
            <a:spLocks noChangeArrowheads="1"/>
          </p:cNvSpPr>
          <p:nvPr/>
        </p:nvSpPr>
        <p:spPr bwMode="auto">
          <a:xfrm>
            <a:off x="8333384" y="3174492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08" name="TextBox 3"/>
          <p:cNvSpPr txBox="1"/>
          <p:nvPr/>
        </p:nvSpPr>
        <p:spPr>
          <a:xfrm>
            <a:off x="8650986" y="314568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3609" name="Rectangle 4"/>
          <p:cNvSpPr>
            <a:spLocks noChangeArrowheads="1"/>
          </p:cNvSpPr>
          <p:nvPr/>
        </p:nvSpPr>
        <p:spPr bwMode="auto">
          <a:xfrm>
            <a:off x="878255" y="3569703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610" name="TextBox 3"/>
          <p:cNvSpPr txBox="1"/>
          <p:nvPr/>
        </p:nvSpPr>
        <p:spPr>
          <a:xfrm>
            <a:off x="827455" y="354089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8470315</a:t>
            </a:r>
            <a:endParaRPr lang="en-US" dirty="0"/>
          </a:p>
        </p:txBody>
      </p:sp>
      <p:sp>
        <p:nvSpPr>
          <p:cNvPr id="3611" name="TextBox 3"/>
          <p:cNvSpPr txBox="1"/>
          <p:nvPr/>
        </p:nvSpPr>
        <p:spPr>
          <a:xfrm>
            <a:off x="827455" y="3658349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3612" name="Rectangle 4"/>
          <p:cNvSpPr>
            <a:spLocks noChangeArrowheads="1"/>
          </p:cNvSpPr>
          <p:nvPr/>
        </p:nvSpPr>
        <p:spPr bwMode="auto">
          <a:xfrm>
            <a:off x="1365758" y="3569703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613" name="Rectangle 4"/>
          <p:cNvSpPr>
            <a:spLocks noChangeArrowheads="1"/>
          </p:cNvSpPr>
          <p:nvPr/>
        </p:nvSpPr>
        <p:spPr bwMode="auto">
          <a:xfrm>
            <a:off x="2163546" y="3569703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614" name="Rectangle 4"/>
          <p:cNvSpPr>
            <a:spLocks noChangeArrowheads="1"/>
          </p:cNvSpPr>
          <p:nvPr/>
        </p:nvSpPr>
        <p:spPr bwMode="auto">
          <a:xfrm>
            <a:off x="2622702" y="3569703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615" name="Rectangle 4"/>
          <p:cNvSpPr>
            <a:spLocks noChangeArrowheads="1"/>
          </p:cNvSpPr>
          <p:nvPr/>
        </p:nvSpPr>
        <p:spPr bwMode="auto">
          <a:xfrm>
            <a:off x="3680282" y="3569703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616" name="Rectangle 4"/>
          <p:cNvSpPr>
            <a:spLocks noChangeArrowheads="1"/>
          </p:cNvSpPr>
          <p:nvPr/>
        </p:nvSpPr>
        <p:spPr bwMode="auto">
          <a:xfrm>
            <a:off x="5918962" y="3569703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617" name="TextBox 3"/>
          <p:cNvSpPr txBox="1"/>
          <p:nvPr/>
        </p:nvSpPr>
        <p:spPr>
          <a:xfrm>
            <a:off x="5931001" y="3540899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10,224,302</a:t>
            </a:r>
            <a:endParaRPr lang="en-US" dirty="0"/>
          </a:p>
        </p:txBody>
      </p:sp>
      <p:sp>
        <p:nvSpPr>
          <p:cNvPr id="3618" name="Rectangle 4"/>
          <p:cNvSpPr>
            <a:spLocks noChangeArrowheads="1"/>
          </p:cNvSpPr>
          <p:nvPr/>
        </p:nvSpPr>
        <p:spPr bwMode="auto">
          <a:xfrm>
            <a:off x="6566408" y="3569703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619" name="TextBox 3"/>
          <p:cNvSpPr txBox="1"/>
          <p:nvPr/>
        </p:nvSpPr>
        <p:spPr>
          <a:xfrm>
            <a:off x="6634937" y="354089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9,843,610</a:t>
            </a:r>
            <a:endParaRPr lang="en-US" dirty="0"/>
          </a:p>
        </p:txBody>
      </p:sp>
      <p:sp>
        <p:nvSpPr>
          <p:cNvPr id="3620" name="Rectangle 4"/>
          <p:cNvSpPr>
            <a:spLocks noChangeArrowheads="1"/>
          </p:cNvSpPr>
          <p:nvPr/>
        </p:nvSpPr>
        <p:spPr bwMode="auto">
          <a:xfrm>
            <a:off x="7213854" y="3569703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621" name="TextBox 3"/>
          <p:cNvSpPr txBox="1"/>
          <p:nvPr/>
        </p:nvSpPr>
        <p:spPr>
          <a:xfrm>
            <a:off x="7282383" y="354089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9,842,055</a:t>
            </a:r>
            <a:endParaRPr lang="en-US" dirty="0"/>
          </a:p>
        </p:txBody>
      </p:sp>
      <p:sp>
        <p:nvSpPr>
          <p:cNvPr id="3622" name="Rectangle 4"/>
          <p:cNvSpPr>
            <a:spLocks noChangeArrowheads="1"/>
          </p:cNvSpPr>
          <p:nvPr/>
        </p:nvSpPr>
        <p:spPr bwMode="auto">
          <a:xfrm>
            <a:off x="7861300" y="3569703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623" name="Rectangle 4"/>
          <p:cNvSpPr>
            <a:spLocks noChangeArrowheads="1"/>
          </p:cNvSpPr>
          <p:nvPr/>
        </p:nvSpPr>
        <p:spPr bwMode="auto">
          <a:xfrm>
            <a:off x="8094497" y="3569703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624" name="Rectangle 4"/>
          <p:cNvSpPr>
            <a:spLocks noChangeArrowheads="1"/>
          </p:cNvSpPr>
          <p:nvPr/>
        </p:nvSpPr>
        <p:spPr bwMode="auto">
          <a:xfrm>
            <a:off x="8333384" y="3569703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625" name="TextBox 3"/>
          <p:cNvSpPr txBox="1"/>
          <p:nvPr/>
        </p:nvSpPr>
        <p:spPr>
          <a:xfrm>
            <a:off x="8453272" y="3540899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1,555</a:t>
            </a:r>
            <a:endParaRPr lang="en-US" dirty="0"/>
          </a:p>
        </p:txBody>
      </p:sp>
      <p:sp>
        <p:nvSpPr>
          <p:cNvPr id="3626" name="Rectangle 4"/>
          <p:cNvSpPr>
            <a:spLocks noChangeArrowheads="1"/>
          </p:cNvSpPr>
          <p:nvPr/>
        </p:nvSpPr>
        <p:spPr bwMode="auto">
          <a:xfrm>
            <a:off x="878255" y="3847465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27" name="TextBox 3"/>
          <p:cNvSpPr txBox="1"/>
          <p:nvPr/>
        </p:nvSpPr>
        <p:spPr>
          <a:xfrm>
            <a:off x="827455" y="381866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8470320</a:t>
            </a:r>
            <a:endParaRPr lang="en-US" dirty="0"/>
          </a:p>
        </p:txBody>
      </p:sp>
      <p:sp>
        <p:nvSpPr>
          <p:cNvPr id="3628" name="Rectangle 4"/>
          <p:cNvSpPr>
            <a:spLocks noChangeArrowheads="1"/>
          </p:cNvSpPr>
          <p:nvPr/>
        </p:nvSpPr>
        <p:spPr bwMode="auto">
          <a:xfrm>
            <a:off x="1365758" y="3847465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29" name="TextBox 3"/>
          <p:cNvSpPr txBox="1"/>
          <p:nvPr/>
        </p:nvSpPr>
        <p:spPr>
          <a:xfrm>
            <a:off x="1314958" y="381866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630" name="TextBox 3"/>
          <p:cNvSpPr txBox="1"/>
          <p:nvPr/>
        </p:nvSpPr>
        <p:spPr>
          <a:xfrm>
            <a:off x="1314958" y="3936110"/>
            <a:ext cx="6294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Chemical </a:t>
            </a:r>
            <a:endParaRPr lang="en-US" dirty="0"/>
          </a:p>
        </p:txBody>
      </p:sp>
      <p:sp>
        <p:nvSpPr>
          <p:cNvPr id="3631" name="TextBox 3"/>
          <p:cNvSpPr txBox="1"/>
          <p:nvPr/>
        </p:nvSpPr>
        <p:spPr>
          <a:xfrm>
            <a:off x="1314958" y="4053560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632" name="Rectangle 4"/>
          <p:cNvSpPr>
            <a:spLocks noChangeArrowheads="1"/>
          </p:cNvSpPr>
          <p:nvPr/>
        </p:nvSpPr>
        <p:spPr bwMode="auto">
          <a:xfrm>
            <a:off x="2163546" y="3847465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33" name="TextBox 3"/>
          <p:cNvSpPr txBox="1"/>
          <p:nvPr/>
        </p:nvSpPr>
        <p:spPr>
          <a:xfrm>
            <a:off x="2112746" y="381866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3634" name="Rectangle 4"/>
          <p:cNvSpPr>
            <a:spLocks noChangeArrowheads="1"/>
          </p:cNvSpPr>
          <p:nvPr/>
        </p:nvSpPr>
        <p:spPr bwMode="auto">
          <a:xfrm>
            <a:off x="2622702" y="3847465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35" name="TextBox 3"/>
          <p:cNvSpPr txBox="1"/>
          <p:nvPr/>
        </p:nvSpPr>
        <p:spPr>
          <a:xfrm>
            <a:off x="2571902" y="3818661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3636" name="TextBox 3"/>
          <p:cNvSpPr txBox="1"/>
          <p:nvPr/>
        </p:nvSpPr>
        <p:spPr>
          <a:xfrm>
            <a:off x="2571902" y="3936110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3637" name="Rectangle 4"/>
          <p:cNvSpPr>
            <a:spLocks noChangeArrowheads="1"/>
          </p:cNvSpPr>
          <p:nvPr/>
        </p:nvSpPr>
        <p:spPr bwMode="auto">
          <a:xfrm>
            <a:off x="3680282" y="3847465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38" name="TextBox 3"/>
          <p:cNvSpPr txBox="1"/>
          <p:nvPr/>
        </p:nvSpPr>
        <p:spPr>
          <a:xfrm>
            <a:off x="3629482" y="381866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847.8470320.1.412121.000000.847001.100178</a:t>
            </a:r>
            <a:endParaRPr lang="en-US" dirty="0"/>
          </a:p>
        </p:txBody>
      </p:sp>
      <p:sp>
        <p:nvSpPr>
          <p:cNvPr id="3639" name="Rectangle 4"/>
          <p:cNvSpPr>
            <a:spLocks noChangeArrowheads="1"/>
          </p:cNvSpPr>
          <p:nvPr/>
        </p:nvSpPr>
        <p:spPr bwMode="auto">
          <a:xfrm>
            <a:off x="5918962" y="384746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40" name="TextBox 3"/>
          <p:cNvSpPr txBox="1"/>
          <p:nvPr/>
        </p:nvSpPr>
        <p:spPr>
          <a:xfrm>
            <a:off x="5931001" y="3818661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15,035,757</a:t>
            </a:r>
            <a:endParaRPr lang="en-US" dirty="0"/>
          </a:p>
        </p:txBody>
      </p:sp>
      <p:sp>
        <p:nvSpPr>
          <p:cNvPr id="3641" name="Rectangle 4"/>
          <p:cNvSpPr>
            <a:spLocks noChangeArrowheads="1"/>
          </p:cNvSpPr>
          <p:nvPr/>
        </p:nvSpPr>
        <p:spPr bwMode="auto">
          <a:xfrm>
            <a:off x="6566408" y="384746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42" name="TextBox 3"/>
          <p:cNvSpPr txBox="1"/>
          <p:nvPr/>
        </p:nvSpPr>
        <p:spPr>
          <a:xfrm>
            <a:off x="6578447" y="3818661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14,821,757</a:t>
            </a:r>
            <a:endParaRPr lang="en-US" dirty="0"/>
          </a:p>
        </p:txBody>
      </p:sp>
      <p:sp>
        <p:nvSpPr>
          <p:cNvPr id="3643" name="Rectangle 4"/>
          <p:cNvSpPr>
            <a:spLocks noChangeArrowheads="1"/>
          </p:cNvSpPr>
          <p:nvPr/>
        </p:nvSpPr>
        <p:spPr bwMode="auto">
          <a:xfrm>
            <a:off x="7213854" y="384746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44" name="TextBox 3"/>
          <p:cNvSpPr txBox="1"/>
          <p:nvPr/>
        </p:nvSpPr>
        <p:spPr>
          <a:xfrm>
            <a:off x="7225894" y="3818661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14,821,690</a:t>
            </a:r>
            <a:endParaRPr lang="en-US" dirty="0"/>
          </a:p>
        </p:txBody>
      </p:sp>
      <p:sp>
        <p:nvSpPr>
          <p:cNvPr id="3645" name="Rectangle 4"/>
          <p:cNvSpPr>
            <a:spLocks noChangeArrowheads="1"/>
          </p:cNvSpPr>
          <p:nvPr/>
        </p:nvSpPr>
        <p:spPr bwMode="auto">
          <a:xfrm>
            <a:off x="7861300" y="3847465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46" name="Rectangle 4"/>
          <p:cNvSpPr>
            <a:spLocks noChangeArrowheads="1"/>
          </p:cNvSpPr>
          <p:nvPr/>
        </p:nvSpPr>
        <p:spPr bwMode="auto">
          <a:xfrm>
            <a:off x="8094497" y="3847465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47" name="Rectangle 4"/>
          <p:cNvSpPr>
            <a:spLocks noChangeArrowheads="1"/>
          </p:cNvSpPr>
          <p:nvPr/>
        </p:nvSpPr>
        <p:spPr bwMode="auto">
          <a:xfrm>
            <a:off x="8333384" y="3847465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48" name="TextBox 3"/>
          <p:cNvSpPr txBox="1"/>
          <p:nvPr/>
        </p:nvSpPr>
        <p:spPr>
          <a:xfrm>
            <a:off x="8594496" y="3818661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67</a:t>
            </a:r>
            <a:endParaRPr lang="en-US" dirty="0"/>
          </a:p>
        </p:txBody>
      </p:sp>
      <p:sp>
        <p:nvSpPr>
          <p:cNvPr id="3649" name="Rectangle 4"/>
          <p:cNvSpPr>
            <a:spLocks noChangeArrowheads="1"/>
          </p:cNvSpPr>
          <p:nvPr/>
        </p:nvSpPr>
        <p:spPr bwMode="auto">
          <a:xfrm>
            <a:off x="878255" y="4242676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50" name="TextBox 3"/>
          <p:cNvSpPr txBox="1"/>
          <p:nvPr/>
        </p:nvSpPr>
        <p:spPr>
          <a:xfrm>
            <a:off x="827455" y="421387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8470320</a:t>
            </a:r>
            <a:endParaRPr lang="en-US" dirty="0"/>
          </a:p>
        </p:txBody>
      </p:sp>
      <p:sp>
        <p:nvSpPr>
          <p:cNvPr id="3651" name="Rectangle 4"/>
          <p:cNvSpPr>
            <a:spLocks noChangeArrowheads="1"/>
          </p:cNvSpPr>
          <p:nvPr/>
        </p:nvSpPr>
        <p:spPr bwMode="auto">
          <a:xfrm>
            <a:off x="1365758" y="4242676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52" name="TextBox 3"/>
          <p:cNvSpPr txBox="1"/>
          <p:nvPr/>
        </p:nvSpPr>
        <p:spPr>
          <a:xfrm>
            <a:off x="1314958" y="4213872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653" name="TextBox 3"/>
          <p:cNvSpPr txBox="1"/>
          <p:nvPr/>
        </p:nvSpPr>
        <p:spPr>
          <a:xfrm>
            <a:off x="1314958" y="4331322"/>
            <a:ext cx="6294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Chemical </a:t>
            </a:r>
            <a:endParaRPr lang="en-US" dirty="0"/>
          </a:p>
        </p:txBody>
      </p:sp>
      <p:sp>
        <p:nvSpPr>
          <p:cNvPr id="3654" name="TextBox 3"/>
          <p:cNvSpPr txBox="1"/>
          <p:nvPr/>
        </p:nvSpPr>
        <p:spPr>
          <a:xfrm>
            <a:off x="1314958" y="4448772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655" name="Rectangle 4"/>
          <p:cNvSpPr>
            <a:spLocks noChangeArrowheads="1"/>
          </p:cNvSpPr>
          <p:nvPr/>
        </p:nvSpPr>
        <p:spPr bwMode="auto">
          <a:xfrm>
            <a:off x="2163546" y="4242676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56" name="TextBox 3"/>
          <p:cNvSpPr txBox="1"/>
          <p:nvPr/>
        </p:nvSpPr>
        <p:spPr>
          <a:xfrm>
            <a:off x="2112746" y="421387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3657" name="Rectangle 4"/>
          <p:cNvSpPr>
            <a:spLocks noChangeArrowheads="1"/>
          </p:cNvSpPr>
          <p:nvPr/>
        </p:nvSpPr>
        <p:spPr bwMode="auto">
          <a:xfrm>
            <a:off x="2622702" y="4242676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58" name="TextBox 3"/>
          <p:cNvSpPr txBox="1"/>
          <p:nvPr/>
        </p:nvSpPr>
        <p:spPr>
          <a:xfrm>
            <a:off x="2571902" y="4213872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3659" name="TextBox 3"/>
          <p:cNvSpPr txBox="1"/>
          <p:nvPr/>
        </p:nvSpPr>
        <p:spPr>
          <a:xfrm>
            <a:off x="2571902" y="4331322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3660" name="TextBox 3"/>
          <p:cNvSpPr txBox="1"/>
          <p:nvPr/>
        </p:nvSpPr>
        <p:spPr>
          <a:xfrm>
            <a:off x="2571902" y="4448772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3661" name="Rectangle 4"/>
          <p:cNvSpPr>
            <a:spLocks noChangeArrowheads="1"/>
          </p:cNvSpPr>
          <p:nvPr/>
        </p:nvSpPr>
        <p:spPr bwMode="auto">
          <a:xfrm>
            <a:off x="3680282" y="4242676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62" name="TextBox 3"/>
          <p:cNvSpPr txBox="1"/>
          <p:nvPr/>
        </p:nvSpPr>
        <p:spPr>
          <a:xfrm>
            <a:off x="3629482" y="421387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847.8470320.1.412125.000000.847001.100178</a:t>
            </a:r>
            <a:endParaRPr lang="en-US" dirty="0"/>
          </a:p>
        </p:txBody>
      </p:sp>
      <p:sp>
        <p:nvSpPr>
          <p:cNvPr id="3663" name="Rectangle 4"/>
          <p:cNvSpPr>
            <a:spLocks noChangeArrowheads="1"/>
          </p:cNvSpPr>
          <p:nvPr/>
        </p:nvSpPr>
        <p:spPr bwMode="auto">
          <a:xfrm>
            <a:off x="5918962" y="424267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64" name="TextBox 3"/>
          <p:cNvSpPr txBox="1"/>
          <p:nvPr/>
        </p:nvSpPr>
        <p:spPr>
          <a:xfrm>
            <a:off x="5931001" y="4213872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10,209,318</a:t>
            </a:r>
            <a:endParaRPr lang="en-US" dirty="0"/>
          </a:p>
        </p:txBody>
      </p:sp>
      <p:sp>
        <p:nvSpPr>
          <p:cNvPr id="3665" name="Rectangle 4"/>
          <p:cNvSpPr>
            <a:spLocks noChangeArrowheads="1"/>
          </p:cNvSpPr>
          <p:nvPr/>
        </p:nvSpPr>
        <p:spPr bwMode="auto">
          <a:xfrm>
            <a:off x="6566408" y="424267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66" name="TextBox 3"/>
          <p:cNvSpPr txBox="1"/>
          <p:nvPr/>
        </p:nvSpPr>
        <p:spPr>
          <a:xfrm>
            <a:off x="6578447" y="4213872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11,803,218</a:t>
            </a:r>
            <a:endParaRPr lang="en-US" dirty="0"/>
          </a:p>
        </p:txBody>
      </p:sp>
      <p:sp>
        <p:nvSpPr>
          <p:cNvPr id="3667" name="Rectangle 4"/>
          <p:cNvSpPr>
            <a:spLocks noChangeArrowheads="1"/>
          </p:cNvSpPr>
          <p:nvPr/>
        </p:nvSpPr>
        <p:spPr bwMode="auto">
          <a:xfrm>
            <a:off x="7213854" y="424267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68" name="TextBox 3"/>
          <p:cNvSpPr txBox="1"/>
          <p:nvPr/>
        </p:nvSpPr>
        <p:spPr>
          <a:xfrm>
            <a:off x="7225894" y="4213872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11,803,211</a:t>
            </a:r>
            <a:endParaRPr lang="en-US" dirty="0"/>
          </a:p>
        </p:txBody>
      </p:sp>
      <p:sp>
        <p:nvSpPr>
          <p:cNvPr id="3669" name="Rectangle 4"/>
          <p:cNvSpPr>
            <a:spLocks noChangeArrowheads="1"/>
          </p:cNvSpPr>
          <p:nvPr/>
        </p:nvSpPr>
        <p:spPr bwMode="auto">
          <a:xfrm>
            <a:off x="7861300" y="4242676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70" name="Rectangle 4"/>
          <p:cNvSpPr>
            <a:spLocks noChangeArrowheads="1"/>
          </p:cNvSpPr>
          <p:nvPr/>
        </p:nvSpPr>
        <p:spPr bwMode="auto">
          <a:xfrm>
            <a:off x="8094497" y="4242676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71" name="Rectangle 4"/>
          <p:cNvSpPr>
            <a:spLocks noChangeArrowheads="1"/>
          </p:cNvSpPr>
          <p:nvPr/>
        </p:nvSpPr>
        <p:spPr bwMode="auto">
          <a:xfrm>
            <a:off x="8333384" y="4242676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72" name="TextBox 3"/>
          <p:cNvSpPr txBox="1"/>
          <p:nvPr/>
        </p:nvSpPr>
        <p:spPr>
          <a:xfrm>
            <a:off x="8650986" y="421387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</a:t>
            </a:r>
            <a:endParaRPr lang="en-US" dirty="0"/>
          </a:p>
        </p:txBody>
      </p:sp>
      <p:sp>
        <p:nvSpPr>
          <p:cNvPr id="3673" name="Rectangle 4"/>
          <p:cNvSpPr>
            <a:spLocks noChangeArrowheads="1"/>
          </p:cNvSpPr>
          <p:nvPr/>
        </p:nvSpPr>
        <p:spPr bwMode="auto">
          <a:xfrm>
            <a:off x="878255" y="4637887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74" name="TextBox 3"/>
          <p:cNvSpPr txBox="1"/>
          <p:nvPr/>
        </p:nvSpPr>
        <p:spPr>
          <a:xfrm>
            <a:off x="827455" y="460908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8470320</a:t>
            </a:r>
            <a:endParaRPr lang="en-US" dirty="0"/>
          </a:p>
        </p:txBody>
      </p:sp>
      <p:sp>
        <p:nvSpPr>
          <p:cNvPr id="3675" name="Rectangle 4"/>
          <p:cNvSpPr>
            <a:spLocks noChangeArrowheads="1"/>
          </p:cNvSpPr>
          <p:nvPr/>
        </p:nvSpPr>
        <p:spPr bwMode="auto">
          <a:xfrm>
            <a:off x="1365758" y="4637887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76" name="TextBox 3"/>
          <p:cNvSpPr txBox="1"/>
          <p:nvPr/>
        </p:nvSpPr>
        <p:spPr>
          <a:xfrm>
            <a:off x="1314958" y="460908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677" name="TextBox 3"/>
          <p:cNvSpPr txBox="1"/>
          <p:nvPr/>
        </p:nvSpPr>
        <p:spPr>
          <a:xfrm>
            <a:off x="1314958" y="4726533"/>
            <a:ext cx="6294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Chemical </a:t>
            </a:r>
            <a:endParaRPr lang="en-US" dirty="0"/>
          </a:p>
        </p:txBody>
      </p:sp>
      <p:sp>
        <p:nvSpPr>
          <p:cNvPr id="3678" name="TextBox 3"/>
          <p:cNvSpPr txBox="1"/>
          <p:nvPr/>
        </p:nvSpPr>
        <p:spPr>
          <a:xfrm>
            <a:off x="1314958" y="4843983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679" name="Rectangle 4"/>
          <p:cNvSpPr>
            <a:spLocks noChangeArrowheads="1"/>
          </p:cNvSpPr>
          <p:nvPr/>
        </p:nvSpPr>
        <p:spPr bwMode="auto">
          <a:xfrm>
            <a:off x="2163546" y="4637887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80" name="TextBox 3"/>
          <p:cNvSpPr txBox="1"/>
          <p:nvPr/>
        </p:nvSpPr>
        <p:spPr>
          <a:xfrm>
            <a:off x="2112746" y="460908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412521</a:t>
            </a:r>
            <a:endParaRPr lang="en-US" dirty="0"/>
          </a:p>
        </p:txBody>
      </p:sp>
      <p:sp>
        <p:nvSpPr>
          <p:cNvPr id="3681" name="Rectangle 4"/>
          <p:cNvSpPr>
            <a:spLocks noChangeArrowheads="1"/>
          </p:cNvSpPr>
          <p:nvPr/>
        </p:nvSpPr>
        <p:spPr bwMode="auto">
          <a:xfrm>
            <a:off x="2622702" y="4637887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82" name="TextBox 3"/>
          <p:cNvSpPr txBox="1"/>
          <p:nvPr/>
        </p:nvSpPr>
        <p:spPr>
          <a:xfrm>
            <a:off x="2571902" y="4609084"/>
            <a:ext cx="8496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 </a:t>
            </a:r>
            <a:endParaRPr lang="en-US" dirty="0"/>
          </a:p>
        </p:txBody>
      </p:sp>
      <p:sp>
        <p:nvSpPr>
          <p:cNvPr id="3683" name="TextBox 3"/>
          <p:cNvSpPr txBox="1"/>
          <p:nvPr/>
        </p:nvSpPr>
        <p:spPr>
          <a:xfrm>
            <a:off x="2571902" y="4726533"/>
            <a:ext cx="1120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 (including </a:t>
            </a:r>
            <a:endParaRPr lang="en-US" dirty="0"/>
          </a:p>
        </p:txBody>
      </p:sp>
      <p:sp>
        <p:nvSpPr>
          <p:cNvPr id="3684" name="TextBox 3"/>
          <p:cNvSpPr txBox="1"/>
          <p:nvPr/>
        </p:nvSpPr>
        <p:spPr>
          <a:xfrm>
            <a:off x="2571902" y="4843983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Mansab)</a:t>
            </a:r>
            <a:endParaRPr lang="en-US" dirty="0"/>
          </a:p>
        </p:txBody>
      </p:sp>
      <p:sp>
        <p:nvSpPr>
          <p:cNvPr id="3685" name="Rectangle 4"/>
          <p:cNvSpPr>
            <a:spLocks noChangeArrowheads="1"/>
          </p:cNvSpPr>
          <p:nvPr/>
        </p:nvSpPr>
        <p:spPr bwMode="auto">
          <a:xfrm>
            <a:off x="3680282" y="4637887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86" name="TextBox 3"/>
          <p:cNvSpPr txBox="1"/>
          <p:nvPr/>
        </p:nvSpPr>
        <p:spPr>
          <a:xfrm>
            <a:off x="3629482" y="460908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847.8470320.1.412521.000000.847001.100178</a:t>
            </a:r>
            <a:endParaRPr lang="en-US" dirty="0"/>
          </a:p>
        </p:txBody>
      </p:sp>
      <p:sp>
        <p:nvSpPr>
          <p:cNvPr id="3687" name="Rectangle 4"/>
          <p:cNvSpPr>
            <a:spLocks noChangeArrowheads="1"/>
          </p:cNvSpPr>
          <p:nvPr/>
        </p:nvSpPr>
        <p:spPr bwMode="auto">
          <a:xfrm>
            <a:off x="5918962" y="463788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88" name="TextBox 3"/>
          <p:cNvSpPr txBox="1"/>
          <p:nvPr/>
        </p:nvSpPr>
        <p:spPr>
          <a:xfrm>
            <a:off x="5987491" y="460908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1,385,951</a:t>
            </a:r>
            <a:endParaRPr lang="en-US" dirty="0"/>
          </a:p>
        </p:txBody>
      </p:sp>
      <p:sp>
        <p:nvSpPr>
          <p:cNvPr id="3689" name="Rectangle 4"/>
          <p:cNvSpPr>
            <a:spLocks noChangeArrowheads="1"/>
          </p:cNvSpPr>
          <p:nvPr/>
        </p:nvSpPr>
        <p:spPr bwMode="auto">
          <a:xfrm>
            <a:off x="6566408" y="463788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90" name="TextBox 3"/>
          <p:cNvSpPr txBox="1"/>
          <p:nvPr/>
        </p:nvSpPr>
        <p:spPr>
          <a:xfrm>
            <a:off x="6634937" y="460908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1,401,391</a:t>
            </a:r>
            <a:endParaRPr lang="en-US" dirty="0"/>
          </a:p>
        </p:txBody>
      </p:sp>
      <p:sp>
        <p:nvSpPr>
          <p:cNvPr id="3691" name="Rectangle 4"/>
          <p:cNvSpPr>
            <a:spLocks noChangeArrowheads="1"/>
          </p:cNvSpPr>
          <p:nvPr/>
        </p:nvSpPr>
        <p:spPr bwMode="auto">
          <a:xfrm>
            <a:off x="7213854" y="463788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92" name="TextBox 3"/>
          <p:cNvSpPr txBox="1"/>
          <p:nvPr/>
        </p:nvSpPr>
        <p:spPr>
          <a:xfrm>
            <a:off x="7282383" y="460908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1,401,390</a:t>
            </a:r>
            <a:endParaRPr lang="en-US" dirty="0"/>
          </a:p>
        </p:txBody>
      </p:sp>
      <p:sp>
        <p:nvSpPr>
          <p:cNvPr id="3693" name="Rectangle 4"/>
          <p:cNvSpPr>
            <a:spLocks noChangeArrowheads="1"/>
          </p:cNvSpPr>
          <p:nvPr/>
        </p:nvSpPr>
        <p:spPr bwMode="auto">
          <a:xfrm>
            <a:off x="7861300" y="4637887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94" name="Rectangle 4"/>
          <p:cNvSpPr>
            <a:spLocks noChangeArrowheads="1"/>
          </p:cNvSpPr>
          <p:nvPr/>
        </p:nvSpPr>
        <p:spPr bwMode="auto">
          <a:xfrm>
            <a:off x="8094497" y="4637887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95" name="Rectangle 4"/>
          <p:cNvSpPr>
            <a:spLocks noChangeArrowheads="1"/>
          </p:cNvSpPr>
          <p:nvPr/>
        </p:nvSpPr>
        <p:spPr bwMode="auto">
          <a:xfrm>
            <a:off x="8333384" y="4637887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96" name="TextBox 3"/>
          <p:cNvSpPr txBox="1"/>
          <p:nvPr/>
        </p:nvSpPr>
        <p:spPr>
          <a:xfrm>
            <a:off x="8650986" y="460908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3697" name="Rectangle 4"/>
          <p:cNvSpPr>
            <a:spLocks noChangeArrowheads="1"/>
          </p:cNvSpPr>
          <p:nvPr/>
        </p:nvSpPr>
        <p:spPr bwMode="auto">
          <a:xfrm>
            <a:off x="878255" y="503309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698" name="TextBox 3"/>
          <p:cNvSpPr txBox="1"/>
          <p:nvPr/>
        </p:nvSpPr>
        <p:spPr>
          <a:xfrm>
            <a:off x="827455" y="500429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8470320</a:t>
            </a:r>
            <a:endParaRPr lang="en-US" dirty="0"/>
          </a:p>
        </p:txBody>
      </p:sp>
      <p:sp>
        <p:nvSpPr>
          <p:cNvPr id="3699" name="Rectangle 4"/>
          <p:cNvSpPr>
            <a:spLocks noChangeArrowheads="1"/>
          </p:cNvSpPr>
          <p:nvPr/>
        </p:nvSpPr>
        <p:spPr bwMode="auto">
          <a:xfrm>
            <a:off x="1365758" y="503309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00" name="TextBox 3"/>
          <p:cNvSpPr txBox="1"/>
          <p:nvPr/>
        </p:nvSpPr>
        <p:spPr>
          <a:xfrm>
            <a:off x="1314958" y="500429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701" name="TextBox 3"/>
          <p:cNvSpPr txBox="1"/>
          <p:nvPr/>
        </p:nvSpPr>
        <p:spPr>
          <a:xfrm>
            <a:off x="1314958" y="5121745"/>
            <a:ext cx="6294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Chemical </a:t>
            </a:r>
            <a:endParaRPr lang="en-US" dirty="0"/>
          </a:p>
        </p:txBody>
      </p:sp>
      <p:sp>
        <p:nvSpPr>
          <p:cNvPr id="3702" name="TextBox 3"/>
          <p:cNvSpPr txBox="1"/>
          <p:nvPr/>
        </p:nvSpPr>
        <p:spPr>
          <a:xfrm>
            <a:off x="1314958" y="5239194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703" name="Rectangle 4"/>
          <p:cNvSpPr>
            <a:spLocks noChangeArrowheads="1"/>
          </p:cNvSpPr>
          <p:nvPr/>
        </p:nvSpPr>
        <p:spPr bwMode="auto">
          <a:xfrm>
            <a:off x="2163546" y="503309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04" name="TextBox 3"/>
          <p:cNvSpPr txBox="1"/>
          <p:nvPr/>
        </p:nvSpPr>
        <p:spPr>
          <a:xfrm>
            <a:off x="2112746" y="500429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3705" name="Rectangle 4"/>
          <p:cNvSpPr>
            <a:spLocks noChangeArrowheads="1"/>
          </p:cNvSpPr>
          <p:nvPr/>
        </p:nvSpPr>
        <p:spPr bwMode="auto">
          <a:xfrm>
            <a:off x="2622702" y="503309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06" name="TextBox 3"/>
          <p:cNvSpPr txBox="1"/>
          <p:nvPr/>
        </p:nvSpPr>
        <p:spPr>
          <a:xfrm>
            <a:off x="2571902" y="5004295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3707" name="Rectangle 4"/>
          <p:cNvSpPr>
            <a:spLocks noChangeArrowheads="1"/>
          </p:cNvSpPr>
          <p:nvPr/>
        </p:nvSpPr>
        <p:spPr bwMode="auto">
          <a:xfrm>
            <a:off x="3680282" y="503309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08" name="TextBox 3"/>
          <p:cNvSpPr txBox="1"/>
          <p:nvPr/>
        </p:nvSpPr>
        <p:spPr>
          <a:xfrm>
            <a:off x="3629482" y="500429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847.8470320.1.412523.000000.847001.100178</a:t>
            </a:r>
            <a:endParaRPr lang="en-US" dirty="0"/>
          </a:p>
        </p:txBody>
      </p:sp>
      <p:sp>
        <p:nvSpPr>
          <p:cNvPr id="3709" name="Rectangle 4"/>
          <p:cNvSpPr>
            <a:spLocks noChangeArrowheads="1"/>
          </p:cNvSpPr>
          <p:nvPr/>
        </p:nvSpPr>
        <p:spPr bwMode="auto">
          <a:xfrm>
            <a:off x="5918962" y="503309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10" name="TextBox 3"/>
          <p:cNvSpPr txBox="1"/>
          <p:nvPr/>
        </p:nvSpPr>
        <p:spPr>
          <a:xfrm>
            <a:off x="6128715" y="500429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79,200</a:t>
            </a:r>
            <a:endParaRPr lang="en-US" dirty="0"/>
          </a:p>
        </p:txBody>
      </p:sp>
      <p:sp>
        <p:nvSpPr>
          <p:cNvPr id="3711" name="Rectangle 4"/>
          <p:cNvSpPr>
            <a:spLocks noChangeArrowheads="1"/>
          </p:cNvSpPr>
          <p:nvPr/>
        </p:nvSpPr>
        <p:spPr bwMode="auto">
          <a:xfrm>
            <a:off x="6566408" y="503309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12" name="TextBox 3"/>
          <p:cNvSpPr txBox="1"/>
          <p:nvPr/>
        </p:nvSpPr>
        <p:spPr>
          <a:xfrm>
            <a:off x="6776161" y="500429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79,200</a:t>
            </a:r>
            <a:endParaRPr lang="en-US" dirty="0"/>
          </a:p>
        </p:txBody>
      </p:sp>
      <p:sp>
        <p:nvSpPr>
          <p:cNvPr id="3713" name="Rectangle 4"/>
          <p:cNvSpPr>
            <a:spLocks noChangeArrowheads="1"/>
          </p:cNvSpPr>
          <p:nvPr/>
        </p:nvSpPr>
        <p:spPr bwMode="auto">
          <a:xfrm>
            <a:off x="7213854" y="503309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14" name="TextBox 3"/>
          <p:cNvSpPr txBox="1"/>
          <p:nvPr/>
        </p:nvSpPr>
        <p:spPr>
          <a:xfrm>
            <a:off x="7423607" y="500429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79,200</a:t>
            </a:r>
            <a:endParaRPr lang="en-US" dirty="0"/>
          </a:p>
        </p:txBody>
      </p:sp>
      <p:sp>
        <p:nvSpPr>
          <p:cNvPr id="3715" name="Rectangle 4"/>
          <p:cNvSpPr>
            <a:spLocks noChangeArrowheads="1"/>
          </p:cNvSpPr>
          <p:nvPr/>
        </p:nvSpPr>
        <p:spPr bwMode="auto">
          <a:xfrm>
            <a:off x="7861300" y="503309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16" name="Rectangle 4"/>
          <p:cNvSpPr>
            <a:spLocks noChangeArrowheads="1"/>
          </p:cNvSpPr>
          <p:nvPr/>
        </p:nvSpPr>
        <p:spPr bwMode="auto">
          <a:xfrm>
            <a:off x="8094497" y="503309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17" name="Rectangle 4"/>
          <p:cNvSpPr>
            <a:spLocks noChangeArrowheads="1"/>
          </p:cNvSpPr>
          <p:nvPr/>
        </p:nvSpPr>
        <p:spPr bwMode="auto">
          <a:xfrm>
            <a:off x="8333384" y="503309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18" name="TextBox 3"/>
          <p:cNvSpPr txBox="1"/>
          <p:nvPr/>
        </p:nvSpPr>
        <p:spPr>
          <a:xfrm>
            <a:off x="8650986" y="500429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3719" name="Rectangle 4"/>
          <p:cNvSpPr>
            <a:spLocks noChangeArrowheads="1"/>
          </p:cNvSpPr>
          <p:nvPr/>
        </p:nvSpPr>
        <p:spPr bwMode="auto">
          <a:xfrm>
            <a:off x="878255" y="5428310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20" name="TextBox 3"/>
          <p:cNvSpPr txBox="1"/>
          <p:nvPr/>
        </p:nvSpPr>
        <p:spPr>
          <a:xfrm>
            <a:off x="827455" y="539950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8470320</a:t>
            </a:r>
            <a:endParaRPr lang="en-US" dirty="0"/>
          </a:p>
        </p:txBody>
      </p:sp>
      <p:sp>
        <p:nvSpPr>
          <p:cNvPr id="3721" name="Rectangle 4"/>
          <p:cNvSpPr>
            <a:spLocks noChangeArrowheads="1"/>
          </p:cNvSpPr>
          <p:nvPr/>
        </p:nvSpPr>
        <p:spPr bwMode="auto">
          <a:xfrm>
            <a:off x="1365758" y="5428310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22" name="TextBox 3"/>
          <p:cNvSpPr txBox="1"/>
          <p:nvPr/>
        </p:nvSpPr>
        <p:spPr>
          <a:xfrm>
            <a:off x="1314958" y="5399506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723" name="TextBox 3"/>
          <p:cNvSpPr txBox="1"/>
          <p:nvPr/>
        </p:nvSpPr>
        <p:spPr>
          <a:xfrm>
            <a:off x="1314958" y="5516956"/>
            <a:ext cx="6294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Chemical </a:t>
            </a:r>
            <a:endParaRPr lang="en-US" dirty="0"/>
          </a:p>
        </p:txBody>
      </p:sp>
      <p:sp>
        <p:nvSpPr>
          <p:cNvPr id="3724" name="TextBox 3"/>
          <p:cNvSpPr txBox="1"/>
          <p:nvPr/>
        </p:nvSpPr>
        <p:spPr>
          <a:xfrm>
            <a:off x="1314958" y="5634405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725" name="Rectangle 4"/>
          <p:cNvSpPr>
            <a:spLocks noChangeArrowheads="1"/>
          </p:cNvSpPr>
          <p:nvPr/>
        </p:nvSpPr>
        <p:spPr bwMode="auto">
          <a:xfrm>
            <a:off x="2163546" y="5428310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26" name="TextBox 3"/>
          <p:cNvSpPr txBox="1"/>
          <p:nvPr/>
        </p:nvSpPr>
        <p:spPr>
          <a:xfrm>
            <a:off x="2112746" y="539950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3727" name="Rectangle 4"/>
          <p:cNvSpPr>
            <a:spLocks noChangeArrowheads="1"/>
          </p:cNvSpPr>
          <p:nvPr/>
        </p:nvSpPr>
        <p:spPr bwMode="auto">
          <a:xfrm>
            <a:off x="2622702" y="5428310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28" name="TextBox 3"/>
          <p:cNvSpPr txBox="1"/>
          <p:nvPr/>
        </p:nvSpPr>
        <p:spPr>
          <a:xfrm>
            <a:off x="2571902" y="5399506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3729" name="TextBox 3"/>
          <p:cNvSpPr txBox="1"/>
          <p:nvPr/>
        </p:nvSpPr>
        <p:spPr>
          <a:xfrm>
            <a:off x="2571902" y="5516956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3730" name="Rectangle 4"/>
          <p:cNvSpPr>
            <a:spLocks noChangeArrowheads="1"/>
          </p:cNvSpPr>
          <p:nvPr/>
        </p:nvSpPr>
        <p:spPr bwMode="auto">
          <a:xfrm>
            <a:off x="3680282" y="5428310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31" name="TextBox 3"/>
          <p:cNvSpPr txBox="1"/>
          <p:nvPr/>
        </p:nvSpPr>
        <p:spPr>
          <a:xfrm>
            <a:off x="3629482" y="539950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847.8470320.1.412534.000000.847001.100178</a:t>
            </a:r>
            <a:endParaRPr lang="en-US" dirty="0"/>
          </a:p>
        </p:txBody>
      </p:sp>
      <p:sp>
        <p:nvSpPr>
          <p:cNvPr id="3732" name="Rectangle 4"/>
          <p:cNvSpPr>
            <a:spLocks noChangeArrowheads="1"/>
          </p:cNvSpPr>
          <p:nvPr/>
        </p:nvSpPr>
        <p:spPr bwMode="auto">
          <a:xfrm>
            <a:off x="5918962" y="542831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33" name="TextBox 3"/>
          <p:cNvSpPr txBox="1"/>
          <p:nvPr/>
        </p:nvSpPr>
        <p:spPr>
          <a:xfrm>
            <a:off x="6072225" y="539950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992,499</a:t>
            </a:r>
            <a:endParaRPr lang="en-US" dirty="0"/>
          </a:p>
        </p:txBody>
      </p:sp>
      <p:sp>
        <p:nvSpPr>
          <p:cNvPr id="3734" name="Rectangle 4"/>
          <p:cNvSpPr>
            <a:spLocks noChangeArrowheads="1"/>
          </p:cNvSpPr>
          <p:nvPr/>
        </p:nvSpPr>
        <p:spPr bwMode="auto">
          <a:xfrm>
            <a:off x="6566408" y="542831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35" name="TextBox 3"/>
          <p:cNvSpPr txBox="1"/>
          <p:nvPr/>
        </p:nvSpPr>
        <p:spPr>
          <a:xfrm>
            <a:off x="6719671" y="539950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887,189</a:t>
            </a:r>
            <a:endParaRPr lang="en-US" dirty="0"/>
          </a:p>
        </p:txBody>
      </p:sp>
      <p:sp>
        <p:nvSpPr>
          <p:cNvPr id="3736" name="Rectangle 4"/>
          <p:cNvSpPr>
            <a:spLocks noChangeArrowheads="1"/>
          </p:cNvSpPr>
          <p:nvPr/>
        </p:nvSpPr>
        <p:spPr bwMode="auto">
          <a:xfrm>
            <a:off x="7213854" y="542831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37" name="TextBox 3"/>
          <p:cNvSpPr txBox="1"/>
          <p:nvPr/>
        </p:nvSpPr>
        <p:spPr>
          <a:xfrm>
            <a:off x="7367118" y="539950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887,186</a:t>
            </a:r>
            <a:endParaRPr lang="en-US" dirty="0"/>
          </a:p>
        </p:txBody>
      </p:sp>
      <p:sp>
        <p:nvSpPr>
          <p:cNvPr id="3738" name="Rectangle 4"/>
          <p:cNvSpPr>
            <a:spLocks noChangeArrowheads="1"/>
          </p:cNvSpPr>
          <p:nvPr/>
        </p:nvSpPr>
        <p:spPr bwMode="auto">
          <a:xfrm>
            <a:off x="7861300" y="5428310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39" name="Rectangle 4"/>
          <p:cNvSpPr>
            <a:spLocks noChangeArrowheads="1"/>
          </p:cNvSpPr>
          <p:nvPr/>
        </p:nvSpPr>
        <p:spPr bwMode="auto">
          <a:xfrm>
            <a:off x="8094497" y="5428310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40" name="Rectangle 4"/>
          <p:cNvSpPr>
            <a:spLocks noChangeArrowheads="1"/>
          </p:cNvSpPr>
          <p:nvPr/>
        </p:nvSpPr>
        <p:spPr bwMode="auto">
          <a:xfrm>
            <a:off x="8333384" y="5428310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41" name="TextBox 3"/>
          <p:cNvSpPr txBox="1"/>
          <p:nvPr/>
        </p:nvSpPr>
        <p:spPr>
          <a:xfrm>
            <a:off x="8650986" y="539950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</a:t>
            </a:r>
            <a:endParaRPr lang="en-US" dirty="0"/>
          </a:p>
        </p:txBody>
      </p:sp>
      <p:sp>
        <p:nvSpPr>
          <p:cNvPr id="3742" name="Rectangle 4"/>
          <p:cNvSpPr>
            <a:spLocks noChangeArrowheads="1"/>
          </p:cNvSpPr>
          <p:nvPr/>
        </p:nvSpPr>
        <p:spPr bwMode="auto">
          <a:xfrm>
            <a:off x="878255" y="5823522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43" name="TextBox 3"/>
          <p:cNvSpPr txBox="1"/>
          <p:nvPr/>
        </p:nvSpPr>
        <p:spPr>
          <a:xfrm>
            <a:off x="827455" y="579471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8470320</a:t>
            </a:r>
            <a:endParaRPr lang="en-US" dirty="0"/>
          </a:p>
        </p:txBody>
      </p:sp>
      <p:sp>
        <p:nvSpPr>
          <p:cNvPr id="3744" name="Rectangle 4"/>
          <p:cNvSpPr>
            <a:spLocks noChangeArrowheads="1"/>
          </p:cNvSpPr>
          <p:nvPr/>
        </p:nvSpPr>
        <p:spPr bwMode="auto">
          <a:xfrm>
            <a:off x="1365758" y="5823522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45" name="TextBox 3"/>
          <p:cNvSpPr txBox="1"/>
          <p:nvPr/>
        </p:nvSpPr>
        <p:spPr>
          <a:xfrm>
            <a:off x="1314958" y="5794718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746" name="TextBox 3"/>
          <p:cNvSpPr txBox="1"/>
          <p:nvPr/>
        </p:nvSpPr>
        <p:spPr>
          <a:xfrm>
            <a:off x="1314958" y="5912167"/>
            <a:ext cx="6294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Chemical </a:t>
            </a:r>
            <a:endParaRPr lang="en-US" dirty="0"/>
          </a:p>
        </p:txBody>
      </p:sp>
      <p:sp>
        <p:nvSpPr>
          <p:cNvPr id="3747" name="TextBox 3"/>
          <p:cNvSpPr txBox="1"/>
          <p:nvPr/>
        </p:nvSpPr>
        <p:spPr>
          <a:xfrm>
            <a:off x="1314958" y="6029616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748" name="Rectangle 4"/>
          <p:cNvSpPr>
            <a:spLocks noChangeArrowheads="1"/>
          </p:cNvSpPr>
          <p:nvPr/>
        </p:nvSpPr>
        <p:spPr bwMode="auto">
          <a:xfrm>
            <a:off x="2163546" y="5823522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49" name="TextBox 3"/>
          <p:cNvSpPr txBox="1"/>
          <p:nvPr/>
        </p:nvSpPr>
        <p:spPr>
          <a:xfrm>
            <a:off x="2112746" y="579471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3750" name="Rectangle 4"/>
          <p:cNvSpPr>
            <a:spLocks noChangeArrowheads="1"/>
          </p:cNvSpPr>
          <p:nvPr/>
        </p:nvSpPr>
        <p:spPr bwMode="auto">
          <a:xfrm>
            <a:off x="2622702" y="5823522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51" name="TextBox 3"/>
          <p:cNvSpPr txBox="1"/>
          <p:nvPr/>
        </p:nvSpPr>
        <p:spPr>
          <a:xfrm>
            <a:off x="2571902" y="5794718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3752" name="Rectangle 4"/>
          <p:cNvSpPr>
            <a:spLocks noChangeArrowheads="1"/>
          </p:cNvSpPr>
          <p:nvPr/>
        </p:nvSpPr>
        <p:spPr bwMode="auto">
          <a:xfrm>
            <a:off x="3680282" y="5823522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53" name="TextBox 3"/>
          <p:cNvSpPr txBox="1"/>
          <p:nvPr/>
        </p:nvSpPr>
        <p:spPr>
          <a:xfrm>
            <a:off x="3629482" y="579471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847.8470320.1.412546.000000.847001.100178</a:t>
            </a:r>
            <a:endParaRPr lang="en-US" dirty="0"/>
          </a:p>
        </p:txBody>
      </p:sp>
      <p:sp>
        <p:nvSpPr>
          <p:cNvPr id="3754" name="Rectangle 4"/>
          <p:cNvSpPr>
            <a:spLocks noChangeArrowheads="1"/>
          </p:cNvSpPr>
          <p:nvPr/>
        </p:nvSpPr>
        <p:spPr bwMode="auto">
          <a:xfrm>
            <a:off x="5918962" y="582352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55" name="TextBox 3"/>
          <p:cNvSpPr txBox="1"/>
          <p:nvPr/>
        </p:nvSpPr>
        <p:spPr>
          <a:xfrm>
            <a:off x="6072225" y="579471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319,625</a:t>
            </a:r>
            <a:endParaRPr lang="en-US" dirty="0"/>
          </a:p>
        </p:txBody>
      </p:sp>
      <p:sp>
        <p:nvSpPr>
          <p:cNvPr id="3756" name="Rectangle 4"/>
          <p:cNvSpPr>
            <a:spLocks noChangeArrowheads="1"/>
          </p:cNvSpPr>
          <p:nvPr/>
        </p:nvSpPr>
        <p:spPr bwMode="auto">
          <a:xfrm>
            <a:off x="6566408" y="582352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57" name="TextBox 3"/>
          <p:cNvSpPr txBox="1"/>
          <p:nvPr/>
        </p:nvSpPr>
        <p:spPr>
          <a:xfrm>
            <a:off x="6719671" y="579471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319,625</a:t>
            </a:r>
            <a:endParaRPr lang="en-US" dirty="0"/>
          </a:p>
        </p:txBody>
      </p:sp>
      <p:sp>
        <p:nvSpPr>
          <p:cNvPr id="3758" name="Rectangle 4"/>
          <p:cNvSpPr>
            <a:spLocks noChangeArrowheads="1"/>
          </p:cNvSpPr>
          <p:nvPr/>
        </p:nvSpPr>
        <p:spPr bwMode="auto">
          <a:xfrm>
            <a:off x="7213854" y="582352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59" name="TextBox 3"/>
          <p:cNvSpPr txBox="1"/>
          <p:nvPr/>
        </p:nvSpPr>
        <p:spPr>
          <a:xfrm>
            <a:off x="7367118" y="579471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318,672</a:t>
            </a:r>
            <a:endParaRPr lang="en-US" dirty="0"/>
          </a:p>
        </p:txBody>
      </p:sp>
      <p:sp>
        <p:nvSpPr>
          <p:cNvPr id="3760" name="Rectangle 4"/>
          <p:cNvSpPr>
            <a:spLocks noChangeArrowheads="1"/>
          </p:cNvSpPr>
          <p:nvPr/>
        </p:nvSpPr>
        <p:spPr bwMode="auto">
          <a:xfrm>
            <a:off x="7861300" y="5823522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61" name="Rectangle 4"/>
          <p:cNvSpPr>
            <a:spLocks noChangeArrowheads="1"/>
          </p:cNvSpPr>
          <p:nvPr/>
        </p:nvSpPr>
        <p:spPr bwMode="auto">
          <a:xfrm>
            <a:off x="8094497" y="5823522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62" name="Rectangle 4"/>
          <p:cNvSpPr>
            <a:spLocks noChangeArrowheads="1"/>
          </p:cNvSpPr>
          <p:nvPr/>
        </p:nvSpPr>
        <p:spPr bwMode="auto">
          <a:xfrm>
            <a:off x="8333384" y="5823522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63" name="TextBox 3"/>
          <p:cNvSpPr txBox="1"/>
          <p:nvPr/>
        </p:nvSpPr>
        <p:spPr>
          <a:xfrm>
            <a:off x="8538006" y="5794718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953</a:t>
            </a:r>
            <a:endParaRPr lang="en-US" dirty="0"/>
          </a:p>
        </p:txBody>
      </p:sp>
      <p:sp>
        <p:nvSpPr>
          <p:cNvPr id="3764" name="Rectangle 4"/>
          <p:cNvSpPr>
            <a:spLocks noChangeArrowheads="1"/>
          </p:cNvSpPr>
          <p:nvPr/>
        </p:nvSpPr>
        <p:spPr bwMode="auto">
          <a:xfrm>
            <a:off x="878255" y="621873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65" name="TextBox 3"/>
          <p:cNvSpPr txBox="1"/>
          <p:nvPr/>
        </p:nvSpPr>
        <p:spPr>
          <a:xfrm>
            <a:off x="827455" y="618992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8470320</a:t>
            </a:r>
            <a:endParaRPr lang="en-US" dirty="0"/>
          </a:p>
        </p:txBody>
      </p:sp>
      <p:sp>
        <p:nvSpPr>
          <p:cNvPr id="3766" name="Rectangle 4"/>
          <p:cNvSpPr>
            <a:spLocks noChangeArrowheads="1"/>
          </p:cNvSpPr>
          <p:nvPr/>
        </p:nvSpPr>
        <p:spPr bwMode="auto">
          <a:xfrm>
            <a:off x="1365758" y="621873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67" name="TextBox 3"/>
          <p:cNvSpPr txBox="1"/>
          <p:nvPr/>
        </p:nvSpPr>
        <p:spPr>
          <a:xfrm>
            <a:off x="1314958" y="6189929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768" name="TextBox 3"/>
          <p:cNvSpPr txBox="1"/>
          <p:nvPr/>
        </p:nvSpPr>
        <p:spPr>
          <a:xfrm>
            <a:off x="1314958" y="6307378"/>
            <a:ext cx="6294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Chemical </a:t>
            </a:r>
            <a:endParaRPr lang="en-US" dirty="0"/>
          </a:p>
        </p:txBody>
      </p:sp>
      <p:sp>
        <p:nvSpPr>
          <p:cNvPr id="3769" name="TextBox 3"/>
          <p:cNvSpPr txBox="1"/>
          <p:nvPr/>
        </p:nvSpPr>
        <p:spPr>
          <a:xfrm>
            <a:off x="1314958" y="6424828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770" name="Rectangle 4"/>
          <p:cNvSpPr>
            <a:spLocks noChangeArrowheads="1"/>
          </p:cNvSpPr>
          <p:nvPr/>
        </p:nvSpPr>
        <p:spPr bwMode="auto">
          <a:xfrm>
            <a:off x="2163546" y="621873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71" name="TextBox 3"/>
          <p:cNvSpPr txBox="1"/>
          <p:nvPr/>
        </p:nvSpPr>
        <p:spPr>
          <a:xfrm>
            <a:off x="2112746" y="618992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3772" name="Rectangle 4"/>
          <p:cNvSpPr>
            <a:spLocks noChangeArrowheads="1"/>
          </p:cNvSpPr>
          <p:nvPr/>
        </p:nvSpPr>
        <p:spPr bwMode="auto">
          <a:xfrm>
            <a:off x="2622702" y="621873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73" name="TextBox 3"/>
          <p:cNvSpPr txBox="1"/>
          <p:nvPr/>
        </p:nvSpPr>
        <p:spPr>
          <a:xfrm>
            <a:off x="2571902" y="6189929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3774" name="TextBox 3"/>
          <p:cNvSpPr txBox="1"/>
          <p:nvPr/>
        </p:nvSpPr>
        <p:spPr>
          <a:xfrm>
            <a:off x="2571902" y="6307378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3775" name="Rectangle 4"/>
          <p:cNvSpPr>
            <a:spLocks noChangeArrowheads="1"/>
          </p:cNvSpPr>
          <p:nvPr/>
        </p:nvSpPr>
        <p:spPr bwMode="auto">
          <a:xfrm>
            <a:off x="3680282" y="621873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76" name="TextBox 3"/>
          <p:cNvSpPr txBox="1"/>
          <p:nvPr/>
        </p:nvSpPr>
        <p:spPr>
          <a:xfrm>
            <a:off x="3629482" y="618992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847.8470320.1.415110.000000.847001.100178</a:t>
            </a:r>
            <a:endParaRPr lang="en-US" dirty="0"/>
          </a:p>
        </p:txBody>
      </p:sp>
      <p:sp>
        <p:nvSpPr>
          <p:cNvPr id="3777" name="Rectangle 4"/>
          <p:cNvSpPr>
            <a:spLocks noChangeArrowheads="1"/>
          </p:cNvSpPr>
          <p:nvPr/>
        </p:nvSpPr>
        <p:spPr bwMode="auto">
          <a:xfrm>
            <a:off x="5918962" y="621873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78" name="TextBox 3"/>
          <p:cNvSpPr txBox="1"/>
          <p:nvPr/>
        </p:nvSpPr>
        <p:spPr>
          <a:xfrm>
            <a:off x="5987491" y="618992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1,190,357</a:t>
            </a:r>
            <a:endParaRPr lang="en-US" dirty="0"/>
          </a:p>
        </p:txBody>
      </p:sp>
      <p:sp>
        <p:nvSpPr>
          <p:cNvPr id="3779" name="Rectangle 4"/>
          <p:cNvSpPr>
            <a:spLocks noChangeArrowheads="1"/>
          </p:cNvSpPr>
          <p:nvPr/>
        </p:nvSpPr>
        <p:spPr bwMode="auto">
          <a:xfrm>
            <a:off x="6566408" y="621873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80" name="TextBox 3"/>
          <p:cNvSpPr txBox="1"/>
          <p:nvPr/>
        </p:nvSpPr>
        <p:spPr>
          <a:xfrm>
            <a:off x="6634937" y="618992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1,192,027</a:t>
            </a:r>
            <a:endParaRPr lang="en-US" dirty="0"/>
          </a:p>
        </p:txBody>
      </p:sp>
      <p:sp>
        <p:nvSpPr>
          <p:cNvPr id="3781" name="Rectangle 4"/>
          <p:cNvSpPr>
            <a:spLocks noChangeArrowheads="1"/>
          </p:cNvSpPr>
          <p:nvPr/>
        </p:nvSpPr>
        <p:spPr bwMode="auto">
          <a:xfrm>
            <a:off x="7213854" y="621873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82" name="TextBox 3"/>
          <p:cNvSpPr txBox="1"/>
          <p:nvPr/>
        </p:nvSpPr>
        <p:spPr>
          <a:xfrm>
            <a:off x="7282383" y="618992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1,192,020</a:t>
            </a:r>
            <a:endParaRPr lang="en-US" dirty="0"/>
          </a:p>
        </p:txBody>
      </p:sp>
      <p:sp>
        <p:nvSpPr>
          <p:cNvPr id="3783" name="Rectangle 4"/>
          <p:cNvSpPr>
            <a:spLocks noChangeArrowheads="1"/>
          </p:cNvSpPr>
          <p:nvPr/>
        </p:nvSpPr>
        <p:spPr bwMode="auto">
          <a:xfrm>
            <a:off x="7861300" y="621873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84" name="Rectangle 4"/>
          <p:cNvSpPr>
            <a:spLocks noChangeArrowheads="1"/>
          </p:cNvSpPr>
          <p:nvPr/>
        </p:nvSpPr>
        <p:spPr bwMode="auto">
          <a:xfrm>
            <a:off x="8094497" y="621873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85" name="Rectangle 4"/>
          <p:cNvSpPr>
            <a:spLocks noChangeArrowheads="1"/>
          </p:cNvSpPr>
          <p:nvPr/>
        </p:nvSpPr>
        <p:spPr bwMode="auto">
          <a:xfrm>
            <a:off x="8333384" y="621873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86" name="TextBox 3"/>
          <p:cNvSpPr txBox="1"/>
          <p:nvPr/>
        </p:nvSpPr>
        <p:spPr>
          <a:xfrm>
            <a:off x="8650986" y="618992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</a:t>
            </a:r>
            <a:endParaRPr lang="en-US" dirty="0"/>
          </a:p>
        </p:txBody>
      </p:sp>
      <p:sp>
        <p:nvSpPr>
          <p:cNvPr id="3787" name="Rectangle 4"/>
          <p:cNvSpPr>
            <a:spLocks noChangeArrowheads="1"/>
          </p:cNvSpPr>
          <p:nvPr/>
        </p:nvSpPr>
        <p:spPr bwMode="auto">
          <a:xfrm>
            <a:off x="878255" y="6613944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88" name="TextBox 3"/>
          <p:cNvSpPr txBox="1"/>
          <p:nvPr/>
        </p:nvSpPr>
        <p:spPr>
          <a:xfrm>
            <a:off x="827455" y="658514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8470320</a:t>
            </a:r>
            <a:endParaRPr lang="en-US" dirty="0"/>
          </a:p>
        </p:txBody>
      </p:sp>
      <p:sp>
        <p:nvSpPr>
          <p:cNvPr id="3789" name="Rectangle 4"/>
          <p:cNvSpPr>
            <a:spLocks noChangeArrowheads="1"/>
          </p:cNvSpPr>
          <p:nvPr/>
        </p:nvSpPr>
        <p:spPr bwMode="auto">
          <a:xfrm>
            <a:off x="1365758" y="6613944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90" name="TextBox 3"/>
          <p:cNvSpPr txBox="1"/>
          <p:nvPr/>
        </p:nvSpPr>
        <p:spPr>
          <a:xfrm>
            <a:off x="1314958" y="6585140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791" name="TextBox 3"/>
          <p:cNvSpPr txBox="1"/>
          <p:nvPr/>
        </p:nvSpPr>
        <p:spPr>
          <a:xfrm>
            <a:off x="1314958" y="6702590"/>
            <a:ext cx="6294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Chemical </a:t>
            </a:r>
            <a:endParaRPr lang="en-US" dirty="0"/>
          </a:p>
        </p:txBody>
      </p:sp>
      <p:sp>
        <p:nvSpPr>
          <p:cNvPr id="3792" name="TextBox 3"/>
          <p:cNvSpPr txBox="1"/>
          <p:nvPr/>
        </p:nvSpPr>
        <p:spPr>
          <a:xfrm>
            <a:off x="1314958" y="6820039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793" name="Rectangle 4"/>
          <p:cNvSpPr>
            <a:spLocks noChangeArrowheads="1"/>
          </p:cNvSpPr>
          <p:nvPr/>
        </p:nvSpPr>
        <p:spPr bwMode="auto">
          <a:xfrm>
            <a:off x="2163546" y="6613944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94" name="TextBox 3"/>
          <p:cNvSpPr txBox="1"/>
          <p:nvPr/>
        </p:nvSpPr>
        <p:spPr>
          <a:xfrm>
            <a:off x="2112746" y="658514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3795" name="Rectangle 4"/>
          <p:cNvSpPr>
            <a:spLocks noChangeArrowheads="1"/>
          </p:cNvSpPr>
          <p:nvPr/>
        </p:nvSpPr>
        <p:spPr bwMode="auto">
          <a:xfrm>
            <a:off x="2622702" y="6613944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96" name="TextBox 3"/>
          <p:cNvSpPr txBox="1"/>
          <p:nvPr/>
        </p:nvSpPr>
        <p:spPr>
          <a:xfrm>
            <a:off x="2571902" y="6585140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3797" name="TextBox 3"/>
          <p:cNvSpPr txBox="1"/>
          <p:nvPr/>
        </p:nvSpPr>
        <p:spPr>
          <a:xfrm>
            <a:off x="2571902" y="6702590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3798" name="Rectangle 4"/>
          <p:cNvSpPr>
            <a:spLocks noChangeArrowheads="1"/>
          </p:cNvSpPr>
          <p:nvPr/>
        </p:nvSpPr>
        <p:spPr bwMode="auto">
          <a:xfrm>
            <a:off x="3680282" y="6613944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799" name="TextBox 3"/>
          <p:cNvSpPr txBox="1"/>
          <p:nvPr/>
        </p:nvSpPr>
        <p:spPr>
          <a:xfrm>
            <a:off x="3629482" y="658514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847.8470320.1.416110.000000.847001.100178</a:t>
            </a:r>
            <a:endParaRPr lang="en-US" dirty="0"/>
          </a:p>
        </p:txBody>
      </p:sp>
      <p:sp>
        <p:nvSpPr>
          <p:cNvPr id="3800" name="Rectangle 4"/>
          <p:cNvSpPr>
            <a:spLocks noChangeArrowheads="1"/>
          </p:cNvSpPr>
          <p:nvPr/>
        </p:nvSpPr>
        <p:spPr bwMode="auto">
          <a:xfrm>
            <a:off x="5918962" y="661394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801" name="TextBox 3"/>
          <p:cNvSpPr txBox="1"/>
          <p:nvPr/>
        </p:nvSpPr>
        <p:spPr>
          <a:xfrm>
            <a:off x="6072225" y="658514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887,785</a:t>
            </a:r>
            <a:endParaRPr lang="en-US" dirty="0"/>
          </a:p>
        </p:txBody>
      </p:sp>
      <p:sp>
        <p:nvSpPr>
          <p:cNvPr id="3802" name="Rectangle 4"/>
          <p:cNvSpPr>
            <a:spLocks noChangeArrowheads="1"/>
          </p:cNvSpPr>
          <p:nvPr/>
        </p:nvSpPr>
        <p:spPr bwMode="auto">
          <a:xfrm>
            <a:off x="6566408" y="661394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803" name="TextBox 3"/>
          <p:cNvSpPr txBox="1"/>
          <p:nvPr/>
        </p:nvSpPr>
        <p:spPr>
          <a:xfrm>
            <a:off x="6719671" y="658514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573,160</a:t>
            </a:r>
            <a:endParaRPr lang="en-US" dirty="0"/>
          </a:p>
        </p:txBody>
      </p:sp>
      <p:sp>
        <p:nvSpPr>
          <p:cNvPr id="3804" name="Rectangle 4"/>
          <p:cNvSpPr>
            <a:spLocks noChangeArrowheads="1"/>
          </p:cNvSpPr>
          <p:nvPr/>
        </p:nvSpPr>
        <p:spPr bwMode="auto">
          <a:xfrm>
            <a:off x="7213854" y="661394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805" name="TextBox 3"/>
          <p:cNvSpPr txBox="1"/>
          <p:nvPr/>
        </p:nvSpPr>
        <p:spPr>
          <a:xfrm>
            <a:off x="7367118" y="658514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573,155</a:t>
            </a:r>
            <a:endParaRPr lang="en-US" dirty="0"/>
          </a:p>
        </p:txBody>
      </p:sp>
      <p:sp>
        <p:nvSpPr>
          <p:cNvPr id="3806" name="Rectangle 4"/>
          <p:cNvSpPr>
            <a:spLocks noChangeArrowheads="1"/>
          </p:cNvSpPr>
          <p:nvPr/>
        </p:nvSpPr>
        <p:spPr bwMode="auto">
          <a:xfrm>
            <a:off x="7861300" y="6613944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807" name="Rectangle 4"/>
          <p:cNvSpPr>
            <a:spLocks noChangeArrowheads="1"/>
          </p:cNvSpPr>
          <p:nvPr/>
        </p:nvSpPr>
        <p:spPr bwMode="auto">
          <a:xfrm>
            <a:off x="8094497" y="6613944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808" name="Rectangle 4"/>
          <p:cNvSpPr>
            <a:spLocks noChangeArrowheads="1"/>
          </p:cNvSpPr>
          <p:nvPr/>
        </p:nvSpPr>
        <p:spPr bwMode="auto">
          <a:xfrm>
            <a:off x="8333384" y="6613944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809" name="TextBox 3"/>
          <p:cNvSpPr txBox="1"/>
          <p:nvPr/>
        </p:nvSpPr>
        <p:spPr>
          <a:xfrm>
            <a:off x="8650986" y="658514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</a:t>
            </a:r>
            <a:endParaRPr lang="en-US" dirty="0"/>
          </a:p>
        </p:txBody>
      </p:sp>
      <p:sp>
        <p:nvSpPr>
          <p:cNvPr id="3810" name="Rectangle 4"/>
          <p:cNvSpPr>
            <a:spLocks noChangeArrowheads="1"/>
          </p:cNvSpPr>
          <p:nvPr/>
        </p:nvSpPr>
        <p:spPr bwMode="auto">
          <a:xfrm>
            <a:off x="878255" y="7009155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811" name="TextBox 3"/>
          <p:cNvSpPr txBox="1"/>
          <p:nvPr/>
        </p:nvSpPr>
        <p:spPr>
          <a:xfrm>
            <a:off x="827455" y="698035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8470320</a:t>
            </a:r>
            <a:endParaRPr lang="en-US" dirty="0"/>
          </a:p>
        </p:txBody>
      </p:sp>
      <p:sp>
        <p:nvSpPr>
          <p:cNvPr id="3812" name="Rectangle 4"/>
          <p:cNvSpPr>
            <a:spLocks noChangeArrowheads="1"/>
          </p:cNvSpPr>
          <p:nvPr/>
        </p:nvSpPr>
        <p:spPr bwMode="auto">
          <a:xfrm>
            <a:off x="1365758" y="7009155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813" name="TextBox 3"/>
          <p:cNvSpPr txBox="1"/>
          <p:nvPr/>
        </p:nvSpPr>
        <p:spPr>
          <a:xfrm>
            <a:off x="1314958" y="698035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3814" name="TextBox 3"/>
          <p:cNvSpPr txBox="1"/>
          <p:nvPr/>
        </p:nvSpPr>
        <p:spPr>
          <a:xfrm>
            <a:off x="1314958" y="7097802"/>
            <a:ext cx="6294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Chemical </a:t>
            </a:r>
            <a:endParaRPr lang="en-US" dirty="0"/>
          </a:p>
        </p:txBody>
      </p:sp>
      <p:sp>
        <p:nvSpPr>
          <p:cNvPr id="3815" name="Rectangle 4"/>
          <p:cNvSpPr>
            <a:spLocks noChangeArrowheads="1"/>
          </p:cNvSpPr>
          <p:nvPr/>
        </p:nvSpPr>
        <p:spPr bwMode="auto">
          <a:xfrm>
            <a:off x="2163546" y="7009155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816" name="TextBox 3"/>
          <p:cNvSpPr txBox="1"/>
          <p:nvPr/>
        </p:nvSpPr>
        <p:spPr>
          <a:xfrm>
            <a:off x="2112746" y="698035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3817" name="Rectangle 4"/>
          <p:cNvSpPr>
            <a:spLocks noChangeArrowheads="1"/>
          </p:cNvSpPr>
          <p:nvPr/>
        </p:nvSpPr>
        <p:spPr bwMode="auto">
          <a:xfrm>
            <a:off x="2622702" y="7009155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818" name="TextBox 3"/>
          <p:cNvSpPr txBox="1"/>
          <p:nvPr/>
        </p:nvSpPr>
        <p:spPr>
          <a:xfrm>
            <a:off x="2571902" y="6980351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3819" name="TextBox 3"/>
          <p:cNvSpPr txBox="1"/>
          <p:nvPr/>
        </p:nvSpPr>
        <p:spPr>
          <a:xfrm>
            <a:off x="2571902" y="7097802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3820" name="Rectangle 4"/>
          <p:cNvSpPr>
            <a:spLocks noChangeArrowheads="1"/>
          </p:cNvSpPr>
          <p:nvPr/>
        </p:nvSpPr>
        <p:spPr bwMode="auto">
          <a:xfrm>
            <a:off x="3680282" y="7009155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821" name="TextBox 3"/>
          <p:cNvSpPr txBox="1"/>
          <p:nvPr/>
        </p:nvSpPr>
        <p:spPr>
          <a:xfrm>
            <a:off x="3629482" y="698035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847.8470320.1.416310.000000.847001.100178</a:t>
            </a:r>
            <a:endParaRPr lang="en-US" dirty="0"/>
          </a:p>
        </p:txBody>
      </p:sp>
      <p:sp>
        <p:nvSpPr>
          <p:cNvPr id="3822" name="Rectangle 4"/>
          <p:cNvSpPr>
            <a:spLocks noChangeArrowheads="1"/>
          </p:cNvSpPr>
          <p:nvPr/>
        </p:nvSpPr>
        <p:spPr bwMode="auto">
          <a:xfrm>
            <a:off x="5918962" y="700915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823" name="TextBox 3"/>
          <p:cNvSpPr txBox="1"/>
          <p:nvPr/>
        </p:nvSpPr>
        <p:spPr>
          <a:xfrm>
            <a:off x="6072225" y="698035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587,153</a:t>
            </a:r>
            <a:endParaRPr lang="en-US" dirty="0"/>
          </a:p>
        </p:txBody>
      </p:sp>
      <p:sp>
        <p:nvSpPr>
          <p:cNvPr id="3824" name="Rectangle 4"/>
          <p:cNvSpPr>
            <a:spLocks noChangeArrowheads="1"/>
          </p:cNvSpPr>
          <p:nvPr/>
        </p:nvSpPr>
        <p:spPr bwMode="auto">
          <a:xfrm>
            <a:off x="6566408" y="700915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825" name="TextBox 3"/>
          <p:cNvSpPr txBox="1"/>
          <p:nvPr/>
        </p:nvSpPr>
        <p:spPr>
          <a:xfrm>
            <a:off x="6719671" y="698035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402,153</a:t>
            </a:r>
            <a:endParaRPr lang="en-US" dirty="0"/>
          </a:p>
        </p:txBody>
      </p:sp>
      <p:sp>
        <p:nvSpPr>
          <p:cNvPr id="3826" name="Rectangle 4"/>
          <p:cNvSpPr>
            <a:spLocks noChangeArrowheads="1"/>
          </p:cNvSpPr>
          <p:nvPr/>
        </p:nvSpPr>
        <p:spPr bwMode="auto">
          <a:xfrm>
            <a:off x="7213854" y="700915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827" name="TextBox 3"/>
          <p:cNvSpPr txBox="1"/>
          <p:nvPr/>
        </p:nvSpPr>
        <p:spPr>
          <a:xfrm>
            <a:off x="7367118" y="698035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402,144</a:t>
            </a:r>
            <a:endParaRPr lang="en-US" dirty="0"/>
          </a:p>
        </p:txBody>
      </p:sp>
      <p:sp>
        <p:nvSpPr>
          <p:cNvPr id="3828" name="Rectangle 4"/>
          <p:cNvSpPr>
            <a:spLocks noChangeArrowheads="1"/>
          </p:cNvSpPr>
          <p:nvPr/>
        </p:nvSpPr>
        <p:spPr bwMode="auto">
          <a:xfrm>
            <a:off x="7861300" y="7009155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829" name="Rectangle 4"/>
          <p:cNvSpPr>
            <a:spLocks noChangeArrowheads="1"/>
          </p:cNvSpPr>
          <p:nvPr/>
        </p:nvSpPr>
        <p:spPr bwMode="auto">
          <a:xfrm>
            <a:off x="8094497" y="7009155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830" name="Rectangle 4"/>
          <p:cNvSpPr>
            <a:spLocks noChangeArrowheads="1"/>
          </p:cNvSpPr>
          <p:nvPr/>
        </p:nvSpPr>
        <p:spPr bwMode="auto">
          <a:xfrm>
            <a:off x="8333384" y="7009155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831" name="TextBox 3"/>
          <p:cNvSpPr txBox="1"/>
          <p:nvPr/>
        </p:nvSpPr>
        <p:spPr>
          <a:xfrm>
            <a:off x="8650986" y="698035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</a:t>
            </a:r>
            <a:endParaRPr lang="en-US" dirty="0"/>
          </a:p>
        </p:txBody>
      </p:sp>
      <p:sp>
        <p:nvSpPr>
          <p:cNvPr id="3832" name="Rectangle 4"/>
          <p:cNvSpPr>
            <a:spLocks noChangeArrowheads="1"/>
          </p:cNvSpPr>
          <p:nvPr/>
        </p:nvSpPr>
        <p:spPr bwMode="auto">
          <a:xfrm>
            <a:off x="466725" y="917498"/>
            <a:ext cx="6350" cy="6372593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3833" name="Rectangle 4"/>
          <p:cNvSpPr>
            <a:spLocks noChangeArrowheads="1"/>
          </p:cNvSpPr>
          <p:nvPr/>
        </p:nvSpPr>
        <p:spPr bwMode="auto">
          <a:xfrm>
            <a:off x="7213854" y="728215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34" name="Rectangle 4"/>
          <p:cNvSpPr>
            <a:spLocks noChangeArrowheads="1"/>
          </p:cNvSpPr>
          <p:nvPr/>
        </p:nvSpPr>
        <p:spPr bwMode="auto">
          <a:xfrm>
            <a:off x="878255" y="728215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35" name="Rectangle 4"/>
          <p:cNvSpPr>
            <a:spLocks noChangeArrowheads="1"/>
          </p:cNvSpPr>
          <p:nvPr/>
        </p:nvSpPr>
        <p:spPr bwMode="auto">
          <a:xfrm>
            <a:off x="7213854" y="316972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36" name="Rectangle 4"/>
          <p:cNvSpPr>
            <a:spLocks noChangeArrowheads="1"/>
          </p:cNvSpPr>
          <p:nvPr/>
        </p:nvSpPr>
        <p:spPr bwMode="auto">
          <a:xfrm>
            <a:off x="878255" y="316972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37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38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39" name="Rectangle 4"/>
          <p:cNvSpPr>
            <a:spLocks noChangeArrowheads="1"/>
          </p:cNvSpPr>
          <p:nvPr/>
        </p:nvSpPr>
        <p:spPr bwMode="auto">
          <a:xfrm>
            <a:off x="7213854" y="277451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40" name="Rectangle 4"/>
          <p:cNvSpPr>
            <a:spLocks noChangeArrowheads="1"/>
          </p:cNvSpPr>
          <p:nvPr/>
        </p:nvSpPr>
        <p:spPr bwMode="auto">
          <a:xfrm>
            <a:off x="878255" y="277451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41" name="Rectangle 4"/>
          <p:cNvSpPr>
            <a:spLocks noChangeArrowheads="1"/>
          </p:cNvSpPr>
          <p:nvPr/>
        </p:nvSpPr>
        <p:spPr bwMode="auto">
          <a:xfrm>
            <a:off x="7213854" y="237930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42" name="Rectangle 4"/>
          <p:cNvSpPr>
            <a:spLocks noChangeArrowheads="1"/>
          </p:cNvSpPr>
          <p:nvPr/>
        </p:nvSpPr>
        <p:spPr bwMode="auto">
          <a:xfrm>
            <a:off x="878255" y="237930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43" name="Rectangle 4"/>
          <p:cNvSpPr>
            <a:spLocks noChangeArrowheads="1"/>
          </p:cNvSpPr>
          <p:nvPr/>
        </p:nvSpPr>
        <p:spPr bwMode="auto">
          <a:xfrm>
            <a:off x="7213854" y="158888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44" name="Rectangle 4"/>
          <p:cNvSpPr>
            <a:spLocks noChangeArrowheads="1"/>
          </p:cNvSpPr>
          <p:nvPr/>
        </p:nvSpPr>
        <p:spPr bwMode="auto">
          <a:xfrm>
            <a:off x="878255" y="158888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45" name="Rectangle 4"/>
          <p:cNvSpPr>
            <a:spLocks noChangeArrowheads="1"/>
          </p:cNvSpPr>
          <p:nvPr/>
        </p:nvSpPr>
        <p:spPr bwMode="auto">
          <a:xfrm>
            <a:off x="7213854" y="198409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46" name="Rectangle 4"/>
          <p:cNvSpPr>
            <a:spLocks noChangeArrowheads="1"/>
          </p:cNvSpPr>
          <p:nvPr/>
        </p:nvSpPr>
        <p:spPr bwMode="auto">
          <a:xfrm>
            <a:off x="878255" y="198409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47" name="Rectangle 4"/>
          <p:cNvSpPr>
            <a:spLocks noChangeArrowheads="1"/>
          </p:cNvSpPr>
          <p:nvPr/>
        </p:nvSpPr>
        <p:spPr bwMode="auto">
          <a:xfrm>
            <a:off x="7213854" y="119367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48" name="Rectangle 4"/>
          <p:cNvSpPr>
            <a:spLocks noChangeArrowheads="1"/>
          </p:cNvSpPr>
          <p:nvPr/>
        </p:nvSpPr>
        <p:spPr bwMode="auto">
          <a:xfrm>
            <a:off x="878255" y="119367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49" name="Rectangle 4"/>
          <p:cNvSpPr>
            <a:spLocks noChangeArrowheads="1"/>
          </p:cNvSpPr>
          <p:nvPr/>
        </p:nvSpPr>
        <p:spPr bwMode="auto">
          <a:xfrm>
            <a:off x="469900" y="7286917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50" name="Rectangle 4"/>
          <p:cNvSpPr>
            <a:spLocks noChangeArrowheads="1"/>
          </p:cNvSpPr>
          <p:nvPr/>
        </p:nvSpPr>
        <p:spPr bwMode="auto">
          <a:xfrm>
            <a:off x="7213854" y="581875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51" name="Rectangle 4"/>
          <p:cNvSpPr>
            <a:spLocks noChangeArrowheads="1"/>
          </p:cNvSpPr>
          <p:nvPr/>
        </p:nvSpPr>
        <p:spPr bwMode="auto">
          <a:xfrm>
            <a:off x="878255" y="581875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52" name="Rectangle 4"/>
          <p:cNvSpPr>
            <a:spLocks noChangeArrowheads="1"/>
          </p:cNvSpPr>
          <p:nvPr/>
        </p:nvSpPr>
        <p:spPr bwMode="auto">
          <a:xfrm>
            <a:off x="7213854" y="502833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53" name="Rectangle 4"/>
          <p:cNvSpPr>
            <a:spLocks noChangeArrowheads="1"/>
          </p:cNvSpPr>
          <p:nvPr/>
        </p:nvSpPr>
        <p:spPr bwMode="auto">
          <a:xfrm>
            <a:off x="878255" y="502833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54" name="Rectangle 4"/>
          <p:cNvSpPr>
            <a:spLocks noChangeArrowheads="1"/>
          </p:cNvSpPr>
          <p:nvPr/>
        </p:nvSpPr>
        <p:spPr bwMode="auto">
          <a:xfrm>
            <a:off x="7213854" y="700439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55" name="Rectangle 4"/>
          <p:cNvSpPr>
            <a:spLocks noChangeArrowheads="1"/>
          </p:cNvSpPr>
          <p:nvPr/>
        </p:nvSpPr>
        <p:spPr bwMode="auto">
          <a:xfrm>
            <a:off x="878255" y="700439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56" name="Rectangle 4"/>
          <p:cNvSpPr>
            <a:spLocks noChangeArrowheads="1"/>
          </p:cNvSpPr>
          <p:nvPr/>
        </p:nvSpPr>
        <p:spPr bwMode="auto">
          <a:xfrm>
            <a:off x="7213854" y="423791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57" name="Rectangle 4"/>
          <p:cNvSpPr>
            <a:spLocks noChangeArrowheads="1"/>
          </p:cNvSpPr>
          <p:nvPr/>
        </p:nvSpPr>
        <p:spPr bwMode="auto">
          <a:xfrm>
            <a:off x="878255" y="423791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58" name="Rectangle 4"/>
          <p:cNvSpPr>
            <a:spLocks noChangeArrowheads="1"/>
          </p:cNvSpPr>
          <p:nvPr/>
        </p:nvSpPr>
        <p:spPr bwMode="auto">
          <a:xfrm>
            <a:off x="466725" y="917498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3859" name="Rectangle 4"/>
          <p:cNvSpPr>
            <a:spLocks noChangeArrowheads="1"/>
          </p:cNvSpPr>
          <p:nvPr/>
        </p:nvSpPr>
        <p:spPr bwMode="auto">
          <a:xfrm>
            <a:off x="7213854" y="356494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60" name="Rectangle 4"/>
          <p:cNvSpPr>
            <a:spLocks noChangeArrowheads="1"/>
          </p:cNvSpPr>
          <p:nvPr/>
        </p:nvSpPr>
        <p:spPr bwMode="auto">
          <a:xfrm>
            <a:off x="878255" y="356494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61" name="Rectangle 4"/>
          <p:cNvSpPr>
            <a:spLocks noChangeArrowheads="1"/>
          </p:cNvSpPr>
          <p:nvPr/>
        </p:nvSpPr>
        <p:spPr bwMode="auto">
          <a:xfrm>
            <a:off x="466725" y="7283742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3862" name="Rectangle 4"/>
          <p:cNvSpPr>
            <a:spLocks noChangeArrowheads="1"/>
          </p:cNvSpPr>
          <p:nvPr/>
        </p:nvSpPr>
        <p:spPr bwMode="auto">
          <a:xfrm>
            <a:off x="7213854" y="660918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63" name="Rectangle 4"/>
          <p:cNvSpPr>
            <a:spLocks noChangeArrowheads="1"/>
          </p:cNvSpPr>
          <p:nvPr/>
        </p:nvSpPr>
        <p:spPr bwMode="auto">
          <a:xfrm>
            <a:off x="878255" y="660918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64" name="Rectangle 4"/>
          <p:cNvSpPr>
            <a:spLocks noChangeArrowheads="1"/>
          </p:cNvSpPr>
          <p:nvPr/>
        </p:nvSpPr>
        <p:spPr bwMode="auto">
          <a:xfrm>
            <a:off x="7213854" y="621397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65" name="Rectangle 4"/>
          <p:cNvSpPr>
            <a:spLocks noChangeArrowheads="1"/>
          </p:cNvSpPr>
          <p:nvPr/>
        </p:nvSpPr>
        <p:spPr bwMode="auto">
          <a:xfrm>
            <a:off x="878255" y="621397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66" name="Rectangle 4"/>
          <p:cNvSpPr>
            <a:spLocks noChangeArrowheads="1"/>
          </p:cNvSpPr>
          <p:nvPr/>
        </p:nvSpPr>
        <p:spPr bwMode="auto">
          <a:xfrm>
            <a:off x="7213854" y="542354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67" name="Rectangle 4"/>
          <p:cNvSpPr>
            <a:spLocks noChangeArrowheads="1"/>
          </p:cNvSpPr>
          <p:nvPr/>
        </p:nvSpPr>
        <p:spPr bwMode="auto">
          <a:xfrm>
            <a:off x="878255" y="542354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68" name="Rectangle 4"/>
          <p:cNvSpPr>
            <a:spLocks noChangeArrowheads="1"/>
          </p:cNvSpPr>
          <p:nvPr/>
        </p:nvSpPr>
        <p:spPr bwMode="auto">
          <a:xfrm>
            <a:off x="7213854" y="463312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69" name="Rectangle 4"/>
          <p:cNvSpPr>
            <a:spLocks noChangeArrowheads="1"/>
          </p:cNvSpPr>
          <p:nvPr/>
        </p:nvSpPr>
        <p:spPr bwMode="auto">
          <a:xfrm>
            <a:off x="878255" y="463312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70" name="Rectangle 4"/>
          <p:cNvSpPr>
            <a:spLocks noChangeArrowheads="1"/>
          </p:cNvSpPr>
          <p:nvPr/>
        </p:nvSpPr>
        <p:spPr bwMode="auto">
          <a:xfrm>
            <a:off x="7213854" y="384270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71" name="Rectangle 4"/>
          <p:cNvSpPr>
            <a:spLocks noChangeArrowheads="1"/>
          </p:cNvSpPr>
          <p:nvPr/>
        </p:nvSpPr>
        <p:spPr bwMode="auto">
          <a:xfrm>
            <a:off x="878255" y="384270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72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73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4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875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3876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3877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878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3879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3880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3881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882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3883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3884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885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3886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3887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888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3889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890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3891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892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3893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3894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895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3896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3897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898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3899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3900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901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3902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903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3904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905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3906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3907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291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08" name="TextBox 3"/>
          <p:cNvSpPr txBox="1"/>
          <p:nvPr/>
        </p:nvSpPr>
        <p:spPr>
          <a:xfrm>
            <a:off x="422275" y="895045"/>
            <a:ext cx="47701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</a:t>
            </a:r>
            <a:endParaRPr lang="en-US" dirty="0"/>
          </a:p>
        </p:txBody>
      </p:sp>
      <p:sp>
        <p:nvSpPr>
          <p:cNvPr id="3909" name="TextBox 3"/>
          <p:cNvSpPr txBox="1"/>
          <p:nvPr/>
        </p:nvSpPr>
        <p:spPr>
          <a:xfrm>
            <a:off x="422275" y="1012494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3910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11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12" name="TextBox 3"/>
          <p:cNvSpPr txBox="1"/>
          <p:nvPr/>
        </p:nvSpPr>
        <p:spPr>
          <a:xfrm>
            <a:off x="1314958" y="891870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913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14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15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16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17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18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19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20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21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22" name="Rectangle 4"/>
          <p:cNvSpPr>
            <a:spLocks noChangeArrowheads="1"/>
          </p:cNvSpPr>
          <p:nvPr/>
        </p:nvSpPr>
        <p:spPr bwMode="auto">
          <a:xfrm>
            <a:off x="878255" y="1080985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923" name="TextBox 3"/>
          <p:cNvSpPr txBox="1"/>
          <p:nvPr/>
        </p:nvSpPr>
        <p:spPr>
          <a:xfrm>
            <a:off x="827455" y="105218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8470320</a:t>
            </a:r>
            <a:endParaRPr lang="en-US" dirty="0"/>
          </a:p>
        </p:txBody>
      </p:sp>
      <p:sp>
        <p:nvSpPr>
          <p:cNvPr id="3924" name="TextBox 3"/>
          <p:cNvSpPr txBox="1"/>
          <p:nvPr/>
        </p:nvSpPr>
        <p:spPr>
          <a:xfrm>
            <a:off x="827455" y="1169631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3925" name="Rectangle 4"/>
          <p:cNvSpPr>
            <a:spLocks noChangeArrowheads="1"/>
          </p:cNvSpPr>
          <p:nvPr/>
        </p:nvSpPr>
        <p:spPr bwMode="auto">
          <a:xfrm>
            <a:off x="1365758" y="1080985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926" name="Rectangle 4"/>
          <p:cNvSpPr>
            <a:spLocks noChangeArrowheads="1"/>
          </p:cNvSpPr>
          <p:nvPr/>
        </p:nvSpPr>
        <p:spPr bwMode="auto">
          <a:xfrm>
            <a:off x="2163546" y="1080985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927" name="Rectangle 4"/>
          <p:cNvSpPr>
            <a:spLocks noChangeArrowheads="1"/>
          </p:cNvSpPr>
          <p:nvPr/>
        </p:nvSpPr>
        <p:spPr bwMode="auto">
          <a:xfrm>
            <a:off x="2622702" y="1080985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928" name="Rectangle 4"/>
          <p:cNvSpPr>
            <a:spLocks noChangeArrowheads="1"/>
          </p:cNvSpPr>
          <p:nvPr/>
        </p:nvSpPr>
        <p:spPr bwMode="auto">
          <a:xfrm>
            <a:off x="3680282" y="1080985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929" name="Rectangle 4"/>
          <p:cNvSpPr>
            <a:spLocks noChangeArrowheads="1"/>
          </p:cNvSpPr>
          <p:nvPr/>
        </p:nvSpPr>
        <p:spPr bwMode="auto">
          <a:xfrm>
            <a:off x="5918962" y="1080985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930" name="TextBox 3"/>
          <p:cNvSpPr txBox="1"/>
          <p:nvPr/>
        </p:nvSpPr>
        <p:spPr>
          <a:xfrm>
            <a:off x="5931001" y="1052182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30,687,645</a:t>
            </a:r>
            <a:endParaRPr lang="en-US" dirty="0"/>
          </a:p>
        </p:txBody>
      </p:sp>
      <p:sp>
        <p:nvSpPr>
          <p:cNvPr id="3931" name="Rectangle 4"/>
          <p:cNvSpPr>
            <a:spLocks noChangeArrowheads="1"/>
          </p:cNvSpPr>
          <p:nvPr/>
        </p:nvSpPr>
        <p:spPr bwMode="auto">
          <a:xfrm>
            <a:off x="6566408" y="1080985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932" name="TextBox 3"/>
          <p:cNvSpPr txBox="1"/>
          <p:nvPr/>
        </p:nvSpPr>
        <p:spPr>
          <a:xfrm>
            <a:off x="6578447" y="1052182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31,479,720</a:t>
            </a:r>
            <a:endParaRPr lang="en-US" dirty="0"/>
          </a:p>
        </p:txBody>
      </p:sp>
      <p:sp>
        <p:nvSpPr>
          <p:cNvPr id="3933" name="Rectangle 4"/>
          <p:cNvSpPr>
            <a:spLocks noChangeArrowheads="1"/>
          </p:cNvSpPr>
          <p:nvPr/>
        </p:nvSpPr>
        <p:spPr bwMode="auto">
          <a:xfrm>
            <a:off x="7213854" y="1080985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934" name="TextBox 3"/>
          <p:cNvSpPr txBox="1"/>
          <p:nvPr/>
        </p:nvSpPr>
        <p:spPr>
          <a:xfrm>
            <a:off x="7225894" y="1052182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31,478,668</a:t>
            </a:r>
            <a:endParaRPr lang="en-US" dirty="0"/>
          </a:p>
        </p:txBody>
      </p:sp>
      <p:sp>
        <p:nvSpPr>
          <p:cNvPr id="3935" name="Rectangle 4"/>
          <p:cNvSpPr>
            <a:spLocks noChangeArrowheads="1"/>
          </p:cNvSpPr>
          <p:nvPr/>
        </p:nvSpPr>
        <p:spPr bwMode="auto">
          <a:xfrm>
            <a:off x="7861300" y="1080985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936" name="Rectangle 4"/>
          <p:cNvSpPr>
            <a:spLocks noChangeArrowheads="1"/>
          </p:cNvSpPr>
          <p:nvPr/>
        </p:nvSpPr>
        <p:spPr bwMode="auto">
          <a:xfrm>
            <a:off x="8094497" y="1080985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937" name="Rectangle 4"/>
          <p:cNvSpPr>
            <a:spLocks noChangeArrowheads="1"/>
          </p:cNvSpPr>
          <p:nvPr/>
        </p:nvSpPr>
        <p:spPr bwMode="auto">
          <a:xfrm>
            <a:off x="8333384" y="1080985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3938" name="TextBox 3"/>
          <p:cNvSpPr txBox="1"/>
          <p:nvPr/>
        </p:nvSpPr>
        <p:spPr>
          <a:xfrm>
            <a:off x="8453272" y="1052182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1,052</a:t>
            </a:r>
            <a:endParaRPr lang="en-US" dirty="0"/>
          </a:p>
        </p:txBody>
      </p:sp>
      <p:sp>
        <p:nvSpPr>
          <p:cNvPr id="3939" name="Rectangle 4"/>
          <p:cNvSpPr>
            <a:spLocks noChangeArrowheads="1"/>
          </p:cNvSpPr>
          <p:nvPr/>
        </p:nvSpPr>
        <p:spPr bwMode="auto">
          <a:xfrm>
            <a:off x="878255" y="1358747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40" name="TextBox 3"/>
          <p:cNvSpPr txBox="1"/>
          <p:nvPr/>
        </p:nvSpPr>
        <p:spPr>
          <a:xfrm>
            <a:off x="827455" y="132994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8470325</a:t>
            </a:r>
            <a:endParaRPr lang="en-US" dirty="0"/>
          </a:p>
        </p:txBody>
      </p:sp>
      <p:sp>
        <p:nvSpPr>
          <p:cNvPr id="3941" name="Rectangle 4"/>
          <p:cNvSpPr>
            <a:spLocks noChangeArrowheads="1"/>
          </p:cNvSpPr>
          <p:nvPr/>
        </p:nvSpPr>
        <p:spPr bwMode="auto">
          <a:xfrm>
            <a:off x="1365758" y="1358747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42" name="TextBox 3"/>
          <p:cNvSpPr txBox="1"/>
          <p:nvPr/>
        </p:nvSpPr>
        <p:spPr>
          <a:xfrm>
            <a:off x="1314958" y="1329944"/>
            <a:ext cx="75915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Civil </a:t>
            </a:r>
            <a:endParaRPr lang="en-US" dirty="0"/>
          </a:p>
        </p:txBody>
      </p:sp>
      <p:sp>
        <p:nvSpPr>
          <p:cNvPr id="3943" name="TextBox 3"/>
          <p:cNvSpPr txBox="1"/>
          <p:nvPr/>
        </p:nvSpPr>
        <p:spPr>
          <a:xfrm>
            <a:off x="1314958" y="1447393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944" name="Rectangle 4"/>
          <p:cNvSpPr>
            <a:spLocks noChangeArrowheads="1"/>
          </p:cNvSpPr>
          <p:nvPr/>
        </p:nvSpPr>
        <p:spPr bwMode="auto">
          <a:xfrm>
            <a:off x="2163546" y="1358747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45" name="TextBox 3"/>
          <p:cNvSpPr txBox="1"/>
          <p:nvPr/>
        </p:nvSpPr>
        <p:spPr>
          <a:xfrm>
            <a:off x="2112746" y="132994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3946" name="Rectangle 4"/>
          <p:cNvSpPr>
            <a:spLocks noChangeArrowheads="1"/>
          </p:cNvSpPr>
          <p:nvPr/>
        </p:nvSpPr>
        <p:spPr bwMode="auto">
          <a:xfrm>
            <a:off x="2622702" y="1358747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47" name="TextBox 3"/>
          <p:cNvSpPr txBox="1"/>
          <p:nvPr/>
        </p:nvSpPr>
        <p:spPr>
          <a:xfrm>
            <a:off x="2571902" y="1329944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3948" name="TextBox 3"/>
          <p:cNvSpPr txBox="1"/>
          <p:nvPr/>
        </p:nvSpPr>
        <p:spPr>
          <a:xfrm>
            <a:off x="2571902" y="1447393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3949" name="Rectangle 4"/>
          <p:cNvSpPr>
            <a:spLocks noChangeArrowheads="1"/>
          </p:cNvSpPr>
          <p:nvPr/>
        </p:nvSpPr>
        <p:spPr bwMode="auto">
          <a:xfrm>
            <a:off x="3680282" y="1358747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50" name="TextBox 3"/>
          <p:cNvSpPr txBox="1"/>
          <p:nvPr/>
        </p:nvSpPr>
        <p:spPr>
          <a:xfrm>
            <a:off x="3629482" y="132994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847.8470325.1.412121.000000.847001.100178</a:t>
            </a:r>
            <a:endParaRPr lang="en-US" dirty="0"/>
          </a:p>
        </p:txBody>
      </p:sp>
      <p:sp>
        <p:nvSpPr>
          <p:cNvPr id="3951" name="Rectangle 4"/>
          <p:cNvSpPr>
            <a:spLocks noChangeArrowheads="1"/>
          </p:cNvSpPr>
          <p:nvPr/>
        </p:nvSpPr>
        <p:spPr bwMode="auto">
          <a:xfrm>
            <a:off x="5918962" y="135874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52" name="TextBox 3"/>
          <p:cNvSpPr txBox="1"/>
          <p:nvPr/>
        </p:nvSpPr>
        <p:spPr>
          <a:xfrm>
            <a:off x="5987491" y="132994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5,933,713</a:t>
            </a:r>
            <a:endParaRPr lang="en-US" dirty="0"/>
          </a:p>
        </p:txBody>
      </p:sp>
      <p:sp>
        <p:nvSpPr>
          <p:cNvPr id="3953" name="Rectangle 4"/>
          <p:cNvSpPr>
            <a:spLocks noChangeArrowheads="1"/>
          </p:cNvSpPr>
          <p:nvPr/>
        </p:nvSpPr>
        <p:spPr bwMode="auto">
          <a:xfrm>
            <a:off x="6566408" y="135874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54" name="TextBox 3"/>
          <p:cNvSpPr txBox="1"/>
          <p:nvPr/>
        </p:nvSpPr>
        <p:spPr>
          <a:xfrm>
            <a:off x="6634937" y="132994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6,006,808</a:t>
            </a:r>
            <a:endParaRPr lang="en-US" dirty="0"/>
          </a:p>
        </p:txBody>
      </p:sp>
      <p:sp>
        <p:nvSpPr>
          <p:cNvPr id="3955" name="Rectangle 4"/>
          <p:cNvSpPr>
            <a:spLocks noChangeArrowheads="1"/>
          </p:cNvSpPr>
          <p:nvPr/>
        </p:nvSpPr>
        <p:spPr bwMode="auto">
          <a:xfrm>
            <a:off x="7213854" y="135874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56" name="TextBox 3"/>
          <p:cNvSpPr txBox="1"/>
          <p:nvPr/>
        </p:nvSpPr>
        <p:spPr>
          <a:xfrm>
            <a:off x="7282383" y="132994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6,006,808</a:t>
            </a:r>
            <a:endParaRPr lang="en-US" dirty="0"/>
          </a:p>
        </p:txBody>
      </p:sp>
      <p:sp>
        <p:nvSpPr>
          <p:cNvPr id="3957" name="Rectangle 4"/>
          <p:cNvSpPr>
            <a:spLocks noChangeArrowheads="1"/>
          </p:cNvSpPr>
          <p:nvPr/>
        </p:nvSpPr>
        <p:spPr bwMode="auto">
          <a:xfrm>
            <a:off x="7861300" y="1358747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58" name="Rectangle 4"/>
          <p:cNvSpPr>
            <a:spLocks noChangeArrowheads="1"/>
          </p:cNvSpPr>
          <p:nvPr/>
        </p:nvSpPr>
        <p:spPr bwMode="auto">
          <a:xfrm>
            <a:off x="8094497" y="1358747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59" name="Rectangle 4"/>
          <p:cNvSpPr>
            <a:spLocks noChangeArrowheads="1"/>
          </p:cNvSpPr>
          <p:nvPr/>
        </p:nvSpPr>
        <p:spPr bwMode="auto">
          <a:xfrm>
            <a:off x="8333384" y="1358747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60" name="TextBox 3"/>
          <p:cNvSpPr txBox="1"/>
          <p:nvPr/>
        </p:nvSpPr>
        <p:spPr>
          <a:xfrm>
            <a:off x="8650986" y="132994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3961" name="Rectangle 4"/>
          <p:cNvSpPr>
            <a:spLocks noChangeArrowheads="1"/>
          </p:cNvSpPr>
          <p:nvPr/>
        </p:nvSpPr>
        <p:spPr bwMode="auto">
          <a:xfrm>
            <a:off x="878255" y="163650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62" name="TextBox 3"/>
          <p:cNvSpPr txBox="1"/>
          <p:nvPr/>
        </p:nvSpPr>
        <p:spPr>
          <a:xfrm>
            <a:off x="827455" y="160770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8470325</a:t>
            </a:r>
            <a:endParaRPr lang="en-US" dirty="0"/>
          </a:p>
        </p:txBody>
      </p:sp>
      <p:sp>
        <p:nvSpPr>
          <p:cNvPr id="3963" name="Rectangle 4"/>
          <p:cNvSpPr>
            <a:spLocks noChangeArrowheads="1"/>
          </p:cNvSpPr>
          <p:nvPr/>
        </p:nvSpPr>
        <p:spPr bwMode="auto">
          <a:xfrm>
            <a:off x="1365758" y="163650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64" name="TextBox 3"/>
          <p:cNvSpPr txBox="1"/>
          <p:nvPr/>
        </p:nvSpPr>
        <p:spPr>
          <a:xfrm>
            <a:off x="1314958" y="1607705"/>
            <a:ext cx="75915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Civil </a:t>
            </a:r>
            <a:endParaRPr lang="en-US" dirty="0"/>
          </a:p>
        </p:txBody>
      </p:sp>
      <p:sp>
        <p:nvSpPr>
          <p:cNvPr id="3965" name="TextBox 3"/>
          <p:cNvSpPr txBox="1"/>
          <p:nvPr/>
        </p:nvSpPr>
        <p:spPr>
          <a:xfrm>
            <a:off x="1314958" y="1725155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966" name="Rectangle 4"/>
          <p:cNvSpPr>
            <a:spLocks noChangeArrowheads="1"/>
          </p:cNvSpPr>
          <p:nvPr/>
        </p:nvSpPr>
        <p:spPr bwMode="auto">
          <a:xfrm>
            <a:off x="2163546" y="163650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67" name="TextBox 3"/>
          <p:cNvSpPr txBox="1"/>
          <p:nvPr/>
        </p:nvSpPr>
        <p:spPr>
          <a:xfrm>
            <a:off x="2112746" y="160770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3968" name="Rectangle 4"/>
          <p:cNvSpPr>
            <a:spLocks noChangeArrowheads="1"/>
          </p:cNvSpPr>
          <p:nvPr/>
        </p:nvSpPr>
        <p:spPr bwMode="auto">
          <a:xfrm>
            <a:off x="2622702" y="163650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69" name="TextBox 3"/>
          <p:cNvSpPr txBox="1"/>
          <p:nvPr/>
        </p:nvSpPr>
        <p:spPr>
          <a:xfrm>
            <a:off x="2571902" y="1607705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3970" name="TextBox 3"/>
          <p:cNvSpPr txBox="1"/>
          <p:nvPr/>
        </p:nvSpPr>
        <p:spPr>
          <a:xfrm>
            <a:off x="2571902" y="1725155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3971" name="TextBox 3"/>
          <p:cNvSpPr txBox="1"/>
          <p:nvPr/>
        </p:nvSpPr>
        <p:spPr>
          <a:xfrm>
            <a:off x="2571902" y="1842605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3972" name="Rectangle 4"/>
          <p:cNvSpPr>
            <a:spLocks noChangeArrowheads="1"/>
          </p:cNvSpPr>
          <p:nvPr/>
        </p:nvSpPr>
        <p:spPr bwMode="auto">
          <a:xfrm>
            <a:off x="3680282" y="163650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73" name="TextBox 3"/>
          <p:cNvSpPr txBox="1"/>
          <p:nvPr/>
        </p:nvSpPr>
        <p:spPr>
          <a:xfrm>
            <a:off x="3629482" y="160770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847.8470325.1.412125.000000.847001.100178</a:t>
            </a:r>
            <a:endParaRPr lang="en-US" dirty="0"/>
          </a:p>
        </p:txBody>
      </p:sp>
      <p:sp>
        <p:nvSpPr>
          <p:cNvPr id="3974" name="Rectangle 4"/>
          <p:cNvSpPr>
            <a:spLocks noChangeArrowheads="1"/>
          </p:cNvSpPr>
          <p:nvPr/>
        </p:nvSpPr>
        <p:spPr bwMode="auto">
          <a:xfrm>
            <a:off x="5918962" y="163650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75" name="TextBox 3"/>
          <p:cNvSpPr txBox="1"/>
          <p:nvPr/>
        </p:nvSpPr>
        <p:spPr>
          <a:xfrm>
            <a:off x="5987491" y="16077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4,024,978</a:t>
            </a:r>
            <a:endParaRPr lang="en-US" dirty="0"/>
          </a:p>
        </p:txBody>
      </p:sp>
      <p:sp>
        <p:nvSpPr>
          <p:cNvPr id="3976" name="Rectangle 4"/>
          <p:cNvSpPr>
            <a:spLocks noChangeArrowheads="1"/>
          </p:cNvSpPr>
          <p:nvPr/>
        </p:nvSpPr>
        <p:spPr bwMode="auto">
          <a:xfrm>
            <a:off x="6566408" y="163650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77" name="TextBox 3"/>
          <p:cNvSpPr txBox="1"/>
          <p:nvPr/>
        </p:nvSpPr>
        <p:spPr>
          <a:xfrm>
            <a:off x="6634937" y="16077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4,690,128</a:t>
            </a:r>
            <a:endParaRPr lang="en-US" dirty="0"/>
          </a:p>
        </p:txBody>
      </p:sp>
      <p:sp>
        <p:nvSpPr>
          <p:cNvPr id="3978" name="Rectangle 4"/>
          <p:cNvSpPr>
            <a:spLocks noChangeArrowheads="1"/>
          </p:cNvSpPr>
          <p:nvPr/>
        </p:nvSpPr>
        <p:spPr bwMode="auto">
          <a:xfrm>
            <a:off x="7213854" y="163650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79" name="TextBox 3"/>
          <p:cNvSpPr txBox="1"/>
          <p:nvPr/>
        </p:nvSpPr>
        <p:spPr>
          <a:xfrm>
            <a:off x="7282383" y="16077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4,689,973</a:t>
            </a:r>
            <a:endParaRPr lang="en-US" dirty="0"/>
          </a:p>
        </p:txBody>
      </p:sp>
      <p:sp>
        <p:nvSpPr>
          <p:cNvPr id="3980" name="Rectangle 4"/>
          <p:cNvSpPr>
            <a:spLocks noChangeArrowheads="1"/>
          </p:cNvSpPr>
          <p:nvPr/>
        </p:nvSpPr>
        <p:spPr bwMode="auto">
          <a:xfrm>
            <a:off x="7861300" y="163650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81" name="Rectangle 4"/>
          <p:cNvSpPr>
            <a:spLocks noChangeArrowheads="1"/>
          </p:cNvSpPr>
          <p:nvPr/>
        </p:nvSpPr>
        <p:spPr bwMode="auto">
          <a:xfrm>
            <a:off x="8094497" y="163650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82" name="Rectangle 4"/>
          <p:cNvSpPr>
            <a:spLocks noChangeArrowheads="1"/>
          </p:cNvSpPr>
          <p:nvPr/>
        </p:nvSpPr>
        <p:spPr bwMode="auto">
          <a:xfrm>
            <a:off x="8333384" y="163650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83" name="TextBox 3"/>
          <p:cNvSpPr txBox="1"/>
          <p:nvPr/>
        </p:nvSpPr>
        <p:spPr>
          <a:xfrm>
            <a:off x="8538006" y="1607705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155</a:t>
            </a:r>
            <a:endParaRPr lang="en-US" dirty="0"/>
          </a:p>
        </p:txBody>
      </p:sp>
      <p:sp>
        <p:nvSpPr>
          <p:cNvPr id="3984" name="Rectangle 4"/>
          <p:cNvSpPr>
            <a:spLocks noChangeArrowheads="1"/>
          </p:cNvSpPr>
          <p:nvPr/>
        </p:nvSpPr>
        <p:spPr bwMode="auto">
          <a:xfrm>
            <a:off x="878255" y="2031720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85" name="TextBox 3"/>
          <p:cNvSpPr txBox="1"/>
          <p:nvPr/>
        </p:nvSpPr>
        <p:spPr>
          <a:xfrm>
            <a:off x="827455" y="200291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8470325</a:t>
            </a:r>
            <a:endParaRPr lang="en-US" dirty="0"/>
          </a:p>
        </p:txBody>
      </p:sp>
      <p:sp>
        <p:nvSpPr>
          <p:cNvPr id="3986" name="Rectangle 4"/>
          <p:cNvSpPr>
            <a:spLocks noChangeArrowheads="1"/>
          </p:cNvSpPr>
          <p:nvPr/>
        </p:nvSpPr>
        <p:spPr bwMode="auto">
          <a:xfrm>
            <a:off x="1365758" y="2031720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87" name="TextBox 3"/>
          <p:cNvSpPr txBox="1"/>
          <p:nvPr/>
        </p:nvSpPr>
        <p:spPr>
          <a:xfrm>
            <a:off x="1314958" y="2002917"/>
            <a:ext cx="75915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Civil </a:t>
            </a:r>
            <a:endParaRPr lang="en-US" dirty="0"/>
          </a:p>
        </p:txBody>
      </p:sp>
      <p:sp>
        <p:nvSpPr>
          <p:cNvPr id="3988" name="TextBox 3"/>
          <p:cNvSpPr txBox="1"/>
          <p:nvPr/>
        </p:nvSpPr>
        <p:spPr>
          <a:xfrm>
            <a:off x="1314958" y="2120366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3989" name="Rectangle 4"/>
          <p:cNvSpPr>
            <a:spLocks noChangeArrowheads="1"/>
          </p:cNvSpPr>
          <p:nvPr/>
        </p:nvSpPr>
        <p:spPr bwMode="auto">
          <a:xfrm>
            <a:off x="2163546" y="2031720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90" name="TextBox 3"/>
          <p:cNvSpPr txBox="1"/>
          <p:nvPr/>
        </p:nvSpPr>
        <p:spPr>
          <a:xfrm>
            <a:off x="2112746" y="200291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412521</a:t>
            </a:r>
            <a:endParaRPr lang="en-US" dirty="0"/>
          </a:p>
        </p:txBody>
      </p:sp>
      <p:sp>
        <p:nvSpPr>
          <p:cNvPr id="3991" name="Rectangle 4"/>
          <p:cNvSpPr>
            <a:spLocks noChangeArrowheads="1"/>
          </p:cNvSpPr>
          <p:nvPr/>
        </p:nvSpPr>
        <p:spPr bwMode="auto">
          <a:xfrm>
            <a:off x="2622702" y="2031720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92" name="TextBox 3"/>
          <p:cNvSpPr txBox="1"/>
          <p:nvPr/>
        </p:nvSpPr>
        <p:spPr>
          <a:xfrm>
            <a:off x="2571902" y="2002917"/>
            <a:ext cx="8496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 </a:t>
            </a:r>
            <a:endParaRPr lang="en-US" dirty="0"/>
          </a:p>
        </p:txBody>
      </p:sp>
      <p:sp>
        <p:nvSpPr>
          <p:cNvPr id="3993" name="TextBox 3"/>
          <p:cNvSpPr txBox="1"/>
          <p:nvPr/>
        </p:nvSpPr>
        <p:spPr>
          <a:xfrm>
            <a:off x="2571902" y="2120366"/>
            <a:ext cx="1120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 (including </a:t>
            </a:r>
            <a:endParaRPr lang="en-US" dirty="0"/>
          </a:p>
        </p:txBody>
      </p:sp>
      <p:sp>
        <p:nvSpPr>
          <p:cNvPr id="3994" name="TextBox 3"/>
          <p:cNvSpPr txBox="1"/>
          <p:nvPr/>
        </p:nvSpPr>
        <p:spPr>
          <a:xfrm>
            <a:off x="2571902" y="2237816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Mansab)</a:t>
            </a:r>
            <a:endParaRPr lang="en-US" dirty="0"/>
          </a:p>
        </p:txBody>
      </p:sp>
      <p:sp>
        <p:nvSpPr>
          <p:cNvPr id="3995" name="Rectangle 4"/>
          <p:cNvSpPr>
            <a:spLocks noChangeArrowheads="1"/>
          </p:cNvSpPr>
          <p:nvPr/>
        </p:nvSpPr>
        <p:spPr bwMode="auto">
          <a:xfrm>
            <a:off x="3680282" y="2031720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96" name="TextBox 3"/>
          <p:cNvSpPr txBox="1"/>
          <p:nvPr/>
        </p:nvSpPr>
        <p:spPr>
          <a:xfrm>
            <a:off x="3629482" y="200291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847.8470325.1.412521.000000.847001.100178</a:t>
            </a:r>
            <a:endParaRPr lang="en-US" dirty="0"/>
          </a:p>
        </p:txBody>
      </p:sp>
      <p:sp>
        <p:nvSpPr>
          <p:cNvPr id="3997" name="Rectangle 4"/>
          <p:cNvSpPr>
            <a:spLocks noChangeArrowheads="1"/>
          </p:cNvSpPr>
          <p:nvPr/>
        </p:nvSpPr>
        <p:spPr bwMode="auto">
          <a:xfrm>
            <a:off x="5918962" y="203172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3998" name="TextBox 3"/>
          <p:cNvSpPr txBox="1"/>
          <p:nvPr/>
        </p:nvSpPr>
        <p:spPr>
          <a:xfrm>
            <a:off x="6072225" y="200291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120,518</a:t>
            </a:r>
            <a:endParaRPr lang="en-US" dirty="0"/>
          </a:p>
        </p:txBody>
      </p:sp>
      <p:sp>
        <p:nvSpPr>
          <p:cNvPr id="3999" name="Rectangle 4"/>
          <p:cNvSpPr>
            <a:spLocks noChangeArrowheads="1"/>
          </p:cNvSpPr>
          <p:nvPr/>
        </p:nvSpPr>
        <p:spPr bwMode="auto">
          <a:xfrm>
            <a:off x="6566408" y="203172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00" name="TextBox 3"/>
          <p:cNvSpPr txBox="1"/>
          <p:nvPr/>
        </p:nvSpPr>
        <p:spPr>
          <a:xfrm>
            <a:off x="6719671" y="200291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120,518</a:t>
            </a:r>
            <a:endParaRPr lang="en-US" dirty="0"/>
          </a:p>
        </p:txBody>
      </p:sp>
      <p:sp>
        <p:nvSpPr>
          <p:cNvPr id="4001" name="Rectangle 4"/>
          <p:cNvSpPr>
            <a:spLocks noChangeArrowheads="1"/>
          </p:cNvSpPr>
          <p:nvPr/>
        </p:nvSpPr>
        <p:spPr bwMode="auto">
          <a:xfrm>
            <a:off x="7213854" y="203172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02" name="TextBox 3"/>
          <p:cNvSpPr txBox="1"/>
          <p:nvPr/>
        </p:nvSpPr>
        <p:spPr>
          <a:xfrm>
            <a:off x="7367118" y="200291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120,000</a:t>
            </a:r>
            <a:endParaRPr lang="en-US" dirty="0"/>
          </a:p>
        </p:txBody>
      </p:sp>
      <p:sp>
        <p:nvSpPr>
          <p:cNvPr id="4003" name="Rectangle 4"/>
          <p:cNvSpPr>
            <a:spLocks noChangeArrowheads="1"/>
          </p:cNvSpPr>
          <p:nvPr/>
        </p:nvSpPr>
        <p:spPr bwMode="auto">
          <a:xfrm>
            <a:off x="7861300" y="2031720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04" name="Rectangle 4"/>
          <p:cNvSpPr>
            <a:spLocks noChangeArrowheads="1"/>
          </p:cNvSpPr>
          <p:nvPr/>
        </p:nvSpPr>
        <p:spPr bwMode="auto">
          <a:xfrm>
            <a:off x="8094497" y="2031720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05" name="Rectangle 4"/>
          <p:cNvSpPr>
            <a:spLocks noChangeArrowheads="1"/>
          </p:cNvSpPr>
          <p:nvPr/>
        </p:nvSpPr>
        <p:spPr bwMode="auto">
          <a:xfrm>
            <a:off x="8333384" y="2031720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06" name="TextBox 3"/>
          <p:cNvSpPr txBox="1"/>
          <p:nvPr/>
        </p:nvSpPr>
        <p:spPr>
          <a:xfrm>
            <a:off x="8538006" y="2002917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518</a:t>
            </a:r>
            <a:endParaRPr lang="en-US" dirty="0"/>
          </a:p>
        </p:txBody>
      </p:sp>
      <p:sp>
        <p:nvSpPr>
          <p:cNvPr id="4007" name="Rectangle 4"/>
          <p:cNvSpPr>
            <a:spLocks noChangeArrowheads="1"/>
          </p:cNvSpPr>
          <p:nvPr/>
        </p:nvSpPr>
        <p:spPr bwMode="auto">
          <a:xfrm>
            <a:off x="878255" y="2426932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08" name="TextBox 3"/>
          <p:cNvSpPr txBox="1"/>
          <p:nvPr/>
        </p:nvSpPr>
        <p:spPr>
          <a:xfrm>
            <a:off x="827455" y="239812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8470325</a:t>
            </a:r>
            <a:endParaRPr lang="en-US" dirty="0"/>
          </a:p>
        </p:txBody>
      </p:sp>
      <p:sp>
        <p:nvSpPr>
          <p:cNvPr id="4009" name="Rectangle 4"/>
          <p:cNvSpPr>
            <a:spLocks noChangeArrowheads="1"/>
          </p:cNvSpPr>
          <p:nvPr/>
        </p:nvSpPr>
        <p:spPr bwMode="auto">
          <a:xfrm>
            <a:off x="1365758" y="2426932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10" name="TextBox 3"/>
          <p:cNvSpPr txBox="1"/>
          <p:nvPr/>
        </p:nvSpPr>
        <p:spPr>
          <a:xfrm>
            <a:off x="1314958" y="2398128"/>
            <a:ext cx="75915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Civil </a:t>
            </a:r>
            <a:endParaRPr lang="en-US" dirty="0"/>
          </a:p>
        </p:txBody>
      </p:sp>
      <p:sp>
        <p:nvSpPr>
          <p:cNvPr id="4011" name="TextBox 3"/>
          <p:cNvSpPr txBox="1"/>
          <p:nvPr/>
        </p:nvSpPr>
        <p:spPr>
          <a:xfrm>
            <a:off x="1314958" y="2515578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012" name="Rectangle 4"/>
          <p:cNvSpPr>
            <a:spLocks noChangeArrowheads="1"/>
          </p:cNvSpPr>
          <p:nvPr/>
        </p:nvSpPr>
        <p:spPr bwMode="auto">
          <a:xfrm>
            <a:off x="2163546" y="2426932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13" name="TextBox 3"/>
          <p:cNvSpPr txBox="1"/>
          <p:nvPr/>
        </p:nvSpPr>
        <p:spPr>
          <a:xfrm>
            <a:off x="2112746" y="239812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4014" name="Rectangle 4"/>
          <p:cNvSpPr>
            <a:spLocks noChangeArrowheads="1"/>
          </p:cNvSpPr>
          <p:nvPr/>
        </p:nvSpPr>
        <p:spPr bwMode="auto">
          <a:xfrm>
            <a:off x="2622702" y="2426932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15" name="TextBox 3"/>
          <p:cNvSpPr txBox="1"/>
          <p:nvPr/>
        </p:nvSpPr>
        <p:spPr>
          <a:xfrm>
            <a:off x="2571902" y="2398128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4016" name="Rectangle 4"/>
          <p:cNvSpPr>
            <a:spLocks noChangeArrowheads="1"/>
          </p:cNvSpPr>
          <p:nvPr/>
        </p:nvSpPr>
        <p:spPr bwMode="auto">
          <a:xfrm>
            <a:off x="3680282" y="2426932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17" name="TextBox 3"/>
          <p:cNvSpPr txBox="1"/>
          <p:nvPr/>
        </p:nvSpPr>
        <p:spPr>
          <a:xfrm>
            <a:off x="3629482" y="239812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847.8470325.1.412523.000000.847001.100178</a:t>
            </a:r>
            <a:endParaRPr lang="en-US" dirty="0"/>
          </a:p>
        </p:txBody>
      </p:sp>
      <p:sp>
        <p:nvSpPr>
          <p:cNvPr id="4018" name="Rectangle 4"/>
          <p:cNvSpPr>
            <a:spLocks noChangeArrowheads="1"/>
          </p:cNvSpPr>
          <p:nvPr/>
        </p:nvSpPr>
        <p:spPr bwMode="auto">
          <a:xfrm>
            <a:off x="5918962" y="242693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19" name="TextBox 3"/>
          <p:cNvSpPr txBox="1"/>
          <p:nvPr/>
        </p:nvSpPr>
        <p:spPr>
          <a:xfrm>
            <a:off x="6382918" y="239812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4020" name="Rectangle 4"/>
          <p:cNvSpPr>
            <a:spLocks noChangeArrowheads="1"/>
          </p:cNvSpPr>
          <p:nvPr/>
        </p:nvSpPr>
        <p:spPr bwMode="auto">
          <a:xfrm>
            <a:off x="6566408" y="242693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21" name="TextBox 3"/>
          <p:cNvSpPr txBox="1"/>
          <p:nvPr/>
        </p:nvSpPr>
        <p:spPr>
          <a:xfrm>
            <a:off x="6776161" y="239812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10,800</a:t>
            </a:r>
            <a:endParaRPr lang="en-US" dirty="0"/>
          </a:p>
        </p:txBody>
      </p:sp>
      <p:sp>
        <p:nvSpPr>
          <p:cNvPr id="4022" name="Rectangle 4"/>
          <p:cNvSpPr>
            <a:spLocks noChangeArrowheads="1"/>
          </p:cNvSpPr>
          <p:nvPr/>
        </p:nvSpPr>
        <p:spPr bwMode="auto">
          <a:xfrm>
            <a:off x="7213854" y="242693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23" name="TextBox 3"/>
          <p:cNvSpPr txBox="1"/>
          <p:nvPr/>
        </p:nvSpPr>
        <p:spPr>
          <a:xfrm>
            <a:off x="7423607" y="239812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10,800</a:t>
            </a:r>
            <a:endParaRPr lang="en-US" dirty="0"/>
          </a:p>
        </p:txBody>
      </p:sp>
      <p:sp>
        <p:nvSpPr>
          <p:cNvPr id="4024" name="Rectangle 4"/>
          <p:cNvSpPr>
            <a:spLocks noChangeArrowheads="1"/>
          </p:cNvSpPr>
          <p:nvPr/>
        </p:nvSpPr>
        <p:spPr bwMode="auto">
          <a:xfrm>
            <a:off x="7861300" y="2426932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25" name="Rectangle 4"/>
          <p:cNvSpPr>
            <a:spLocks noChangeArrowheads="1"/>
          </p:cNvSpPr>
          <p:nvPr/>
        </p:nvSpPr>
        <p:spPr bwMode="auto">
          <a:xfrm>
            <a:off x="8094497" y="2426932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26" name="Rectangle 4"/>
          <p:cNvSpPr>
            <a:spLocks noChangeArrowheads="1"/>
          </p:cNvSpPr>
          <p:nvPr/>
        </p:nvSpPr>
        <p:spPr bwMode="auto">
          <a:xfrm>
            <a:off x="8333384" y="2426932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27" name="TextBox 3"/>
          <p:cNvSpPr txBox="1"/>
          <p:nvPr/>
        </p:nvSpPr>
        <p:spPr>
          <a:xfrm>
            <a:off x="8650986" y="239812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4028" name="Rectangle 4"/>
          <p:cNvSpPr>
            <a:spLocks noChangeArrowheads="1"/>
          </p:cNvSpPr>
          <p:nvPr/>
        </p:nvSpPr>
        <p:spPr bwMode="auto">
          <a:xfrm>
            <a:off x="878255" y="2704693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29" name="TextBox 3"/>
          <p:cNvSpPr txBox="1"/>
          <p:nvPr/>
        </p:nvSpPr>
        <p:spPr>
          <a:xfrm>
            <a:off x="827455" y="267589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8470325</a:t>
            </a:r>
            <a:endParaRPr lang="en-US" dirty="0"/>
          </a:p>
        </p:txBody>
      </p:sp>
      <p:sp>
        <p:nvSpPr>
          <p:cNvPr id="4030" name="Rectangle 4"/>
          <p:cNvSpPr>
            <a:spLocks noChangeArrowheads="1"/>
          </p:cNvSpPr>
          <p:nvPr/>
        </p:nvSpPr>
        <p:spPr bwMode="auto">
          <a:xfrm>
            <a:off x="1365758" y="2704693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31" name="TextBox 3"/>
          <p:cNvSpPr txBox="1"/>
          <p:nvPr/>
        </p:nvSpPr>
        <p:spPr>
          <a:xfrm>
            <a:off x="1314958" y="2675890"/>
            <a:ext cx="75915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Civil </a:t>
            </a:r>
            <a:endParaRPr lang="en-US" dirty="0"/>
          </a:p>
        </p:txBody>
      </p:sp>
      <p:sp>
        <p:nvSpPr>
          <p:cNvPr id="4032" name="TextBox 3"/>
          <p:cNvSpPr txBox="1"/>
          <p:nvPr/>
        </p:nvSpPr>
        <p:spPr>
          <a:xfrm>
            <a:off x="1314958" y="2793339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033" name="Rectangle 4"/>
          <p:cNvSpPr>
            <a:spLocks noChangeArrowheads="1"/>
          </p:cNvSpPr>
          <p:nvPr/>
        </p:nvSpPr>
        <p:spPr bwMode="auto">
          <a:xfrm>
            <a:off x="2163546" y="2704693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34" name="TextBox 3"/>
          <p:cNvSpPr txBox="1"/>
          <p:nvPr/>
        </p:nvSpPr>
        <p:spPr>
          <a:xfrm>
            <a:off x="2112746" y="267589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4035" name="Rectangle 4"/>
          <p:cNvSpPr>
            <a:spLocks noChangeArrowheads="1"/>
          </p:cNvSpPr>
          <p:nvPr/>
        </p:nvSpPr>
        <p:spPr bwMode="auto">
          <a:xfrm>
            <a:off x="2622702" y="2704693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36" name="TextBox 3"/>
          <p:cNvSpPr txBox="1"/>
          <p:nvPr/>
        </p:nvSpPr>
        <p:spPr>
          <a:xfrm>
            <a:off x="2571902" y="2675890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4037" name="TextBox 3"/>
          <p:cNvSpPr txBox="1"/>
          <p:nvPr/>
        </p:nvSpPr>
        <p:spPr>
          <a:xfrm>
            <a:off x="2571902" y="2793339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4038" name="Rectangle 4"/>
          <p:cNvSpPr>
            <a:spLocks noChangeArrowheads="1"/>
          </p:cNvSpPr>
          <p:nvPr/>
        </p:nvSpPr>
        <p:spPr bwMode="auto">
          <a:xfrm>
            <a:off x="3680282" y="2704693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39" name="TextBox 3"/>
          <p:cNvSpPr txBox="1"/>
          <p:nvPr/>
        </p:nvSpPr>
        <p:spPr>
          <a:xfrm>
            <a:off x="3629482" y="267589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847.8470325.1.412534.000000.847001.100178</a:t>
            </a:r>
            <a:endParaRPr lang="en-US" dirty="0"/>
          </a:p>
        </p:txBody>
      </p:sp>
      <p:sp>
        <p:nvSpPr>
          <p:cNvPr id="4040" name="Rectangle 4"/>
          <p:cNvSpPr>
            <a:spLocks noChangeArrowheads="1"/>
          </p:cNvSpPr>
          <p:nvPr/>
        </p:nvSpPr>
        <p:spPr bwMode="auto">
          <a:xfrm>
            <a:off x="5918962" y="270469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41" name="TextBox 3"/>
          <p:cNvSpPr txBox="1"/>
          <p:nvPr/>
        </p:nvSpPr>
        <p:spPr>
          <a:xfrm>
            <a:off x="6072225" y="267589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453,484</a:t>
            </a:r>
            <a:endParaRPr lang="en-US" dirty="0"/>
          </a:p>
        </p:txBody>
      </p:sp>
      <p:sp>
        <p:nvSpPr>
          <p:cNvPr id="4042" name="Rectangle 4"/>
          <p:cNvSpPr>
            <a:spLocks noChangeArrowheads="1"/>
          </p:cNvSpPr>
          <p:nvPr/>
        </p:nvSpPr>
        <p:spPr bwMode="auto">
          <a:xfrm>
            <a:off x="6566408" y="270469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43" name="TextBox 3"/>
          <p:cNvSpPr txBox="1"/>
          <p:nvPr/>
        </p:nvSpPr>
        <p:spPr>
          <a:xfrm>
            <a:off x="6719671" y="267589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493,204</a:t>
            </a:r>
            <a:endParaRPr lang="en-US" dirty="0"/>
          </a:p>
        </p:txBody>
      </p:sp>
      <p:sp>
        <p:nvSpPr>
          <p:cNvPr id="4044" name="Rectangle 4"/>
          <p:cNvSpPr>
            <a:spLocks noChangeArrowheads="1"/>
          </p:cNvSpPr>
          <p:nvPr/>
        </p:nvSpPr>
        <p:spPr bwMode="auto">
          <a:xfrm>
            <a:off x="7213854" y="270469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45" name="TextBox 3"/>
          <p:cNvSpPr txBox="1"/>
          <p:nvPr/>
        </p:nvSpPr>
        <p:spPr>
          <a:xfrm>
            <a:off x="7367118" y="267589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493,199</a:t>
            </a:r>
            <a:endParaRPr lang="en-US" dirty="0"/>
          </a:p>
        </p:txBody>
      </p:sp>
      <p:sp>
        <p:nvSpPr>
          <p:cNvPr id="4046" name="Rectangle 4"/>
          <p:cNvSpPr>
            <a:spLocks noChangeArrowheads="1"/>
          </p:cNvSpPr>
          <p:nvPr/>
        </p:nvSpPr>
        <p:spPr bwMode="auto">
          <a:xfrm>
            <a:off x="7861300" y="2704693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47" name="Rectangle 4"/>
          <p:cNvSpPr>
            <a:spLocks noChangeArrowheads="1"/>
          </p:cNvSpPr>
          <p:nvPr/>
        </p:nvSpPr>
        <p:spPr bwMode="auto">
          <a:xfrm>
            <a:off x="8094497" y="2704693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48" name="Rectangle 4"/>
          <p:cNvSpPr>
            <a:spLocks noChangeArrowheads="1"/>
          </p:cNvSpPr>
          <p:nvPr/>
        </p:nvSpPr>
        <p:spPr bwMode="auto">
          <a:xfrm>
            <a:off x="8333384" y="2704693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49" name="TextBox 3"/>
          <p:cNvSpPr txBox="1"/>
          <p:nvPr/>
        </p:nvSpPr>
        <p:spPr>
          <a:xfrm>
            <a:off x="8650986" y="267589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</a:t>
            </a:r>
            <a:endParaRPr lang="en-US" dirty="0"/>
          </a:p>
        </p:txBody>
      </p:sp>
      <p:sp>
        <p:nvSpPr>
          <p:cNvPr id="4050" name="Rectangle 4"/>
          <p:cNvSpPr>
            <a:spLocks noChangeArrowheads="1"/>
          </p:cNvSpPr>
          <p:nvPr/>
        </p:nvSpPr>
        <p:spPr bwMode="auto">
          <a:xfrm>
            <a:off x="878255" y="2982455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51" name="TextBox 3"/>
          <p:cNvSpPr txBox="1"/>
          <p:nvPr/>
        </p:nvSpPr>
        <p:spPr>
          <a:xfrm>
            <a:off x="827455" y="295365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8470325</a:t>
            </a:r>
            <a:endParaRPr lang="en-US" dirty="0"/>
          </a:p>
        </p:txBody>
      </p:sp>
      <p:sp>
        <p:nvSpPr>
          <p:cNvPr id="4052" name="Rectangle 4"/>
          <p:cNvSpPr>
            <a:spLocks noChangeArrowheads="1"/>
          </p:cNvSpPr>
          <p:nvPr/>
        </p:nvSpPr>
        <p:spPr bwMode="auto">
          <a:xfrm>
            <a:off x="1365758" y="2982455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53" name="TextBox 3"/>
          <p:cNvSpPr txBox="1"/>
          <p:nvPr/>
        </p:nvSpPr>
        <p:spPr>
          <a:xfrm>
            <a:off x="1314958" y="2953652"/>
            <a:ext cx="75915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Civil </a:t>
            </a:r>
            <a:endParaRPr lang="en-US" dirty="0"/>
          </a:p>
        </p:txBody>
      </p:sp>
      <p:sp>
        <p:nvSpPr>
          <p:cNvPr id="4054" name="TextBox 3"/>
          <p:cNvSpPr txBox="1"/>
          <p:nvPr/>
        </p:nvSpPr>
        <p:spPr>
          <a:xfrm>
            <a:off x="1314958" y="3071101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055" name="Rectangle 4"/>
          <p:cNvSpPr>
            <a:spLocks noChangeArrowheads="1"/>
          </p:cNvSpPr>
          <p:nvPr/>
        </p:nvSpPr>
        <p:spPr bwMode="auto">
          <a:xfrm>
            <a:off x="2163546" y="2982455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56" name="TextBox 3"/>
          <p:cNvSpPr txBox="1"/>
          <p:nvPr/>
        </p:nvSpPr>
        <p:spPr>
          <a:xfrm>
            <a:off x="2112746" y="295365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4057" name="Rectangle 4"/>
          <p:cNvSpPr>
            <a:spLocks noChangeArrowheads="1"/>
          </p:cNvSpPr>
          <p:nvPr/>
        </p:nvSpPr>
        <p:spPr bwMode="auto">
          <a:xfrm>
            <a:off x="2622702" y="2982455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58" name="TextBox 3"/>
          <p:cNvSpPr txBox="1"/>
          <p:nvPr/>
        </p:nvSpPr>
        <p:spPr>
          <a:xfrm>
            <a:off x="2571902" y="2953652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4059" name="Rectangle 4"/>
          <p:cNvSpPr>
            <a:spLocks noChangeArrowheads="1"/>
          </p:cNvSpPr>
          <p:nvPr/>
        </p:nvSpPr>
        <p:spPr bwMode="auto">
          <a:xfrm>
            <a:off x="3680282" y="2982455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60" name="TextBox 3"/>
          <p:cNvSpPr txBox="1"/>
          <p:nvPr/>
        </p:nvSpPr>
        <p:spPr>
          <a:xfrm>
            <a:off x="3629482" y="295365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847.8470325.1.412546.000000.847001.100178</a:t>
            </a:r>
            <a:endParaRPr lang="en-US" dirty="0"/>
          </a:p>
        </p:txBody>
      </p:sp>
      <p:sp>
        <p:nvSpPr>
          <p:cNvPr id="4061" name="Rectangle 4"/>
          <p:cNvSpPr>
            <a:spLocks noChangeArrowheads="1"/>
          </p:cNvSpPr>
          <p:nvPr/>
        </p:nvSpPr>
        <p:spPr bwMode="auto">
          <a:xfrm>
            <a:off x="5918962" y="298245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62" name="TextBox 3"/>
          <p:cNvSpPr txBox="1"/>
          <p:nvPr/>
        </p:nvSpPr>
        <p:spPr>
          <a:xfrm>
            <a:off x="6128715" y="295365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40,960</a:t>
            </a:r>
            <a:endParaRPr lang="en-US" dirty="0"/>
          </a:p>
        </p:txBody>
      </p:sp>
      <p:sp>
        <p:nvSpPr>
          <p:cNvPr id="4063" name="Rectangle 4"/>
          <p:cNvSpPr>
            <a:spLocks noChangeArrowheads="1"/>
          </p:cNvSpPr>
          <p:nvPr/>
        </p:nvSpPr>
        <p:spPr bwMode="auto">
          <a:xfrm>
            <a:off x="6566408" y="298245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64" name="TextBox 3"/>
          <p:cNvSpPr txBox="1"/>
          <p:nvPr/>
        </p:nvSpPr>
        <p:spPr>
          <a:xfrm>
            <a:off x="6776161" y="295365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52,960</a:t>
            </a:r>
            <a:endParaRPr lang="en-US" dirty="0"/>
          </a:p>
        </p:txBody>
      </p:sp>
      <p:sp>
        <p:nvSpPr>
          <p:cNvPr id="4065" name="Rectangle 4"/>
          <p:cNvSpPr>
            <a:spLocks noChangeArrowheads="1"/>
          </p:cNvSpPr>
          <p:nvPr/>
        </p:nvSpPr>
        <p:spPr bwMode="auto">
          <a:xfrm>
            <a:off x="7213854" y="298245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66" name="TextBox 3"/>
          <p:cNvSpPr txBox="1"/>
          <p:nvPr/>
        </p:nvSpPr>
        <p:spPr>
          <a:xfrm>
            <a:off x="7423607" y="295365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52,876</a:t>
            </a:r>
            <a:endParaRPr lang="en-US" dirty="0"/>
          </a:p>
        </p:txBody>
      </p:sp>
      <p:sp>
        <p:nvSpPr>
          <p:cNvPr id="4067" name="Rectangle 4"/>
          <p:cNvSpPr>
            <a:spLocks noChangeArrowheads="1"/>
          </p:cNvSpPr>
          <p:nvPr/>
        </p:nvSpPr>
        <p:spPr bwMode="auto">
          <a:xfrm>
            <a:off x="7861300" y="2982455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68" name="Rectangle 4"/>
          <p:cNvSpPr>
            <a:spLocks noChangeArrowheads="1"/>
          </p:cNvSpPr>
          <p:nvPr/>
        </p:nvSpPr>
        <p:spPr bwMode="auto">
          <a:xfrm>
            <a:off x="8094497" y="2982455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69" name="Rectangle 4"/>
          <p:cNvSpPr>
            <a:spLocks noChangeArrowheads="1"/>
          </p:cNvSpPr>
          <p:nvPr/>
        </p:nvSpPr>
        <p:spPr bwMode="auto">
          <a:xfrm>
            <a:off x="8333384" y="2982455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70" name="TextBox 3"/>
          <p:cNvSpPr txBox="1"/>
          <p:nvPr/>
        </p:nvSpPr>
        <p:spPr>
          <a:xfrm>
            <a:off x="8594496" y="2953652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</a:t>
            </a:r>
            <a:endParaRPr lang="en-US" dirty="0"/>
          </a:p>
        </p:txBody>
      </p:sp>
      <p:sp>
        <p:nvSpPr>
          <p:cNvPr id="4071" name="Rectangle 4"/>
          <p:cNvSpPr>
            <a:spLocks noChangeArrowheads="1"/>
          </p:cNvSpPr>
          <p:nvPr/>
        </p:nvSpPr>
        <p:spPr bwMode="auto">
          <a:xfrm>
            <a:off x="878255" y="3260217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72" name="TextBox 3"/>
          <p:cNvSpPr txBox="1"/>
          <p:nvPr/>
        </p:nvSpPr>
        <p:spPr>
          <a:xfrm>
            <a:off x="827455" y="323141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8470325</a:t>
            </a:r>
            <a:endParaRPr lang="en-US" dirty="0"/>
          </a:p>
        </p:txBody>
      </p:sp>
      <p:sp>
        <p:nvSpPr>
          <p:cNvPr id="4073" name="Rectangle 4"/>
          <p:cNvSpPr>
            <a:spLocks noChangeArrowheads="1"/>
          </p:cNvSpPr>
          <p:nvPr/>
        </p:nvSpPr>
        <p:spPr bwMode="auto">
          <a:xfrm>
            <a:off x="1365758" y="3260217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74" name="TextBox 3"/>
          <p:cNvSpPr txBox="1"/>
          <p:nvPr/>
        </p:nvSpPr>
        <p:spPr>
          <a:xfrm>
            <a:off x="1314958" y="3231413"/>
            <a:ext cx="75915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Civil </a:t>
            </a:r>
            <a:endParaRPr lang="en-US" dirty="0"/>
          </a:p>
        </p:txBody>
      </p:sp>
      <p:sp>
        <p:nvSpPr>
          <p:cNvPr id="4075" name="TextBox 3"/>
          <p:cNvSpPr txBox="1"/>
          <p:nvPr/>
        </p:nvSpPr>
        <p:spPr>
          <a:xfrm>
            <a:off x="1314958" y="3348863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076" name="Rectangle 4"/>
          <p:cNvSpPr>
            <a:spLocks noChangeArrowheads="1"/>
          </p:cNvSpPr>
          <p:nvPr/>
        </p:nvSpPr>
        <p:spPr bwMode="auto">
          <a:xfrm>
            <a:off x="2163546" y="3260217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77" name="TextBox 3"/>
          <p:cNvSpPr txBox="1"/>
          <p:nvPr/>
        </p:nvSpPr>
        <p:spPr>
          <a:xfrm>
            <a:off x="2112746" y="323141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414120</a:t>
            </a:r>
            <a:endParaRPr lang="en-US" dirty="0"/>
          </a:p>
        </p:txBody>
      </p:sp>
      <p:sp>
        <p:nvSpPr>
          <p:cNvPr id="4078" name="Rectangle 4"/>
          <p:cNvSpPr>
            <a:spLocks noChangeArrowheads="1"/>
          </p:cNvSpPr>
          <p:nvPr/>
        </p:nvSpPr>
        <p:spPr bwMode="auto">
          <a:xfrm>
            <a:off x="2622702" y="3260217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79" name="TextBox 3"/>
          <p:cNvSpPr txBox="1"/>
          <p:nvPr/>
        </p:nvSpPr>
        <p:spPr>
          <a:xfrm>
            <a:off x="2571902" y="3231413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Gratuity - Non-</a:t>
            </a:r>
            <a:endParaRPr lang="en-US" dirty="0"/>
          </a:p>
        </p:txBody>
      </p:sp>
      <p:sp>
        <p:nvSpPr>
          <p:cNvPr id="4080" name="TextBox 3"/>
          <p:cNvSpPr txBox="1"/>
          <p:nvPr/>
        </p:nvSpPr>
        <p:spPr>
          <a:xfrm>
            <a:off x="2571902" y="3348863"/>
            <a:ext cx="7538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pensionable </a:t>
            </a:r>
            <a:endParaRPr lang="en-US" dirty="0"/>
          </a:p>
        </p:txBody>
      </p:sp>
      <p:sp>
        <p:nvSpPr>
          <p:cNvPr id="4081" name="TextBox 3"/>
          <p:cNvSpPr txBox="1"/>
          <p:nvPr/>
        </p:nvSpPr>
        <p:spPr>
          <a:xfrm>
            <a:off x="2571902" y="3466312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4082" name="Rectangle 4"/>
          <p:cNvSpPr>
            <a:spLocks noChangeArrowheads="1"/>
          </p:cNvSpPr>
          <p:nvPr/>
        </p:nvSpPr>
        <p:spPr bwMode="auto">
          <a:xfrm>
            <a:off x="3680282" y="3260217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83" name="TextBox 3"/>
          <p:cNvSpPr txBox="1"/>
          <p:nvPr/>
        </p:nvSpPr>
        <p:spPr>
          <a:xfrm>
            <a:off x="3629482" y="323141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847.8470325.1.414120.000000.847001.100178</a:t>
            </a:r>
            <a:endParaRPr lang="en-US" dirty="0"/>
          </a:p>
        </p:txBody>
      </p:sp>
      <p:sp>
        <p:nvSpPr>
          <p:cNvPr id="4084" name="Rectangle 4"/>
          <p:cNvSpPr>
            <a:spLocks noChangeArrowheads="1"/>
          </p:cNvSpPr>
          <p:nvPr/>
        </p:nvSpPr>
        <p:spPr bwMode="auto">
          <a:xfrm>
            <a:off x="5918962" y="326021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85" name="TextBox 3"/>
          <p:cNvSpPr txBox="1"/>
          <p:nvPr/>
        </p:nvSpPr>
        <p:spPr>
          <a:xfrm>
            <a:off x="6382918" y="323141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4086" name="Rectangle 4"/>
          <p:cNvSpPr>
            <a:spLocks noChangeArrowheads="1"/>
          </p:cNvSpPr>
          <p:nvPr/>
        </p:nvSpPr>
        <p:spPr bwMode="auto">
          <a:xfrm>
            <a:off x="6566408" y="326021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87" name="TextBox 3"/>
          <p:cNvSpPr txBox="1"/>
          <p:nvPr/>
        </p:nvSpPr>
        <p:spPr>
          <a:xfrm>
            <a:off x="6719671" y="323141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133,996</a:t>
            </a:r>
            <a:endParaRPr lang="en-US" dirty="0"/>
          </a:p>
        </p:txBody>
      </p:sp>
      <p:sp>
        <p:nvSpPr>
          <p:cNvPr id="4088" name="Rectangle 4"/>
          <p:cNvSpPr>
            <a:spLocks noChangeArrowheads="1"/>
          </p:cNvSpPr>
          <p:nvPr/>
        </p:nvSpPr>
        <p:spPr bwMode="auto">
          <a:xfrm>
            <a:off x="7213854" y="326021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89" name="TextBox 3"/>
          <p:cNvSpPr txBox="1"/>
          <p:nvPr/>
        </p:nvSpPr>
        <p:spPr>
          <a:xfrm>
            <a:off x="7367118" y="323141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133,996</a:t>
            </a:r>
            <a:endParaRPr lang="en-US" dirty="0"/>
          </a:p>
        </p:txBody>
      </p:sp>
      <p:sp>
        <p:nvSpPr>
          <p:cNvPr id="4090" name="Rectangle 4"/>
          <p:cNvSpPr>
            <a:spLocks noChangeArrowheads="1"/>
          </p:cNvSpPr>
          <p:nvPr/>
        </p:nvSpPr>
        <p:spPr bwMode="auto">
          <a:xfrm>
            <a:off x="7861300" y="3260217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91" name="Rectangle 4"/>
          <p:cNvSpPr>
            <a:spLocks noChangeArrowheads="1"/>
          </p:cNvSpPr>
          <p:nvPr/>
        </p:nvSpPr>
        <p:spPr bwMode="auto">
          <a:xfrm>
            <a:off x="8094497" y="3260217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92" name="Rectangle 4"/>
          <p:cNvSpPr>
            <a:spLocks noChangeArrowheads="1"/>
          </p:cNvSpPr>
          <p:nvPr/>
        </p:nvSpPr>
        <p:spPr bwMode="auto">
          <a:xfrm>
            <a:off x="8333384" y="3260217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93" name="TextBox 3"/>
          <p:cNvSpPr txBox="1"/>
          <p:nvPr/>
        </p:nvSpPr>
        <p:spPr>
          <a:xfrm>
            <a:off x="8650986" y="323141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4094" name="Rectangle 4"/>
          <p:cNvSpPr>
            <a:spLocks noChangeArrowheads="1"/>
          </p:cNvSpPr>
          <p:nvPr/>
        </p:nvSpPr>
        <p:spPr bwMode="auto">
          <a:xfrm>
            <a:off x="878255" y="3655428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95" name="TextBox 3"/>
          <p:cNvSpPr txBox="1"/>
          <p:nvPr/>
        </p:nvSpPr>
        <p:spPr>
          <a:xfrm>
            <a:off x="827455" y="362662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8470325</a:t>
            </a:r>
            <a:endParaRPr lang="en-US" dirty="0"/>
          </a:p>
        </p:txBody>
      </p:sp>
      <p:sp>
        <p:nvSpPr>
          <p:cNvPr id="4096" name="Rectangle 4"/>
          <p:cNvSpPr>
            <a:spLocks noChangeArrowheads="1"/>
          </p:cNvSpPr>
          <p:nvPr/>
        </p:nvSpPr>
        <p:spPr bwMode="auto">
          <a:xfrm>
            <a:off x="1365758" y="3655428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097" name="TextBox 3"/>
          <p:cNvSpPr txBox="1"/>
          <p:nvPr/>
        </p:nvSpPr>
        <p:spPr>
          <a:xfrm>
            <a:off x="1314958" y="3626624"/>
            <a:ext cx="75915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Civil </a:t>
            </a:r>
            <a:endParaRPr lang="en-US" dirty="0"/>
          </a:p>
        </p:txBody>
      </p:sp>
      <p:sp>
        <p:nvSpPr>
          <p:cNvPr id="4098" name="TextBox 3"/>
          <p:cNvSpPr txBox="1"/>
          <p:nvPr/>
        </p:nvSpPr>
        <p:spPr>
          <a:xfrm>
            <a:off x="1314958" y="3744074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2163546" y="3655428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00" name="TextBox 3"/>
          <p:cNvSpPr txBox="1"/>
          <p:nvPr/>
        </p:nvSpPr>
        <p:spPr>
          <a:xfrm>
            <a:off x="2112746" y="362662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4101" name="Rectangle 4"/>
          <p:cNvSpPr>
            <a:spLocks noChangeArrowheads="1"/>
          </p:cNvSpPr>
          <p:nvPr/>
        </p:nvSpPr>
        <p:spPr bwMode="auto">
          <a:xfrm>
            <a:off x="2622702" y="3655428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02" name="TextBox 3"/>
          <p:cNvSpPr txBox="1"/>
          <p:nvPr/>
        </p:nvSpPr>
        <p:spPr>
          <a:xfrm>
            <a:off x="2571902" y="3626624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4103" name="TextBox 3"/>
          <p:cNvSpPr txBox="1"/>
          <p:nvPr/>
        </p:nvSpPr>
        <p:spPr>
          <a:xfrm>
            <a:off x="2571902" y="3744074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4104" name="Rectangle 4"/>
          <p:cNvSpPr>
            <a:spLocks noChangeArrowheads="1"/>
          </p:cNvSpPr>
          <p:nvPr/>
        </p:nvSpPr>
        <p:spPr bwMode="auto">
          <a:xfrm>
            <a:off x="3680282" y="3655428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05" name="TextBox 3"/>
          <p:cNvSpPr txBox="1"/>
          <p:nvPr/>
        </p:nvSpPr>
        <p:spPr>
          <a:xfrm>
            <a:off x="3629482" y="362662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847.8470325.1.415110.000000.847001.100178</a:t>
            </a:r>
            <a:endParaRPr lang="en-US" dirty="0"/>
          </a:p>
        </p:txBody>
      </p:sp>
      <p:sp>
        <p:nvSpPr>
          <p:cNvPr id="4106" name="Rectangle 4"/>
          <p:cNvSpPr>
            <a:spLocks noChangeArrowheads="1"/>
          </p:cNvSpPr>
          <p:nvPr/>
        </p:nvSpPr>
        <p:spPr bwMode="auto">
          <a:xfrm>
            <a:off x="5918962" y="365542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07" name="TextBox 3"/>
          <p:cNvSpPr txBox="1"/>
          <p:nvPr/>
        </p:nvSpPr>
        <p:spPr>
          <a:xfrm>
            <a:off x="6072225" y="362662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129,793</a:t>
            </a:r>
            <a:endParaRPr lang="en-US" dirty="0"/>
          </a:p>
        </p:txBody>
      </p:sp>
      <p:sp>
        <p:nvSpPr>
          <p:cNvPr id="4108" name="Rectangle 4"/>
          <p:cNvSpPr>
            <a:spLocks noChangeArrowheads="1"/>
          </p:cNvSpPr>
          <p:nvPr/>
        </p:nvSpPr>
        <p:spPr bwMode="auto">
          <a:xfrm>
            <a:off x="6566408" y="365542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09" name="TextBox 3"/>
          <p:cNvSpPr txBox="1"/>
          <p:nvPr/>
        </p:nvSpPr>
        <p:spPr>
          <a:xfrm>
            <a:off x="6719671" y="362662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198,973</a:t>
            </a:r>
            <a:endParaRPr lang="en-US" dirty="0"/>
          </a:p>
        </p:txBody>
      </p:sp>
      <p:sp>
        <p:nvSpPr>
          <p:cNvPr id="4110" name="Rectangle 4"/>
          <p:cNvSpPr>
            <a:spLocks noChangeArrowheads="1"/>
          </p:cNvSpPr>
          <p:nvPr/>
        </p:nvSpPr>
        <p:spPr bwMode="auto">
          <a:xfrm>
            <a:off x="7213854" y="365542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11" name="TextBox 3"/>
          <p:cNvSpPr txBox="1"/>
          <p:nvPr/>
        </p:nvSpPr>
        <p:spPr>
          <a:xfrm>
            <a:off x="7367118" y="362662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198,633</a:t>
            </a:r>
            <a:endParaRPr lang="en-US" dirty="0"/>
          </a:p>
        </p:txBody>
      </p:sp>
      <p:sp>
        <p:nvSpPr>
          <p:cNvPr id="4112" name="Rectangle 4"/>
          <p:cNvSpPr>
            <a:spLocks noChangeArrowheads="1"/>
          </p:cNvSpPr>
          <p:nvPr/>
        </p:nvSpPr>
        <p:spPr bwMode="auto">
          <a:xfrm>
            <a:off x="7861300" y="3655428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13" name="Rectangle 4"/>
          <p:cNvSpPr>
            <a:spLocks noChangeArrowheads="1"/>
          </p:cNvSpPr>
          <p:nvPr/>
        </p:nvSpPr>
        <p:spPr bwMode="auto">
          <a:xfrm>
            <a:off x="8094497" y="3655428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14" name="Rectangle 4"/>
          <p:cNvSpPr>
            <a:spLocks noChangeArrowheads="1"/>
          </p:cNvSpPr>
          <p:nvPr/>
        </p:nvSpPr>
        <p:spPr bwMode="auto">
          <a:xfrm>
            <a:off x="8333384" y="3655428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15" name="TextBox 3"/>
          <p:cNvSpPr txBox="1"/>
          <p:nvPr/>
        </p:nvSpPr>
        <p:spPr>
          <a:xfrm>
            <a:off x="8538006" y="3626624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340</a:t>
            </a:r>
            <a:endParaRPr lang="en-US" dirty="0"/>
          </a:p>
        </p:txBody>
      </p:sp>
      <p:sp>
        <p:nvSpPr>
          <p:cNvPr id="4116" name="Rectangle 4"/>
          <p:cNvSpPr>
            <a:spLocks noChangeArrowheads="1"/>
          </p:cNvSpPr>
          <p:nvPr/>
        </p:nvSpPr>
        <p:spPr bwMode="auto">
          <a:xfrm>
            <a:off x="878255" y="3933190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17" name="TextBox 3"/>
          <p:cNvSpPr txBox="1"/>
          <p:nvPr/>
        </p:nvSpPr>
        <p:spPr>
          <a:xfrm>
            <a:off x="827455" y="390438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8470325</a:t>
            </a:r>
            <a:endParaRPr lang="en-US" dirty="0"/>
          </a:p>
        </p:txBody>
      </p:sp>
      <p:sp>
        <p:nvSpPr>
          <p:cNvPr id="4118" name="Rectangle 4"/>
          <p:cNvSpPr>
            <a:spLocks noChangeArrowheads="1"/>
          </p:cNvSpPr>
          <p:nvPr/>
        </p:nvSpPr>
        <p:spPr bwMode="auto">
          <a:xfrm>
            <a:off x="1365758" y="3933190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19" name="TextBox 3"/>
          <p:cNvSpPr txBox="1"/>
          <p:nvPr/>
        </p:nvSpPr>
        <p:spPr>
          <a:xfrm>
            <a:off x="1314958" y="3904386"/>
            <a:ext cx="75915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Civil </a:t>
            </a:r>
            <a:endParaRPr lang="en-US" dirty="0"/>
          </a:p>
        </p:txBody>
      </p:sp>
      <p:sp>
        <p:nvSpPr>
          <p:cNvPr id="4120" name="TextBox 3"/>
          <p:cNvSpPr txBox="1"/>
          <p:nvPr/>
        </p:nvSpPr>
        <p:spPr>
          <a:xfrm>
            <a:off x="1314958" y="4021835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121" name="Rectangle 4"/>
          <p:cNvSpPr>
            <a:spLocks noChangeArrowheads="1"/>
          </p:cNvSpPr>
          <p:nvPr/>
        </p:nvSpPr>
        <p:spPr bwMode="auto">
          <a:xfrm>
            <a:off x="2163546" y="3933190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22" name="TextBox 3"/>
          <p:cNvSpPr txBox="1"/>
          <p:nvPr/>
        </p:nvSpPr>
        <p:spPr>
          <a:xfrm>
            <a:off x="2112746" y="390438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4123" name="Rectangle 4"/>
          <p:cNvSpPr>
            <a:spLocks noChangeArrowheads="1"/>
          </p:cNvSpPr>
          <p:nvPr/>
        </p:nvSpPr>
        <p:spPr bwMode="auto">
          <a:xfrm>
            <a:off x="2622702" y="3933190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24" name="TextBox 3"/>
          <p:cNvSpPr txBox="1"/>
          <p:nvPr/>
        </p:nvSpPr>
        <p:spPr>
          <a:xfrm>
            <a:off x="2571902" y="3904386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4125" name="TextBox 3"/>
          <p:cNvSpPr txBox="1"/>
          <p:nvPr/>
        </p:nvSpPr>
        <p:spPr>
          <a:xfrm>
            <a:off x="2571902" y="4021835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4126" name="Rectangle 4"/>
          <p:cNvSpPr>
            <a:spLocks noChangeArrowheads="1"/>
          </p:cNvSpPr>
          <p:nvPr/>
        </p:nvSpPr>
        <p:spPr bwMode="auto">
          <a:xfrm>
            <a:off x="3680282" y="3933190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27" name="TextBox 3"/>
          <p:cNvSpPr txBox="1"/>
          <p:nvPr/>
        </p:nvSpPr>
        <p:spPr>
          <a:xfrm>
            <a:off x="3629482" y="390438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847.8470325.1.416110.000000.847001.100178</a:t>
            </a:r>
            <a:endParaRPr lang="en-US" dirty="0"/>
          </a:p>
        </p:txBody>
      </p:sp>
      <p:sp>
        <p:nvSpPr>
          <p:cNvPr id="4128" name="Rectangle 4"/>
          <p:cNvSpPr>
            <a:spLocks noChangeArrowheads="1"/>
          </p:cNvSpPr>
          <p:nvPr/>
        </p:nvSpPr>
        <p:spPr bwMode="auto">
          <a:xfrm>
            <a:off x="5918962" y="393319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29" name="TextBox 3"/>
          <p:cNvSpPr txBox="1"/>
          <p:nvPr/>
        </p:nvSpPr>
        <p:spPr>
          <a:xfrm>
            <a:off x="6072225" y="390438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295,842</a:t>
            </a:r>
            <a:endParaRPr lang="en-US" dirty="0"/>
          </a:p>
        </p:txBody>
      </p:sp>
      <p:sp>
        <p:nvSpPr>
          <p:cNvPr id="4130" name="Rectangle 4"/>
          <p:cNvSpPr>
            <a:spLocks noChangeArrowheads="1"/>
          </p:cNvSpPr>
          <p:nvPr/>
        </p:nvSpPr>
        <p:spPr bwMode="auto">
          <a:xfrm>
            <a:off x="6566408" y="393319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31" name="TextBox 3"/>
          <p:cNvSpPr txBox="1"/>
          <p:nvPr/>
        </p:nvSpPr>
        <p:spPr>
          <a:xfrm>
            <a:off x="6719671" y="390438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218,487</a:t>
            </a:r>
            <a:endParaRPr lang="en-US" dirty="0"/>
          </a:p>
        </p:txBody>
      </p:sp>
      <p:sp>
        <p:nvSpPr>
          <p:cNvPr id="4132" name="Rectangle 4"/>
          <p:cNvSpPr>
            <a:spLocks noChangeArrowheads="1"/>
          </p:cNvSpPr>
          <p:nvPr/>
        </p:nvSpPr>
        <p:spPr bwMode="auto">
          <a:xfrm>
            <a:off x="7213854" y="393319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33" name="TextBox 3"/>
          <p:cNvSpPr txBox="1"/>
          <p:nvPr/>
        </p:nvSpPr>
        <p:spPr>
          <a:xfrm>
            <a:off x="7367118" y="390438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218,487</a:t>
            </a:r>
            <a:endParaRPr lang="en-US" dirty="0"/>
          </a:p>
        </p:txBody>
      </p:sp>
      <p:sp>
        <p:nvSpPr>
          <p:cNvPr id="4134" name="Rectangle 4"/>
          <p:cNvSpPr>
            <a:spLocks noChangeArrowheads="1"/>
          </p:cNvSpPr>
          <p:nvPr/>
        </p:nvSpPr>
        <p:spPr bwMode="auto">
          <a:xfrm>
            <a:off x="7861300" y="3933190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35" name="Rectangle 4"/>
          <p:cNvSpPr>
            <a:spLocks noChangeArrowheads="1"/>
          </p:cNvSpPr>
          <p:nvPr/>
        </p:nvSpPr>
        <p:spPr bwMode="auto">
          <a:xfrm>
            <a:off x="8094497" y="3933190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36" name="Rectangle 4"/>
          <p:cNvSpPr>
            <a:spLocks noChangeArrowheads="1"/>
          </p:cNvSpPr>
          <p:nvPr/>
        </p:nvSpPr>
        <p:spPr bwMode="auto">
          <a:xfrm>
            <a:off x="8333384" y="3933190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37" name="TextBox 3"/>
          <p:cNvSpPr txBox="1"/>
          <p:nvPr/>
        </p:nvSpPr>
        <p:spPr>
          <a:xfrm>
            <a:off x="8650986" y="390438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4138" name="Rectangle 4"/>
          <p:cNvSpPr>
            <a:spLocks noChangeArrowheads="1"/>
          </p:cNvSpPr>
          <p:nvPr/>
        </p:nvSpPr>
        <p:spPr bwMode="auto">
          <a:xfrm>
            <a:off x="878255" y="4210952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39" name="TextBox 3"/>
          <p:cNvSpPr txBox="1"/>
          <p:nvPr/>
        </p:nvSpPr>
        <p:spPr>
          <a:xfrm>
            <a:off x="827455" y="418214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8470325</a:t>
            </a:r>
            <a:endParaRPr lang="en-US" dirty="0"/>
          </a:p>
        </p:txBody>
      </p:sp>
      <p:sp>
        <p:nvSpPr>
          <p:cNvPr id="4140" name="Rectangle 4"/>
          <p:cNvSpPr>
            <a:spLocks noChangeArrowheads="1"/>
          </p:cNvSpPr>
          <p:nvPr/>
        </p:nvSpPr>
        <p:spPr bwMode="auto">
          <a:xfrm>
            <a:off x="1365758" y="4210952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41" name="TextBox 3"/>
          <p:cNvSpPr txBox="1"/>
          <p:nvPr/>
        </p:nvSpPr>
        <p:spPr>
          <a:xfrm>
            <a:off x="1314958" y="4182148"/>
            <a:ext cx="75915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Civil </a:t>
            </a:r>
            <a:endParaRPr lang="en-US" dirty="0"/>
          </a:p>
        </p:txBody>
      </p:sp>
      <p:sp>
        <p:nvSpPr>
          <p:cNvPr id="4142" name="TextBox 3"/>
          <p:cNvSpPr txBox="1"/>
          <p:nvPr/>
        </p:nvSpPr>
        <p:spPr>
          <a:xfrm>
            <a:off x="1314958" y="4299597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143" name="Rectangle 4"/>
          <p:cNvSpPr>
            <a:spLocks noChangeArrowheads="1"/>
          </p:cNvSpPr>
          <p:nvPr/>
        </p:nvSpPr>
        <p:spPr bwMode="auto">
          <a:xfrm>
            <a:off x="2163546" y="4210952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44" name="TextBox 3"/>
          <p:cNvSpPr txBox="1"/>
          <p:nvPr/>
        </p:nvSpPr>
        <p:spPr>
          <a:xfrm>
            <a:off x="2112746" y="418214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4145" name="Rectangle 4"/>
          <p:cNvSpPr>
            <a:spLocks noChangeArrowheads="1"/>
          </p:cNvSpPr>
          <p:nvPr/>
        </p:nvSpPr>
        <p:spPr bwMode="auto">
          <a:xfrm>
            <a:off x="2622702" y="4210952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46" name="TextBox 3"/>
          <p:cNvSpPr txBox="1"/>
          <p:nvPr/>
        </p:nvSpPr>
        <p:spPr>
          <a:xfrm>
            <a:off x="2571902" y="4182148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4147" name="TextBox 3"/>
          <p:cNvSpPr txBox="1"/>
          <p:nvPr/>
        </p:nvSpPr>
        <p:spPr>
          <a:xfrm>
            <a:off x="2571902" y="4299597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4148" name="Rectangle 4"/>
          <p:cNvSpPr>
            <a:spLocks noChangeArrowheads="1"/>
          </p:cNvSpPr>
          <p:nvPr/>
        </p:nvSpPr>
        <p:spPr bwMode="auto">
          <a:xfrm>
            <a:off x="3680282" y="4210952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49" name="TextBox 3"/>
          <p:cNvSpPr txBox="1"/>
          <p:nvPr/>
        </p:nvSpPr>
        <p:spPr>
          <a:xfrm>
            <a:off x="3629482" y="418214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847.8470325.1.416310.000000.847001.100178</a:t>
            </a:r>
            <a:endParaRPr lang="en-US" dirty="0"/>
          </a:p>
        </p:txBody>
      </p:sp>
      <p:sp>
        <p:nvSpPr>
          <p:cNvPr id="4150" name="Rectangle 4"/>
          <p:cNvSpPr>
            <a:spLocks noChangeArrowheads="1"/>
          </p:cNvSpPr>
          <p:nvPr/>
        </p:nvSpPr>
        <p:spPr bwMode="auto">
          <a:xfrm>
            <a:off x="5918962" y="421095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51" name="TextBox 3"/>
          <p:cNvSpPr txBox="1"/>
          <p:nvPr/>
        </p:nvSpPr>
        <p:spPr>
          <a:xfrm>
            <a:off x="6072225" y="418214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348,171</a:t>
            </a:r>
            <a:endParaRPr lang="en-US" dirty="0"/>
          </a:p>
        </p:txBody>
      </p:sp>
      <p:sp>
        <p:nvSpPr>
          <p:cNvPr id="4152" name="Rectangle 4"/>
          <p:cNvSpPr>
            <a:spLocks noChangeArrowheads="1"/>
          </p:cNvSpPr>
          <p:nvPr/>
        </p:nvSpPr>
        <p:spPr bwMode="auto">
          <a:xfrm>
            <a:off x="6566408" y="421095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53" name="TextBox 3"/>
          <p:cNvSpPr txBox="1"/>
          <p:nvPr/>
        </p:nvSpPr>
        <p:spPr>
          <a:xfrm>
            <a:off x="6719671" y="418214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241,771</a:t>
            </a:r>
            <a:endParaRPr lang="en-US" dirty="0"/>
          </a:p>
        </p:txBody>
      </p:sp>
      <p:sp>
        <p:nvSpPr>
          <p:cNvPr id="4154" name="Rectangle 4"/>
          <p:cNvSpPr>
            <a:spLocks noChangeArrowheads="1"/>
          </p:cNvSpPr>
          <p:nvPr/>
        </p:nvSpPr>
        <p:spPr bwMode="auto">
          <a:xfrm>
            <a:off x="7213854" y="421095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55" name="TextBox 3"/>
          <p:cNvSpPr txBox="1"/>
          <p:nvPr/>
        </p:nvSpPr>
        <p:spPr>
          <a:xfrm>
            <a:off x="7367118" y="418214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241,699</a:t>
            </a:r>
            <a:endParaRPr lang="en-US" dirty="0"/>
          </a:p>
        </p:txBody>
      </p:sp>
      <p:sp>
        <p:nvSpPr>
          <p:cNvPr id="4156" name="Rectangle 4"/>
          <p:cNvSpPr>
            <a:spLocks noChangeArrowheads="1"/>
          </p:cNvSpPr>
          <p:nvPr/>
        </p:nvSpPr>
        <p:spPr bwMode="auto">
          <a:xfrm>
            <a:off x="7861300" y="4210952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57" name="Rectangle 4"/>
          <p:cNvSpPr>
            <a:spLocks noChangeArrowheads="1"/>
          </p:cNvSpPr>
          <p:nvPr/>
        </p:nvSpPr>
        <p:spPr bwMode="auto">
          <a:xfrm>
            <a:off x="8094497" y="4210952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58" name="Rectangle 4"/>
          <p:cNvSpPr>
            <a:spLocks noChangeArrowheads="1"/>
          </p:cNvSpPr>
          <p:nvPr/>
        </p:nvSpPr>
        <p:spPr bwMode="auto">
          <a:xfrm>
            <a:off x="8333384" y="4210952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59" name="TextBox 3"/>
          <p:cNvSpPr txBox="1"/>
          <p:nvPr/>
        </p:nvSpPr>
        <p:spPr>
          <a:xfrm>
            <a:off x="8594496" y="4182148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72</a:t>
            </a:r>
            <a:endParaRPr lang="en-US" dirty="0"/>
          </a:p>
        </p:txBody>
      </p:sp>
      <p:sp>
        <p:nvSpPr>
          <p:cNvPr id="4160" name="Rectangle 4"/>
          <p:cNvSpPr>
            <a:spLocks noChangeArrowheads="1"/>
          </p:cNvSpPr>
          <p:nvPr/>
        </p:nvSpPr>
        <p:spPr bwMode="auto">
          <a:xfrm>
            <a:off x="878255" y="4488713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161" name="TextBox 3"/>
          <p:cNvSpPr txBox="1"/>
          <p:nvPr/>
        </p:nvSpPr>
        <p:spPr>
          <a:xfrm>
            <a:off x="827455" y="445990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8470325</a:t>
            </a:r>
            <a:endParaRPr lang="en-US" dirty="0"/>
          </a:p>
        </p:txBody>
      </p:sp>
      <p:sp>
        <p:nvSpPr>
          <p:cNvPr id="4162" name="TextBox 3"/>
          <p:cNvSpPr txBox="1"/>
          <p:nvPr/>
        </p:nvSpPr>
        <p:spPr>
          <a:xfrm>
            <a:off x="827455" y="4577359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4163" name="Rectangle 4"/>
          <p:cNvSpPr>
            <a:spLocks noChangeArrowheads="1"/>
          </p:cNvSpPr>
          <p:nvPr/>
        </p:nvSpPr>
        <p:spPr bwMode="auto">
          <a:xfrm>
            <a:off x="1365758" y="4488713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164" name="Rectangle 4"/>
          <p:cNvSpPr>
            <a:spLocks noChangeArrowheads="1"/>
          </p:cNvSpPr>
          <p:nvPr/>
        </p:nvSpPr>
        <p:spPr bwMode="auto">
          <a:xfrm>
            <a:off x="2163546" y="4488713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165" name="Rectangle 4"/>
          <p:cNvSpPr>
            <a:spLocks noChangeArrowheads="1"/>
          </p:cNvSpPr>
          <p:nvPr/>
        </p:nvSpPr>
        <p:spPr bwMode="auto">
          <a:xfrm>
            <a:off x="2622702" y="4488713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166" name="Rectangle 4"/>
          <p:cNvSpPr>
            <a:spLocks noChangeArrowheads="1"/>
          </p:cNvSpPr>
          <p:nvPr/>
        </p:nvSpPr>
        <p:spPr bwMode="auto">
          <a:xfrm>
            <a:off x="3680282" y="4488713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167" name="Rectangle 4"/>
          <p:cNvSpPr>
            <a:spLocks noChangeArrowheads="1"/>
          </p:cNvSpPr>
          <p:nvPr/>
        </p:nvSpPr>
        <p:spPr bwMode="auto">
          <a:xfrm>
            <a:off x="5918962" y="4488713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168" name="TextBox 3"/>
          <p:cNvSpPr txBox="1"/>
          <p:nvPr/>
        </p:nvSpPr>
        <p:spPr>
          <a:xfrm>
            <a:off x="5931001" y="4459909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11,347,459</a:t>
            </a:r>
            <a:endParaRPr lang="en-US" dirty="0"/>
          </a:p>
        </p:txBody>
      </p:sp>
      <p:sp>
        <p:nvSpPr>
          <p:cNvPr id="4169" name="Rectangle 4"/>
          <p:cNvSpPr>
            <a:spLocks noChangeArrowheads="1"/>
          </p:cNvSpPr>
          <p:nvPr/>
        </p:nvSpPr>
        <p:spPr bwMode="auto">
          <a:xfrm>
            <a:off x="6566408" y="4488713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170" name="TextBox 3"/>
          <p:cNvSpPr txBox="1"/>
          <p:nvPr/>
        </p:nvSpPr>
        <p:spPr>
          <a:xfrm>
            <a:off x="6578447" y="4459909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12,167,645</a:t>
            </a:r>
            <a:endParaRPr lang="en-US" dirty="0"/>
          </a:p>
        </p:txBody>
      </p:sp>
      <p:sp>
        <p:nvSpPr>
          <p:cNvPr id="4171" name="Rectangle 4"/>
          <p:cNvSpPr>
            <a:spLocks noChangeArrowheads="1"/>
          </p:cNvSpPr>
          <p:nvPr/>
        </p:nvSpPr>
        <p:spPr bwMode="auto">
          <a:xfrm>
            <a:off x="7213854" y="4488713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172" name="TextBox 3"/>
          <p:cNvSpPr txBox="1"/>
          <p:nvPr/>
        </p:nvSpPr>
        <p:spPr>
          <a:xfrm>
            <a:off x="7225894" y="4459909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12,166,470</a:t>
            </a:r>
            <a:endParaRPr lang="en-US" dirty="0"/>
          </a:p>
        </p:txBody>
      </p:sp>
      <p:sp>
        <p:nvSpPr>
          <p:cNvPr id="4173" name="Rectangle 4"/>
          <p:cNvSpPr>
            <a:spLocks noChangeArrowheads="1"/>
          </p:cNvSpPr>
          <p:nvPr/>
        </p:nvSpPr>
        <p:spPr bwMode="auto">
          <a:xfrm>
            <a:off x="7861300" y="4488713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174" name="Rectangle 4"/>
          <p:cNvSpPr>
            <a:spLocks noChangeArrowheads="1"/>
          </p:cNvSpPr>
          <p:nvPr/>
        </p:nvSpPr>
        <p:spPr bwMode="auto">
          <a:xfrm>
            <a:off x="8094497" y="4488713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175" name="Rectangle 4"/>
          <p:cNvSpPr>
            <a:spLocks noChangeArrowheads="1"/>
          </p:cNvSpPr>
          <p:nvPr/>
        </p:nvSpPr>
        <p:spPr bwMode="auto">
          <a:xfrm>
            <a:off x="8333384" y="4488713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176" name="TextBox 3"/>
          <p:cNvSpPr txBox="1"/>
          <p:nvPr/>
        </p:nvSpPr>
        <p:spPr>
          <a:xfrm>
            <a:off x="8453272" y="4459909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1,175</a:t>
            </a:r>
            <a:endParaRPr lang="en-US" dirty="0"/>
          </a:p>
        </p:txBody>
      </p:sp>
      <p:sp>
        <p:nvSpPr>
          <p:cNvPr id="4177" name="Rectangle 4"/>
          <p:cNvSpPr>
            <a:spLocks noChangeArrowheads="1"/>
          </p:cNvSpPr>
          <p:nvPr/>
        </p:nvSpPr>
        <p:spPr bwMode="auto">
          <a:xfrm>
            <a:off x="878255" y="4766475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78" name="TextBox 3"/>
          <p:cNvSpPr txBox="1"/>
          <p:nvPr/>
        </p:nvSpPr>
        <p:spPr>
          <a:xfrm>
            <a:off x="827455" y="473767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8470330</a:t>
            </a:r>
            <a:endParaRPr lang="en-US" dirty="0"/>
          </a:p>
        </p:txBody>
      </p:sp>
      <p:sp>
        <p:nvSpPr>
          <p:cNvPr id="4179" name="Rectangle 4"/>
          <p:cNvSpPr>
            <a:spLocks noChangeArrowheads="1"/>
          </p:cNvSpPr>
          <p:nvPr/>
        </p:nvSpPr>
        <p:spPr bwMode="auto">
          <a:xfrm>
            <a:off x="1365758" y="4766475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80" name="TextBox 3"/>
          <p:cNvSpPr txBox="1"/>
          <p:nvPr/>
        </p:nvSpPr>
        <p:spPr>
          <a:xfrm>
            <a:off x="1314958" y="473767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4181" name="TextBox 3"/>
          <p:cNvSpPr txBox="1"/>
          <p:nvPr/>
        </p:nvSpPr>
        <p:spPr>
          <a:xfrm>
            <a:off x="1314958" y="4855121"/>
            <a:ext cx="7141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Electrical &amp; </a:t>
            </a:r>
            <a:endParaRPr lang="en-US" dirty="0"/>
          </a:p>
        </p:txBody>
      </p:sp>
      <p:sp>
        <p:nvSpPr>
          <p:cNvPr id="4182" name="TextBox 3"/>
          <p:cNvSpPr txBox="1"/>
          <p:nvPr/>
        </p:nvSpPr>
        <p:spPr>
          <a:xfrm>
            <a:off x="1314958" y="4972570"/>
            <a:ext cx="652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Computer </a:t>
            </a:r>
            <a:endParaRPr lang="en-US" dirty="0"/>
          </a:p>
        </p:txBody>
      </p:sp>
      <p:sp>
        <p:nvSpPr>
          <p:cNvPr id="4183" name="TextBox 3"/>
          <p:cNvSpPr txBox="1"/>
          <p:nvPr/>
        </p:nvSpPr>
        <p:spPr>
          <a:xfrm>
            <a:off x="1314958" y="5090020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184" name="Rectangle 4"/>
          <p:cNvSpPr>
            <a:spLocks noChangeArrowheads="1"/>
          </p:cNvSpPr>
          <p:nvPr/>
        </p:nvSpPr>
        <p:spPr bwMode="auto">
          <a:xfrm>
            <a:off x="2163546" y="4766475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85" name="TextBox 3"/>
          <p:cNvSpPr txBox="1"/>
          <p:nvPr/>
        </p:nvSpPr>
        <p:spPr>
          <a:xfrm>
            <a:off x="2112746" y="473767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4186" name="Rectangle 4"/>
          <p:cNvSpPr>
            <a:spLocks noChangeArrowheads="1"/>
          </p:cNvSpPr>
          <p:nvPr/>
        </p:nvSpPr>
        <p:spPr bwMode="auto">
          <a:xfrm>
            <a:off x="2622702" y="4766475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87" name="TextBox 3"/>
          <p:cNvSpPr txBox="1"/>
          <p:nvPr/>
        </p:nvSpPr>
        <p:spPr>
          <a:xfrm>
            <a:off x="2571902" y="4737671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4188" name="TextBox 3"/>
          <p:cNvSpPr txBox="1"/>
          <p:nvPr/>
        </p:nvSpPr>
        <p:spPr>
          <a:xfrm>
            <a:off x="2571902" y="4855121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4189" name="Rectangle 4"/>
          <p:cNvSpPr>
            <a:spLocks noChangeArrowheads="1"/>
          </p:cNvSpPr>
          <p:nvPr/>
        </p:nvSpPr>
        <p:spPr bwMode="auto">
          <a:xfrm>
            <a:off x="3680282" y="4766475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90" name="TextBox 3"/>
          <p:cNvSpPr txBox="1"/>
          <p:nvPr/>
        </p:nvSpPr>
        <p:spPr>
          <a:xfrm>
            <a:off x="3629482" y="473767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847.8470330.1.412121.000000.847001.100178</a:t>
            </a:r>
            <a:endParaRPr lang="en-US" dirty="0"/>
          </a:p>
        </p:txBody>
      </p:sp>
      <p:sp>
        <p:nvSpPr>
          <p:cNvPr id="4191" name="Rectangle 4"/>
          <p:cNvSpPr>
            <a:spLocks noChangeArrowheads="1"/>
          </p:cNvSpPr>
          <p:nvPr/>
        </p:nvSpPr>
        <p:spPr bwMode="auto">
          <a:xfrm>
            <a:off x="5918962" y="476647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92" name="TextBox 3"/>
          <p:cNvSpPr txBox="1"/>
          <p:nvPr/>
        </p:nvSpPr>
        <p:spPr>
          <a:xfrm>
            <a:off x="5931001" y="4737671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31,340,440</a:t>
            </a:r>
            <a:endParaRPr lang="en-US" dirty="0"/>
          </a:p>
        </p:txBody>
      </p:sp>
      <p:sp>
        <p:nvSpPr>
          <p:cNvPr id="4193" name="Rectangle 4"/>
          <p:cNvSpPr>
            <a:spLocks noChangeArrowheads="1"/>
          </p:cNvSpPr>
          <p:nvPr/>
        </p:nvSpPr>
        <p:spPr bwMode="auto">
          <a:xfrm>
            <a:off x="6566408" y="476647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94" name="TextBox 3"/>
          <p:cNvSpPr txBox="1"/>
          <p:nvPr/>
        </p:nvSpPr>
        <p:spPr>
          <a:xfrm>
            <a:off x="6578447" y="4737671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30,823,980</a:t>
            </a:r>
            <a:endParaRPr lang="en-US" dirty="0"/>
          </a:p>
        </p:txBody>
      </p:sp>
      <p:sp>
        <p:nvSpPr>
          <p:cNvPr id="4195" name="Rectangle 4"/>
          <p:cNvSpPr>
            <a:spLocks noChangeArrowheads="1"/>
          </p:cNvSpPr>
          <p:nvPr/>
        </p:nvSpPr>
        <p:spPr bwMode="auto">
          <a:xfrm>
            <a:off x="7213854" y="476647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96" name="TextBox 3"/>
          <p:cNvSpPr txBox="1"/>
          <p:nvPr/>
        </p:nvSpPr>
        <p:spPr>
          <a:xfrm>
            <a:off x="7225894" y="4737671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30,823,875</a:t>
            </a:r>
            <a:endParaRPr lang="en-US" dirty="0"/>
          </a:p>
        </p:txBody>
      </p:sp>
      <p:sp>
        <p:nvSpPr>
          <p:cNvPr id="4197" name="Rectangle 4"/>
          <p:cNvSpPr>
            <a:spLocks noChangeArrowheads="1"/>
          </p:cNvSpPr>
          <p:nvPr/>
        </p:nvSpPr>
        <p:spPr bwMode="auto">
          <a:xfrm>
            <a:off x="7861300" y="4766475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98" name="Rectangle 4"/>
          <p:cNvSpPr>
            <a:spLocks noChangeArrowheads="1"/>
          </p:cNvSpPr>
          <p:nvPr/>
        </p:nvSpPr>
        <p:spPr bwMode="auto">
          <a:xfrm>
            <a:off x="8094497" y="4766475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199" name="Rectangle 4"/>
          <p:cNvSpPr>
            <a:spLocks noChangeArrowheads="1"/>
          </p:cNvSpPr>
          <p:nvPr/>
        </p:nvSpPr>
        <p:spPr bwMode="auto">
          <a:xfrm>
            <a:off x="8333384" y="4766475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00" name="TextBox 3"/>
          <p:cNvSpPr txBox="1"/>
          <p:nvPr/>
        </p:nvSpPr>
        <p:spPr>
          <a:xfrm>
            <a:off x="8538006" y="4737671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105</a:t>
            </a:r>
            <a:endParaRPr lang="en-US" dirty="0"/>
          </a:p>
        </p:txBody>
      </p:sp>
      <p:sp>
        <p:nvSpPr>
          <p:cNvPr id="4201" name="Rectangle 4"/>
          <p:cNvSpPr>
            <a:spLocks noChangeArrowheads="1"/>
          </p:cNvSpPr>
          <p:nvPr/>
        </p:nvSpPr>
        <p:spPr bwMode="auto">
          <a:xfrm>
            <a:off x="878255" y="5279136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02" name="TextBox 3"/>
          <p:cNvSpPr txBox="1"/>
          <p:nvPr/>
        </p:nvSpPr>
        <p:spPr>
          <a:xfrm>
            <a:off x="827455" y="525033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8470330</a:t>
            </a:r>
            <a:endParaRPr lang="en-US" dirty="0"/>
          </a:p>
        </p:txBody>
      </p:sp>
      <p:sp>
        <p:nvSpPr>
          <p:cNvPr id="4203" name="Rectangle 4"/>
          <p:cNvSpPr>
            <a:spLocks noChangeArrowheads="1"/>
          </p:cNvSpPr>
          <p:nvPr/>
        </p:nvSpPr>
        <p:spPr bwMode="auto">
          <a:xfrm>
            <a:off x="1365758" y="5279136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04" name="TextBox 3"/>
          <p:cNvSpPr txBox="1"/>
          <p:nvPr/>
        </p:nvSpPr>
        <p:spPr>
          <a:xfrm>
            <a:off x="1314958" y="5250332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4205" name="TextBox 3"/>
          <p:cNvSpPr txBox="1"/>
          <p:nvPr/>
        </p:nvSpPr>
        <p:spPr>
          <a:xfrm>
            <a:off x="1314958" y="5367782"/>
            <a:ext cx="7141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Electrical &amp; </a:t>
            </a:r>
            <a:endParaRPr lang="en-US" dirty="0"/>
          </a:p>
        </p:txBody>
      </p:sp>
      <p:sp>
        <p:nvSpPr>
          <p:cNvPr id="4206" name="TextBox 3"/>
          <p:cNvSpPr txBox="1"/>
          <p:nvPr/>
        </p:nvSpPr>
        <p:spPr>
          <a:xfrm>
            <a:off x="1314958" y="5485231"/>
            <a:ext cx="652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Computer </a:t>
            </a:r>
            <a:endParaRPr lang="en-US" dirty="0"/>
          </a:p>
        </p:txBody>
      </p:sp>
      <p:sp>
        <p:nvSpPr>
          <p:cNvPr id="4207" name="TextBox 3"/>
          <p:cNvSpPr txBox="1"/>
          <p:nvPr/>
        </p:nvSpPr>
        <p:spPr>
          <a:xfrm>
            <a:off x="1314958" y="5602681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208" name="Rectangle 4"/>
          <p:cNvSpPr>
            <a:spLocks noChangeArrowheads="1"/>
          </p:cNvSpPr>
          <p:nvPr/>
        </p:nvSpPr>
        <p:spPr bwMode="auto">
          <a:xfrm>
            <a:off x="2163546" y="5279136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09" name="TextBox 3"/>
          <p:cNvSpPr txBox="1"/>
          <p:nvPr/>
        </p:nvSpPr>
        <p:spPr>
          <a:xfrm>
            <a:off x="2112746" y="525033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412123</a:t>
            </a:r>
            <a:endParaRPr lang="en-US" dirty="0"/>
          </a:p>
        </p:txBody>
      </p:sp>
      <p:sp>
        <p:nvSpPr>
          <p:cNvPr id="4210" name="Rectangle 4"/>
          <p:cNvSpPr>
            <a:spLocks noChangeArrowheads="1"/>
          </p:cNvSpPr>
          <p:nvPr/>
        </p:nvSpPr>
        <p:spPr bwMode="auto">
          <a:xfrm>
            <a:off x="2622702" y="5279136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11" name="TextBox 3"/>
          <p:cNvSpPr txBox="1"/>
          <p:nvPr/>
        </p:nvSpPr>
        <p:spPr>
          <a:xfrm>
            <a:off x="2571902" y="5250332"/>
            <a:ext cx="11320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Nationality allowance</a:t>
            </a:r>
            <a:endParaRPr lang="en-US" dirty="0"/>
          </a:p>
        </p:txBody>
      </p:sp>
      <p:sp>
        <p:nvSpPr>
          <p:cNvPr id="4212" name="TextBox 3"/>
          <p:cNvSpPr txBox="1"/>
          <p:nvPr/>
        </p:nvSpPr>
        <p:spPr>
          <a:xfrm>
            <a:off x="2571902" y="5367782"/>
            <a:ext cx="10021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- Regular situation</a:t>
            </a:r>
            <a:endParaRPr lang="en-US" dirty="0"/>
          </a:p>
        </p:txBody>
      </p:sp>
      <p:sp>
        <p:nvSpPr>
          <p:cNvPr id="4213" name="Rectangle 4"/>
          <p:cNvSpPr>
            <a:spLocks noChangeArrowheads="1"/>
          </p:cNvSpPr>
          <p:nvPr/>
        </p:nvSpPr>
        <p:spPr bwMode="auto">
          <a:xfrm>
            <a:off x="3680282" y="5279136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14" name="TextBox 3"/>
          <p:cNvSpPr txBox="1"/>
          <p:nvPr/>
        </p:nvSpPr>
        <p:spPr>
          <a:xfrm>
            <a:off x="3629482" y="525033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847.8470330.1.412123.000000.847001.100178</a:t>
            </a:r>
            <a:endParaRPr lang="en-US" dirty="0"/>
          </a:p>
        </p:txBody>
      </p:sp>
      <p:sp>
        <p:nvSpPr>
          <p:cNvPr id="4215" name="Rectangle 4"/>
          <p:cNvSpPr>
            <a:spLocks noChangeArrowheads="1"/>
          </p:cNvSpPr>
          <p:nvPr/>
        </p:nvSpPr>
        <p:spPr bwMode="auto">
          <a:xfrm>
            <a:off x="5918962" y="527913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16" name="TextBox 3"/>
          <p:cNvSpPr txBox="1"/>
          <p:nvPr/>
        </p:nvSpPr>
        <p:spPr>
          <a:xfrm>
            <a:off x="6128715" y="525033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25,200</a:t>
            </a:r>
            <a:endParaRPr lang="en-US" dirty="0"/>
          </a:p>
        </p:txBody>
      </p:sp>
      <p:sp>
        <p:nvSpPr>
          <p:cNvPr id="4217" name="Rectangle 4"/>
          <p:cNvSpPr>
            <a:spLocks noChangeArrowheads="1"/>
          </p:cNvSpPr>
          <p:nvPr/>
        </p:nvSpPr>
        <p:spPr bwMode="auto">
          <a:xfrm>
            <a:off x="6566408" y="527913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18" name="TextBox 3"/>
          <p:cNvSpPr txBox="1"/>
          <p:nvPr/>
        </p:nvSpPr>
        <p:spPr>
          <a:xfrm>
            <a:off x="6776161" y="525033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24,013</a:t>
            </a:r>
            <a:endParaRPr lang="en-US" dirty="0"/>
          </a:p>
        </p:txBody>
      </p:sp>
      <p:sp>
        <p:nvSpPr>
          <p:cNvPr id="4219" name="Rectangle 4"/>
          <p:cNvSpPr>
            <a:spLocks noChangeArrowheads="1"/>
          </p:cNvSpPr>
          <p:nvPr/>
        </p:nvSpPr>
        <p:spPr bwMode="auto">
          <a:xfrm>
            <a:off x="7213854" y="527913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20" name="TextBox 3"/>
          <p:cNvSpPr txBox="1"/>
          <p:nvPr/>
        </p:nvSpPr>
        <p:spPr>
          <a:xfrm>
            <a:off x="7423607" y="525033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23,800</a:t>
            </a:r>
            <a:endParaRPr lang="en-US" dirty="0"/>
          </a:p>
        </p:txBody>
      </p:sp>
      <p:sp>
        <p:nvSpPr>
          <p:cNvPr id="4221" name="Rectangle 4"/>
          <p:cNvSpPr>
            <a:spLocks noChangeArrowheads="1"/>
          </p:cNvSpPr>
          <p:nvPr/>
        </p:nvSpPr>
        <p:spPr bwMode="auto">
          <a:xfrm>
            <a:off x="7861300" y="5279136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22" name="Rectangle 4"/>
          <p:cNvSpPr>
            <a:spLocks noChangeArrowheads="1"/>
          </p:cNvSpPr>
          <p:nvPr/>
        </p:nvSpPr>
        <p:spPr bwMode="auto">
          <a:xfrm>
            <a:off x="8094497" y="5279136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23" name="Rectangle 4"/>
          <p:cNvSpPr>
            <a:spLocks noChangeArrowheads="1"/>
          </p:cNvSpPr>
          <p:nvPr/>
        </p:nvSpPr>
        <p:spPr bwMode="auto">
          <a:xfrm>
            <a:off x="8333384" y="5279136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24" name="TextBox 3"/>
          <p:cNvSpPr txBox="1"/>
          <p:nvPr/>
        </p:nvSpPr>
        <p:spPr>
          <a:xfrm>
            <a:off x="8538006" y="5250332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213</a:t>
            </a:r>
            <a:endParaRPr lang="en-US" dirty="0"/>
          </a:p>
        </p:txBody>
      </p:sp>
      <p:sp>
        <p:nvSpPr>
          <p:cNvPr id="4225" name="Rectangle 4"/>
          <p:cNvSpPr>
            <a:spLocks noChangeArrowheads="1"/>
          </p:cNvSpPr>
          <p:nvPr/>
        </p:nvSpPr>
        <p:spPr bwMode="auto">
          <a:xfrm>
            <a:off x="878255" y="5791797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26" name="TextBox 3"/>
          <p:cNvSpPr txBox="1"/>
          <p:nvPr/>
        </p:nvSpPr>
        <p:spPr>
          <a:xfrm>
            <a:off x="827455" y="576299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8470330</a:t>
            </a:r>
            <a:endParaRPr lang="en-US" dirty="0"/>
          </a:p>
        </p:txBody>
      </p:sp>
      <p:sp>
        <p:nvSpPr>
          <p:cNvPr id="4227" name="Rectangle 4"/>
          <p:cNvSpPr>
            <a:spLocks noChangeArrowheads="1"/>
          </p:cNvSpPr>
          <p:nvPr/>
        </p:nvSpPr>
        <p:spPr bwMode="auto">
          <a:xfrm>
            <a:off x="1365758" y="5791797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28" name="TextBox 3"/>
          <p:cNvSpPr txBox="1"/>
          <p:nvPr/>
        </p:nvSpPr>
        <p:spPr>
          <a:xfrm>
            <a:off x="1314958" y="576299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4229" name="TextBox 3"/>
          <p:cNvSpPr txBox="1"/>
          <p:nvPr/>
        </p:nvSpPr>
        <p:spPr>
          <a:xfrm>
            <a:off x="1314958" y="5880443"/>
            <a:ext cx="7141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Electrical &amp; </a:t>
            </a:r>
            <a:endParaRPr lang="en-US" dirty="0"/>
          </a:p>
        </p:txBody>
      </p:sp>
      <p:sp>
        <p:nvSpPr>
          <p:cNvPr id="4230" name="TextBox 3"/>
          <p:cNvSpPr txBox="1"/>
          <p:nvPr/>
        </p:nvSpPr>
        <p:spPr>
          <a:xfrm>
            <a:off x="1314958" y="5997892"/>
            <a:ext cx="652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Computer </a:t>
            </a:r>
            <a:endParaRPr lang="en-US" dirty="0"/>
          </a:p>
        </p:txBody>
      </p:sp>
      <p:sp>
        <p:nvSpPr>
          <p:cNvPr id="4231" name="TextBox 3"/>
          <p:cNvSpPr txBox="1"/>
          <p:nvPr/>
        </p:nvSpPr>
        <p:spPr>
          <a:xfrm>
            <a:off x="1314958" y="6115341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232" name="Rectangle 4"/>
          <p:cNvSpPr>
            <a:spLocks noChangeArrowheads="1"/>
          </p:cNvSpPr>
          <p:nvPr/>
        </p:nvSpPr>
        <p:spPr bwMode="auto">
          <a:xfrm>
            <a:off x="2163546" y="5791797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33" name="TextBox 3"/>
          <p:cNvSpPr txBox="1"/>
          <p:nvPr/>
        </p:nvSpPr>
        <p:spPr>
          <a:xfrm>
            <a:off x="2112746" y="576299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4234" name="Rectangle 4"/>
          <p:cNvSpPr>
            <a:spLocks noChangeArrowheads="1"/>
          </p:cNvSpPr>
          <p:nvPr/>
        </p:nvSpPr>
        <p:spPr bwMode="auto">
          <a:xfrm>
            <a:off x="2622702" y="5791797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35" name="TextBox 3"/>
          <p:cNvSpPr txBox="1"/>
          <p:nvPr/>
        </p:nvSpPr>
        <p:spPr>
          <a:xfrm>
            <a:off x="2571902" y="5762993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4236" name="TextBox 3"/>
          <p:cNvSpPr txBox="1"/>
          <p:nvPr/>
        </p:nvSpPr>
        <p:spPr>
          <a:xfrm>
            <a:off x="2571902" y="5880443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4237" name="TextBox 3"/>
          <p:cNvSpPr txBox="1"/>
          <p:nvPr/>
        </p:nvSpPr>
        <p:spPr>
          <a:xfrm>
            <a:off x="2571902" y="5997892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4238" name="Rectangle 4"/>
          <p:cNvSpPr>
            <a:spLocks noChangeArrowheads="1"/>
          </p:cNvSpPr>
          <p:nvPr/>
        </p:nvSpPr>
        <p:spPr bwMode="auto">
          <a:xfrm>
            <a:off x="3680282" y="5791797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39" name="TextBox 3"/>
          <p:cNvSpPr txBox="1"/>
          <p:nvPr/>
        </p:nvSpPr>
        <p:spPr>
          <a:xfrm>
            <a:off x="3629482" y="576299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847.8470330.1.412125.000000.847001.100178</a:t>
            </a:r>
            <a:endParaRPr lang="en-US" dirty="0"/>
          </a:p>
        </p:txBody>
      </p:sp>
      <p:sp>
        <p:nvSpPr>
          <p:cNvPr id="4240" name="Rectangle 4"/>
          <p:cNvSpPr>
            <a:spLocks noChangeArrowheads="1"/>
          </p:cNvSpPr>
          <p:nvPr/>
        </p:nvSpPr>
        <p:spPr bwMode="auto">
          <a:xfrm>
            <a:off x="5918962" y="579179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41" name="TextBox 3"/>
          <p:cNvSpPr txBox="1"/>
          <p:nvPr/>
        </p:nvSpPr>
        <p:spPr>
          <a:xfrm>
            <a:off x="5931001" y="5762993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20,767,770</a:t>
            </a:r>
            <a:endParaRPr lang="en-US" dirty="0"/>
          </a:p>
        </p:txBody>
      </p:sp>
      <p:sp>
        <p:nvSpPr>
          <p:cNvPr id="4242" name="Rectangle 4"/>
          <p:cNvSpPr>
            <a:spLocks noChangeArrowheads="1"/>
          </p:cNvSpPr>
          <p:nvPr/>
        </p:nvSpPr>
        <p:spPr bwMode="auto">
          <a:xfrm>
            <a:off x="6566408" y="579179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43" name="TextBox 3"/>
          <p:cNvSpPr txBox="1"/>
          <p:nvPr/>
        </p:nvSpPr>
        <p:spPr>
          <a:xfrm>
            <a:off x="6578447" y="5762993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23,297,890</a:t>
            </a:r>
            <a:endParaRPr lang="en-US" dirty="0"/>
          </a:p>
        </p:txBody>
      </p:sp>
      <p:sp>
        <p:nvSpPr>
          <p:cNvPr id="4244" name="Rectangle 4"/>
          <p:cNvSpPr>
            <a:spLocks noChangeArrowheads="1"/>
          </p:cNvSpPr>
          <p:nvPr/>
        </p:nvSpPr>
        <p:spPr bwMode="auto">
          <a:xfrm>
            <a:off x="7213854" y="579179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45" name="TextBox 3"/>
          <p:cNvSpPr txBox="1"/>
          <p:nvPr/>
        </p:nvSpPr>
        <p:spPr>
          <a:xfrm>
            <a:off x="7225894" y="5762993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23,297,885</a:t>
            </a:r>
            <a:endParaRPr lang="en-US" dirty="0"/>
          </a:p>
        </p:txBody>
      </p:sp>
      <p:sp>
        <p:nvSpPr>
          <p:cNvPr id="4246" name="Rectangle 4"/>
          <p:cNvSpPr>
            <a:spLocks noChangeArrowheads="1"/>
          </p:cNvSpPr>
          <p:nvPr/>
        </p:nvSpPr>
        <p:spPr bwMode="auto">
          <a:xfrm>
            <a:off x="7861300" y="5791797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47" name="Rectangle 4"/>
          <p:cNvSpPr>
            <a:spLocks noChangeArrowheads="1"/>
          </p:cNvSpPr>
          <p:nvPr/>
        </p:nvSpPr>
        <p:spPr bwMode="auto">
          <a:xfrm>
            <a:off x="8094497" y="5791797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48" name="Rectangle 4"/>
          <p:cNvSpPr>
            <a:spLocks noChangeArrowheads="1"/>
          </p:cNvSpPr>
          <p:nvPr/>
        </p:nvSpPr>
        <p:spPr bwMode="auto">
          <a:xfrm>
            <a:off x="8333384" y="5791797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49" name="TextBox 3"/>
          <p:cNvSpPr txBox="1"/>
          <p:nvPr/>
        </p:nvSpPr>
        <p:spPr>
          <a:xfrm>
            <a:off x="8650986" y="576299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</a:t>
            </a:r>
            <a:endParaRPr lang="en-US" dirty="0"/>
          </a:p>
        </p:txBody>
      </p:sp>
      <p:sp>
        <p:nvSpPr>
          <p:cNvPr id="4250" name="Rectangle 4"/>
          <p:cNvSpPr>
            <a:spLocks noChangeArrowheads="1"/>
          </p:cNvSpPr>
          <p:nvPr/>
        </p:nvSpPr>
        <p:spPr bwMode="auto">
          <a:xfrm>
            <a:off x="878255" y="6304458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51" name="TextBox 3"/>
          <p:cNvSpPr txBox="1"/>
          <p:nvPr/>
        </p:nvSpPr>
        <p:spPr>
          <a:xfrm>
            <a:off x="827455" y="627565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8470330</a:t>
            </a:r>
            <a:endParaRPr lang="en-US" dirty="0"/>
          </a:p>
        </p:txBody>
      </p:sp>
      <p:sp>
        <p:nvSpPr>
          <p:cNvPr id="4252" name="Rectangle 4"/>
          <p:cNvSpPr>
            <a:spLocks noChangeArrowheads="1"/>
          </p:cNvSpPr>
          <p:nvPr/>
        </p:nvSpPr>
        <p:spPr bwMode="auto">
          <a:xfrm>
            <a:off x="1365758" y="6304458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53" name="TextBox 3"/>
          <p:cNvSpPr txBox="1"/>
          <p:nvPr/>
        </p:nvSpPr>
        <p:spPr>
          <a:xfrm>
            <a:off x="1314958" y="627565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4254" name="TextBox 3"/>
          <p:cNvSpPr txBox="1"/>
          <p:nvPr/>
        </p:nvSpPr>
        <p:spPr>
          <a:xfrm>
            <a:off x="1314958" y="6393103"/>
            <a:ext cx="7141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Electrical &amp; </a:t>
            </a:r>
            <a:endParaRPr lang="en-US" dirty="0"/>
          </a:p>
        </p:txBody>
      </p:sp>
      <p:sp>
        <p:nvSpPr>
          <p:cNvPr id="4255" name="TextBox 3"/>
          <p:cNvSpPr txBox="1"/>
          <p:nvPr/>
        </p:nvSpPr>
        <p:spPr>
          <a:xfrm>
            <a:off x="1314958" y="6510553"/>
            <a:ext cx="652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Computer </a:t>
            </a:r>
            <a:endParaRPr lang="en-US" dirty="0"/>
          </a:p>
        </p:txBody>
      </p:sp>
      <p:sp>
        <p:nvSpPr>
          <p:cNvPr id="4256" name="TextBox 3"/>
          <p:cNvSpPr txBox="1"/>
          <p:nvPr/>
        </p:nvSpPr>
        <p:spPr>
          <a:xfrm>
            <a:off x="1314958" y="6628003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257" name="Rectangle 4"/>
          <p:cNvSpPr>
            <a:spLocks noChangeArrowheads="1"/>
          </p:cNvSpPr>
          <p:nvPr/>
        </p:nvSpPr>
        <p:spPr bwMode="auto">
          <a:xfrm>
            <a:off x="2163546" y="6304458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58" name="TextBox 3"/>
          <p:cNvSpPr txBox="1"/>
          <p:nvPr/>
        </p:nvSpPr>
        <p:spPr>
          <a:xfrm>
            <a:off x="2112746" y="627565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412511</a:t>
            </a:r>
            <a:endParaRPr lang="en-US" dirty="0"/>
          </a:p>
        </p:txBody>
      </p:sp>
      <p:sp>
        <p:nvSpPr>
          <p:cNvPr id="4259" name="Rectangle 4"/>
          <p:cNvSpPr>
            <a:spLocks noChangeArrowheads="1"/>
          </p:cNvSpPr>
          <p:nvPr/>
        </p:nvSpPr>
        <p:spPr bwMode="auto">
          <a:xfrm>
            <a:off x="2622702" y="6304458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60" name="TextBox 3"/>
          <p:cNvSpPr txBox="1"/>
          <p:nvPr/>
        </p:nvSpPr>
        <p:spPr>
          <a:xfrm>
            <a:off x="2571902" y="6275654"/>
            <a:ext cx="798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Consolidated </a:t>
            </a:r>
            <a:endParaRPr lang="en-US" dirty="0"/>
          </a:p>
        </p:txBody>
      </p:sp>
      <p:sp>
        <p:nvSpPr>
          <p:cNvPr id="4261" name="TextBox 3"/>
          <p:cNvSpPr txBox="1"/>
          <p:nvPr/>
        </p:nvSpPr>
        <p:spPr>
          <a:xfrm>
            <a:off x="2571902" y="6393103"/>
            <a:ext cx="1081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allowances: Emirati </a:t>
            </a:r>
            <a:endParaRPr lang="en-US" dirty="0"/>
          </a:p>
        </p:txBody>
      </p:sp>
      <p:sp>
        <p:nvSpPr>
          <p:cNvPr id="4262" name="TextBox 3"/>
          <p:cNvSpPr txBox="1"/>
          <p:nvPr/>
        </p:nvSpPr>
        <p:spPr>
          <a:xfrm>
            <a:off x="2571902" y="6510553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4263" name="Rectangle 4"/>
          <p:cNvSpPr>
            <a:spLocks noChangeArrowheads="1"/>
          </p:cNvSpPr>
          <p:nvPr/>
        </p:nvSpPr>
        <p:spPr bwMode="auto">
          <a:xfrm>
            <a:off x="3680282" y="6304458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64" name="TextBox 3"/>
          <p:cNvSpPr txBox="1"/>
          <p:nvPr/>
        </p:nvSpPr>
        <p:spPr>
          <a:xfrm>
            <a:off x="3629482" y="627565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847.8470330.1.412511.000000.847001.100178</a:t>
            </a:r>
            <a:endParaRPr lang="en-US" dirty="0"/>
          </a:p>
        </p:txBody>
      </p:sp>
      <p:sp>
        <p:nvSpPr>
          <p:cNvPr id="4265" name="Rectangle 4"/>
          <p:cNvSpPr>
            <a:spLocks noChangeArrowheads="1"/>
          </p:cNvSpPr>
          <p:nvPr/>
        </p:nvSpPr>
        <p:spPr bwMode="auto">
          <a:xfrm>
            <a:off x="5918962" y="630445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66" name="TextBox 3"/>
          <p:cNvSpPr txBox="1"/>
          <p:nvPr/>
        </p:nvSpPr>
        <p:spPr>
          <a:xfrm>
            <a:off x="6072225" y="627565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280,800</a:t>
            </a:r>
            <a:endParaRPr lang="en-US" dirty="0"/>
          </a:p>
        </p:txBody>
      </p:sp>
      <p:sp>
        <p:nvSpPr>
          <p:cNvPr id="4267" name="Rectangle 4"/>
          <p:cNvSpPr>
            <a:spLocks noChangeArrowheads="1"/>
          </p:cNvSpPr>
          <p:nvPr/>
        </p:nvSpPr>
        <p:spPr bwMode="auto">
          <a:xfrm>
            <a:off x="6566408" y="630445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68" name="TextBox 3"/>
          <p:cNvSpPr txBox="1"/>
          <p:nvPr/>
        </p:nvSpPr>
        <p:spPr>
          <a:xfrm>
            <a:off x="6719671" y="627565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265,490</a:t>
            </a:r>
            <a:endParaRPr lang="en-US" dirty="0"/>
          </a:p>
        </p:txBody>
      </p:sp>
      <p:sp>
        <p:nvSpPr>
          <p:cNvPr id="4269" name="Rectangle 4"/>
          <p:cNvSpPr>
            <a:spLocks noChangeArrowheads="1"/>
          </p:cNvSpPr>
          <p:nvPr/>
        </p:nvSpPr>
        <p:spPr bwMode="auto">
          <a:xfrm>
            <a:off x="7213854" y="630445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70" name="TextBox 3"/>
          <p:cNvSpPr txBox="1"/>
          <p:nvPr/>
        </p:nvSpPr>
        <p:spPr>
          <a:xfrm>
            <a:off x="7367118" y="627565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265,200</a:t>
            </a:r>
            <a:endParaRPr lang="en-US" dirty="0"/>
          </a:p>
        </p:txBody>
      </p:sp>
      <p:sp>
        <p:nvSpPr>
          <p:cNvPr id="4271" name="Rectangle 4"/>
          <p:cNvSpPr>
            <a:spLocks noChangeArrowheads="1"/>
          </p:cNvSpPr>
          <p:nvPr/>
        </p:nvSpPr>
        <p:spPr bwMode="auto">
          <a:xfrm>
            <a:off x="7861300" y="6304458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72" name="Rectangle 4"/>
          <p:cNvSpPr>
            <a:spLocks noChangeArrowheads="1"/>
          </p:cNvSpPr>
          <p:nvPr/>
        </p:nvSpPr>
        <p:spPr bwMode="auto">
          <a:xfrm>
            <a:off x="8094497" y="6304458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73" name="Rectangle 4"/>
          <p:cNvSpPr>
            <a:spLocks noChangeArrowheads="1"/>
          </p:cNvSpPr>
          <p:nvPr/>
        </p:nvSpPr>
        <p:spPr bwMode="auto">
          <a:xfrm>
            <a:off x="8333384" y="6304458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74" name="TextBox 3"/>
          <p:cNvSpPr txBox="1"/>
          <p:nvPr/>
        </p:nvSpPr>
        <p:spPr>
          <a:xfrm>
            <a:off x="8538006" y="6275654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290</a:t>
            </a:r>
            <a:endParaRPr lang="en-US" dirty="0"/>
          </a:p>
        </p:txBody>
      </p:sp>
      <p:sp>
        <p:nvSpPr>
          <p:cNvPr id="4275" name="Rectangle 4"/>
          <p:cNvSpPr>
            <a:spLocks noChangeArrowheads="1"/>
          </p:cNvSpPr>
          <p:nvPr/>
        </p:nvSpPr>
        <p:spPr bwMode="auto">
          <a:xfrm>
            <a:off x="878255" y="681711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76" name="TextBox 3"/>
          <p:cNvSpPr txBox="1"/>
          <p:nvPr/>
        </p:nvSpPr>
        <p:spPr>
          <a:xfrm>
            <a:off x="827455" y="678831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8470330</a:t>
            </a:r>
            <a:endParaRPr lang="en-US" dirty="0"/>
          </a:p>
        </p:txBody>
      </p:sp>
      <p:sp>
        <p:nvSpPr>
          <p:cNvPr id="4277" name="Rectangle 4"/>
          <p:cNvSpPr>
            <a:spLocks noChangeArrowheads="1"/>
          </p:cNvSpPr>
          <p:nvPr/>
        </p:nvSpPr>
        <p:spPr bwMode="auto">
          <a:xfrm>
            <a:off x="1365758" y="681711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78" name="TextBox 3"/>
          <p:cNvSpPr txBox="1"/>
          <p:nvPr/>
        </p:nvSpPr>
        <p:spPr>
          <a:xfrm>
            <a:off x="1314958" y="678831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4279" name="TextBox 3"/>
          <p:cNvSpPr txBox="1"/>
          <p:nvPr/>
        </p:nvSpPr>
        <p:spPr>
          <a:xfrm>
            <a:off x="1314958" y="6905764"/>
            <a:ext cx="7141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Electrical &amp; </a:t>
            </a:r>
            <a:endParaRPr lang="en-US" dirty="0"/>
          </a:p>
        </p:txBody>
      </p:sp>
      <p:sp>
        <p:nvSpPr>
          <p:cNvPr id="4280" name="TextBox 3"/>
          <p:cNvSpPr txBox="1"/>
          <p:nvPr/>
        </p:nvSpPr>
        <p:spPr>
          <a:xfrm>
            <a:off x="1314958" y="7023214"/>
            <a:ext cx="652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Computer </a:t>
            </a:r>
            <a:endParaRPr lang="en-US" dirty="0"/>
          </a:p>
        </p:txBody>
      </p:sp>
      <p:sp>
        <p:nvSpPr>
          <p:cNvPr id="4281" name="Rectangle 4"/>
          <p:cNvSpPr>
            <a:spLocks noChangeArrowheads="1"/>
          </p:cNvSpPr>
          <p:nvPr/>
        </p:nvSpPr>
        <p:spPr bwMode="auto">
          <a:xfrm>
            <a:off x="2163546" y="681711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82" name="TextBox 3"/>
          <p:cNvSpPr txBox="1"/>
          <p:nvPr/>
        </p:nvSpPr>
        <p:spPr>
          <a:xfrm>
            <a:off x="2112746" y="678831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412521</a:t>
            </a:r>
            <a:endParaRPr lang="en-US" dirty="0"/>
          </a:p>
        </p:txBody>
      </p:sp>
      <p:sp>
        <p:nvSpPr>
          <p:cNvPr id="4283" name="Rectangle 4"/>
          <p:cNvSpPr>
            <a:spLocks noChangeArrowheads="1"/>
          </p:cNvSpPr>
          <p:nvPr/>
        </p:nvSpPr>
        <p:spPr bwMode="auto">
          <a:xfrm>
            <a:off x="2622702" y="681711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84" name="TextBox 3"/>
          <p:cNvSpPr txBox="1"/>
          <p:nvPr/>
        </p:nvSpPr>
        <p:spPr>
          <a:xfrm>
            <a:off x="2571902" y="6788315"/>
            <a:ext cx="8496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 </a:t>
            </a:r>
            <a:endParaRPr lang="en-US" dirty="0"/>
          </a:p>
        </p:txBody>
      </p:sp>
      <p:sp>
        <p:nvSpPr>
          <p:cNvPr id="4285" name="TextBox 3"/>
          <p:cNvSpPr txBox="1"/>
          <p:nvPr/>
        </p:nvSpPr>
        <p:spPr>
          <a:xfrm>
            <a:off x="2571902" y="6905764"/>
            <a:ext cx="1120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 (including </a:t>
            </a:r>
            <a:endParaRPr lang="en-US" dirty="0"/>
          </a:p>
        </p:txBody>
      </p:sp>
      <p:sp>
        <p:nvSpPr>
          <p:cNvPr id="4286" name="TextBox 3"/>
          <p:cNvSpPr txBox="1"/>
          <p:nvPr/>
        </p:nvSpPr>
        <p:spPr>
          <a:xfrm>
            <a:off x="2571902" y="7023214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Mansab)</a:t>
            </a:r>
            <a:endParaRPr lang="en-US" dirty="0"/>
          </a:p>
        </p:txBody>
      </p:sp>
      <p:sp>
        <p:nvSpPr>
          <p:cNvPr id="4287" name="Rectangle 4"/>
          <p:cNvSpPr>
            <a:spLocks noChangeArrowheads="1"/>
          </p:cNvSpPr>
          <p:nvPr/>
        </p:nvSpPr>
        <p:spPr bwMode="auto">
          <a:xfrm>
            <a:off x="3680282" y="681711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88" name="TextBox 3"/>
          <p:cNvSpPr txBox="1"/>
          <p:nvPr/>
        </p:nvSpPr>
        <p:spPr>
          <a:xfrm>
            <a:off x="3629482" y="678831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847.8470330.1.412521.000000.847001.100178</a:t>
            </a:r>
            <a:endParaRPr lang="en-US" dirty="0"/>
          </a:p>
        </p:txBody>
      </p:sp>
      <p:sp>
        <p:nvSpPr>
          <p:cNvPr id="4289" name="Rectangle 4"/>
          <p:cNvSpPr>
            <a:spLocks noChangeArrowheads="1"/>
          </p:cNvSpPr>
          <p:nvPr/>
        </p:nvSpPr>
        <p:spPr bwMode="auto">
          <a:xfrm>
            <a:off x="5918962" y="681711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90" name="TextBox 3"/>
          <p:cNvSpPr txBox="1"/>
          <p:nvPr/>
        </p:nvSpPr>
        <p:spPr>
          <a:xfrm>
            <a:off x="5987491" y="678831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1,262,312</a:t>
            </a:r>
            <a:endParaRPr lang="en-US" dirty="0"/>
          </a:p>
        </p:txBody>
      </p:sp>
      <p:sp>
        <p:nvSpPr>
          <p:cNvPr id="4291" name="Rectangle 4"/>
          <p:cNvSpPr>
            <a:spLocks noChangeArrowheads="1"/>
          </p:cNvSpPr>
          <p:nvPr/>
        </p:nvSpPr>
        <p:spPr bwMode="auto">
          <a:xfrm>
            <a:off x="6566408" y="681711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92" name="TextBox 3"/>
          <p:cNvSpPr txBox="1"/>
          <p:nvPr/>
        </p:nvSpPr>
        <p:spPr>
          <a:xfrm>
            <a:off x="6634937" y="678831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1,399,312</a:t>
            </a:r>
            <a:endParaRPr lang="en-US" dirty="0"/>
          </a:p>
        </p:txBody>
      </p:sp>
      <p:sp>
        <p:nvSpPr>
          <p:cNvPr id="4293" name="Rectangle 4"/>
          <p:cNvSpPr>
            <a:spLocks noChangeArrowheads="1"/>
          </p:cNvSpPr>
          <p:nvPr/>
        </p:nvSpPr>
        <p:spPr bwMode="auto">
          <a:xfrm>
            <a:off x="7213854" y="681711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94" name="TextBox 3"/>
          <p:cNvSpPr txBox="1"/>
          <p:nvPr/>
        </p:nvSpPr>
        <p:spPr>
          <a:xfrm>
            <a:off x="7282383" y="678831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1,398,497</a:t>
            </a:r>
            <a:endParaRPr lang="en-US" dirty="0"/>
          </a:p>
        </p:txBody>
      </p:sp>
      <p:sp>
        <p:nvSpPr>
          <p:cNvPr id="4295" name="Rectangle 4"/>
          <p:cNvSpPr>
            <a:spLocks noChangeArrowheads="1"/>
          </p:cNvSpPr>
          <p:nvPr/>
        </p:nvSpPr>
        <p:spPr bwMode="auto">
          <a:xfrm>
            <a:off x="7861300" y="681711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96" name="Rectangle 4"/>
          <p:cNvSpPr>
            <a:spLocks noChangeArrowheads="1"/>
          </p:cNvSpPr>
          <p:nvPr/>
        </p:nvSpPr>
        <p:spPr bwMode="auto">
          <a:xfrm>
            <a:off x="8094497" y="681711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97" name="Rectangle 4"/>
          <p:cNvSpPr>
            <a:spLocks noChangeArrowheads="1"/>
          </p:cNvSpPr>
          <p:nvPr/>
        </p:nvSpPr>
        <p:spPr bwMode="auto">
          <a:xfrm>
            <a:off x="8333384" y="681711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298" name="TextBox 3"/>
          <p:cNvSpPr txBox="1"/>
          <p:nvPr/>
        </p:nvSpPr>
        <p:spPr>
          <a:xfrm>
            <a:off x="8538006" y="6788315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815</a:t>
            </a:r>
            <a:endParaRPr lang="en-US" dirty="0"/>
          </a:p>
        </p:txBody>
      </p:sp>
      <p:sp>
        <p:nvSpPr>
          <p:cNvPr id="4299" name="Rectangle 4"/>
          <p:cNvSpPr>
            <a:spLocks noChangeArrowheads="1"/>
          </p:cNvSpPr>
          <p:nvPr/>
        </p:nvSpPr>
        <p:spPr bwMode="auto">
          <a:xfrm>
            <a:off x="466725" y="917498"/>
            <a:ext cx="6350" cy="6298006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4300" name="Rectangle 4"/>
          <p:cNvSpPr>
            <a:spLocks noChangeArrowheads="1"/>
          </p:cNvSpPr>
          <p:nvPr/>
        </p:nvSpPr>
        <p:spPr bwMode="auto">
          <a:xfrm>
            <a:off x="466725" y="7209155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4301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2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3" name="Rectangle 4"/>
          <p:cNvSpPr>
            <a:spLocks noChangeArrowheads="1"/>
          </p:cNvSpPr>
          <p:nvPr/>
        </p:nvSpPr>
        <p:spPr bwMode="auto">
          <a:xfrm>
            <a:off x="7213854" y="325545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4" name="Rectangle 4"/>
          <p:cNvSpPr>
            <a:spLocks noChangeArrowheads="1"/>
          </p:cNvSpPr>
          <p:nvPr/>
        </p:nvSpPr>
        <p:spPr bwMode="auto">
          <a:xfrm>
            <a:off x="878255" y="325545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5" name="Rectangle 4"/>
          <p:cNvSpPr>
            <a:spLocks noChangeArrowheads="1"/>
          </p:cNvSpPr>
          <p:nvPr/>
        </p:nvSpPr>
        <p:spPr bwMode="auto">
          <a:xfrm>
            <a:off x="7213854" y="242216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6" name="Rectangle 4"/>
          <p:cNvSpPr>
            <a:spLocks noChangeArrowheads="1"/>
          </p:cNvSpPr>
          <p:nvPr/>
        </p:nvSpPr>
        <p:spPr bwMode="auto">
          <a:xfrm>
            <a:off x="878255" y="242216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7" name="Rectangle 4"/>
          <p:cNvSpPr>
            <a:spLocks noChangeArrowheads="1"/>
          </p:cNvSpPr>
          <p:nvPr/>
        </p:nvSpPr>
        <p:spPr bwMode="auto">
          <a:xfrm>
            <a:off x="7213854" y="578703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8" name="Rectangle 4"/>
          <p:cNvSpPr>
            <a:spLocks noChangeArrowheads="1"/>
          </p:cNvSpPr>
          <p:nvPr/>
        </p:nvSpPr>
        <p:spPr bwMode="auto">
          <a:xfrm>
            <a:off x="878255" y="578703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9" name="Rectangle 4"/>
          <p:cNvSpPr>
            <a:spLocks noChangeArrowheads="1"/>
          </p:cNvSpPr>
          <p:nvPr/>
        </p:nvSpPr>
        <p:spPr bwMode="auto">
          <a:xfrm>
            <a:off x="7213854" y="202695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10" name="Rectangle 4"/>
          <p:cNvSpPr>
            <a:spLocks noChangeArrowheads="1"/>
          </p:cNvSpPr>
          <p:nvPr/>
        </p:nvSpPr>
        <p:spPr bwMode="auto">
          <a:xfrm>
            <a:off x="878255" y="202695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11" name="Rectangle 4"/>
          <p:cNvSpPr>
            <a:spLocks noChangeArrowheads="1"/>
          </p:cNvSpPr>
          <p:nvPr/>
        </p:nvSpPr>
        <p:spPr bwMode="auto">
          <a:xfrm>
            <a:off x="7213854" y="163174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12" name="Rectangle 4"/>
          <p:cNvSpPr>
            <a:spLocks noChangeArrowheads="1"/>
          </p:cNvSpPr>
          <p:nvPr/>
        </p:nvSpPr>
        <p:spPr bwMode="auto">
          <a:xfrm>
            <a:off x="878255" y="163174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13" name="Rectangle 4"/>
          <p:cNvSpPr>
            <a:spLocks noChangeArrowheads="1"/>
          </p:cNvSpPr>
          <p:nvPr/>
        </p:nvSpPr>
        <p:spPr bwMode="auto">
          <a:xfrm>
            <a:off x="7213854" y="420618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14" name="Rectangle 4"/>
          <p:cNvSpPr>
            <a:spLocks noChangeArrowheads="1"/>
          </p:cNvSpPr>
          <p:nvPr/>
        </p:nvSpPr>
        <p:spPr bwMode="auto">
          <a:xfrm>
            <a:off x="878255" y="420618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15" name="Rectangle 4"/>
          <p:cNvSpPr>
            <a:spLocks noChangeArrowheads="1"/>
          </p:cNvSpPr>
          <p:nvPr/>
        </p:nvSpPr>
        <p:spPr bwMode="auto">
          <a:xfrm>
            <a:off x="7213854" y="720756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16" name="Rectangle 4"/>
          <p:cNvSpPr>
            <a:spLocks noChangeArrowheads="1"/>
          </p:cNvSpPr>
          <p:nvPr/>
        </p:nvSpPr>
        <p:spPr bwMode="auto">
          <a:xfrm>
            <a:off x="878255" y="720756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17" name="Rectangle 4"/>
          <p:cNvSpPr>
            <a:spLocks noChangeArrowheads="1"/>
          </p:cNvSpPr>
          <p:nvPr/>
        </p:nvSpPr>
        <p:spPr bwMode="auto">
          <a:xfrm>
            <a:off x="466725" y="917498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4318" name="Rectangle 4"/>
          <p:cNvSpPr>
            <a:spLocks noChangeArrowheads="1"/>
          </p:cNvSpPr>
          <p:nvPr/>
        </p:nvSpPr>
        <p:spPr bwMode="auto">
          <a:xfrm>
            <a:off x="7213854" y="297769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19" name="Rectangle 4"/>
          <p:cNvSpPr>
            <a:spLocks noChangeArrowheads="1"/>
          </p:cNvSpPr>
          <p:nvPr/>
        </p:nvSpPr>
        <p:spPr bwMode="auto">
          <a:xfrm>
            <a:off x="878255" y="297769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20" name="Rectangle 4"/>
          <p:cNvSpPr>
            <a:spLocks noChangeArrowheads="1"/>
          </p:cNvSpPr>
          <p:nvPr/>
        </p:nvSpPr>
        <p:spPr bwMode="auto">
          <a:xfrm>
            <a:off x="7213854" y="527437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21" name="Rectangle 4"/>
          <p:cNvSpPr>
            <a:spLocks noChangeArrowheads="1"/>
          </p:cNvSpPr>
          <p:nvPr/>
        </p:nvSpPr>
        <p:spPr bwMode="auto">
          <a:xfrm>
            <a:off x="878255" y="527437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22" name="Rectangle 4"/>
          <p:cNvSpPr>
            <a:spLocks noChangeArrowheads="1"/>
          </p:cNvSpPr>
          <p:nvPr/>
        </p:nvSpPr>
        <p:spPr bwMode="auto">
          <a:xfrm>
            <a:off x="7213854" y="365066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23" name="Rectangle 4"/>
          <p:cNvSpPr>
            <a:spLocks noChangeArrowheads="1"/>
          </p:cNvSpPr>
          <p:nvPr/>
        </p:nvSpPr>
        <p:spPr bwMode="auto">
          <a:xfrm>
            <a:off x="878255" y="365066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24" name="Rectangle 4"/>
          <p:cNvSpPr>
            <a:spLocks noChangeArrowheads="1"/>
          </p:cNvSpPr>
          <p:nvPr/>
        </p:nvSpPr>
        <p:spPr bwMode="auto">
          <a:xfrm>
            <a:off x="7213854" y="448395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25" name="Rectangle 4"/>
          <p:cNvSpPr>
            <a:spLocks noChangeArrowheads="1"/>
          </p:cNvSpPr>
          <p:nvPr/>
        </p:nvSpPr>
        <p:spPr bwMode="auto">
          <a:xfrm>
            <a:off x="878255" y="448395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26" name="Rectangle 4"/>
          <p:cNvSpPr>
            <a:spLocks noChangeArrowheads="1"/>
          </p:cNvSpPr>
          <p:nvPr/>
        </p:nvSpPr>
        <p:spPr bwMode="auto">
          <a:xfrm>
            <a:off x="7213854" y="107622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27" name="Rectangle 4"/>
          <p:cNvSpPr>
            <a:spLocks noChangeArrowheads="1"/>
          </p:cNvSpPr>
          <p:nvPr/>
        </p:nvSpPr>
        <p:spPr bwMode="auto">
          <a:xfrm>
            <a:off x="878255" y="107622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28" name="Rectangle 4"/>
          <p:cNvSpPr>
            <a:spLocks noChangeArrowheads="1"/>
          </p:cNvSpPr>
          <p:nvPr/>
        </p:nvSpPr>
        <p:spPr bwMode="auto">
          <a:xfrm>
            <a:off x="7213854" y="681235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29" name="Rectangle 4"/>
          <p:cNvSpPr>
            <a:spLocks noChangeArrowheads="1"/>
          </p:cNvSpPr>
          <p:nvPr/>
        </p:nvSpPr>
        <p:spPr bwMode="auto">
          <a:xfrm>
            <a:off x="878255" y="681235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30" name="Rectangle 4"/>
          <p:cNvSpPr>
            <a:spLocks noChangeArrowheads="1"/>
          </p:cNvSpPr>
          <p:nvPr/>
        </p:nvSpPr>
        <p:spPr bwMode="auto">
          <a:xfrm>
            <a:off x="469900" y="7212330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31" name="Rectangle 4"/>
          <p:cNvSpPr>
            <a:spLocks noChangeArrowheads="1"/>
          </p:cNvSpPr>
          <p:nvPr/>
        </p:nvSpPr>
        <p:spPr bwMode="auto">
          <a:xfrm>
            <a:off x="7213854" y="269993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32" name="Rectangle 4"/>
          <p:cNvSpPr>
            <a:spLocks noChangeArrowheads="1"/>
          </p:cNvSpPr>
          <p:nvPr/>
        </p:nvSpPr>
        <p:spPr bwMode="auto">
          <a:xfrm>
            <a:off x="878255" y="269993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33" name="Rectangle 4"/>
          <p:cNvSpPr>
            <a:spLocks noChangeArrowheads="1"/>
          </p:cNvSpPr>
          <p:nvPr/>
        </p:nvSpPr>
        <p:spPr bwMode="auto">
          <a:xfrm>
            <a:off x="7213854" y="629969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34" name="Rectangle 4"/>
          <p:cNvSpPr>
            <a:spLocks noChangeArrowheads="1"/>
          </p:cNvSpPr>
          <p:nvPr/>
        </p:nvSpPr>
        <p:spPr bwMode="auto">
          <a:xfrm>
            <a:off x="878255" y="629969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35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36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37" name="Rectangle 4"/>
          <p:cNvSpPr>
            <a:spLocks noChangeArrowheads="1"/>
          </p:cNvSpPr>
          <p:nvPr/>
        </p:nvSpPr>
        <p:spPr bwMode="auto">
          <a:xfrm>
            <a:off x="7213854" y="392842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38" name="Rectangle 4"/>
          <p:cNvSpPr>
            <a:spLocks noChangeArrowheads="1"/>
          </p:cNvSpPr>
          <p:nvPr/>
        </p:nvSpPr>
        <p:spPr bwMode="auto">
          <a:xfrm>
            <a:off x="878255" y="392842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39" name="Rectangle 4"/>
          <p:cNvSpPr>
            <a:spLocks noChangeArrowheads="1"/>
          </p:cNvSpPr>
          <p:nvPr/>
        </p:nvSpPr>
        <p:spPr bwMode="auto">
          <a:xfrm>
            <a:off x="7213854" y="476171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40" name="Rectangle 4"/>
          <p:cNvSpPr>
            <a:spLocks noChangeArrowheads="1"/>
          </p:cNvSpPr>
          <p:nvPr/>
        </p:nvSpPr>
        <p:spPr bwMode="auto">
          <a:xfrm>
            <a:off x="878255" y="476171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41" name="Rectangle 4"/>
          <p:cNvSpPr>
            <a:spLocks noChangeArrowheads="1"/>
          </p:cNvSpPr>
          <p:nvPr/>
        </p:nvSpPr>
        <p:spPr bwMode="auto">
          <a:xfrm>
            <a:off x="7213854" y="135398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42" name="Rectangle 4"/>
          <p:cNvSpPr>
            <a:spLocks noChangeArrowheads="1"/>
          </p:cNvSpPr>
          <p:nvPr/>
        </p:nvSpPr>
        <p:spPr bwMode="auto">
          <a:xfrm>
            <a:off x="878255" y="135398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3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344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4345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4346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347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4348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4349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4350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351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4352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4353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354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4355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4356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357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4358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359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4360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361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4362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4363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364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4365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4366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367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4368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4369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370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4371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372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4373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374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4375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4376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35510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377" name="TextBox 3"/>
          <p:cNvSpPr txBox="1"/>
          <p:nvPr/>
        </p:nvSpPr>
        <p:spPr>
          <a:xfrm>
            <a:off x="422275" y="895045"/>
            <a:ext cx="47701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</a:t>
            </a:r>
            <a:endParaRPr lang="en-US" dirty="0"/>
          </a:p>
        </p:txBody>
      </p:sp>
      <p:sp>
        <p:nvSpPr>
          <p:cNvPr id="4378" name="TextBox 3"/>
          <p:cNvSpPr txBox="1"/>
          <p:nvPr/>
        </p:nvSpPr>
        <p:spPr>
          <a:xfrm>
            <a:off x="422275" y="1012494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4379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380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381" name="TextBox 3"/>
          <p:cNvSpPr txBox="1"/>
          <p:nvPr/>
        </p:nvSpPr>
        <p:spPr>
          <a:xfrm>
            <a:off x="1314958" y="891870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382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383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384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385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386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387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388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389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390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391" name="Rectangle 4"/>
          <p:cNvSpPr>
            <a:spLocks noChangeArrowheads="1"/>
          </p:cNvSpPr>
          <p:nvPr/>
        </p:nvSpPr>
        <p:spPr bwMode="auto">
          <a:xfrm>
            <a:off x="878255" y="1080985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392" name="TextBox 3"/>
          <p:cNvSpPr txBox="1"/>
          <p:nvPr/>
        </p:nvSpPr>
        <p:spPr>
          <a:xfrm>
            <a:off x="827455" y="105218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8470330</a:t>
            </a:r>
            <a:endParaRPr lang="en-US" dirty="0"/>
          </a:p>
        </p:txBody>
      </p:sp>
      <p:sp>
        <p:nvSpPr>
          <p:cNvPr id="4393" name="Rectangle 4"/>
          <p:cNvSpPr>
            <a:spLocks noChangeArrowheads="1"/>
          </p:cNvSpPr>
          <p:nvPr/>
        </p:nvSpPr>
        <p:spPr bwMode="auto">
          <a:xfrm>
            <a:off x="1365758" y="1080985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394" name="TextBox 3"/>
          <p:cNvSpPr txBox="1"/>
          <p:nvPr/>
        </p:nvSpPr>
        <p:spPr>
          <a:xfrm>
            <a:off x="1314958" y="1052182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4395" name="TextBox 3"/>
          <p:cNvSpPr txBox="1"/>
          <p:nvPr/>
        </p:nvSpPr>
        <p:spPr>
          <a:xfrm>
            <a:off x="1314958" y="1169631"/>
            <a:ext cx="7141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Electrical &amp; </a:t>
            </a:r>
            <a:endParaRPr lang="en-US" dirty="0"/>
          </a:p>
        </p:txBody>
      </p:sp>
      <p:sp>
        <p:nvSpPr>
          <p:cNvPr id="4396" name="TextBox 3"/>
          <p:cNvSpPr txBox="1"/>
          <p:nvPr/>
        </p:nvSpPr>
        <p:spPr>
          <a:xfrm>
            <a:off x="1314958" y="1287081"/>
            <a:ext cx="652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Computer </a:t>
            </a:r>
            <a:endParaRPr lang="en-US" dirty="0"/>
          </a:p>
        </p:txBody>
      </p:sp>
      <p:sp>
        <p:nvSpPr>
          <p:cNvPr id="4397" name="TextBox 3"/>
          <p:cNvSpPr txBox="1"/>
          <p:nvPr/>
        </p:nvSpPr>
        <p:spPr>
          <a:xfrm>
            <a:off x="1314958" y="1404531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398" name="Rectangle 4"/>
          <p:cNvSpPr>
            <a:spLocks noChangeArrowheads="1"/>
          </p:cNvSpPr>
          <p:nvPr/>
        </p:nvSpPr>
        <p:spPr bwMode="auto">
          <a:xfrm>
            <a:off x="2163546" y="1080985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399" name="TextBox 3"/>
          <p:cNvSpPr txBox="1"/>
          <p:nvPr/>
        </p:nvSpPr>
        <p:spPr>
          <a:xfrm>
            <a:off x="2112746" y="105218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4400" name="Rectangle 4"/>
          <p:cNvSpPr>
            <a:spLocks noChangeArrowheads="1"/>
          </p:cNvSpPr>
          <p:nvPr/>
        </p:nvSpPr>
        <p:spPr bwMode="auto">
          <a:xfrm>
            <a:off x="2622702" y="1080985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01" name="TextBox 3"/>
          <p:cNvSpPr txBox="1"/>
          <p:nvPr/>
        </p:nvSpPr>
        <p:spPr>
          <a:xfrm>
            <a:off x="2571902" y="1052182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4402" name="Rectangle 4"/>
          <p:cNvSpPr>
            <a:spLocks noChangeArrowheads="1"/>
          </p:cNvSpPr>
          <p:nvPr/>
        </p:nvSpPr>
        <p:spPr bwMode="auto">
          <a:xfrm>
            <a:off x="3680282" y="1080985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03" name="TextBox 3"/>
          <p:cNvSpPr txBox="1"/>
          <p:nvPr/>
        </p:nvSpPr>
        <p:spPr>
          <a:xfrm>
            <a:off x="3629482" y="105218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847.8470330.1.412523.000000.847001.100178</a:t>
            </a:r>
            <a:endParaRPr lang="en-US" dirty="0"/>
          </a:p>
        </p:txBody>
      </p:sp>
      <p:sp>
        <p:nvSpPr>
          <p:cNvPr id="4404" name="Rectangle 4"/>
          <p:cNvSpPr>
            <a:spLocks noChangeArrowheads="1"/>
          </p:cNvSpPr>
          <p:nvPr/>
        </p:nvSpPr>
        <p:spPr bwMode="auto">
          <a:xfrm>
            <a:off x="5918962" y="108098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05" name="TextBox 3"/>
          <p:cNvSpPr txBox="1"/>
          <p:nvPr/>
        </p:nvSpPr>
        <p:spPr>
          <a:xfrm>
            <a:off x="6072225" y="105218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404,000</a:t>
            </a:r>
            <a:endParaRPr lang="en-US" dirty="0"/>
          </a:p>
        </p:txBody>
      </p:sp>
      <p:sp>
        <p:nvSpPr>
          <p:cNvPr id="4406" name="Rectangle 4"/>
          <p:cNvSpPr>
            <a:spLocks noChangeArrowheads="1"/>
          </p:cNvSpPr>
          <p:nvPr/>
        </p:nvSpPr>
        <p:spPr bwMode="auto">
          <a:xfrm>
            <a:off x="6566408" y="108098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07" name="TextBox 3"/>
          <p:cNvSpPr txBox="1"/>
          <p:nvPr/>
        </p:nvSpPr>
        <p:spPr>
          <a:xfrm>
            <a:off x="6719671" y="105218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338,806</a:t>
            </a:r>
            <a:endParaRPr lang="en-US" dirty="0"/>
          </a:p>
        </p:txBody>
      </p:sp>
      <p:sp>
        <p:nvSpPr>
          <p:cNvPr id="4408" name="Rectangle 4"/>
          <p:cNvSpPr>
            <a:spLocks noChangeArrowheads="1"/>
          </p:cNvSpPr>
          <p:nvPr/>
        </p:nvSpPr>
        <p:spPr bwMode="auto">
          <a:xfrm>
            <a:off x="7213854" y="108098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09" name="TextBox 3"/>
          <p:cNvSpPr txBox="1"/>
          <p:nvPr/>
        </p:nvSpPr>
        <p:spPr>
          <a:xfrm>
            <a:off x="7367118" y="105218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338,700</a:t>
            </a:r>
            <a:endParaRPr lang="en-US" dirty="0"/>
          </a:p>
        </p:txBody>
      </p:sp>
      <p:sp>
        <p:nvSpPr>
          <p:cNvPr id="4410" name="Rectangle 4"/>
          <p:cNvSpPr>
            <a:spLocks noChangeArrowheads="1"/>
          </p:cNvSpPr>
          <p:nvPr/>
        </p:nvSpPr>
        <p:spPr bwMode="auto">
          <a:xfrm>
            <a:off x="7861300" y="1080985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11" name="Rectangle 4"/>
          <p:cNvSpPr>
            <a:spLocks noChangeArrowheads="1"/>
          </p:cNvSpPr>
          <p:nvPr/>
        </p:nvSpPr>
        <p:spPr bwMode="auto">
          <a:xfrm>
            <a:off x="8094497" y="1080985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12" name="Rectangle 4"/>
          <p:cNvSpPr>
            <a:spLocks noChangeArrowheads="1"/>
          </p:cNvSpPr>
          <p:nvPr/>
        </p:nvSpPr>
        <p:spPr bwMode="auto">
          <a:xfrm>
            <a:off x="8333384" y="1080985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13" name="TextBox 3"/>
          <p:cNvSpPr txBox="1"/>
          <p:nvPr/>
        </p:nvSpPr>
        <p:spPr>
          <a:xfrm>
            <a:off x="8538006" y="1052182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106</a:t>
            </a:r>
            <a:endParaRPr lang="en-US" dirty="0"/>
          </a:p>
        </p:txBody>
      </p:sp>
      <p:sp>
        <p:nvSpPr>
          <p:cNvPr id="4414" name="Rectangle 4"/>
          <p:cNvSpPr>
            <a:spLocks noChangeArrowheads="1"/>
          </p:cNvSpPr>
          <p:nvPr/>
        </p:nvSpPr>
        <p:spPr bwMode="auto">
          <a:xfrm>
            <a:off x="878255" y="1593646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15" name="TextBox 3"/>
          <p:cNvSpPr txBox="1"/>
          <p:nvPr/>
        </p:nvSpPr>
        <p:spPr>
          <a:xfrm>
            <a:off x="827455" y="156484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8470330</a:t>
            </a:r>
            <a:endParaRPr lang="en-US" dirty="0"/>
          </a:p>
        </p:txBody>
      </p:sp>
      <p:sp>
        <p:nvSpPr>
          <p:cNvPr id="4416" name="Rectangle 4"/>
          <p:cNvSpPr>
            <a:spLocks noChangeArrowheads="1"/>
          </p:cNvSpPr>
          <p:nvPr/>
        </p:nvSpPr>
        <p:spPr bwMode="auto">
          <a:xfrm>
            <a:off x="1365758" y="1593646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17" name="TextBox 3"/>
          <p:cNvSpPr txBox="1"/>
          <p:nvPr/>
        </p:nvSpPr>
        <p:spPr>
          <a:xfrm>
            <a:off x="1314958" y="156484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4418" name="TextBox 3"/>
          <p:cNvSpPr txBox="1"/>
          <p:nvPr/>
        </p:nvSpPr>
        <p:spPr>
          <a:xfrm>
            <a:off x="1314958" y="1682292"/>
            <a:ext cx="7141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Electrical &amp; </a:t>
            </a:r>
            <a:endParaRPr lang="en-US" dirty="0"/>
          </a:p>
        </p:txBody>
      </p:sp>
      <p:sp>
        <p:nvSpPr>
          <p:cNvPr id="4419" name="TextBox 3"/>
          <p:cNvSpPr txBox="1"/>
          <p:nvPr/>
        </p:nvSpPr>
        <p:spPr>
          <a:xfrm>
            <a:off x="1314958" y="1799742"/>
            <a:ext cx="652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Computer </a:t>
            </a:r>
            <a:endParaRPr lang="en-US" dirty="0"/>
          </a:p>
        </p:txBody>
      </p:sp>
      <p:sp>
        <p:nvSpPr>
          <p:cNvPr id="4420" name="TextBox 3"/>
          <p:cNvSpPr txBox="1"/>
          <p:nvPr/>
        </p:nvSpPr>
        <p:spPr>
          <a:xfrm>
            <a:off x="1314958" y="1917192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421" name="Rectangle 4"/>
          <p:cNvSpPr>
            <a:spLocks noChangeArrowheads="1"/>
          </p:cNvSpPr>
          <p:nvPr/>
        </p:nvSpPr>
        <p:spPr bwMode="auto">
          <a:xfrm>
            <a:off x="2163546" y="1593646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22" name="TextBox 3"/>
          <p:cNvSpPr txBox="1"/>
          <p:nvPr/>
        </p:nvSpPr>
        <p:spPr>
          <a:xfrm>
            <a:off x="2112746" y="156484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412526</a:t>
            </a:r>
            <a:endParaRPr lang="en-US" dirty="0"/>
          </a:p>
        </p:txBody>
      </p:sp>
      <p:sp>
        <p:nvSpPr>
          <p:cNvPr id="4423" name="Rectangle 4"/>
          <p:cNvSpPr>
            <a:spLocks noChangeArrowheads="1"/>
          </p:cNvSpPr>
          <p:nvPr/>
        </p:nvSpPr>
        <p:spPr bwMode="auto">
          <a:xfrm>
            <a:off x="2622702" y="1593646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24" name="TextBox 3"/>
          <p:cNvSpPr txBox="1"/>
          <p:nvPr/>
        </p:nvSpPr>
        <p:spPr>
          <a:xfrm>
            <a:off x="2571902" y="1564843"/>
            <a:ext cx="10304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Housing allowance</a:t>
            </a:r>
            <a:endParaRPr lang="en-US" dirty="0"/>
          </a:p>
        </p:txBody>
      </p:sp>
      <p:sp>
        <p:nvSpPr>
          <p:cNvPr id="4425" name="Rectangle 4"/>
          <p:cNvSpPr>
            <a:spLocks noChangeArrowheads="1"/>
          </p:cNvSpPr>
          <p:nvPr/>
        </p:nvSpPr>
        <p:spPr bwMode="auto">
          <a:xfrm>
            <a:off x="3680282" y="1593646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26" name="TextBox 3"/>
          <p:cNvSpPr txBox="1"/>
          <p:nvPr/>
        </p:nvSpPr>
        <p:spPr>
          <a:xfrm>
            <a:off x="3629482" y="156484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847.8470330.1.412526.000000.847001.100178</a:t>
            </a:r>
            <a:endParaRPr lang="en-US" dirty="0"/>
          </a:p>
        </p:txBody>
      </p:sp>
      <p:sp>
        <p:nvSpPr>
          <p:cNvPr id="4427" name="Rectangle 4"/>
          <p:cNvSpPr>
            <a:spLocks noChangeArrowheads="1"/>
          </p:cNvSpPr>
          <p:nvPr/>
        </p:nvSpPr>
        <p:spPr bwMode="auto">
          <a:xfrm>
            <a:off x="5918962" y="159364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28" name="TextBox 3"/>
          <p:cNvSpPr txBox="1"/>
          <p:nvPr/>
        </p:nvSpPr>
        <p:spPr>
          <a:xfrm>
            <a:off x="6072225" y="156484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936,000</a:t>
            </a:r>
            <a:endParaRPr lang="en-US" dirty="0"/>
          </a:p>
        </p:txBody>
      </p:sp>
      <p:sp>
        <p:nvSpPr>
          <p:cNvPr id="4429" name="Rectangle 4"/>
          <p:cNvSpPr>
            <a:spLocks noChangeArrowheads="1"/>
          </p:cNvSpPr>
          <p:nvPr/>
        </p:nvSpPr>
        <p:spPr bwMode="auto">
          <a:xfrm>
            <a:off x="6566408" y="159364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30" name="TextBox 3"/>
          <p:cNvSpPr txBox="1"/>
          <p:nvPr/>
        </p:nvSpPr>
        <p:spPr>
          <a:xfrm>
            <a:off x="6719671" y="156484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884,228</a:t>
            </a:r>
            <a:endParaRPr lang="en-US" dirty="0"/>
          </a:p>
        </p:txBody>
      </p:sp>
      <p:sp>
        <p:nvSpPr>
          <p:cNvPr id="4431" name="Rectangle 4"/>
          <p:cNvSpPr>
            <a:spLocks noChangeArrowheads="1"/>
          </p:cNvSpPr>
          <p:nvPr/>
        </p:nvSpPr>
        <p:spPr bwMode="auto">
          <a:xfrm>
            <a:off x="7213854" y="159364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32" name="TextBox 3"/>
          <p:cNvSpPr txBox="1"/>
          <p:nvPr/>
        </p:nvSpPr>
        <p:spPr>
          <a:xfrm>
            <a:off x="7367118" y="156484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884,000</a:t>
            </a:r>
            <a:endParaRPr lang="en-US" dirty="0"/>
          </a:p>
        </p:txBody>
      </p:sp>
      <p:sp>
        <p:nvSpPr>
          <p:cNvPr id="4433" name="Rectangle 4"/>
          <p:cNvSpPr>
            <a:spLocks noChangeArrowheads="1"/>
          </p:cNvSpPr>
          <p:nvPr/>
        </p:nvSpPr>
        <p:spPr bwMode="auto">
          <a:xfrm>
            <a:off x="7861300" y="1593646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34" name="Rectangle 4"/>
          <p:cNvSpPr>
            <a:spLocks noChangeArrowheads="1"/>
          </p:cNvSpPr>
          <p:nvPr/>
        </p:nvSpPr>
        <p:spPr bwMode="auto">
          <a:xfrm>
            <a:off x="8094497" y="1593646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35" name="Rectangle 4"/>
          <p:cNvSpPr>
            <a:spLocks noChangeArrowheads="1"/>
          </p:cNvSpPr>
          <p:nvPr/>
        </p:nvSpPr>
        <p:spPr bwMode="auto">
          <a:xfrm>
            <a:off x="8333384" y="1593646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36" name="TextBox 3"/>
          <p:cNvSpPr txBox="1"/>
          <p:nvPr/>
        </p:nvSpPr>
        <p:spPr>
          <a:xfrm>
            <a:off x="8538006" y="1564843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228</a:t>
            </a:r>
            <a:endParaRPr lang="en-US" dirty="0"/>
          </a:p>
        </p:txBody>
      </p:sp>
      <p:sp>
        <p:nvSpPr>
          <p:cNvPr id="4437" name="Rectangle 4"/>
          <p:cNvSpPr>
            <a:spLocks noChangeArrowheads="1"/>
          </p:cNvSpPr>
          <p:nvPr/>
        </p:nvSpPr>
        <p:spPr bwMode="auto">
          <a:xfrm>
            <a:off x="878255" y="2106307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38" name="TextBox 3"/>
          <p:cNvSpPr txBox="1"/>
          <p:nvPr/>
        </p:nvSpPr>
        <p:spPr>
          <a:xfrm>
            <a:off x="827455" y="207750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8470330</a:t>
            </a:r>
            <a:endParaRPr lang="en-US" dirty="0"/>
          </a:p>
        </p:txBody>
      </p:sp>
      <p:sp>
        <p:nvSpPr>
          <p:cNvPr id="4439" name="Rectangle 4"/>
          <p:cNvSpPr>
            <a:spLocks noChangeArrowheads="1"/>
          </p:cNvSpPr>
          <p:nvPr/>
        </p:nvSpPr>
        <p:spPr bwMode="auto">
          <a:xfrm>
            <a:off x="1365758" y="2106307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40" name="TextBox 3"/>
          <p:cNvSpPr txBox="1"/>
          <p:nvPr/>
        </p:nvSpPr>
        <p:spPr>
          <a:xfrm>
            <a:off x="1314958" y="207750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4441" name="TextBox 3"/>
          <p:cNvSpPr txBox="1"/>
          <p:nvPr/>
        </p:nvSpPr>
        <p:spPr>
          <a:xfrm>
            <a:off x="1314958" y="2194953"/>
            <a:ext cx="7141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Electrical &amp; </a:t>
            </a:r>
            <a:endParaRPr lang="en-US" dirty="0"/>
          </a:p>
        </p:txBody>
      </p:sp>
      <p:sp>
        <p:nvSpPr>
          <p:cNvPr id="4442" name="TextBox 3"/>
          <p:cNvSpPr txBox="1"/>
          <p:nvPr/>
        </p:nvSpPr>
        <p:spPr>
          <a:xfrm>
            <a:off x="1314958" y="2312403"/>
            <a:ext cx="652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Computer </a:t>
            </a:r>
            <a:endParaRPr lang="en-US" dirty="0"/>
          </a:p>
        </p:txBody>
      </p:sp>
      <p:sp>
        <p:nvSpPr>
          <p:cNvPr id="4443" name="TextBox 3"/>
          <p:cNvSpPr txBox="1"/>
          <p:nvPr/>
        </p:nvSpPr>
        <p:spPr>
          <a:xfrm>
            <a:off x="1314958" y="2429853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444" name="Rectangle 4"/>
          <p:cNvSpPr>
            <a:spLocks noChangeArrowheads="1"/>
          </p:cNvSpPr>
          <p:nvPr/>
        </p:nvSpPr>
        <p:spPr bwMode="auto">
          <a:xfrm>
            <a:off x="2163546" y="2106307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45" name="TextBox 3"/>
          <p:cNvSpPr txBox="1"/>
          <p:nvPr/>
        </p:nvSpPr>
        <p:spPr>
          <a:xfrm>
            <a:off x="2112746" y="207750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4446" name="Rectangle 4"/>
          <p:cNvSpPr>
            <a:spLocks noChangeArrowheads="1"/>
          </p:cNvSpPr>
          <p:nvPr/>
        </p:nvSpPr>
        <p:spPr bwMode="auto">
          <a:xfrm>
            <a:off x="2622702" y="2106307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47" name="TextBox 3"/>
          <p:cNvSpPr txBox="1"/>
          <p:nvPr/>
        </p:nvSpPr>
        <p:spPr>
          <a:xfrm>
            <a:off x="2571902" y="2077504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4448" name="TextBox 3"/>
          <p:cNvSpPr txBox="1"/>
          <p:nvPr/>
        </p:nvSpPr>
        <p:spPr>
          <a:xfrm>
            <a:off x="2571902" y="2194953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4449" name="Rectangle 4"/>
          <p:cNvSpPr>
            <a:spLocks noChangeArrowheads="1"/>
          </p:cNvSpPr>
          <p:nvPr/>
        </p:nvSpPr>
        <p:spPr bwMode="auto">
          <a:xfrm>
            <a:off x="3680282" y="2106307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50" name="TextBox 3"/>
          <p:cNvSpPr txBox="1"/>
          <p:nvPr/>
        </p:nvSpPr>
        <p:spPr>
          <a:xfrm>
            <a:off x="3629482" y="207750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847.8470330.1.412534.000000.847001.100178</a:t>
            </a:r>
            <a:endParaRPr lang="en-US" dirty="0"/>
          </a:p>
        </p:txBody>
      </p:sp>
      <p:sp>
        <p:nvSpPr>
          <p:cNvPr id="4451" name="Rectangle 4"/>
          <p:cNvSpPr>
            <a:spLocks noChangeArrowheads="1"/>
          </p:cNvSpPr>
          <p:nvPr/>
        </p:nvSpPr>
        <p:spPr bwMode="auto">
          <a:xfrm>
            <a:off x="5918962" y="210630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52" name="TextBox 3"/>
          <p:cNvSpPr txBox="1"/>
          <p:nvPr/>
        </p:nvSpPr>
        <p:spPr>
          <a:xfrm>
            <a:off x="5987491" y="207750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2,465,461</a:t>
            </a:r>
            <a:endParaRPr lang="en-US" dirty="0"/>
          </a:p>
        </p:txBody>
      </p:sp>
      <p:sp>
        <p:nvSpPr>
          <p:cNvPr id="4453" name="Rectangle 4"/>
          <p:cNvSpPr>
            <a:spLocks noChangeArrowheads="1"/>
          </p:cNvSpPr>
          <p:nvPr/>
        </p:nvSpPr>
        <p:spPr bwMode="auto">
          <a:xfrm>
            <a:off x="6566408" y="210630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54" name="TextBox 3"/>
          <p:cNvSpPr txBox="1"/>
          <p:nvPr/>
        </p:nvSpPr>
        <p:spPr>
          <a:xfrm>
            <a:off x="6634937" y="207750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2,401,606</a:t>
            </a:r>
            <a:endParaRPr lang="en-US" dirty="0"/>
          </a:p>
        </p:txBody>
      </p:sp>
      <p:sp>
        <p:nvSpPr>
          <p:cNvPr id="4455" name="Rectangle 4"/>
          <p:cNvSpPr>
            <a:spLocks noChangeArrowheads="1"/>
          </p:cNvSpPr>
          <p:nvPr/>
        </p:nvSpPr>
        <p:spPr bwMode="auto">
          <a:xfrm>
            <a:off x="7213854" y="210630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56" name="TextBox 3"/>
          <p:cNvSpPr txBox="1"/>
          <p:nvPr/>
        </p:nvSpPr>
        <p:spPr>
          <a:xfrm>
            <a:off x="7282383" y="207750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2,401,601</a:t>
            </a:r>
            <a:endParaRPr lang="en-US" dirty="0"/>
          </a:p>
        </p:txBody>
      </p:sp>
      <p:sp>
        <p:nvSpPr>
          <p:cNvPr id="4457" name="Rectangle 4"/>
          <p:cNvSpPr>
            <a:spLocks noChangeArrowheads="1"/>
          </p:cNvSpPr>
          <p:nvPr/>
        </p:nvSpPr>
        <p:spPr bwMode="auto">
          <a:xfrm>
            <a:off x="7861300" y="2106307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58" name="Rectangle 4"/>
          <p:cNvSpPr>
            <a:spLocks noChangeArrowheads="1"/>
          </p:cNvSpPr>
          <p:nvPr/>
        </p:nvSpPr>
        <p:spPr bwMode="auto">
          <a:xfrm>
            <a:off x="8094497" y="2106307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59" name="Rectangle 4"/>
          <p:cNvSpPr>
            <a:spLocks noChangeArrowheads="1"/>
          </p:cNvSpPr>
          <p:nvPr/>
        </p:nvSpPr>
        <p:spPr bwMode="auto">
          <a:xfrm>
            <a:off x="8333384" y="2106307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60" name="TextBox 3"/>
          <p:cNvSpPr txBox="1"/>
          <p:nvPr/>
        </p:nvSpPr>
        <p:spPr>
          <a:xfrm>
            <a:off x="8650986" y="207750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</a:t>
            </a:r>
            <a:endParaRPr lang="en-US" dirty="0"/>
          </a:p>
        </p:txBody>
      </p:sp>
      <p:sp>
        <p:nvSpPr>
          <p:cNvPr id="4461" name="Rectangle 4"/>
          <p:cNvSpPr>
            <a:spLocks noChangeArrowheads="1"/>
          </p:cNvSpPr>
          <p:nvPr/>
        </p:nvSpPr>
        <p:spPr bwMode="auto">
          <a:xfrm>
            <a:off x="878255" y="2618968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62" name="TextBox 3"/>
          <p:cNvSpPr txBox="1"/>
          <p:nvPr/>
        </p:nvSpPr>
        <p:spPr>
          <a:xfrm>
            <a:off x="827455" y="259016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8470330</a:t>
            </a:r>
            <a:endParaRPr lang="en-US" dirty="0"/>
          </a:p>
        </p:txBody>
      </p:sp>
      <p:sp>
        <p:nvSpPr>
          <p:cNvPr id="4463" name="Rectangle 4"/>
          <p:cNvSpPr>
            <a:spLocks noChangeArrowheads="1"/>
          </p:cNvSpPr>
          <p:nvPr/>
        </p:nvSpPr>
        <p:spPr bwMode="auto">
          <a:xfrm>
            <a:off x="1365758" y="2618968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64" name="TextBox 3"/>
          <p:cNvSpPr txBox="1"/>
          <p:nvPr/>
        </p:nvSpPr>
        <p:spPr>
          <a:xfrm>
            <a:off x="1314958" y="259016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4465" name="TextBox 3"/>
          <p:cNvSpPr txBox="1"/>
          <p:nvPr/>
        </p:nvSpPr>
        <p:spPr>
          <a:xfrm>
            <a:off x="1314958" y="2707614"/>
            <a:ext cx="7141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Electrical &amp; </a:t>
            </a:r>
            <a:endParaRPr lang="en-US" dirty="0"/>
          </a:p>
        </p:txBody>
      </p:sp>
      <p:sp>
        <p:nvSpPr>
          <p:cNvPr id="4466" name="TextBox 3"/>
          <p:cNvSpPr txBox="1"/>
          <p:nvPr/>
        </p:nvSpPr>
        <p:spPr>
          <a:xfrm>
            <a:off x="1314958" y="2825064"/>
            <a:ext cx="652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Computer </a:t>
            </a:r>
            <a:endParaRPr lang="en-US" dirty="0"/>
          </a:p>
        </p:txBody>
      </p:sp>
      <p:sp>
        <p:nvSpPr>
          <p:cNvPr id="4467" name="TextBox 3"/>
          <p:cNvSpPr txBox="1"/>
          <p:nvPr/>
        </p:nvSpPr>
        <p:spPr>
          <a:xfrm>
            <a:off x="1314958" y="2942514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468" name="Rectangle 4"/>
          <p:cNvSpPr>
            <a:spLocks noChangeArrowheads="1"/>
          </p:cNvSpPr>
          <p:nvPr/>
        </p:nvSpPr>
        <p:spPr bwMode="auto">
          <a:xfrm>
            <a:off x="2163546" y="2618968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69" name="TextBox 3"/>
          <p:cNvSpPr txBox="1"/>
          <p:nvPr/>
        </p:nvSpPr>
        <p:spPr>
          <a:xfrm>
            <a:off x="2112746" y="259016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4470" name="Rectangle 4"/>
          <p:cNvSpPr>
            <a:spLocks noChangeArrowheads="1"/>
          </p:cNvSpPr>
          <p:nvPr/>
        </p:nvSpPr>
        <p:spPr bwMode="auto">
          <a:xfrm>
            <a:off x="2622702" y="2618968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71" name="TextBox 3"/>
          <p:cNvSpPr txBox="1"/>
          <p:nvPr/>
        </p:nvSpPr>
        <p:spPr>
          <a:xfrm>
            <a:off x="2571902" y="2590165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4472" name="Rectangle 4"/>
          <p:cNvSpPr>
            <a:spLocks noChangeArrowheads="1"/>
          </p:cNvSpPr>
          <p:nvPr/>
        </p:nvSpPr>
        <p:spPr bwMode="auto">
          <a:xfrm>
            <a:off x="3680282" y="2618968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73" name="TextBox 3"/>
          <p:cNvSpPr txBox="1"/>
          <p:nvPr/>
        </p:nvSpPr>
        <p:spPr>
          <a:xfrm>
            <a:off x="3629482" y="259016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847.8470330.1.412546.000000.847001.100178</a:t>
            </a:r>
            <a:endParaRPr lang="en-US" dirty="0"/>
          </a:p>
        </p:txBody>
      </p:sp>
      <p:sp>
        <p:nvSpPr>
          <p:cNvPr id="4474" name="Rectangle 4"/>
          <p:cNvSpPr>
            <a:spLocks noChangeArrowheads="1"/>
          </p:cNvSpPr>
          <p:nvPr/>
        </p:nvSpPr>
        <p:spPr bwMode="auto">
          <a:xfrm>
            <a:off x="5918962" y="261896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75" name="TextBox 3"/>
          <p:cNvSpPr txBox="1"/>
          <p:nvPr/>
        </p:nvSpPr>
        <p:spPr>
          <a:xfrm>
            <a:off x="6072225" y="259016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436,564</a:t>
            </a:r>
            <a:endParaRPr lang="en-US" dirty="0"/>
          </a:p>
        </p:txBody>
      </p:sp>
      <p:sp>
        <p:nvSpPr>
          <p:cNvPr id="4476" name="Rectangle 4"/>
          <p:cNvSpPr>
            <a:spLocks noChangeArrowheads="1"/>
          </p:cNvSpPr>
          <p:nvPr/>
        </p:nvSpPr>
        <p:spPr bwMode="auto">
          <a:xfrm>
            <a:off x="6566408" y="261896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77" name="TextBox 3"/>
          <p:cNvSpPr txBox="1"/>
          <p:nvPr/>
        </p:nvSpPr>
        <p:spPr>
          <a:xfrm>
            <a:off x="6719671" y="259016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436,564</a:t>
            </a:r>
            <a:endParaRPr lang="en-US" dirty="0"/>
          </a:p>
        </p:txBody>
      </p:sp>
      <p:sp>
        <p:nvSpPr>
          <p:cNvPr id="4478" name="Rectangle 4"/>
          <p:cNvSpPr>
            <a:spLocks noChangeArrowheads="1"/>
          </p:cNvSpPr>
          <p:nvPr/>
        </p:nvSpPr>
        <p:spPr bwMode="auto">
          <a:xfrm>
            <a:off x="7213854" y="261896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79" name="TextBox 3"/>
          <p:cNvSpPr txBox="1"/>
          <p:nvPr/>
        </p:nvSpPr>
        <p:spPr>
          <a:xfrm>
            <a:off x="7367118" y="259016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436,183</a:t>
            </a:r>
            <a:endParaRPr lang="en-US" dirty="0"/>
          </a:p>
        </p:txBody>
      </p:sp>
      <p:sp>
        <p:nvSpPr>
          <p:cNvPr id="4480" name="Rectangle 4"/>
          <p:cNvSpPr>
            <a:spLocks noChangeArrowheads="1"/>
          </p:cNvSpPr>
          <p:nvPr/>
        </p:nvSpPr>
        <p:spPr bwMode="auto">
          <a:xfrm>
            <a:off x="7861300" y="2618968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81" name="Rectangle 4"/>
          <p:cNvSpPr>
            <a:spLocks noChangeArrowheads="1"/>
          </p:cNvSpPr>
          <p:nvPr/>
        </p:nvSpPr>
        <p:spPr bwMode="auto">
          <a:xfrm>
            <a:off x="8094497" y="2618968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82" name="Rectangle 4"/>
          <p:cNvSpPr>
            <a:spLocks noChangeArrowheads="1"/>
          </p:cNvSpPr>
          <p:nvPr/>
        </p:nvSpPr>
        <p:spPr bwMode="auto">
          <a:xfrm>
            <a:off x="8333384" y="2618968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83" name="TextBox 3"/>
          <p:cNvSpPr txBox="1"/>
          <p:nvPr/>
        </p:nvSpPr>
        <p:spPr>
          <a:xfrm>
            <a:off x="8538006" y="2590165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381</a:t>
            </a:r>
            <a:endParaRPr lang="en-US" dirty="0"/>
          </a:p>
        </p:txBody>
      </p:sp>
      <p:sp>
        <p:nvSpPr>
          <p:cNvPr id="4484" name="Rectangle 4"/>
          <p:cNvSpPr>
            <a:spLocks noChangeArrowheads="1"/>
          </p:cNvSpPr>
          <p:nvPr/>
        </p:nvSpPr>
        <p:spPr bwMode="auto">
          <a:xfrm>
            <a:off x="878255" y="3131629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85" name="TextBox 3"/>
          <p:cNvSpPr txBox="1"/>
          <p:nvPr/>
        </p:nvSpPr>
        <p:spPr>
          <a:xfrm>
            <a:off x="827455" y="310282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8470330</a:t>
            </a:r>
            <a:endParaRPr lang="en-US" dirty="0"/>
          </a:p>
        </p:txBody>
      </p:sp>
      <p:sp>
        <p:nvSpPr>
          <p:cNvPr id="4486" name="Rectangle 4"/>
          <p:cNvSpPr>
            <a:spLocks noChangeArrowheads="1"/>
          </p:cNvSpPr>
          <p:nvPr/>
        </p:nvSpPr>
        <p:spPr bwMode="auto">
          <a:xfrm>
            <a:off x="1365758" y="3131629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87" name="TextBox 3"/>
          <p:cNvSpPr txBox="1"/>
          <p:nvPr/>
        </p:nvSpPr>
        <p:spPr>
          <a:xfrm>
            <a:off x="1314958" y="3102826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4488" name="TextBox 3"/>
          <p:cNvSpPr txBox="1"/>
          <p:nvPr/>
        </p:nvSpPr>
        <p:spPr>
          <a:xfrm>
            <a:off x="1314958" y="3220275"/>
            <a:ext cx="7141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Electrical &amp; </a:t>
            </a:r>
            <a:endParaRPr lang="en-US" dirty="0"/>
          </a:p>
        </p:txBody>
      </p:sp>
      <p:sp>
        <p:nvSpPr>
          <p:cNvPr id="4489" name="TextBox 3"/>
          <p:cNvSpPr txBox="1"/>
          <p:nvPr/>
        </p:nvSpPr>
        <p:spPr>
          <a:xfrm>
            <a:off x="1314958" y="3337725"/>
            <a:ext cx="652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Computer </a:t>
            </a:r>
            <a:endParaRPr lang="en-US" dirty="0"/>
          </a:p>
        </p:txBody>
      </p:sp>
      <p:sp>
        <p:nvSpPr>
          <p:cNvPr id="4490" name="TextBox 3"/>
          <p:cNvSpPr txBox="1"/>
          <p:nvPr/>
        </p:nvSpPr>
        <p:spPr>
          <a:xfrm>
            <a:off x="1314958" y="3455174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491" name="Rectangle 4"/>
          <p:cNvSpPr>
            <a:spLocks noChangeArrowheads="1"/>
          </p:cNvSpPr>
          <p:nvPr/>
        </p:nvSpPr>
        <p:spPr bwMode="auto">
          <a:xfrm>
            <a:off x="2163546" y="3131629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92" name="TextBox 3"/>
          <p:cNvSpPr txBox="1"/>
          <p:nvPr/>
        </p:nvSpPr>
        <p:spPr>
          <a:xfrm>
            <a:off x="2112746" y="310282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414120</a:t>
            </a:r>
            <a:endParaRPr lang="en-US" dirty="0"/>
          </a:p>
        </p:txBody>
      </p:sp>
      <p:sp>
        <p:nvSpPr>
          <p:cNvPr id="4493" name="Rectangle 4"/>
          <p:cNvSpPr>
            <a:spLocks noChangeArrowheads="1"/>
          </p:cNvSpPr>
          <p:nvPr/>
        </p:nvSpPr>
        <p:spPr bwMode="auto">
          <a:xfrm>
            <a:off x="2622702" y="3131629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94" name="TextBox 3"/>
          <p:cNvSpPr txBox="1"/>
          <p:nvPr/>
        </p:nvSpPr>
        <p:spPr>
          <a:xfrm>
            <a:off x="2571902" y="3102826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Gratuity - Non-</a:t>
            </a:r>
            <a:endParaRPr lang="en-US" dirty="0"/>
          </a:p>
        </p:txBody>
      </p:sp>
      <p:sp>
        <p:nvSpPr>
          <p:cNvPr id="4495" name="TextBox 3"/>
          <p:cNvSpPr txBox="1"/>
          <p:nvPr/>
        </p:nvSpPr>
        <p:spPr>
          <a:xfrm>
            <a:off x="2571902" y="3220275"/>
            <a:ext cx="7538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pensionable </a:t>
            </a:r>
            <a:endParaRPr lang="en-US" dirty="0"/>
          </a:p>
        </p:txBody>
      </p:sp>
      <p:sp>
        <p:nvSpPr>
          <p:cNvPr id="4496" name="TextBox 3"/>
          <p:cNvSpPr txBox="1"/>
          <p:nvPr/>
        </p:nvSpPr>
        <p:spPr>
          <a:xfrm>
            <a:off x="2571902" y="3337725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4497" name="Rectangle 4"/>
          <p:cNvSpPr>
            <a:spLocks noChangeArrowheads="1"/>
          </p:cNvSpPr>
          <p:nvPr/>
        </p:nvSpPr>
        <p:spPr bwMode="auto">
          <a:xfrm>
            <a:off x="3680282" y="3131629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498" name="TextBox 3"/>
          <p:cNvSpPr txBox="1"/>
          <p:nvPr/>
        </p:nvSpPr>
        <p:spPr>
          <a:xfrm>
            <a:off x="3629482" y="310282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847.8470330.1.414120.000000.847001.100178</a:t>
            </a:r>
            <a:endParaRPr lang="en-US" dirty="0"/>
          </a:p>
        </p:txBody>
      </p:sp>
      <p:sp>
        <p:nvSpPr>
          <p:cNvPr id="4499" name="Rectangle 4"/>
          <p:cNvSpPr>
            <a:spLocks noChangeArrowheads="1"/>
          </p:cNvSpPr>
          <p:nvPr/>
        </p:nvSpPr>
        <p:spPr bwMode="auto">
          <a:xfrm>
            <a:off x="5918962" y="313162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00" name="TextBox 3"/>
          <p:cNvSpPr txBox="1"/>
          <p:nvPr/>
        </p:nvSpPr>
        <p:spPr>
          <a:xfrm>
            <a:off x="6072225" y="310282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104,769</a:t>
            </a:r>
            <a:endParaRPr lang="en-US" dirty="0"/>
          </a:p>
        </p:txBody>
      </p:sp>
      <p:sp>
        <p:nvSpPr>
          <p:cNvPr id="4501" name="Rectangle 4"/>
          <p:cNvSpPr>
            <a:spLocks noChangeArrowheads="1"/>
          </p:cNvSpPr>
          <p:nvPr/>
        </p:nvSpPr>
        <p:spPr bwMode="auto">
          <a:xfrm>
            <a:off x="6566408" y="313162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02" name="TextBox 3"/>
          <p:cNvSpPr txBox="1"/>
          <p:nvPr/>
        </p:nvSpPr>
        <p:spPr>
          <a:xfrm>
            <a:off x="6719671" y="310282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215,540</a:t>
            </a:r>
            <a:endParaRPr lang="en-US" dirty="0"/>
          </a:p>
        </p:txBody>
      </p:sp>
      <p:sp>
        <p:nvSpPr>
          <p:cNvPr id="4503" name="Rectangle 4"/>
          <p:cNvSpPr>
            <a:spLocks noChangeArrowheads="1"/>
          </p:cNvSpPr>
          <p:nvPr/>
        </p:nvSpPr>
        <p:spPr bwMode="auto">
          <a:xfrm>
            <a:off x="7213854" y="313162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04" name="TextBox 3"/>
          <p:cNvSpPr txBox="1"/>
          <p:nvPr/>
        </p:nvSpPr>
        <p:spPr>
          <a:xfrm>
            <a:off x="7367118" y="310282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215,540</a:t>
            </a:r>
            <a:endParaRPr lang="en-US" dirty="0"/>
          </a:p>
        </p:txBody>
      </p:sp>
      <p:sp>
        <p:nvSpPr>
          <p:cNvPr id="4505" name="Rectangle 4"/>
          <p:cNvSpPr>
            <a:spLocks noChangeArrowheads="1"/>
          </p:cNvSpPr>
          <p:nvPr/>
        </p:nvSpPr>
        <p:spPr bwMode="auto">
          <a:xfrm>
            <a:off x="7861300" y="3131629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06" name="Rectangle 4"/>
          <p:cNvSpPr>
            <a:spLocks noChangeArrowheads="1"/>
          </p:cNvSpPr>
          <p:nvPr/>
        </p:nvSpPr>
        <p:spPr bwMode="auto">
          <a:xfrm>
            <a:off x="8094497" y="3131629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07" name="Rectangle 4"/>
          <p:cNvSpPr>
            <a:spLocks noChangeArrowheads="1"/>
          </p:cNvSpPr>
          <p:nvPr/>
        </p:nvSpPr>
        <p:spPr bwMode="auto">
          <a:xfrm>
            <a:off x="8333384" y="3131629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08" name="TextBox 3"/>
          <p:cNvSpPr txBox="1"/>
          <p:nvPr/>
        </p:nvSpPr>
        <p:spPr>
          <a:xfrm>
            <a:off x="8650986" y="310282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4509" name="Rectangle 4"/>
          <p:cNvSpPr>
            <a:spLocks noChangeArrowheads="1"/>
          </p:cNvSpPr>
          <p:nvPr/>
        </p:nvSpPr>
        <p:spPr bwMode="auto">
          <a:xfrm>
            <a:off x="878255" y="3644290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10" name="TextBox 3"/>
          <p:cNvSpPr txBox="1"/>
          <p:nvPr/>
        </p:nvSpPr>
        <p:spPr>
          <a:xfrm>
            <a:off x="827455" y="361548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8470330</a:t>
            </a:r>
            <a:endParaRPr lang="en-US" dirty="0"/>
          </a:p>
        </p:txBody>
      </p:sp>
      <p:sp>
        <p:nvSpPr>
          <p:cNvPr id="4511" name="Rectangle 4"/>
          <p:cNvSpPr>
            <a:spLocks noChangeArrowheads="1"/>
          </p:cNvSpPr>
          <p:nvPr/>
        </p:nvSpPr>
        <p:spPr bwMode="auto">
          <a:xfrm>
            <a:off x="1365758" y="3644290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12" name="TextBox 3"/>
          <p:cNvSpPr txBox="1"/>
          <p:nvPr/>
        </p:nvSpPr>
        <p:spPr>
          <a:xfrm>
            <a:off x="1314958" y="3615486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4513" name="TextBox 3"/>
          <p:cNvSpPr txBox="1"/>
          <p:nvPr/>
        </p:nvSpPr>
        <p:spPr>
          <a:xfrm>
            <a:off x="1314958" y="3732936"/>
            <a:ext cx="7141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Electrical &amp; </a:t>
            </a:r>
            <a:endParaRPr lang="en-US" dirty="0"/>
          </a:p>
        </p:txBody>
      </p:sp>
      <p:sp>
        <p:nvSpPr>
          <p:cNvPr id="4514" name="TextBox 3"/>
          <p:cNvSpPr txBox="1"/>
          <p:nvPr/>
        </p:nvSpPr>
        <p:spPr>
          <a:xfrm>
            <a:off x="1314958" y="3850385"/>
            <a:ext cx="652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Computer </a:t>
            </a:r>
            <a:endParaRPr lang="en-US" dirty="0"/>
          </a:p>
        </p:txBody>
      </p:sp>
      <p:sp>
        <p:nvSpPr>
          <p:cNvPr id="4515" name="TextBox 3"/>
          <p:cNvSpPr txBox="1"/>
          <p:nvPr/>
        </p:nvSpPr>
        <p:spPr>
          <a:xfrm>
            <a:off x="1314958" y="3967835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516" name="Rectangle 4"/>
          <p:cNvSpPr>
            <a:spLocks noChangeArrowheads="1"/>
          </p:cNvSpPr>
          <p:nvPr/>
        </p:nvSpPr>
        <p:spPr bwMode="auto">
          <a:xfrm>
            <a:off x="2163546" y="3644290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17" name="TextBox 3"/>
          <p:cNvSpPr txBox="1"/>
          <p:nvPr/>
        </p:nvSpPr>
        <p:spPr>
          <a:xfrm>
            <a:off x="2112746" y="361548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4518" name="Rectangle 4"/>
          <p:cNvSpPr>
            <a:spLocks noChangeArrowheads="1"/>
          </p:cNvSpPr>
          <p:nvPr/>
        </p:nvSpPr>
        <p:spPr bwMode="auto">
          <a:xfrm>
            <a:off x="2622702" y="3644290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19" name="TextBox 3"/>
          <p:cNvSpPr txBox="1"/>
          <p:nvPr/>
        </p:nvSpPr>
        <p:spPr>
          <a:xfrm>
            <a:off x="2571902" y="3615486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4520" name="TextBox 3"/>
          <p:cNvSpPr txBox="1"/>
          <p:nvPr/>
        </p:nvSpPr>
        <p:spPr>
          <a:xfrm>
            <a:off x="2571902" y="3732936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4521" name="Rectangle 4"/>
          <p:cNvSpPr>
            <a:spLocks noChangeArrowheads="1"/>
          </p:cNvSpPr>
          <p:nvPr/>
        </p:nvSpPr>
        <p:spPr bwMode="auto">
          <a:xfrm>
            <a:off x="3680282" y="3644290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22" name="TextBox 3"/>
          <p:cNvSpPr txBox="1"/>
          <p:nvPr/>
        </p:nvSpPr>
        <p:spPr>
          <a:xfrm>
            <a:off x="3629482" y="361548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847.8470330.1.415110.000000.847001.100178</a:t>
            </a:r>
            <a:endParaRPr lang="en-US" dirty="0"/>
          </a:p>
        </p:txBody>
      </p:sp>
      <p:sp>
        <p:nvSpPr>
          <p:cNvPr id="4523" name="Rectangle 4"/>
          <p:cNvSpPr>
            <a:spLocks noChangeArrowheads="1"/>
          </p:cNvSpPr>
          <p:nvPr/>
        </p:nvSpPr>
        <p:spPr bwMode="auto">
          <a:xfrm>
            <a:off x="5918962" y="364429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24" name="TextBox 3"/>
          <p:cNvSpPr txBox="1"/>
          <p:nvPr/>
        </p:nvSpPr>
        <p:spPr>
          <a:xfrm>
            <a:off x="5987491" y="361548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2,009,952</a:t>
            </a:r>
            <a:endParaRPr lang="en-US" dirty="0"/>
          </a:p>
        </p:txBody>
      </p:sp>
      <p:sp>
        <p:nvSpPr>
          <p:cNvPr id="4525" name="Rectangle 4"/>
          <p:cNvSpPr>
            <a:spLocks noChangeArrowheads="1"/>
          </p:cNvSpPr>
          <p:nvPr/>
        </p:nvSpPr>
        <p:spPr bwMode="auto">
          <a:xfrm>
            <a:off x="6566408" y="364429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26" name="TextBox 3"/>
          <p:cNvSpPr txBox="1"/>
          <p:nvPr/>
        </p:nvSpPr>
        <p:spPr>
          <a:xfrm>
            <a:off x="6634937" y="361548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2,025,262</a:t>
            </a:r>
            <a:endParaRPr lang="en-US" dirty="0"/>
          </a:p>
        </p:txBody>
      </p:sp>
      <p:sp>
        <p:nvSpPr>
          <p:cNvPr id="4527" name="Rectangle 4"/>
          <p:cNvSpPr>
            <a:spLocks noChangeArrowheads="1"/>
          </p:cNvSpPr>
          <p:nvPr/>
        </p:nvSpPr>
        <p:spPr bwMode="auto">
          <a:xfrm>
            <a:off x="7213854" y="364429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28" name="TextBox 3"/>
          <p:cNvSpPr txBox="1"/>
          <p:nvPr/>
        </p:nvSpPr>
        <p:spPr>
          <a:xfrm>
            <a:off x="7282383" y="361548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2,025,258</a:t>
            </a:r>
            <a:endParaRPr lang="en-US" dirty="0"/>
          </a:p>
        </p:txBody>
      </p:sp>
      <p:sp>
        <p:nvSpPr>
          <p:cNvPr id="4529" name="Rectangle 4"/>
          <p:cNvSpPr>
            <a:spLocks noChangeArrowheads="1"/>
          </p:cNvSpPr>
          <p:nvPr/>
        </p:nvSpPr>
        <p:spPr bwMode="auto">
          <a:xfrm>
            <a:off x="7861300" y="3644290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30" name="Rectangle 4"/>
          <p:cNvSpPr>
            <a:spLocks noChangeArrowheads="1"/>
          </p:cNvSpPr>
          <p:nvPr/>
        </p:nvSpPr>
        <p:spPr bwMode="auto">
          <a:xfrm>
            <a:off x="8094497" y="3644290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31" name="Rectangle 4"/>
          <p:cNvSpPr>
            <a:spLocks noChangeArrowheads="1"/>
          </p:cNvSpPr>
          <p:nvPr/>
        </p:nvSpPr>
        <p:spPr bwMode="auto">
          <a:xfrm>
            <a:off x="8333384" y="3644290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32" name="TextBox 3"/>
          <p:cNvSpPr txBox="1"/>
          <p:nvPr/>
        </p:nvSpPr>
        <p:spPr>
          <a:xfrm>
            <a:off x="8650986" y="361548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</a:t>
            </a:r>
            <a:endParaRPr lang="en-US" dirty="0"/>
          </a:p>
        </p:txBody>
      </p:sp>
      <p:sp>
        <p:nvSpPr>
          <p:cNvPr id="4533" name="Rectangle 4"/>
          <p:cNvSpPr>
            <a:spLocks noChangeArrowheads="1"/>
          </p:cNvSpPr>
          <p:nvPr/>
        </p:nvSpPr>
        <p:spPr bwMode="auto">
          <a:xfrm>
            <a:off x="878255" y="4156951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34" name="TextBox 3"/>
          <p:cNvSpPr txBox="1"/>
          <p:nvPr/>
        </p:nvSpPr>
        <p:spPr>
          <a:xfrm>
            <a:off x="827455" y="412814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8470330</a:t>
            </a:r>
            <a:endParaRPr lang="en-US" dirty="0"/>
          </a:p>
        </p:txBody>
      </p:sp>
      <p:sp>
        <p:nvSpPr>
          <p:cNvPr id="4535" name="Rectangle 4"/>
          <p:cNvSpPr>
            <a:spLocks noChangeArrowheads="1"/>
          </p:cNvSpPr>
          <p:nvPr/>
        </p:nvSpPr>
        <p:spPr bwMode="auto">
          <a:xfrm>
            <a:off x="1365758" y="4156951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36" name="TextBox 3"/>
          <p:cNvSpPr txBox="1"/>
          <p:nvPr/>
        </p:nvSpPr>
        <p:spPr>
          <a:xfrm>
            <a:off x="1314958" y="4128147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4537" name="TextBox 3"/>
          <p:cNvSpPr txBox="1"/>
          <p:nvPr/>
        </p:nvSpPr>
        <p:spPr>
          <a:xfrm>
            <a:off x="1314958" y="4245597"/>
            <a:ext cx="7141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Electrical &amp; </a:t>
            </a:r>
            <a:endParaRPr lang="en-US" dirty="0"/>
          </a:p>
        </p:txBody>
      </p:sp>
      <p:sp>
        <p:nvSpPr>
          <p:cNvPr id="4538" name="TextBox 3"/>
          <p:cNvSpPr txBox="1"/>
          <p:nvPr/>
        </p:nvSpPr>
        <p:spPr>
          <a:xfrm>
            <a:off x="1314958" y="4363047"/>
            <a:ext cx="652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Computer </a:t>
            </a:r>
            <a:endParaRPr lang="en-US" dirty="0"/>
          </a:p>
        </p:txBody>
      </p:sp>
      <p:sp>
        <p:nvSpPr>
          <p:cNvPr id="4539" name="TextBox 3"/>
          <p:cNvSpPr txBox="1"/>
          <p:nvPr/>
        </p:nvSpPr>
        <p:spPr>
          <a:xfrm>
            <a:off x="1314958" y="4480496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540" name="Rectangle 4"/>
          <p:cNvSpPr>
            <a:spLocks noChangeArrowheads="1"/>
          </p:cNvSpPr>
          <p:nvPr/>
        </p:nvSpPr>
        <p:spPr bwMode="auto">
          <a:xfrm>
            <a:off x="2163546" y="4156951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41" name="TextBox 3"/>
          <p:cNvSpPr txBox="1"/>
          <p:nvPr/>
        </p:nvSpPr>
        <p:spPr>
          <a:xfrm>
            <a:off x="2112746" y="412814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4542" name="Rectangle 4"/>
          <p:cNvSpPr>
            <a:spLocks noChangeArrowheads="1"/>
          </p:cNvSpPr>
          <p:nvPr/>
        </p:nvSpPr>
        <p:spPr bwMode="auto">
          <a:xfrm>
            <a:off x="2622702" y="4156951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43" name="TextBox 3"/>
          <p:cNvSpPr txBox="1"/>
          <p:nvPr/>
        </p:nvSpPr>
        <p:spPr>
          <a:xfrm>
            <a:off x="2571902" y="4128147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4544" name="TextBox 3"/>
          <p:cNvSpPr txBox="1"/>
          <p:nvPr/>
        </p:nvSpPr>
        <p:spPr>
          <a:xfrm>
            <a:off x="2571902" y="4245597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4545" name="Rectangle 4"/>
          <p:cNvSpPr>
            <a:spLocks noChangeArrowheads="1"/>
          </p:cNvSpPr>
          <p:nvPr/>
        </p:nvSpPr>
        <p:spPr bwMode="auto">
          <a:xfrm>
            <a:off x="3680282" y="4156951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46" name="TextBox 3"/>
          <p:cNvSpPr txBox="1"/>
          <p:nvPr/>
        </p:nvSpPr>
        <p:spPr>
          <a:xfrm>
            <a:off x="3629482" y="412814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847.8470330.1.416110.000000.847001.100178</a:t>
            </a:r>
            <a:endParaRPr lang="en-US" dirty="0"/>
          </a:p>
        </p:txBody>
      </p:sp>
      <p:sp>
        <p:nvSpPr>
          <p:cNvPr id="4547" name="Rectangle 4"/>
          <p:cNvSpPr>
            <a:spLocks noChangeArrowheads="1"/>
          </p:cNvSpPr>
          <p:nvPr/>
        </p:nvSpPr>
        <p:spPr bwMode="auto">
          <a:xfrm>
            <a:off x="5918962" y="4156951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48" name="TextBox 3"/>
          <p:cNvSpPr txBox="1"/>
          <p:nvPr/>
        </p:nvSpPr>
        <p:spPr>
          <a:xfrm>
            <a:off x="5987491" y="412814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2,350,705</a:t>
            </a:r>
            <a:endParaRPr lang="en-US" dirty="0"/>
          </a:p>
        </p:txBody>
      </p:sp>
      <p:sp>
        <p:nvSpPr>
          <p:cNvPr id="4549" name="Rectangle 4"/>
          <p:cNvSpPr>
            <a:spLocks noChangeArrowheads="1"/>
          </p:cNvSpPr>
          <p:nvPr/>
        </p:nvSpPr>
        <p:spPr bwMode="auto">
          <a:xfrm>
            <a:off x="6566408" y="4156951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50" name="TextBox 3"/>
          <p:cNvSpPr txBox="1"/>
          <p:nvPr/>
        </p:nvSpPr>
        <p:spPr>
          <a:xfrm>
            <a:off x="6634937" y="412814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1,579,724</a:t>
            </a:r>
            <a:endParaRPr lang="en-US" dirty="0"/>
          </a:p>
        </p:txBody>
      </p:sp>
      <p:sp>
        <p:nvSpPr>
          <p:cNvPr id="4551" name="Rectangle 4"/>
          <p:cNvSpPr>
            <a:spLocks noChangeArrowheads="1"/>
          </p:cNvSpPr>
          <p:nvPr/>
        </p:nvSpPr>
        <p:spPr bwMode="auto">
          <a:xfrm>
            <a:off x="7213854" y="4156951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52" name="TextBox 3"/>
          <p:cNvSpPr txBox="1"/>
          <p:nvPr/>
        </p:nvSpPr>
        <p:spPr>
          <a:xfrm>
            <a:off x="7282383" y="412814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1,578,391</a:t>
            </a:r>
            <a:endParaRPr lang="en-US" dirty="0"/>
          </a:p>
        </p:txBody>
      </p:sp>
      <p:sp>
        <p:nvSpPr>
          <p:cNvPr id="4553" name="Rectangle 4"/>
          <p:cNvSpPr>
            <a:spLocks noChangeArrowheads="1"/>
          </p:cNvSpPr>
          <p:nvPr/>
        </p:nvSpPr>
        <p:spPr bwMode="auto">
          <a:xfrm>
            <a:off x="7861300" y="4156951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54" name="Rectangle 4"/>
          <p:cNvSpPr>
            <a:spLocks noChangeArrowheads="1"/>
          </p:cNvSpPr>
          <p:nvPr/>
        </p:nvSpPr>
        <p:spPr bwMode="auto">
          <a:xfrm>
            <a:off x="8094497" y="4156951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55" name="Rectangle 4"/>
          <p:cNvSpPr>
            <a:spLocks noChangeArrowheads="1"/>
          </p:cNvSpPr>
          <p:nvPr/>
        </p:nvSpPr>
        <p:spPr bwMode="auto">
          <a:xfrm>
            <a:off x="8333384" y="4156951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56" name="TextBox 3"/>
          <p:cNvSpPr txBox="1"/>
          <p:nvPr/>
        </p:nvSpPr>
        <p:spPr>
          <a:xfrm>
            <a:off x="8453272" y="4128147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1,333</a:t>
            </a:r>
            <a:endParaRPr lang="en-US" dirty="0"/>
          </a:p>
        </p:txBody>
      </p:sp>
      <p:sp>
        <p:nvSpPr>
          <p:cNvPr id="4557" name="Rectangle 4"/>
          <p:cNvSpPr>
            <a:spLocks noChangeArrowheads="1"/>
          </p:cNvSpPr>
          <p:nvPr/>
        </p:nvSpPr>
        <p:spPr bwMode="auto">
          <a:xfrm>
            <a:off x="878255" y="4669612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58" name="TextBox 3"/>
          <p:cNvSpPr txBox="1"/>
          <p:nvPr/>
        </p:nvSpPr>
        <p:spPr>
          <a:xfrm>
            <a:off x="827455" y="464080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8470330</a:t>
            </a:r>
            <a:endParaRPr lang="en-US" dirty="0"/>
          </a:p>
        </p:txBody>
      </p:sp>
      <p:sp>
        <p:nvSpPr>
          <p:cNvPr id="4559" name="Rectangle 4"/>
          <p:cNvSpPr>
            <a:spLocks noChangeArrowheads="1"/>
          </p:cNvSpPr>
          <p:nvPr/>
        </p:nvSpPr>
        <p:spPr bwMode="auto">
          <a:xfrm>
            <a:off x="1365758" y="4669612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60" name="TextBox 3"/>
          <p:cNvSpPr txBox="1"/>
          <p:nvPr/>
        </p:nvSpPr>
        <p:spPr>
          <a:xfrm>
            <a:off x="1314958" y="4640808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4561" name="TextBox 3"/>
          <p:cNvSpPr txBox="1"/>
          <p:nvPr/>
        </p:nvSpPr>
        <p:spPr>
          <a:xfrm>
            <a:off x="1314958" y="4758258"/>
            <a:ext cx="7141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Electrical &amp; </a:t>
            </a:r>
            <a:endParaRPr lang="en-US" dirty="0"/>
          </a:p>
        </p:txBody>
      </p:sp>
      <p:sp>
        <p:nvSpPr>
          <p:cNvPr id="4562" name="TextBox 3"/>
          <p:cNvSpPr txBox="1"/>
          <p:nvPr/>
        </p:nvSpPr>
        <p:spPr>
          <a:xfrm>
            <a:off x="1314958" y="4875708"/>
            <a:ext cx="652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Computer </a:t>
            </a:r>
            <a:endParaRPr lang="en-US" dirty="0"/>
          </a:p>
        </p:txBody>
      </p:sp>
      <p:sp>
        <p:nvSpPr>
          <p:cNvPr id="4563" name="TextBox 3"/>
          <p:cNvSpPr txBox="1"/>
          <p:nvPr/>
        </p:nvSpPr>
        <p:spPr>
          <a:xfrm>
            <a:off x="1314958" y="4993157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564" name="Rectangle 4"/>
          <p:cNvSpPr>
            <a:spLocks noChangeArrowheads="1"/>
          </p:cNvSpPr>
          <p:nvPr/>
        </p:nvSpPr>
        <p:spPr bwMode="auto">
          <a:xfrm>
            <a:off x="2163546" y="4669612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65" name="TextBox 3"/>
          <p:cNvSpPr txBox="1"/>
          <p:nvPr/>
        </p:nvSpPr>
        <p:spPr>
          <a:xfrm>
            <a:off x="2112746" y="464080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4566" name="Rectangle 4"/>
          <p:cNvSpPr>
            <a:spLocks noChangeArrowheads="1"/>
          </p:cNvSpPr>
          <p:nvPr/>
        </p:nvSpPr>
        <p:spPr bwMode="auto">
          <a:xfrm>
            <a:off x="2622702" y="4669612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67" name="TextBox 3"/>
          <p:cNvSpPr txBox="1"/>
          <p:nvPr/>
        </p:nvSpPr>
        <p:spPr>
          <a:xfrm>
            <a:off x="2571902" y="4640808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4568" name="TextBox 3"/>
          <p:cNvSpPr txBox="1"/>
          <p:nvPr/>
        </p:nvSpPr>
        <p:spPr>
          <a:xfrm>
            <a:off x="2571902" y="4758258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4569" name="Rectangle 4"/>
          <p:cNvSpPr>
            <a:spLocks noChangeArrowheads="1"/>
          </p:cNvSpPr>
          <p:nvPr/>
        </p:nvSpPr>
        <p:spPr bwMode="auto">
          <a:xfrm>
            <a:off x="3680282" y="4669612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70" name="TextBox 3"/>
          <p:cNvSpPr txBox="1"/>
          <p:nvPr/>
        </p:nvSpPr>
        <p:spPr>
          <a:xfrm>
            <a:off x="3629482" y="464080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847.8470330.1.416310.000000.847001.100178</a:t>
            </a:r>
            <a:endParaRPr lang="en-US" dirty="0"/>
          </a:p>
        </p:txBody>
      </p:sp>
      <p:sp>
        <p:nvSpPr>
          <p:cNvPr id="4571" name="Rectangle 4"/>
          <p:cNvSpPr>
            <a:spLocks noChangeArrowheads="1"/>
          </p:cNvSpPr>
          <p:nvPr/>
        </p:nvSpPr>
        <p:spPr bwMode="auto">
          <a:xfrm>
            <a:off x="5918962" y="466961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72" name="TextBox 3"/>
          <p:cNvSpPr txBox="1"/>
          <p:nvPr/>
        </p:nvSpPr>
        <p:spPr>
          <a:xfrm>
            <a:off x="5987491" y="464080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1,441,089</a:t>
            </a:r>
            <a:endParaRPr lang="en-US" dirty="0"/>
          </a:p>
        </p:txBody>
      </p:sp>
      <p:sp>
        <p:nvSpPr>
          <p:cNvPr id="4573" name="Rectangle 4"/>
          <p:cNvSpPr>
            <a:spLocks noChangeArrowheads="1"/>
          </p:cNvSpPr>
          <p:nvPr/>
        </p:nvSpPr>
        <p:spPr bwMode="auto">
          <a:xfrm>
            <a:off x="6566408" y="466961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74" name="TextBox 3"/>
          <p:cNvSpPr txBox="1"/>
          <p:nvPr/>
        </p:nvSpPr>
        <p:spPr>
          <a:xfrm>
            <a:off x="6634937" y="464080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1,101,453</a:t>
            </a:r>
            <a:endParaRPr lang="en-US" dirty="0"/>
          </a:p>
        </p:txBody>
      </p:sp>
      <p:sp>
        <p:nvSpPr>
          <p:cNvPr id="4575" name="Rectangle 4"/>
          <p:cNvSpPr>
            <a:spLocks noChangeArrowheads="1"/>
          </p:cNvSpPr>
          <p:nvPr/>
        </p:nvSpPr>
        <p:spPr bwMode="auto">
          <a:xfrm>
            <a:off x="7213854" y="466961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76" name="TextBox 3"/>
          <p:cNvSpPr txBox="1"/>
          <p:nvPr/>
        </p:nvSpPr>
        <p:spPr>
          <a:xfrm>
            <a:off x="7282383" y="464080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1,101,453</a:t>
            </a:r>
            <a:endParaRPr lang="en-US" dirty="0"/>
          </a:p>
        </p:txBody>
      </p:sp>
      <p:sp>
        <p:nvSpPr>
          <p:cNvPr id="4577" name="Rectangle 4"/>
          <p:cNvSpPr>
            <a:spLocks noChangeArrowheads="1"/>
          </p:cNvSpPr>
          <p:nvPr/>
        </p:nvSpPr>
        <p:spPr bwMode="auto">
          <a:xfrm>
            <a:off x="7861300" y="4669612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78" name="Rectangle 4"/>
          <p:cNvSpPr>
            <a:spLocks noChangeArrowheads="1"/>
          </p:cNvSpPr>
          <p:nvPr/>
        </p:nvSpPr>
        <p:spPr bwMode="auto">
          <a:xfrm>
            <a:off x="8094497" y="4669612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79" name="Rectangle 4"/>
          <p:cNvSpPr>
            <a:spLocks noChangeArrowheads="1"/>
          </p:cNvSpPr>
          <p:nvPr/>
        </p:nvSpPr>
        <p:spPr bwMode="auto">
          <a:xfrm>
            <a:off x="8333384" y="4669612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80" name="TextBox 3"/>
          <p:cNvSpPr txBox="1"/>
          <p:nvPr/>
        </p:nvSpPr>
        <p:spPr>
          <a:xfrm>
            <a:off x="8617153" y="4640808"/>
            <a:ext cx="268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-0</a:t>
            </a:r>
            <a:endParaRPr lang="en-US" dirty="0"/>
          </a:p>
        </p:txBody>
      </p:sp>
      <p:sp>
        <p:nvSpPr>
          <p:cNvPr id="4581" name="Rectangle 4"/>
          <p:cNvSpPr>
            <a:spLocks noChangeArrowheads="1"/>
          </p:cNvSpPr>
          <p:nvPr/>
        </p:nvSpPr>
        <p:spPr bwMode="auto">
          <a:xfrm>
            <a:off x="878255" y="5182273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582" name="TextBox 3"/>
          <p:cNvSpPr txBox="1"/>
          <p:nvPr/>
        </p:nvSpPr>
        <p:spPr>
          <a:xfrm>
            <a:off x="827455" y="515346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8470330</a:t>
            </a:r>
            <a:endParaRPr lang="en-US" dirty="0"/>
          </a:p>
        </p:txBody>
      </p:sp>
      <p:sp>
        <p:nvSpPr>
          <p:cNvPr id="4583" name="TextBox 3"/>
          <p:cNvSpPr txBox="1"/>
          <p:nvPr/>
        </p:nvSpPr>
        <p:spPr>
          <a:xfrm>
            <a:off x="827455" y="5270919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4584" name="Rectangle 4"/>
          <p:cNvSpPr>
            <a:spLocks noChangeArrowheads="1"/>
          </p:cNvSpPr>
          <p:nvPr/>
        </p:nvSpPr>
        <p:spPr bwMode="auto">
          <a:xfrm>
            <a:off x="1365758" y="5182273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585" name="Rectangle 4"/>
          <p:cNvSpPr>
            <a:spLocks noChangeArrowheads="1"/>
          </p:cNvSpPr>
          <p:nvPr/>
        </p:nvSpPr>
        <p:spPr bwMode="auto">
          <a:xfrm>
            <a:off x="2163546" y="5182273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586" name="Rectangle 4"/>
          <p:cNvSpPr>
            <a:spLocks noChangeArrowheads="1"/>
          </p:cNvSpPr>
          <p:nvPr/>
        </p:nvSpPr>
        <p:spPr bwMode="auto">
          <a:xfrm>
            <a:off x="2622702" y="5182273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587" name="Rectangle 4"/>
          <p:cNvSpPr>
            <a:spLocks noChangeArrowheads="1"/>
          </p:cNvSpPr>
          <p:nvPr/>
        </p:nvSpPr>
        <p:spPr bwMode="auto">
          <a:xfrm>
            <a:off x="3680282" y="5182273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588" name="Rectangle 4"/>
          <p:cNvSpPr>
            <a:spLocks noChangeArrowheads="1"/>
          </p:cNvSpPr>
          <p:nvPr/>
        </p:nvSpPr>
        <p:spPr bwMode="auto">
          <a:xfrm>
            <a:off x="5918962" y="5182273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589" name="TextBox 3"/>
          <p:cNvSpPr txBox="1"/>
          <p:nvPr/>
        </p:nvSpPr>
        <p:spPr>
          <a:xfrm>
            <a:off x="5931001" y="5153469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63,825,062</a:t>
            </a:r>
            <a:endParaRPr lang="en-US" dirty="0"/>
          </a:p>
        </p:txBody>
      </p:sp>
      <p:sp>
        <p:nvSpPr>
          <p:cNvPr id="4590" name="Rectangle 4"/>
          <p:cNvSpPr>
            <a:spLocks noChangeArrowheads="1"/>
          </p:cNvSpPr>
          <p:nvPr/>
        </p:nvSpPr>
        <p:spPr bwMode="auto">
          <a:xfrm>
            <a:off x="6566408" y="5182273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591" name="TextBox 3"/>
          <p:cNvSpPr txBox="1"/>
          <p:nvPr/>
        </p:nvSpPr>
        <p:spPr>
          <a:xfrm>
            <a:off x="6578447" y="5153469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64,793,868</a:t>
            </a:r>
            <a:endParaRPr lang="en-US" dirty="0"/>
          </a:p>
        </p:txBody>
      </p:sp>
      <p:sp>
        <p:nvSpPr>
          <p:cNvPr id="4592" name="Rectangle 4"/>
          <p:cNvSpPr>
            <a:spLocks noChangeArrowheads="1"/>
          </p:cNvSpPr>
          <p:nvPr/>
        </p:nvSpPr>
        <p:spPr bwMode="auto">
          <a:xfrm>
            <a:off x="7213854" y="5182273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593" name="TextBox 3"/>
          <p:cNvSpPr txBox="1"/>
          <p:nvPr/>
        </p:nvSpPr>
        <p:spPr>
          <a:xfrm>
            <a:off x="7225894" y="5153469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64,790,382</a:t>
            </a:r>
            <a:endParaRPr lang="en-US" dirty="0"/>
          </a:p>
        </p:txBody>
      </p:sp>
      <p:sp>
        <p:nvSpPr>
          <p:cNvPr id="4594" name="Rectangle 4"/>
          <p:cNvSpPr>
            <a:spLocks noChangeArrowheads="1"/>
          </p:cNvSpPr>
          <p:nvPr/>
        </p:nvSpPr>
        <p:spPr bwMode="auto">
          <a:xfrm>
            <a:off x="7861300" y="5182273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595" name="Rectangle 4"/>
          <p:cNvSpPr>
            <a:spLocks noChangeArrowheads="1"/>
          </p:cNvSpPr>
          <p:nvPr/>
        </p:nvSpPr>
        <p:spPr bwMode="auto">
          <a:xfrm>
            <a:off x="8094497" y="5182273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596" name="Rectangle 4"/>
          <p:cNvSpPr>
            <a:spLocks noChangeArrowheads="1"/>
          </p:cNvSpPr>
          <p:nvPr/>
        </p:nvSpPr>
        <p:spPr bwMode="auto">
          <a:xfrm>
            <a:off x="8333384" y="5182273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597" name="TextBox 3"/>
          <p:cNvSpPr txBox="1"/>
          <p:nvPr/>
        </p:nvSpPr>
        <p:spPr>
          <a:xfrm>
            <a:off x="8453272" y="5153469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3,486</a:t>
            </a:r>
            <a:endParaRPr lang="en-US" dirty="0"/>
          </a:p>
        </p:txBody>
      </p:sp>
      <p:sp>
        <p:nvSpPr>
          <p:cNvPr id="4598" name="Rectangle 4"/>
          <p:cNvSpPr>
            <a:spLocks noChangeArrowheads="1"/>
          </p:cNvSpPr>
          <p:nvPr/>
        </p:nvSpPr>
        <p:spPr bwMode="auto">
          <a:xfrm>
            <a:off x="878255" y="5460034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599" name="TextBox 3"/>
          <p:cNvSpPr txBox="1"/>
          <p:nvPr/>
        </p:nvSpPr>
        <p:spPr>
          <a:xfrm>
            <a:off x="827455" y="543123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8470335</a:t>
            </a:r>
            <a:endParaRPr lang="en-US" dirty="0"/>
          </a:p>
        </p:txBody>
      </p:sp>
      <p:sp>
        <p:nvSpPr>
          <p:cNvPr id="4600" name="Rectangle 4"/>
          <p:cNvSpPr>
            <a:spLocks noChangeArrowheads="1"/>
          </p:cNvSpPr>
          <p:nvPr/>
        </p:nvSpPr>
        <p:spPr bwMode="auto">
          <a:xfrm>
            <a:off x="1365758" y="5460034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01" name="TextBox 3"/>
          <p:cNvSpPr txBox="1"/>
          <p:nvPr/>
        </p:nvSpPr>
        <p:spPr>
          <a:xfrm>
            <a:off x="1314958" y="543123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4602" name="TextBox 3"/>
          <p:cNvSpPr txBox="1"/>
          <p:nvPr/>
        </p:nvSpPr>
        <p:spPr>
          <a:xfrm>
            <a:off x="1314958" y="5548680"/>
            <a:ext cx="827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Management, </a:t>
            </a:r>
            <a:endParaRPr lang="en-US" dirty="0"/>
          </a:p>
        </p:txBody>
      </p:sp>
      <p:sp>
        <p:nvSpPr>
          <p:cNvPr id="4603" name="TextBox 3"/>
          <p:cNvSpPr txBox="1"/>
          <p:nvPr/>
        </p:nvSpPr>
        <p:spPr>
          <a:xfrm>
            <a:off x="1314958" y="5666130"/>
            <a:ext cx="66344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 &amp; </a:t>
            </a:r>
            <a:endParaRPr lang="en-US" dirty="0"/>
          </a:p>
        </p:txBody>
      </p:sp>
      <p:sp>
        <p:nvSpPr>
          <p:cNvPr id="4604" name="TextBox 3"/>
          <p:cNvSpPr txBox="1"/>
          <p:nvPr/>
        </p:nvSpPr>
        <p:spPr>
          <a:xfrm>
            <a:off x="1314958" y="5783580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605" name="Rectangle 4"/>
          <p:cNvSpPr>
            <a:spLocks noChangeArrowheads="1"/>
          </p:cNvSpPr>
          <p:nvPr/>
        </p:nvSpPr>
        <p:spPr bwMode="auto">
          <a:xfrm>
            <a:off x="2163546" y="5460034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06" name="TextBox 3"/>
          <p:cNvSpPr txBox="1"/>
          <p:nvPr/>
        </p:nvSpPr>
        <p:spPr>
          <a:xfrm>
            <a:off x="2112746" y="543123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4607" name="Rectangle 4"/>
          <p:cNvSpPr>
            <a:spLocks noChangeArrowheads="1"/>
          </p:cNvSpPr>
          <p:nvPr/>
        </p:nvSpPr>
        <p:spPr bwMode="auto">
          <a:xfrm>
            <a:off x="2622702" y="5460034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08" name="TextBox 3"/>
          <p:cNvSpPr txBox="1"/>
          <p:nvPr/>
        </p:nvSpPr>
        <p:spPr>
          <a:xfrm>
            <a:off x="2571902" y="5431231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4609" name="TextBox 3"/>
          <p:cNvSpPr txBox="1"/>
          <p:nvPr/>
        </p:nvSpPr>
        <p:spPr>
          <a:xfrm>
            <a:off x="2571902" y="5548680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4610" name="Rectangle 4"/>
          <p:cNvSpPr>
            <a:spLocks noChangeArrowheads="1"/>
          </p:cNvSpPr>
          <p:nvPr/>
        </p:nvSpPr>
        <p:spPr bwMode="auto">
          <a:xfrm>
            <a:off x="3680282" y="5460034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11" name="TextBox 3"/>
          <p:cNvSpPr txBox="1"/>
          <p:nvPr/>
        </p:nvSpPr>
        <p:spPr>
          <a:xfrm>
            <a:off x="3629482" y="543123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847.8470335.1.412121.000000.847001.100178</a:t>
            </a:r>
            <a:endParaRPr lang="en-US" dirty="0"/>
          </a:p>
        </p:txBody>
      </p:sp>
      <p:sp>
        <p:nvSpPr>
          <p:cNvPr id="4612" name="Rectangle 4"/>
          <p:cNvSpPr>
            <a:spLocks noChangeArrowheads="1"/>
          </p:cNvSpPr>
          <p:nvPr/>
        </p:nvSpPr>
        <p:spPr bwMode="auto">
          <a:xfrm>
            <a:off x="5918962" y="5460034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13" name="TextBox 3"/>
          <p:cNvSpPr txBox="1"/>
          <p:nvPr/>
        </p:nvSpPr>
        <p:spPr>
          <a:xfrm>
            <a:off x="5987491" y="543123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7,664,322</a:t>
            </a:r>
            <a:endParaRPr lang="en-US" dirty="0"/>
          </a:p>
        </p:txBody>
      </p:sp>
      <p:sp>
        <p:nvSpPr>
          <p:cNvPr id="4614" name="Rectangle 4"/>
          <p:cNvSpPr>
            <a:spLocks noChangeArrowheads="1"/>
          </p:cNvSpPr>
          <p:nvPr/>
        </p:nvSpPr>
        <p:spPr bwMode="auto">
          <a:xfrm>
            <a:off x="6566408" y="5460034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15" name="TextBox 3"/>
          <p:cNvSpPr txBox="1"/>
          <p:nvPr/>
        </p:nvSpPr>
        <p:spPr>
          <a:xfrm>
            <a:off x="6634937" y="543123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6,972,362</a:t>
            </a:r>
            <a:endParaRPr lang="en-US" dirty="0"/>
          </a:p>
        </p:txBody>
      </p:sp>
      <p:sp>
        <p:nvSpPr>
          <p:cNvPr id="4616" name="Rectangle 4"/>
          <p:cNvSpPr>
            <a:spLocks noChangeArrowheads="1"/>
          </p:cNvSpPr>
          <p:nvPr/>
        </p:nvSpPr>
        <p:spPr bwMode="auto">
          <a:xfrm>
            <a:off x="7213854" y="5460034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17" name="TextBox 3"/>
          <p:cNvSpPr txBox="1"/>
          <p:nvPr/>
        </p:nvSpPr>
        <p:spPr>
          <a:xfrm>
            <a:off x="7282383" y="543123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6,972,084</a:t>
            </a:r>
            <a:endParaRPr lang="en-US" dirty="0"/>
          </a:p>
        </p:txBody>
      </p:sp>
      <p:sp>
        <p:nvSpPr>
          <p:cNvPr id="4618" name="Rectangle 4"/>
          <p:cNvSpPr>
            <a:spLocks noChangeArrowheads="1"/>
          </p:cNvSpPr>
          <p:nvPr/>
        </p:nvSpPr>
        <p:spPr bwMode="auto">
          <a:xfrm>
            <a:off x="7861300" y="5460034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19" name="Rectangle 4"/>
          <p:cNvSpPr>
            <a:spLocks noChangeArrowheads="1"/>
          </p:cNvSpPr>
          <p:nvPr/>
        </p:nvSpPr>
        <p:spPr bwMode="auto">
          <a:xfrm>
            <a:off x="8094497" y="5460034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20" name="Rectangle 4"/>
          <p:cNvSpPr>
            <a:spLocks noChangeArrowheads="1"/>
          </p:cNvSpPr>
          <p:nvPr/>
        </p:nvSpPr>
        <p:spPr bwMode="auto">
          <a:xfrm>
            <a:off x="8333384" y="5460034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21" name="TextBox 3"/>
          <p:cNvSpPr txBox="1"/>
          <p:nvPr/>
        </p:nvSpPr>
        <p:spPr>
          <a:xfrm>
            <a:off x="8538006" y="5431231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278</a:t>
            </a:r>
            <a:endParaRPr lang="en-US" dirty="0"/>
          </a:p>
        </p:txBody>
      </p:sp>
      <p:sp>
        <p:nvSpPr>
          <p:cNvPr id="4622" name="Rectangle 4"/>
          <p:cNvSpPr>
            <a:spLocks noChangeArrowheads="1"/>
          </p:cNvSpPr>
          <p:nvPr/>
        </p:nvSpPr>
        <p:spPr bwMode="auto">
          <a:xfrm>
            <a:off x="878255" y="5972695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23" name="TextBox 3"/>
          <p:cNvSpPr txBox="1"/>
          <p:nvPr/>
        </p:nvSpPr>
        <p:spPr>
          <a:xfrm>
            <a:off x="827455" y="594389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8470335</a:t>
            </a:r>
            <a:endParaRPr lang="en-US" dirty="0"/>
          </a:p>
        </p:txBody>
      </p:sp>
      <p:sp>
        <p:nvSpPr>
          <p:cNvPr id="4624" name="Rectangle 4"/>
          <p:cNvSpPr>
            <a:spLocks noChangeArrowheads="1"/>
          </p:cNvSpPr>
          <p:nvPr/>
        </p:nvSpPr>
        <p:spPr bwMode="auto">
          <a:xfrm>
            <a:off x="1365758" y="5972695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25" name="TextBox 3"/>
          <p:cNvSpPr txBox="1"/>
          <p:nvPr/>
        </p:nvSpPr>
        <p:spPr>
          <a:xfrm>
            <a:off x="1314958" y="594389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4626" name="TextBox 3"/>
          <p:cNvSpPr txBox="1"/>
          <p:nvPr/>
        </p:nvSpPr>
        <p:spPr>
          <a:xfrm>
            <a:off x="1314958" y="6061341"/>
            <a:ext cx="827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Management, </a:t>
            </a:r>
            <a:endParaRPr lang="en-US" dirty="0"/>
          </a:p>
        </p:txBody>
      </p:sp>
      <p:sp>
        <p:nvSpPr>
          <p:cNvPr id="4627" name="TextBox 3"/>
          <p:cNvSpPr txBox="1"/>
          <p:nvPr/>
        </p:nvSpPr>
        <p:spPr>
          <a:xfrm>
            <a:off x="1314958" y="6178791"/>
            <a:ext cx="66344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 &amp; </a:t>
            </a:r>
            <a:endParaRPr lang="en-US" dirty="0"/>
          </a:p>
        </p:txBody>
      </p:sp>
      <p:sp>
        <p:nvSpPr>
          <p:cNvPr id="4628" name="TextBox 3"/>
          <p:cNvSpPr txBox="1"/>
          <p:nvPr/>
        </p:nvSpPr>
        <p:spPr>
          <a:xfrm>
            <a:off x="1314958" y="6296240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629" name="Rectangle 4"/>
          <p:cNvSpPr>
            <a:spLocks noChangeArrowheads="1"/>
          </p:cNvSpPr>
          <p:nvPr/>
        </p:nvSpPr>
        <p:spPr bwMode="auto">
          <a:xfrm>
            <a:off x="2163546" y="5972695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30" name="TextBox 3"/>
          <p:cNvSpPr txBox="1"/>
          <p:nvPr/>
        </p:nvSpPr>
        <p:spPr>
          <a:xfrm>
            <a:off x="2112746" y="594389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4631" name="Rectangle 4"/>
          <p:cNvSpPr>
            <a:spLocks noChangeArrowheads="1"/>
          </p:cNvSpPr>
          <p:nvPr/>
        </p:nvSpPr>
        <p:spPr bwMode="auto">
          <a:xfrm>
            <a:off x="2622702" y="5972695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32" name="TextBox 3"/>
          <p:cNvSpPr txBox="1"/>
          <p:nvPr/>
        </p:nvSpPr>
        <p:spPr>
          <a:xfrm>
            <a:off x="2571902" y="5943891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4633" name="TextBox 3"/>
          <p:cNvSpPr txBox="1"/>
          <p:nvPr/>
        </p:nvSpPr>
        <p:spPr>
          <a:xfrm>
            <a:off x="2571902" y="6061341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4634" name="TextBox 3"/>
          <p:cNvSpPr txBox="1"/>
          <p:nvPr/>
        </p:nvSpPr>
        <p:spPr>
          <a:xfrm>
            <a:off x="2571902" y="6178791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4635" name="Rectangle 4"/>
          <p:cNvSpPr>
            <a:spLocks noChangeArrowheads="1"/>
          </p:cNvSpPr>
          <p:nvPr/>
        </p:nvSpPr>
        <p:spPr bwMode="auto">
          <a:xfrm>
            <a:off x="3680282" y="5972695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36" name="TextBox 3"/>
          <p:cNvSpPr txBox="1"/>
          <p:nvPr/>
        </p:nvSpPr>
        <p:spPr>
          <a:xfrm>
            <a:off x="3629482" y="594389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847.8470335.1.412125.000000.847001.100178</a:t>
            </a:r>
            <a:endParaRPr lang="en-US" dirty="0"/>
          </a:p>
        </p:txBody>
      </p:sp>
      <p:sp>
        <p:nvSpPr>
          <p:cNvPr id="4637" name="Rectangle 4"/>
          <p:cNvSpPr>
            <a:spLocks noChangeArrowheads="1"/>
          </p:cNvSpPr>
          <p:nvPr/>
        </p:nvSpPr>
        <p:spPr bwMode="auto">
          <a:xfrm>
            <a:off x="5918962" y="597269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38" name="TextBox 3"/>
          <p:cNvSpPr txBox="1"/>
          <p:nvPr/>
        </p:nvSpPr>
        <p:spPr>
          <a:xfrm>
            <a:off x="5987491" y="594389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4,832,927</a:t>
            </a:r>
            <a:endParaRPr lang="en-US" dirty="0"/>
          </a:p>
        </p:txBody>
      </p:sp>
      <p:sp>
        <p:nvSpPr>
          <p:cNvPr id="4639" name="Rectangle 4"/>
          <p:cNvSpPr>
            <a:spLocks noChangeArrowheads="1"/>
          </p:cNvSpPr>
          <p:nvPr/>
        </p:nvSpPr>
        <p:spPr bwMode="auto">
          <a:xfrm>
            <a:off x="6566408" y="597269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40" name="TextBox 3"/>
          <p:cNvSpPr txBox="1"/>
          <p:nvPr/>
        </p:nvSpPr>
        <p:spPr>
          <a:xfrm>
            <a:off x="6634937" y="594389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4,940,607</a:t>
            </a:r>
            <a:endParaRPr lang="en-US" dirty="0"/>
          </a:p>
        </p:txBody>
      </p:sp>
      <p:sp>
        <p:nvSpPr>
          <p:cNvPr id="4641" name="Rectangle 4"/>
          <p:cNvSpPr>
            <a:spLocks noChangeArrowheads="1"/>
          </p:cNvSpPr>
          <p:nvPr/>
        </p:nvSpPr>
        <p:spPr bwMode="auto">
          <a:xfrm>
            <a:off x="7213854" y="597269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42" name="TextBox 3"/>
          <p:cNvSpPr txBox="1"/>
          <p:nvPr/>
        </p:nvSpPr>
        <p:spPr>
          <a:xfrm>
            <a:off x="7282383" y="594389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4,940,606</a:t>
            </a:r>
            <a:endParaRPr lang="en-US" dirty="0"/>
          </a:p>
        </p:txBody>
      </p:sp>
      <p:sp>
        <p:nvSpPr>
          <p:cNvPr id="4643" name="Rectangle 4"/>
          <p:cNvSpPr>
            <a:spLocks noChangeArrowheads="1"/>
          </p:cNvSpPr>
          <p:nvPr/>
        </p:nvSpPr>
        <p:spPr bwMode="auto">
          <a:xfrm>
            <a:off x="7861300" y="5972695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44" name="Rectangle 4"/>
          <p:cNvSpPr>
            <a:spLocks noChangeArrowheads="1"/>
          </p:cNvSpPr>
          <p:nvPr/>
        </p:nvSpPr>
        <p:spPr bwMode="auto">
          <a:xfrm>
            <a:off x="8094497" y="5972695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45" name="Rectangle 4"/>
          <p:cNvSpPr>
            <a:spLocks noChangeArrowheads="1"/>
          </p:cNvSpPr>
          <p:nvPr/>
        </p:nvSpPr>
        <p:spPr bwMode="auto">
          <a:xfrm>
            <a:off x="8333384" y="5972695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46" name="TextBox 3"/>
          <p:cNvSpPr txBox="1"/>
          <p:nvPr/>
        </p:nvSpPr>
        <p:spPr>
          <a:xfrm>
            <a:off x="8650986" y="594389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4647" name="Rectangle 4"/>
          <p:cNvSpPr>
            <a:spLocks noChangeArrowheads="1"/>
          </p:cNvSpPr>
          <p:nvPr/>
        </p:nvSpPr>
        <p:spPr bwMode="auto">
          <a:xfrm>
            <a:off x="878255" y="6485356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48" name="TextBox 3"/>
          <p:cNvSpPr txBox="1"/>
          <p:nvPr/>
        </p:nvSpPr>
        <p:spPr>
          <a:xfrm>
            <a:off x="827455" y="645655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8470335</a:t>
            </a:r>
            <a:endParaRPr lang="en-US" dirty="0"/>
          </a:p>
        </p:txBody>
      </p:sp>
      <p:sp>
        <p:nvSpPr>
          <p:cNvPr id="4649" name="Rectangle 4"/>
          <p:cNvSpPr>
            <a:spLocks noChangeArrowheads="1"/>
          </p:cNvSpPr>
          <p:nvPr/>
        </p:nvSpPr>
        <p:spPr bwMode="auto">
          <a:xfrm>
            <a:off x="1365758" y="6485356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50" name="TextBox 3"/>
          <p:cNvSpPr txBox="1"/>
          <p:nvPr/>
        </p:nvSpPr>
        <p:spPr>
          <a:xfrm>
            <a:off x="1314958" y="645655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4651" name="TextBox 3"/>
          <p:cNvSpPr txBox="1"/>
          <p:nvPr/>
        </p:nvSpPr>
        <p:spPr>
          <a:xfrm>
            <a:off x="1314958" y="6574003"/>
            <a:ext cx="827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Management, </a:t>
            </a:r>
            <a:endParaRPr lang="en-US" dirty="0"/>
          </a:p>
        </p:txBody>
      </p:sp>
      <p:sp>
        <p:nvSpPr>
          <p:cNvPr id="4652" name="TextBox 3"/>
          <p:cNvSpPr txBox="1"/>
          <p:nvPr/>
        </p:nvSpPr>
        <p:spPr>
          <a:xfrm>
            <a:off x="1314958" y="6691452"/>
            <a:ext cx="66344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 &amp; </a:t>
            </a:r>
            <a:endParaRPr lang="en-US" dirty="0"/>
          </a:p>
        </p:txBody>
      </p:sp>
      <p:sp>
        <p:nvSpPr>
          <p:cNvPr id="4653" name="TextBox 3"/>
          <p:cNvSpPr txBox="1"/>
          <p:nvPr/>
        </p:nvSpPr>
        <p:spPr>
          <a:xfrm>
            <a:off x="1314958" y="6808901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654" name="Rectangle 4"/>
          <p:cNvSpPr>
            <a:spLocks noChangeArrowheads="1"/>
          </p:cNvSpPr>
          <p:nvPr/>
        </p:nvSpPr>
        <p:spPr bwMode="auto">
          <a:xfrm>
            <a:off x="2163546" y="6485356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55" name="TextBox 3"/>
          <p:cNvSpPr txBox="1"/>
          <p:nvPr/>
        </p:nvSpPr>
        <p:spPr>
          <a:xfrm>
            <a:off x="2112746" y="645655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412521</a:t>
            </a:r>
            <a:endParaRPr lang="en-US" dirty="0"/>
          </a:p>
        </p:txBody>
      </p:sp>
      <p:sp>
        <p:nvSpPr>
          <p:cNvPr id="4656" name="Rectangle 4"/>
          <p:cNvSpPr>
            <a:spLocks noChangeArrowheads="1"/>
          </p:cNvSpPr>
          <p:nvPr/>
        </p:nvSpPr>
        <p:spPr bwMode="auto">
          <a:xfrm>
            <a:off x="2622702" y="6485356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57" name="TextBox 3"/>
          <p:cNvSpPr txBox="1"/>
          <p:nvPr/>
        </p:nvSpPr>
        <p:spPr>
          <a:xfrm>
            <a:off x="2571902" y="6456553"/>
            <a:ext cx="8496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 </a:t>
            </a:r>
            <a:endParaRPr lang="en-US" dirty="0"/>
          </a:p>
        </p:txBody>
      </p:sp>
      <p:sp>
        <p:nvSpPr>
          <p:cNvPr id="4658" name="TextBox 3"/>
          <p:cNvSpPr txBox="1"/>
          <p:nvPr/>
        </p:nvSpPr>
        <p:spPr>
          <a:xfrm>
            <a:off x="2571902" y="6574003"/>
            <a:ext cx="1120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 (including </a:t>
            </a:r>
            <a:endParaRPr lang="en-US" dirty="0"/>
          </a:p>
        </p:txBody>
      </p:sp>
      <p:sp>
        <p:nvSpPr>
          <p:cNvPr id="4659" name="TextBox 3"/>
          <p:cNvSpPr txBox="1"/>
          <p:nvPr/>
        </p:nvSpPr>
        <p:spPr>
          <a:xfrm>
            <a:off x="2571902" y="6691452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Mansab)</a:t>
            </a:r>
            <a:endParaRPr lang="en-US" dirty="0"/>
          </a:p>
        </p:txBody>
      </p:sp>
      <p:sp>
        <p:nvSpPr>
          <p:cNvPr id="4660" name="Rectangle 4"/>
          <p:cNvSpPr>
            <a:spLocks noChangeArrowheads="1"/>
          </p:cNvSpPr>
          <p:nvPr/>
        </p:nvSpPr>
        <p:spPr bwMode="auto">
          <a:xfrm>
            <a:off x="3680282" y="6485356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61" name="TextBox 3"/>
          <p:cNvSpPr txBox="1"/>
          <p:nvPr/>
        </p:nvSpPr>
        <p:spPr>
          <a:xfrm>
            <a:off x="3629482" y="645655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847.8470335.1.412521.000000.847001.100178</a:t>
            </a:r>
            <a:endParaRPr lang="en-US" dirty="0"/>
          </a:p>
        </p:txBody>
      </p:sp>
      <p:sp>
        <p:nvSpPr>
          <p:cNvPr id="4662" name="Rectangle 4"/>
          <p:cNvSpPr>
            <a:spLocks noChangeArrowheads="1"/>
          </p:cNvSpPr>
          <p:nvPr/>
        </p:nvSpPr>
        <p:spPr bwMode="auto">
          <a:xfrm>
            <a:off x="5918962" y="648535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63" name="TextBox 3"/>
          <p:cNvSpPr txBox="1"/>
          <p:nvPr/>
        </p:nvSpPr>
        <p:spPr>
          <a:xfrm>
            <a:off x="6072225" y="645655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180,777</a:t>
            </a:r>
            <a:endParaRPr lang="en-US" dirty="0"/>
          </a:p>
        </p:txBody>
      </p:sp>
      <p:sp>
        <p:nvSpPr>
          <p:cNvPr id="4664" name="Rectangle 4"/>
          <p:cNvSpPr>
            <a:spLocks noChangeArrowheads="1"/>
          </p:cNvSpPr>
          <p:nvPr/>
        </p:nvSpPr>
        <p:spPr bwMode="auto">
          <a:xfrm>
            <a:off x="6566408" y="648535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65" name="TextBox 3"/>
          <p:cNvSpPr txBox="1"/>
          <p:nvPr/>
        </p:nvSpPr>
        <p:spPr>
          <a:xfrm>
            <a:off x="6719671" y="645655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180,777</a:t>
            </a:r>
            <a:endParaRPr lang="en-US" dirty="0"/>
          </a:p>
        </p:txBody>
      </p:sp>
      <p:sp>
        <p:nvSpPr>
          <p:cNvPr id="4666" name="Rectangle 4"/>
          <p:cNvSpPr>
            <a:spLocks noChangeArrowheads="1"/>
          </p:cNvSpPr>
          <p:nvPr/>
        </p:nvSpPr>
        <p:spPr bwMode="auto">
          <a:xfrm>
            <a:off x="7213854" y="648535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67" name="TextBox 3"/>
          <p:cNvSpPr txBox="1"/>
          <p:nvPr/>
        </p:nvSpPr>
        <p:spPr>
          <a:xfrm>
            <a:off x="7367118" y="645655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180,000</a:t>
            </a:r>
            <a:endParaRPr lang="en-US" dirty="0"/>
          </a:p>
        </p:txBody>
      </p:sp>
      <p:sp>
        <p:nvSpPr>
          <p:cNvPr id="4668" name="Rectangle 4"/>
          <p:cNvSpPr>
            <a:spLocks noChangeArrowheads="1"/>
          </p:cNvSpPr>
          <p:nvPr/>
        </p:nvSpPr>
        <p:spPr bwMode="auto">
          <a:xfrm>
            <a:off x="7861300" y="6485356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69" name="Rectangle 4"/>
          <p:cNvSpPr>
            <a:spLocks noChangeArrowheads="1"/>
          </p:cNvSpPr>
          <p:nvPr/>
        </p:nvSpPr>
        <p:spPr bwMode="auto">
          <a:xfrm>
            <a:off x="8094497" y="6485356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70" name="Rectangle 4"/>
          <p:cNvSpPr>
            <a:spLocks noChangeArrowheads="1"/>
          </p:cNvSpPr>
          <p:nvPr/>
        </p:nvSpPr>
        <p:spPr bwMode="auto">
          <a:xfrm>
            <a:off x="8333384" y="6485356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71" name="TextBox 3"/>
          <p:cNvSpPr txBox="1"/>
          <p:nvPr/>
        </p:nvSpPr>
        <p:spPr>
          <a:xfrm>
            <a:off x="8538006" y="6456553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777</a:t>
            </a:r>
            <a:endParaRPr lang="en-US" dirty="0"/>
          </a:p>
        </p:txBody>
      </p:sp>
      <p:sp>
        <p:nvSpPr>
          <p:cNvPr id="4672" name="Rectangle 4"/>
          <p:cNvSpPr>
            <a:spLocks noChangeArrowheads="1"/>
          </p:cNvSpPr>
          <p:nvPr/>
        </p:nvSpPr>
        <p:spPr bwMode="auto">
          <a:xfrm>
            <a:off x="878255" y="6998018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73" name="TextBox 3"/>
          <p:cNvSpPr txBox="1"/>
          <p:nvPr/>
        </p:nvSpPr>
        <p:spPr>
          <a:xfrm>
            <a:off x="827455" y="696921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8470335</a:t>
            </a:r>
            <a:endParaRPr lang="en-US" dirty="0"/>
          </a:p>
        </p:txBody>
      </p:sp>
      <p:sp>
        <p:nvSpPr>
          <p:cNvPr id="4674" name="Rectangle 4"/>
          <p:cNvSpPr>
            <a:spLocks noChangeArrowheads="1"/>
          </p:cNvSpPr>
          <p:nvPr/>
        </p:nvSpPr>
        <p:spPr bwMode="auto">
          <a:xfrm>
            <a:off x="1365758" y="6998018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75" name="TextBox 3"/>
          <p:cNvSpPr txBox="1"/>
          <p:nvPr/>
        </p:nvSpPr>
        <p:spPr>
          <a:xfrm>
            <a:off x="1314958" y="696921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4676" name="TextBox 3"/>
          <p:cNvSpPr txBox="1"/>
          <p:nvPr/>
        </p:nvSpPr>
        <p:spPr>
          <a:xfrm>
            <a:off x="1314958" y="7086663"/>
            <a:ext cx="827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Management, </a:t>
            </a:r>
            <a:endParaRPr lang="en-US" dirty="0"/>
          </a:p>
        </p:txBody>
      </p:sp>
      <p:sp>
        <p:nvSpPr>
          <p:cNvPr id="4677" name="Rectangle 4"/>
          <p:cNvSpPr>
            <a:spLocks noChangeArrowheads="1"/>
          </p:cNvSpPr>
          <p:nvPr/>
        </p:nvSpPr>
        <p:spPr bwMode="auto">
          <a:xfrm>
            <a:off x="2163546" y="6998018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78" name="TextBox 3"/>
          <p:cNvSpPr txBox="1"/>
          <p:nvPr/>
        </p:nvSpPr>
        <p:spPr>
          <a:xfrm>
            <a:off x="2112746" y="696921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4679" name="Rectangle 4"/>
          <p:cNvSpPr>
            <a:spLocks noChangeArrowheads="1"/>
          </p:cNvSpPr>
          <p:nvPr/>
        </p:nvSpPr>
        <p:spPr bwMode="auto">
          <a:xfrm>
            <a:off x="2622702" y="6998018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80" name="TextBox 3"/>
          <p:cNvSpPr txBox="1"/>
          <p:nvPr/>
        </p:nvSpPr>
        <p:spPr>
          <a:xfrm>
            <a:off x="2571902" y="6969214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4681" name="Rectangle 4"/>
          <p:cNvSpPr>
            <a:spLocks noChangeArrowheads="1"/>
          </p:cNvSpPr>
          <p:nvPr/>
        </p:nvSpPr>
        <p:spPr bwMode="auto">
          <a:xfrm>
            <a:off x="3680282" y="6998018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82" name="TextBox 3"/>
          <p:cNvSpPr txBox="1"/>
          <p:nvPr/>
        </p:nvSpPr>
        <p:spPr>
          <a:xfrm>
            <a:off x="3629482" y="696921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847.8470335.1.412523.000000.847001.100178</a:t>
            </a:r>
            <a:endParaRPr lang="en-US" dirty="0"/>
          </a:p>
        </p:txBody>
      </p:sp>
      <p:sp>
        <p:nvSpPr>
          <p:cNvPr id="4683" name="Rectangle 4"/>
          <p:cNvSpPr>
            <a:spLocks noChangeArrowheads="1"/>
          </p:cNvSpPr>
          <p:nvPr/>
        </p:nvSpPr>
        <p:spPr bwMode="auto">
          <a:xfrm>
            <a:off x="5918962" y="699801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84" name="TextBox 3"/>
          <p:cNvSpPr txBox="1"/>
          <p:nvPr/>
        </p:nvSpPr>
        <p:spPr>
          <a:xfrm>
            <a:off x="6128715" y="696921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21,600</a:t>
            </a:r>
            <a:endParaRPr lang="en-US" dirty="0"/>
          </a:p>
        </p:txBody>
      </p:sp>
      <p:sp>
        <p:nvSpPr>
          <p:cNvPr id="4685" name="Rectangle 4"/>
          <p:cNvSpPr>
            <a:spLocks noChangeArrowheads="1"/>
          </p:cNvSpPr>
          <p:nvPr/>
        </p:nvSpPr>
        <p:spPr bwMode="auto">
          <a:xfrm>
            <a:off x="6566408" y="699801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86" name="TextBox 3"/>
          <p:cNvSpPr txBox="1"/>
          <p:nvPr/>
        </p:nvSpPr>
        <p:spPr>
          <a:xfrm>
            <a:off x="6776161" y="696921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11,600</a:t>
            </a:r>
            <a:endParaRPr lang="en-US" dirty="0"/>
          </a:p>
        </p:txBody>
      </p:sp>
      <p:sp>
        <p:nvSpPr>
          <p:cNvPr id="4687" name="Rectangle 4"/>
          <p:cNvSpPr>
            <a:spLocks noChangeArrowheads="1"/>
          </p:cNvSpPr>
          <p:nvPr/>
        </p:nvSpPr>
        <p:spPr bwMode="auto">
          <a:xfrm>
            <a:off x="7213854" y="699801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88" name="TextBox 3"/>
          <p:cNvSpPr txBox="1"/>
          <p:nvPr/>
        </p:nvSpPr>
        <p:spPr>
          <a:xfrm>
            <a:off x="7423607" y="696921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11,460</a:t>
            </a:r>
            <a:endParaRPr lang="en-US" dirty="0"/>
          </a:p>
        </p:txBody>
      </p:sp>
      <p:sp>
        <p:nvSpPr>
          <p:cNvPr id="4689" name="Rectangle 4"/>
          <p:cNvSpPr>
            <a:spLocks noChangeArrowheads="1"/>
          </p:cNvSpPr>
          <p:nvPr/>
        </p:nvSpPr>
        <p:spPr bwMode="auto">
          <a:xfrm>
            <a:off x="7861300" y="6998018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90" name="Rectangle 4"/>
          <p:cNvSpPr>
            <a:spLocks noChangeArrowheads="1"/>
          </p:cNvSpPr>
          <p:nvPr/>
        </p:nvSpPr>
        <p:spPr bwMode="auto">
          <a:xfrm>
            <a:off x="8094497" y="6998018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91" name="Rectangle 4"/>
          <p:cNvSpPr>
            <a:spLocks noChangeArrowheads="1"/>
          </p:cNvSpPr>
          <p:nvPr/>
        </p:nvSpPr>
        <p:spPr bwMode="auto">
          <a:xfrm>
            <a:off x="8333384" y="6998018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692" name="TextBox 3"/>
          <p:cNvSpPr txBox="1"/>
          <p:nvPr/>
        </p:nvSpPr>
        <p:spPr>
          <a:xfrm>
            <a:off x="8538006" y="6969214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140</a:t>
            </a:r>
            <a:endParaRPr lang="en-US" dirty="0"/>
          </a:p>
        </p:txBody>
      </p:sp>
      <p:sp>
        <p:nvSpPr>
          <p:cNvPr id="4693" name="Rectangle 4"/>
          <p:cNvSpPr>
            <a:spLocks noChangeArrowheads="1"/>
          </p:cNvSpPr>
          <p:nvPr/>
        </p:nvSpPr>
        <p:spPr bwMode="auto">
          <a:xfrm>
            <a:off x="466725" y="917498"/>
            <a:ext cx="6350" cy="6361455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4694" name="Rectangle 4"/>
          <p:cNvSpPr>
            <a:spLocks noChangeArrowheads="1"/>
          </p:cNvSpPr>
          <p:nvPr/>
        </p:nvSpPr>
        <p:spPr bwMode="auto">
          <a:xfrm>
            <a:off x="7213854" y="466484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95" name="Rectangle 4"/>
          <p:cNvSpPr>
            <a:spLocks noChangeArrowheads="1"/>
          </p:cNvSpPr>
          <p:nvPr/>
        </p:nvSpPr>
        <p:spPr bwMode="auto">
          <a:xfrm>
            <a:off x="878255" y="466484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96" name="Rectangle 4"/>
          <p:cNvSpPr>
            <a:spLocks noChangeArrowheads="1"/>
          </p:cNvSpPr>
          <p:nvPr/>
        </p:nvSpPr>
        <p:spPr bwMode="auto">
          <a:xfrm>
            <a:off x="7213854" y="312686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97" name="Rectangle 4"/>
          <p:cNvSpPr>
            <a:spLocks noChangeArrowheads="1"/>
          </p:cNvSpPr>
          <p:nvPr/>
        </p:nvSpPr>
        <p:spPr bwMode="auto">
          <a:xfrm>
            <a:off x="878255" y="312686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98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99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00" name="Rectangle 4"/>
          <p:cNvSpPr>
            <a:spLocks noChangeArrowheads="1"/>
          </p:cNvSpPr>
          <p:nvPr/>
        </p:nvSpPr>
        <p:spPr bwMode="auto">
          <a:xfrm>
            <a:off x="466725" y="7272604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4701" name="Rectangle 4"/>
          <p:cNvSpPr>
            <a:spLocks noChangeArrowheads="1"/>
          </p:cNvSpPr>
          <p:nvPr/>
        </p:nvSpPr>
        <p:spPr bwMode="auto">
          <a:xfrm>
            <a:off x="7213854" y="158888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02" name="Rectangle 4"/>
          <p:cNvSpPr>
            <a:spLocks noChangeArrowheads="1"/>
          </p:cNvSpPr>
          <p:nvPr/>
        </p:nvSpPr>
        <p:spPr bwMode="auto">
          <a:xfrm>
            <a:off x="878255" y="158888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03" name="Rectangle 4"/>
          <p:cNvSpPr>
            <a:spLocks noChangeArrowheads="1"/>
          </p:cNvSpPr>
          <p:nvPr/>
        </p:nvSpPr>
        <p:spPr bwMode="auto">
          <a:xfrm>
            <a:off x="7213854" y="648059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04" name="Rectangle 4"/>
          <p:cNvSpPr>
            <a:spLocks noChangeArrowheads="1"/>
          </p:cNvSpPr>
          <p:nvPr/>
        </p:nvSpPr>
        <p:spPr bwMode="auto">
          <a:xfrm>
            <a:off x="878255" y="648059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05" name="Rectangle 4"/>
          <p:cNvSpPr>
            <a:spLocks noChangeArrowheads="1"/>
          </p:cNvSpPr>
          <p:nvPr/>
        </p:nvSpPr>
        <p:spPr bwMode="auto">
          <a:xfrm>
            <a:off x="7213854" y="415218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06" name="Rectangle 4"/>
          <p:cNvSpPr>
            <a:spLocks noChangeArrowheads="1"/>
          </p:cNvSpPr>
          <p:nvPr/>
        </p:nvSpPr>
        <p:spPr bwMode="auto">
          <a:xfrm>
            <a:off x="878255" y="415218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07" name="Rectangle 4"/>
          <p:cNvSpPr>
            <a:spLocks noChangeArrowheads="1"/>
          </p:cNvSpPr>
          <p:nvPr/>
        </p:nvSpPr>
        <p:spPr bwMode="auto">
          <a:xfrm>
            <a:off x="466725" y="917498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4708" name="Rectangle 4"/>
          <p:cNvSpPr>
            <a:spLocks noChangeArrowheads="1"/>
          </p:cNvSpPr>
          <p:nvPr/>
        </p:nvSpPr>
        <p:spPr bwMode="auto">
          <a:xfrm>
            <a:off x="7213854" y="210154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09" name="Rectangle 4"/>
          <p:cNvSpPr>
            <a:spLocks noChangeArrowheads="1"/>
          </p:cNvSpPr>
          <p:nvPr/>
        </p:nvSpPr>
        <p:spPr bwMode="auto">
          <a:xfrm>
            <a:off x="878255" y="210154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" name="Rectangle 4"/>
          <p:cNvSpPr>
            <a:spLocks noChangeArrowheads="1"/>
          </p:cNvSpPr>
          <p:nvPr/>
        </p:nvSpPr>
        <p:spPr bwMode="auto">
          <a:xfrm>
            <a:off x="7213854" y="727101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1" name="Rectangle 4"/>
          <p:cNvSpPr>
            <a:spLocks noChangeArrowheads="1"/>
          </p:cNvSpPr>
          <p:nvPr/>
        </p:nvSpPr>
        <p:spPr bwMode="auto">
          <a:xfrm>
            <a:off x="878255" y="727101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2" name="Rectangle 4"/>
          <p:cNvSpPr>
            <a:spLocks noChangeArrowheads="1"/>
          </p:cNvSpPr>
          <p:nvPr/>
        </p:nvSpPr>
        <p:spPr bwMode="auto">
          <a:xfrm>
            <a:off x="7213854" y="596793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3" name="Rectangle 4"/>
          <p:cNvSpPr>
            <a:spLocks noChangeArrowheads="1"/>
          </p:cNvSpPr>
          <p:nvPr/>
        </p:nvSpPr>
        <p:spPr bwMode="auto">
          <a:xfrm>
            <a:off x="878255" y="596793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4" name="Rectangle 4"/>
          <p:cNvSpPr>
            <a:spLocks noChangeArrowheads="1"/>
          </p:cNvSpPr>
          <p:nvPr/>
        </p:nvSpPr>
        <p:spPr bwMode="auto">
          <a:xfrm>
            <a:off x="7213854" y="107622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5" name="Rectangle 4"/>
          <p:cNvSpPr>
            <a:spLocks noChangeArrowheads="1"/>
          </p:cNvSpPr>
          <p:nvPr/>
        </p:nvSpPr>
        <p:spPr bwMode="auto">
          <a:xfrm>
            <a:off x="878255" y="107622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6" name="Rectangle 4"/>
          <p:cNvSpPr>
            <a:spLocks noChangeArrowheads="1"/>
          </p:cNvSpPr>
          <p:nvPr/>
        </p:nvSpPr>
        <p:spPr bwMode="auto">
          <a:xfrm>
            <a:off x="7213854" y="51775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7" name="Rectangle 4"/>
          <p:cNvSpPr>
            <a:spLocks noChangeArrowheads="1"/>
          </p:cNvSpPr>
          <p:nvPr/>
        </p:nvSpPr>
        <p:spPr bwMode="auto">
          <a:xfrm>
            <a:off x="878255" y="517751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8" name="Rectangle 4"/>
          <p:cNvSpPr>
            <a:spLocks noChangeArrowheads="1"/>
          </p:cNvSpPr>
          <p:nvPr/>
        </p:nvSpPr>
        <p:spPr bwMode="auto">
          <a:xfrm>
            <a:off x="7213854" y="363952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9" name="Rectangle 4"/>
          <p:cNvSpPr>
            <a:spLocks noChangeArrowheads="1"/>
          </p:cNvSpPr>
          <p:nvPr/>
        </p:nvSpPr>
        <p:spPr bwMode="auto">
          <a:xfrm>
            <a:off x="878255" y="363952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20" name="Rectangle 4"/>
          <p:cNvSpPr>
            <a:spLocks noChangeArrowheads="1"/>
          </p:cNvSpPr>
          <p:nvPr/>
        </p:nvSpPr>
        <p:spPr bwMode="auto">
          <a:xfrm>
            <a:off x="7213854" y="261420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21" name="Rectangle 4"/>
          <p:cNvSpPr>
            <a:spLocks noChangeArrowheads="1"/>
          </p:cNvSpPr>
          <p:nvPr/>
        </p:nvSpPr>
        <p:spPr bwMode="auto">
          <a:xfrm>
            <a:off x="878255" y="261420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22" name="Rectangle 4"/>
          <p:cNvSpPr>
            <a:spLocks noChangeArrowheads="1"/>
          </p:cNvSpPr>
          <p:nvPr/>
        </p:nvSpPr>
        <p:spPr bwMode="auto">
          <a:xfrm>
            <a:off x="469900" y="7275779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23" name="Rectangle 4"/>
          <p:cNvSpPr>
            <a:spLocks noChangeArrowheads="1"/>
          </p:cNvSpPr>
          <p:nvPr/>
        </p:nvSpPr>
        <p:spPr bwMode="auto">
          <a:xfrm>
            <a:off x="7213854" y="699325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24" name="Rectangle 4"/>
          <p:cNvSpPr>
            <a:spLocks noChangeArrowheads="1"/>
          </p:cNvSpPr>
          <p:nvPr/>
        </p:nvSpPr>
        <p:spPr bwMode="auto">
          <a:xfrm>
            <a:off x="878255" y="699325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25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26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27" name="Rectangle 4"/>
          <p:cNvSpPr>
            <a:spLocks noChangeArrowheads="1"/>
          </p:cNvSpPr>
          <p:nvPr/>
        </p:nvSpPr>
        <p:spPr bwMode="auto">
          <a:xfrm>
            <a:off x="7213854" y="545527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28" name="Rectangle 4"/>
          <p:cNvSpPr>
            <a:spLocks noChangeArrowheads="1"/>
          </p:cNvSpPr>
          <p:nvPr/>
        </p:nvSpPr>
        <p:spPr bwMode="auto">
          <a:xfrm>
            <a:off x="878255" y="545527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9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730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4731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4732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733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4734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4735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4736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737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4738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4739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740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4741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4742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743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4744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745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4746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747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4748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4749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750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4751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4752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753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4754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4755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756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4757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758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4759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760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4761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4762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28051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763" name="TextBox 3"/>
          <p:cNvSpPr txBox="1"/>
          <p:nvPr/>
        </p:nvSpPr>
        <p:spPr>
          <a:xfrm>
            <a:off x="422275" y="895045"/>
            <a:ext cx="47701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</a:t>
            </a:r>
            <a:endParaRPr lang="en-US" dirty="0"/>
          </a:p>
        </p:txBody>
      </p:sp>
      <p:sp>
        <p:nvSpPr>
          <p:cNvPr id="4764" name="TextBox 3"/>
          <p:cNvSpPr txBox="1"/>
          <p:nvPr/>
        </p:nvSpPr>
        <p:spPr>
          <a:xfrm>
            <a:off x="422275" y="1012494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4765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766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767" name="TextBox 3"/>
          <p:cNvSpPr txBox="1"/>
          <p:nvPr/>
        </p:nvSpPr>
        <p:spPr>
          <a:xfrm>
            <a:off x="1314958" y="891870"/>
            <a:ext cx="66344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 &amp; </a:t>
            </a:r>
            <a:endParaRPr lang="en-US" dirty="0"/>
          </a:p>
        </p:txBody>
      </p:sp>
      <p:sp>
        <p:nvSpPr>
          <p:cNvPr id="4768" name="TextBox 3"/>
          <p:cNvSpPr txBox="1"/>
          <p:nvPr/>
        </p:nvSpPr>
        <p:spPr>
          <a:xfrm>
            <a:off x="1314958" y="1009319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769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770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771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772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773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774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775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776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777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778" name="Rectangle 4"/>
          <p:cNvSpPr>
            <a:spLocks noChangeArrowheads="1"/>
          </p:cNvSpPr>
          <p:nvPr/>
        </p:nvSpPr>
        <p:spPr bwMode="auto">
          <a:xfrm>
            <a:off x="878255" y="1198435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779" name="TextBox 3"/>
          <p:cNvSpPr txBox="1"/>
          <p:nvPr/>
        </p:nvSpPr>
        <p:spPr>
          <a:xfrm>
            <a:off x="827455" y="116963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8470335</a:t>
            </a:r>
            <a:endParaRPr lang="en-US" dirty="0"/>
          </a:p>
        </p:txBody>
      </p:sp>
      <p:sp>
        <p:nvSpPr>
          <p:cNvPr id="4780" name="Rectangle 4"/>
          <p:cNvSpPr>
            <a:spLocks noChangeArrowheads="1"/>
          </p:cNvSpPr>
          <p:nvPr/>
        </p:nvSpPr>
        <p:spPr bwMode="auto">
          <a:xfrm>
            <a:off x="1365758" y="1198435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781" name="TextBox 3"/>
          <p:cNvSpPr txBox="1"/>
          <p:nvPr/>
        </p:nvSpPr>
        <p:spPr>
          <a:xfrm>
            <a:off x="1314958" y="116963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4782" name="TextBox 3"/>
          <p:cNvSpPr txBox="1"/>
          <p:nvPr/>
        </p:nvSpPr>
        <p:spPr>
          <a:xfrm>
            <a:off x="1314958" y="1287081"/>
            <a:ext cx="827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Management, </a:t>
            </a:r>
            <a:endParaRPr lang="en-US" dirty="0"/>
          </a:p>
        </p:txBody>
      </p:sp>
      <p:sp>
        <p:nvSpPr>
          <p:cNvPr id="4783" name="TextBox 3"/>
          <p:cNvSpPr txBox="1"/>
          <p:nvPr/>
        </p:nvSpPr>
        <p:spPr>
          <a:xfrm>
            <a:off x="1314958" y="1404531"/>
            <a:ext cx="66344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 &amp; </a:t>
            </a:r>
            <a:endParaRPr lang="en-US" dirty="0"/>
          </a:p>
        </p:txBody>
      </p:sp>
      <p:sp>
        <p:nvSpPr>
          <p:cNvPr id="4784" name="TextBox 3"/>
          <p:cNvSpPr txBox="1"/>
          <p:nvPr/>
        </p:nvSpPr>
        <p:spPr>
          <a:xfrm>
            <a:off x="1314958" y="1521980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785" name="Rectangle 4"/>
          <p:cNvSpPr>
            <a:spLocks noChangeArrowheads="1"/>
          </p:cNvSpPr>
          <p:nvPr/>
        </p:nvSpPr>
        <p:spPr bwMode="auto">
          <a:xfrm>
            <a:off x="2163546" y="1198435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786" name="TextBox 3"/>
          <p:cNvSpPr txBox="1"/>
          <p:nvPr/>
        </p:nvSpPr>
        <p:spPr>
          <a:xfrm>
            <a:off x="2112746" y="116963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4787" name="Rectangle 4"/>
          <p:cNvSpPr>
            <a:spLocks noChangeArrowheads="1"/>
          </p:cNvSpPr>
          <p:nvPr/>
        </p:nvSpPr>
        <p:spPr bwMode="auto">
          <a:xfrm>
            <a:off x="2622702" y="1198435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788" name="TextBox 3"/>
          <p:cNvSpPr txBox="1"/>
          <p:nvPr/>
        </p:nvSpPr>
        <p:spPr>
          <a:xfrm>
            <a:off x="2571902" y="1169631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4789" name="TextBox 3"/>
          <p:cNvSpPr txBox="1"/>
          <p:nvPr/>
        </p:nvSpPr>
        <p:spPr>
          <a:xfrm>
            <a:off x="2571902" y="1287081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4790" name="Rectangle 4"/>
          <p:cNvSpPr>
            <a:spLocks noChangeArrowheads="1"/>
          </p:cNvSpPr>
          <p:nvPr/>
        </p:nvSpPr>
        <p:spPr bwMode="auto">
          <a:xfrm>
            <a:off x="3680282" y="1198435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791" name="TextBox 3"/>
          <p:cNvSpPr txBox="1"/>
          <p:nvPr/>
        </p:nvSpPr>
        <p:spPr>
          <a:xfrm>
            <a:off x="3629482" y="116963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847.8470335.1.412534.000000.847001.100178</a:t>
            </a:r>
            <a:endParaRPr lang="en-US" dirty="0"/>
          </a:p>
        </p:txBody>
      </p:sp>
      <p:sp>
        <p:nvSpPr>
          <p:cNvPr id="4792" name="Rectangle 4"/>
          <p:cNvSpPr>
            <a:spLocks noChangeArrowheads="1"/>
          </p:cNvSpPr>
          <p:nvPr/>
        </p:nvSpPr>
        <p:spPr bwMode="auto">
          <a:xfrm>
            <a:off x="5918962" y="119843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793" name="TextBox 3"/>
          <p:cNvSpPr txBox="1"/>
          <p:nvPr/>
        </p:nvSpPr>
        <p:spPr>
          <a:xfrm>
            <a:off x="6072225" y="116963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444,008</a:t>
            </a:r>
            <a:endParaRPr lang="en-US" dirty="0"/>
          </a:p>
        </p:txBody>
      </p:sp>
      <p:sp>
        <p:nvSpPr>
          <p:cNvPr id="4794" name="Rectangle 4"/>
          <p:cNvSpPr>
            <a:spLocks noChangeArrowheads="1"/>
          </p:cNvSpPr>
          <p:nvPr/>
        </p:nvSpPr>
        <p:spPr bwMode="auto">
          <a:xfrm>
            <a:off x="6566408" y="119843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795" name="TextBox 3"/>
          <p:cNvSpPr txBox="1"/>
          <p:nvPr/>
        </p:nvSpPr>
        <p:spPr>
          <a:xfrm>
            <a:off x="6719671" y="116963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405,258</a:t>
            </a:r>
            <a:endParaRPr lang="en-US" dirty="0"/>
          </a:p>
        </p:txBody>
      </p:sp>
      <p:sp>
        <p:nvSpPr>
          <p:cNvPr id="4796" name="Rectangle 4"/>
          <p:cNvSpPr>
            <a:spLocks noChangeArrowheads="1"/>
          </p:cNvSpPr>
          <p:nvPr/>
        </p:nvSpPr>
        <p:spPr bwMode="auto">
          <a:xfrm>
            <a:off x="7213854" y="119843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797" name="TextBox 3"/>
          <p:cNvSpPr txBox="1"/>
          <p:nvPr/>
        </p:nvSpPr>
        <p:spPr>
          <a:xfrm>
            <a:off x="7367118" y="116963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405,254</a:t>
            </a:r>
            <a:endParaRPr lang="en-US" dirty="0"/>
          </a:p>
        </p:txBody>
      </p:sp>
      <p:sp>
        <p:nvSpPr>
          <p:cNvPr id="4798" name="Rectangle 4"/>
          <p:cNvSpPr>
            <a:spLocks noChangeArrowheads="1"/>
          </p:cNvSpPr>
          <p:nvPr/>
        </p:nvSpPr>
        <p:spPr bwMode="auto">
          <a:xfrm>
            <a:off x="7861300" y="1198435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799" name="Rectangle 4"/>
          <p:cNvSpPr>
            <a:spLocks noChangeArrowheads="1"/>
          </p:cNvSpPr>
          <p:nvPr/>
        </p:nvSpPr>
        <p:spPr bwMode="auto">
          <a:xfrm>
            <a:off x="8094497" y="1198435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00" name="Rectangle 4"/>
          <p:cNvSpPr>
            <a:spLocks noChangeArrowheads="1"/>
          </p:cNvSpPr>
          <p:nvPr/>
        </p:nvSpPr>
        <p:spPr bwMode="auto">
          <a:xfrm>
            <a:off x="8333384" y="1198435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01" name="TextBox 3"/>
          <p:cNvSpPr txBox="1"/>
          <p:nvPr/>
        </p:nvSpPr>
        <p:spPr>
          <a:xfrm>
            <a:off x="8650986" y="116963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</a:t>
            </a:r>
            <a:endParaRPr lang="en-US" dirty="0"/>
          </a:p>
        </p:txBody>
      </p:sp>
      <p:sp>
        <p:nvSpPr>
          <p:cNvPr id="4802" name="Rectangle 4"/>
          <p:cNvSpPr>
            <a:spLocks noChangeArrowheads="1"/>
          </p:cNvSpPr>
          <p:nvPr/>
        </p:nvSpPr>
        <p:spPr bwMode="auto">
          <a:xfrm>
            <a:off x="878255" y="1711096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03" name="TextBox 3"/>
          <p:cNvSpPr txBox="1"/>
          <p:nvPr/>
        </p:nvSpPr>
        <p:spPr>
          <a:xfrm>
            <a:off x="827455" y="168229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8470335</a:t>
            </a:r>
            <a:endParaRPr lang="en-US" dirty="0"/>
          </a:p>
        </p:txBody>
      </p:sp>
      <p:sp>
        <p:nvSpPr>
          <p:cNvPr id="4804" name="Rectangle 4"/>
          <p:cNvSpPr>
            <a:spLocks noChangeArrowheads="1"/>
          </p:cNvSpPr>
          <p:nvPr/>
        </p:nvSpPr>
        <p:spPr bwMode="auto">
          <a:xfrm>
            <a:off x="1365758" y="1711096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05" name="TextBox 3"/>
          <p:cNvSpPr txBox="1"/>
          <p:nvPr/>
        </p:nvSpPr>
        <p:spPr>
          <a:xfrm>
            <a:off x="1314958" y="1682292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4806" name="TextBox 3"/>
          <p:cNvSpPr txBox="1"/>
          <p:nvPr/>
        </p:nvSpPr>
        <p:spPr>
          <a:xfrm>
            <a:off x="1314958" y="1799742"/>
            <a:ext cx="827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Management, </a:t>
            </a:r>
            <a:endParaRPr lang="en-US" dirty="0"/>
          </a:p>
        </p:txBody>
      </p:sp>
      <p:sp>
        <p:nvSpPr>
          <p:cNvPr id="4807" name="TextBox 3"/>
          <p:cNvSpPr txBox="1"/>
          <p:nvPr/>
        </p:nvSpPr>
        <p:spPr>
          <a:xfrm>
            <a:off x="1314958" y="1917192"/>
            <a:ext cx="66344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 &amp; </a:t>
            </a:r>
            <a:endParaRPr lang="en-US" dirty="0"/>
          </a:p>
        </p:txBody>
      </p:sp>
      <p:sp>
        <p:nvSpPr>
          <p:cNvPr id="4808" name="TextBox 3"/>
          <p:cNvSpPr txBox="1"/>
          <p:nvPr/>
        </p:nvSpPr>
        <p:spPr>
          <a:xfrm>
            <a:off x="1314958" y="2034641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809" name="Rectangle 4"/>
          <p:cNvSpPr>
            <a:spLocks noChangeArrowheads="1"/>
          </p:cNvSpPr>
          <p:nvPr/>
        </p:nvSpPr>
        <p:spPr bwMode="auto">
          <a:xfrm>
            <a:off x="2163546" y="1711096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10" name="TextBox 3"/>
          <p:cNvSpPr txBox="1"/>
          <p:nvPr/>
        </p:nvSpPr>
        <p:spPr>
          <a:xfrm>
            <a:off x="2112746" y="168229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4811" name="Rectangle 4"/>
          <p:cNvSpPr>
            <a:spLocks noChangeArrowheads="1"/>
          </p:cNvSpPr>
          <p:nvPr/>
        </p:nvSpPr>
        <p:spPr bwMode="auto">
          <a:xfrm>
            <a:off x="2622702" y="1711096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12" name="TextBox 3"/>
          <p:cNvSpPr txBox="1"/>
          <p:nvPr/>
        </p:nvSpPr>
        <p:spPr>
          <a:xfrm>
            <a:off x="2571902" y="1682292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4813" name="Rectangle 4"/>
          <p:cNvSpPr>
            <a:spLocks noChangeArrowheads="1"/>
          </p:cNvSpPr>
          <p:nvPr/>
        </p:nvSpPr>
        <p:spPr bwMode="auto">
          <a:xfrm>
            <a:off x="3680282" y="1711096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14" name="TextBox 3"/>
          <p:cNvSpPr txBox="1"/>
          <p:nvPr/>
        </p:nvSpPr>
        <p:spPr>
          <a:xfrm>
            <a:off x="3629482" y="168229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847.8470335.1.412546.000000.847001.100178</a:t>
            </a:r>
            <a:endParaRPr lang="en-US" dirty="0"/>
          </a:p>
        </p:txBody>
      </p:sp>
      <p:sp>
        <p:nvSpPr>
          <p:cNvPr id="4815" name="Rectangle 4"/>
          <p:cNvSpPr>
            <a:spLocks noChangeArrowheads="1"/>
          </p:cNvSpPr>
          <p:nvPr/>
        </p:nvSpPr>
        <p:spPr bwMode="auto">
          <a:xfrm>
            <a:off x="5918962" y="171109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16" name="TextBox 3"/>
          <p:cNvSpPr txBox="1"/>
          <p:nvPr/>
        </p:nvSpPr>
        <p:spPr>
          <a:xfrm>
            <a:off x="6128715" y="168229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33,553</a:t>
            </a:r>
            <a:endParaRPr lang="en-US" dirty="0"/>
          </a:p>
        </p:txBody>
      </p:sp>
      <p:sp>
        <p:nvSpPr>
          <p:cNvPr id="4817" name="Rectangle 4"/>
          <p:cNvSpPr>
            <a:spLocks noChangeArrowheads="1"/>
          </p:cNvSpPr>
          <p:nvPr/>
        </p:nvSpPr>
        <p:spPr bwMode="auto">
          <a:xfrm>
            <a:off x="6566408" y="171109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18" name="TextBox 3"/>
          <p:cNvSpPr txBox="1"/>
          <p:nvPr/>
        </p:nvSpPr>
        <p:spPr>
          <a:xfrm>
            <a:off x="6776161" y="168229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17,264</a:t>
            </a:r>
            <a:endParaRPr lang="en-US" dirty="0"/>
          </a:p>
        </p:txBody>
      </p:sp>
      <p:sp>
        <p:nvSpPr>
          <p:cNvPr id="4819" name="Rectangle 4"/>
          <p:cNvSpPr>
            <a:spLocks noChangeArrowheads="1"/>
          </p:cNvSpPr>
          <p:nvPr/>
        </p:nvSpPr>
        <p:spPr bwMode="auto">
          <a:xfrm>
            <a:off x="7213854" y="171109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20" name="TextBox 3"/>
          <p:cNvSpPr txBox="1"/>
          <p:nvPr/>
        </p:nvSpPr>
        <p:spPr>
          <a:xfrm>
            <a:off x="7423607" y="168229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16,704</a:t>
            </a:r>
            <a:endParaRPr lang="en-US" dirty="0"/>
          </a:p>
        </p:txBody>
      </p:sp>
      <p:sp>
        <p:nvSpPr>
          <p:cNvPr id="4821" name="Rectangle 4"/>
          <p:cNvSpPr>
            <a:spLocks noChangeArrowheads="1"/>
          </p:cNvSpPr>
          <p:nvPr/>
        </p:nvSpPr>
        <p:spPr bwMode="auto">
          <a:xfrm>
            <a:off x="7861300" y="1711096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22" name="Rectangle 4"/>
          <p:cNvSpPr>
            <a:spLocks noChangeArrowheads="1"/>
          </p:cNvSpPr>
          <p:nvPr/>
        </p:nvSpPr>
        <p:spPr bwMode="auto">
          <a:xfrm>
            <a:off x="8094497" y="1711096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23" name="Rectangle 4"/>
          <p:cNvSpPr>
            <a:spLocks noChangeArrowheads="1"/>
          </p:cNvSpPr>
          <p:nvPr/>
        </p:nvSpPr>
        <p:spPr bwMode="auto">
          <a:xfrm>
            <a:off x="8333384" y="1711096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24" name="TextBox 3"/>
          <p:cNvSpPr txBox="1"/>
          <p:nvPr/>
        </p:nvSpPr>
        <p:spPr>
          <a:xfrm>
            <a:off x="8538006" y="1682292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560</a:t>
            </a:r>
            <a:endParaRPr lang="en-US" dirty="0"/>
          </a:p>
        </p:txBody>
      </p:sp>
      <p:sp>
        <p:nvSpPr>
          <p:cNvPr id="4825" name="Rectangle 4"/>
          <p:cNvSpPr>
            <a:spLocks noChangeArrowheads="1"/>
          </p:cNvSpPr>
          <p:nvPr/>
        </p:nvSpPr>
        <p:spPr bwMode="auto">
          <a:xfrm>
            <a:off x="878255" y="2223757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26" name="TextBox 3"/>
          <p:cNvSpPr txBox="1"/>
          <p:nvPr/>
        </p:nvSpPr>
        <p:spPr>
          <a:xfrm>
            <a:off x="827455" y="219495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8470335</a:t>
            </a:r>
            <a:endParaRPr lang="en-US" dirty="0"/>
          </a:p>
        </p:txBody>
      </p:sp>
      <p:sp>
        <p:nvSpPr>
          <p:cNvPr id="4827" name="Rectangle 4"/>
          <p:cNvSpPr>
            <a:spLocks noChangeArrowheads="1"/>
          </p:cNvSpPr>
          <p:nvPr/>
        </p:nvSpPr>
        <p:spPr bwMode="auto">
          <a:xfrm>
            <a:off x="1365758" y="2223757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28" name="TextBox 3"/>
          <p:cNvSpPr txBox="1"/>
          <p:nvPr/>
        </p:nvSpPr>
        <p:spPr>
          <a:xfrm>
            <a:off x="1314958" y="219495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4829" name="TextBox 3"/>
          <p:cNvSpPr txBox="1"/>
          <p:nvPr/>
        </p:nvSpPr>
        <p:spPr>
          <a:xfrm>
            <a:off x="1314958" y="2312403"/>
            <a:ext cx="827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Management, </a:t>
            </a:r>
            <a:endParaRPr lang="en-US" dirty="0"/>
          </a:p>
        </p:txBody>
      </p:sp>
      <p:sp>
        <p:nvSpPr>
          <p:cNvPr id="4830" name="TextBox 3"/>
          <p:cNvSpPr txBox="1"/>
          <p:nvPr/>
        </p:nvSpPr>
        <p:spPr>
          <a:xfrm>
            <a:off x="1314958" y="2429853"/>
            <a:ext cx="66344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 &amp; </a:t>
            </a:r>
            <a:endParaRPr lang="en-US" dirty="0"/>
          </a:p>
        </p:txBody>
      </p:sp>
      <p:sp>
        <p:nvSpPr>
          <p:cNvPr id="4831" name="TextBox 3"/>
          <p:cNvSpPr txBox="1"/>
          <p:nvPr/>
        </p:nvSpPr>
        <p:spPr>
          <a:xfrm>
            <a:off x="1314958" y="2547302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832" name="Rectangle 4"/>
          <p:cNvSpPr>
            <a:spLocks noChangeArrowheads="1"/>
          </p:cNvSpPr>
          <p:nvPr/>
        </p:nvSpPr>
        <p:spPr bwMode="auto">
          <a:xfrm>
            <a:off x="2163546" y="2223757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33" name="TextBox 3"/>
          <p:cNvSpPr txBox="1"/>
          <p:nvPr/>
        </p:nvSpPr>
        <p:spPr>
          <a:xfrm>
            <a:off x="2112746" y="219495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414120</a:t>
            </a:r>
            <a:endParaRPr lang="en-US" dirty="0"/>
          </a:p>
        </p:txBody>
      </p:sp>
      <p:sp>
        <p:nvSpPr>
          <p:cNvPr id="4834" name="Rectangle 4"/>
          <p:cNvSpPr>
            <a:spLocks noChangeArrowheads="1"/>
          </p:cNvSpPr>
          <p:nvPr/>
        </p:nvSpPr>
        <p:spPr bwMode="auto">
          <a:xfrm>
            <a:off x="2622702" y="2223757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35" name="TextBox 3"/>
          <p:cNvSpPr txBox="1"/>
          <p:nvPr/>
        </p:nvSpPr>
        <p:spPr>
          <a:xfrm>
            <a:off x="2571902" y="2194953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Gratuity - Non-</a:t>
            </a:r>
            <a:endParaRPr lang="en-US" dirty="0"/>
          </a:p>
        </p:txBody>
      </p:sp>
      <p:sp>
        <p:nvSpPr>
          <p:cNvPr id="4836" name="TextBox 3"/>
          <p:cNvSpPr txBox="1"/>
          <p:nvPr/>
        </p:nvSpPr>
        <p:spPr>
          <a:xfrm>
            <a:off x="2571902" y="2312403"/>
            <a:ext cx="7538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pensionable </a:t>
            </a:r>
            <a:endParaRPr lang="en-US" dirty="0"/>
          </a:p>
        </p:txBody>
      </p:sp>
      <p:sp>
        <p:nvSpPr>
          <p:cNvPr id="4837" name="TextBox 3"/>
          <p:cNvSpPr txBox="1"/>
          <p:nvPr/>
        </p:nvSpPr>
        <p:spPr>
          <a:xfrm>
            <a:off x="2571902" y="2429853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4838" name="Rectangle 4"/>
          <p:cNvSpPr>
            <a:spLocks noChangeArrowheads="1"/>
          </p:cNvSpPr>
          <p:nvPr/>
        </p:nvSpPr>
        <p:spPr bwMode="auto">
          <a:xfrm>
            <a:off x="3680282" y="2223757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39" name="TextBox 3"/>
          <p:cNvSpPr txBox="1"/>
          <p:nvPr/>
        </p:nvSpPr>
        <p:spPr>
          <a:xfrm>
            <a:off x="3629482" y="219495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847.8470335.1.414120.000000.847001.100178</a:t>
            </a:r>
            <a:endParaRPr lang="en-US" dirty="0"/>
          </a:p>
        </p:txBody>
      </p:sp>
      <p:sp>
        <p:nvSpPr>
          <p:cNvPr id="4840" name="Rectangle 4"/>
          <p:cNvSpPr>
            <a:spLocks noChangeArrowheads="1"/>
          </p:cNvSpPr>
          <p:nvPr/>
        </p:nvSpPr>
        <p:spPr bwMode="auto">
          <a:xfrm>
            <a:off x="5918962" y="222375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41" name="TextBox 3"/>
          <p:cNvSpPr txBox="1"/>
          <p:nvPr/>
        </p:nvSpPr>
        <p:spPr>
          <a:xfrm>
            <a:off x="6382918" y="219495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4842" name="Rectangle 4"/>
          <p:cNvSpPr>
            <a:spLocks noChangeArrowheads="1"/>
          </p:cNvSpPr>
          <p:nvPr/>
        </p:nvSpPr>
        <p:spPr bwMode="auto">
          <a:xfrm>
            <a:off x="6566408" y="222375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43" name="TextBox 3"/>
          <p:cNvSpPr txBox="1"/>
          <p:nvPr/>
        </p:nvSpPr>
        <p:spPr>
          <a:xfrm>
            <a:off x="6719671" y="219495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170,702</a:t>
            </a:r>
            <a:endParaRPr lang="en-US" dirty="0"/>
          </a:p>
        </p:txBody>
      </p:sp>
      <p:sp>
        <p:nvSpPr>
          <p:cNvPr id="4844" name="Rectangle 4"/>
          <p:cNvSpPr>
            <a:spLocks noChangeArrowheads="1"/>
          </p:cNvSpPr>
          <p:nvPr/>
        </p:nvSpPr>
        <p:spPr bwMode="auto">
          <a:xfrm>
            <a:off x="7213854" y="222375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45" name="TextBox 3"/>
          <p:cNvSpPr txBox="1"/>
          <p:nvPr/>
        </p:nvSpPr>
        <p:spPr>
          <a:xfrm>
            <a:off x="7367118" y="219495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170,702</a:t>
            </a:r>
            <a:endParaRPr lang="en-US" dirty="0"/>
          </a:p>
        </p:txBody>
      </p:sp>
      <p:sp>
        <p:nvSpPr>
          <p:cNvPr id="4846" name="Rectangle 4"/>
          <p:cNvSpPr>
            <a:spLocks noChangeArrowheads="1"/>
          </p:cNvSpPr>
          <p:nvPr/>
        </p:nvSpPr>
        <p:spPr bwMode="auto">
          <a:xfrm>
            <a:off x="7861300" y="2223757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47" name="Rectangle 4"/>
          <p:cNvSpPr>
            <a:spLocks noChangeArrowheads="1"/>
          </p:cNvSpPr>
          <p:nvPr/>
        </p:nvSpPr>
        <p:spPr bwMode="auto">
          <a:xfrm>
            <a:off x="8094497" y="2223757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48" name="Rectangle 4"/>
          <p:cNvSpPr>
            <a:spLocks noChangeArrowheads="1"/>
          </p:cNvSpPr>
          <p:nvPr/>
        </p:nvSpPr>
        <p:spPr bwMode="auto">
          <a:xfrm>
            <a:off x="8333384" y="2223757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49" name="TextBox 3"/>
          <p:cNvSpPr txBox="1"/>
          <p:nvPr/>
        </p:nvSpPr>
        <p:spPr>
          <a:xfrm>
            <a:off x="8650986" y="219495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4850" name="Rectangle 4"/>
          <p:cNvSpPr>
            <a:spLocks noChangeArrowheads="1"/>
          </p:cNvSpPr>
          <p:nvPr/>
        </p:nvSpPr>
        <p:spPr bwMode="auto">
          <a:xfrm>
            <a:off x="878255" y="2736418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51" name="TextBox 3"/>
          <p:cNvSpPr txBox="1"/>
          <p:nvPr/>
        </p:nvSpPr>
        <p:spPr>
          <a:xfrm>
            <a:off x="827455" y="270761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8470335</a:t>
            </a:r>
            <a:endParaRPr lang="en-US" dirty="0"/>
          </a:p>
        </p:txBody>
      </p:sp>
      <p:sp>
        <p:nvSpPr>
          <p:cNvPr id="4852" name="Rectangle 4"/>
          <p:cNvSpPr>
            <a:spLocks noChangeArrowheads="1"/>
          </p:cNvSpPr>
          <p:nvPr/>
        </p:nvSpPr>
        <p:spPr bwMode="auto">
          <a:xfrm>
            <a:off x="1365758" y="2736418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53" name="TextBox 3"/>
          <p:cNvSpPr txBox="1"/>
          <p:nvPr/>
        </p:nvSpPr>
        <p:spPr>
          <a:xfrm>
            <a:off x="1314958" y="270761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4854" name="TextBox 3"/>
          <p:cNvSpPr txBox="1"/>
          <p:nvPr/>
        </p:nvSpPr>
        <p:spPr>
          <a:xfrm>
            <a:off x="1314958" y="2825064"/>
            <a:ext cx="827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Management, </a:t>
            </a:r>
            <a:endParaRPr lang="en-US" dirty="0"/>
          </a:p>
        </p:txBody>
      </p:sp>
      <p:sp>
        <p:nvSpPr>
          <p:cNvPr id="4855" name="TextBox 3"/>
          <p:cNvSpPr txBox="1"/>
          <p:nvPr/>
        </p:nvSpPr>
        <p:spPr>
          <a:xfrm>
            <a:off x="1314958" y="2942514"/>
            <a:ext cx="66344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 &amp; </a:t>
            </a:r>
            <a:endParaRPr lang="en-US" dirty="0"/>
          </a:p>
        </p:txBody>
      </p:sp>
      <p:sp>
        <p:nvSpPr>
          <p:cNvPr id="4856" name="TextBox 3"/>
          <p:cNvSpPr txBox="1"/>
          <p:nvPr/>
        </p:nvSpPr>
        <p:spPr>
          <a:xfrm>
            <a:off x="1314958" y="3059963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857" name="Rectangle 4"/>
          <p:cNvSpPr>
            <a:spLocks noChangeArrowheads="1"/>
          </p:cNvSpPr>
          <p:nvPr/>
        </p:nvSpPr>
        <p:spPr bwMode="auto">
          <a:xfrm>
            <a:off x="2163546" y="2736418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58" name="TextBox 3"/>
          <p:cNvSpPr txBox="1"/>
          <p:nvPr/>
        </p:nvSpPr>
        <p:spPr>
          <a:xfrm>
            <a:off x="2112746" y="270761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4859" name="Rectangle 4"/>
          <p:cNvSpPr>
            <a:spLocks noChangeArrowheads="1"/>
          </p:cNvSpPr>
          <p:nvPr/>
        </p:nvSpPr>
        <p:spPr bwMode="auto">
          <a:xfrm>
            <a:off x="2622702" y="2736418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60" name="TextBox 3"/>
          <p:cNvSpPr txBox="1"/>
          <p:nvPr/>
        </p:nvSpPr>
        <p:spPr>
          <a:xfrm>
            <a:off x="2571902" y="2707614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4861" name="TextBox 3"/>
          <p:cNvSpPr txBox="1"/>
          <p:nvPr/>
        </p:nvSpPr>
        <p:spPr>
          <a:xfrm>
            <a:off x="2571902" y="2825064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4862" name="Rectangle 4"/>
          <p:cNvSpPr>
            <a:spLocks noChangeArrowheads="1"/>
          </p:cNvSpPr>
          <p:nvPr/>
        </p:nvSpPr>
        <p:spPr bwMode="auto">
          <a:xfrm>
            <a:off x="3680282" y="2736418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63" name="TextBox 3"/>
          <p:cNvSpPr txBox="1"/>
          <p:nvPr/>
        </p:nvSpPr>
        <p:spPr>
          <a:xfrm>
            <a:off x="3629482" y="270761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847.8470335.1.415110.000000.847001.100178</a:t>
            </a:r>
            <a:endParaRPr lang="en-US" dirty="0"/>
          </a:p>
        </p:txBody>
      </p:sp>
      <p:sp>
        <p:nvSpPr>
          <p:cNvPr id="4864" name="Rectangle 4"/>
          <p:cNvSpPr>
            <a:spLocks noChangeArrowheads="1"/>
          </p:cNvSpPr>
          <p:nvPr/>
        </p:nvSpPr>
        <p:spPr bwMode="auto">
          <a:xfrm>
            <a:off x="5918962" y="273641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65" name="TextBox 3"/>
          <p:cNvSpPr txBox="1"/>
          <p:nvPr/>
        </p:nvSpPr>
        <p:spPr>
          <a:xfrm>
            <a:off x="6072225" y="270761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129,280</a:t>
            </a:r>
            <a:endParaRPr lang="en-US" dirty="0"/>
          </a:p>
        </p:txBody>
      </p:sp>
      <p:sp>
        <p:nvSpPr>
          <p:cNvPr id="4866" name="Rectangle 4"/>
          <p:cNvSpPr>
            <a:spLocks noChangeArrowheads="1"/>
          </p:cNvSpPr>
          <p:nvPr/>
        </p:nvSpPr>
        <p:spPr bwMode="auto">
          <a:xfrm>
            <a:off x="6566408" y="273641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67" name="TextBox 3"/>
          <p:cNvSpPr txBox="1"/>
          <p:nvPr/>
        </p:nvSpPr>
        <p:spPr>
          <a:xfrm>
            <a:off x="6776161" y="270761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64,870</a:t>
            </a:r>
            <a:endParaRPr lang="en-US" dirty="0"/>
          </a:p>
        </p:txBody>
      </p:sp>
      <p:sp>
        <p:nvSpPr>
          <p:cNvPr id="4868" name="Rectangle 4"/>
          <p:cNvSpPr>
            <a:spLocks noChangeArrowheads="1"/>
          </p:cNvSpPr>
          <p:nvPr/>
        </p:nvSpPr>
        <p:spPr bwMode="auto">
          <a:xfrm>
            <a:off x="7213854" y="273641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69" name="TextBox 3"/>
          <p:cNvSpPr txBox="1"/>
          <p:nvPr/>
        </p:nvSpPr>
        <p:spPr>
          <a:xfrm>
            <a:off x="7423607" y="270761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64,855</a:t>
            </a:r>
            <a:endParaRPr lang="en-US" dirty="0"/>
          </a:p>
        </p:txBody>
      </p:sp>
      <p:sp>
        <p:nvSpPr>
          <p:cNvPr id="4870" name="Rectangle 4"/>
          <p:cNvSpPr>
            <a:spLocks noChangeArrowheads="1"/>
          </p:cNvSpPr>
          <p:nvPr/>
        </p:nvSpPr>
        <p:spPr bwMode="auto">
          <a:xfrm>
            <a:off x="7861300" y="2736418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71" name="Rectangle 4"/>
          <p:cNvSpPr>
            <a:spLocks noChangeArrowheads="1"/>
          </p:cNvSpPr>
          <p:nvPr/>
        </p:nvSpPr>
        <p:spPr bwMode="auto">
          <a:xfrm>
            <a:off x="8094497" y="2736418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72" name="Rectangle 4"/>
          <p:cNvSpPr>
            <a:spLocks noChangeArrowheads="1"/>
          </p:cNvSpPr>
          <p:nvPr/>
        </p:nvSpPr>
        <p:spPr bwMode="auto">
          <a:xfrm>
            <a:off x="8333384" y="2736418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73" name="TextBox 3"/>
          <p:cNvSpPr txBox="1"/>
          <p:nvPr/>
        </p:nvSpPr>
        <p:spPr>
          <a:xfrm>
            <a:off x="8594496" y="2707614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15</a:t>
            </a:r>
            <a:endParaRPr lang="en-US" dirty="0"/>
          </a:p>
        </p:txBody>
      </p:sp>
      <p:sp>
        <p:nvSpPr>
          <p:cNvPr id="4874" name="Rectangle 4"/>
          <p:cNvSpPr>
            <a:spLocks noChangeArrowheads="1"/>
          </p:cNvSpPr>
          <p:nvPr/>
        </p:nvSpPr>
        <p:spPr bwMode="auto">
          <a:xfrm>
            <a:off x="878255" y="3249079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75" name="TextBox 3"/>
          <p:cNvSpPr txBox="1"/>
          <p:nvPr/>
        </p:nvSpPr>
        <p:spPr>
          <a:xfrm>
            <a:off x="827455" y="322027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8470335</a:t>
            </a:r>
            <a:endParaRPr lang="en-US" dirty="0"/>
          </a:p>
        </p:txBody>
      </p:sp>
      <p:sp>
        <p:nvSpPr>
          <p:cNvPr id="4876" name="Rectangle 4"/>
          <p:cNvSpPr>
            <a:spLocks noChangeArrowheads="1"/>
          </p:cNvSpPr>
          <p:nvPr/>
        </p:nvSpPr>
        <p:spPr bwMode="auto">
          <a:xfrm>
            <a:off x="1365758" y="3249079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77" name="TextBox 3"/>
          <p:cNvSpPr txBox="1"/>
          <p:nvPr/>
        </p:nvSpPr>
        <p:spPr>
          <a:xfrm>
            <a:off x="1314958" y="322027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4878" name="TextBox 3"/>
          <p:cNvSpPr txBox="1"/>
          <p:nvPr/>
        </p:nvSpPr>
        <p:spPr>
          <a:xfrm>
            <a:off x="1314958" y="3337725"/>
            <a:ext cx="827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Management, </a:t>
            </a:r>
            <a:endParaRPr lang="en-US" dirty="0"/>
          </a:p>
        </p:txBody>
      </p:sp>
      <p:sp>
        <p:nvSpPr>
          <p:cNvPr id="4879" name="TextBox 3"/>
          <p:cNvSpPr txBox="1"/>
          <p:nvPr/>
        </p:nvSpPr>
        <p:spPr>
          <a:xfrm>
            <a:off x="1314958" y="3455174"/>
            <a:ext cx="66344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 &amp; </a:t>
            </a:r>
            <a:endParaRPr lang="en-US" dirty="0"/>
          </a:p>
        </p:txBody>
      </p:sp>
      <p:sp>
        <p:nvSpPr>
          <p:cNvPr id="4880" name="TextBox 3"/>
          <p:cNvSpPr txBox="1"/>
          <p:nvPr/>
        </p:nvSpPr>
        <p:spPr>
          <a:xfrm>
            <a:off x="1314958" y="3572624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881" name="Rectangle 4"/>
          <p:cNvSpPr>
            <a:spLocks noChangeArrowheads="1"/>
          </p:cNvSpPr>
          <p:nvPr/>
        </p:nvSpPr>
        <p:spPr bwMode="auto">
          <a:xfrm>
            <a:off x="2163546" y="3249079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82" name="TextBox 3"/>
          <p:cNvSpPr txBox="1"/>
          <p:nvPr/>
        </p:nvSpPr>
        <p:spPr>
          <a:xfrm>
            <a:off x="2112746" y="322027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4883" name="Rectangle 4"/>
          <p:cNvSpPr>
            <a:spLocks noChangeArrowheads="1"/>
          </p:cNvSpPr>
          <p:nvPr/>
        </p:nvSpPr>
        <p:spPr bwMode="auto">
          <a:xfrm>
            <a:off x="2622702" y="3249079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84" name="TextBox 3"/>
          <p:cNvSpPr txBox="1"/>
          <p:nvPr/>
        </p:nvSpPr>
        <p:spPr>
          <a:xfrm>
            <a:off x="2571902" y="3220275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4885" name="TextBox 3"/>
          <p:cNvSpPr txBox="1"/>
          <p:nvPr/>
        </p:nvSpPr>
        <p:spPr>
          <a:xfrm>
            <a:off x="2571902" y="3337725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4886" name="Rectangle 4"/>
          <p:cNvSpPr>
            <a:spLocks noChangeArrowheads="1"/>
          </p:cNvSpPr>
          <p:nvPr/>
        </p:nvSpPr>
        <p:spPr bwMode="auto">
          <a:xfrm>
            <a:off x="3680282" y="3249079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87" name="TextBox 3"/>
          <p:cNvSpPr txBox="1"/>
          <p:nvPr/>
        </p:nvSpPr>
        <p:spPr>
          <a:xfrm>
            <a:off x="3629482" y="322027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847.8470335.1.416110.000000.847001.100178</a:t>
            </a:r>
            <a:endParaRPr lang="en-US" dirty="0"/>
          </a:p>
        </p:txBody>
      </p:sp>
      <p:sp>
        <p:nvSpPr>
          <p:cNvPr id="4888" name="Rectangle 4"/>
          <p:cNvSpPr>
            <a:spLocks noChangeArrowheads="1"/>
          </p:cNvSpPr>
          <p:nvPr/>
        </p:nvSpPr>
        <p:spPr bwMode="auto">
          <a:xfrm>
            <a:off x="5918962" y="324907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89" name="TextBox 3"/>
          <p:cNvSpPr txBox="1"/>
          <p:nvPr/>
        </p:nvSpPr>
        <p:spPr>
          <a:xfrm>
            <a:off x="6382918" y="322027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4890" name="Rectangle 4"/>
          <p:cNvSpPr>
            <a:spLocks noChangeArrowheads="1"/>
          </p:cNvSpPr>
          <p:nvPr/>
        </p:nvSpPr>
        <p:spPr bwMode="auto">
          <a:xfrm>
            <a:off x="6566408" y="324907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91" name="TextBox 3"/>
          <p:cNvSpPr txBox="1"/>
          <p:nvPr/>
        </p:nvSpPr>
        <p:spPr>
          <a:xfrm>
            <a:off x="6719671" y="322027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338,508</a:t>
            </a:r>
            <a:endParaRPr lang="en-US" dirty="0"/>
          </a:p>
        </p:txBody>
      </p:sp>
      <p:sp>
        <p:nvSpPr>
          <p:cNvPr id="4892" name="Rectangle 4"/>
          <p:cNvSpPr>
            <a:spLocks noChangeArrowheads="1"/>
          </p:cNvSpPr>
          <p:nvPr/>
        </p:nvSpPr>
        <p:spPr bwMode="auto">
          <a:xfrm>
            <a:off x="7213854" y="324907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93" name="TextBox 3"/>
          <p:cNvSpPr txBox="1"/>
          <p:nvPr/>
        </p:nvSpPr>
        <p:spPr>
          <a:xfrm>
            <a:off x="7367118" y="322027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338,501</a:t>
            </a:r>
            <a:endParaRPr lang="en-US" dirty="0"/>
          </a:p>
        </p:txBody>
      </p:sp>
      <p:sp>
        <p:nvSpPr>
          <p:cNvPr id="4894" name="Rectangle 4"/>
          <p:cNvSpPr>
            <a:spLocks noChangeArrowheads="1"/>
          </p:cNvSpPr>
          <p:nvPr/>
        </p:nvSpPr>
        <p:spPr bwMode="auto">
          <a:xfrm>
            <a:off x="7861300" y="3249079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95" name="Rectangle 4"/>
          <p:cNvSpPr>
            <a:spLocks noChangeArrowheads="1"/>
          </p:cNvSpPr>
          <p:nvPr/>
        </p:nvSpPr>
        <p:spPr bwMode="auto">
          <a:xfrm>
            <a:off x="8094497" y="3249079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96" name="Rectangle 4"/>
          <p:cNvSpPr>
            <a:spLocks noChangeArrowheads="1"/>
          </p:cNvSpPr>
          <p:nvPr/>
        </p:nvSpPr>
        <p:spPr bwMode="auto">
          <a:xfrm>
            <a:off x="8333384" y="3249079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97" name="TextBox 3"/>
          <p:cNvSpPr txBox="1"/>
          <p:nvPr/>
        </p:nvSpPr>
        <p:spPr>
          <a:xfrm>
            <a:off x="8650986" y="322027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</a:t>
            </a:r>
            <a:endParaRPr lang="en-US" dirty="0"/>
          </a:p>
        </p:txBody>
      </p:sp>
      <p:sp>
        <p:nvSpPr>
          <p:cNvPr id="4898" name="Rectangle 4"/>
          <p:cNvSpPr>
            <a:spLocks noChangeArrowheads="1"/>
          </p:cNvSpPr>
          <p:nvPr/>
        </p:nvSpPr>
        <p:spPr bwMode="auto">
          <a:xfrm>
            <a:off x="878255" y="3761740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899" name="TextBox 3"/>
          <p:cNvSpPr txBox="1"/>
          <p:nvPr/>
        </p:nvSpPr>
        <p:spPr>
          <a:xfrm>
            <a:off x="827455" y="373293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8470335</a:t>
            </a:r>
            <a:endParaRPr lang="en-US" dirty="0"/>
          </a:p>
        </p:txBody>
      </p:sp>
      <p:sp>
        <p:nvSpPr>
          <p:cNvPr id="4900" name="Rectangle 4"/>
          <p:cNvSpPr>
            <a:spLocks noChangeArrowheads="1"/>
          </p:cNvSpPr>
          <p:nvPr/>
        </p:nvSpPr>
        <p:spPr bwMode="auto">
          <a:xfrm>
            <a:off x="1365758" y="3761740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01" name="TextBox 3"/>
          <p:cNvSpPr txBox="1"/>
          <p:nvPr/>
        </p:nvSpPr>
        <p:spPr>
          <a:xfrm>
            <a:off x="1314958" y="3732936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4902" name="TextBox 3"/>
          <p:cNvSpPr txBox="1"/>
          <p:nvPr/>
        </p:nvSpPr>
        <p:spPr>
          <a:xfrm>
            <a:off x="1314958" y="3850385"/>
            <a:ext cx="827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Management, </a:t>
            </a:r>
            <a:endParaRPr lang="en-US" dirty="0"/>
          </a:p>
        </p:txBody>
      </p:sp>
      <p:sp>
        <p:nvSpPr>
          <p:cNvPr id="4903" name="TextBox 3"/>
          <p:cNvSpPr txBox="1"/>
          <p:nvPr/>
        </p:nvSpPr>
        <p:spPr>
          <a:xfrm>
            <a:off x="1314958" y="3967835"/>
            <a:ext cx="66344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 &amp; </a:t>
            </a:r>
            <a:endParaRPr lang="en-US" dirty="0"/>
          </a:p>
        </p:txBody>
      </p:sp>
      <p:sp>
        <p:nvSpPr>
          <p:cNvPr id="4904" name="TextBox 3"/>
          <p:cNvSpPr txBox="1"/>
          <p:nvPr/>
        </p:nvSpPr>
        <p:spPr>
          <a:xfrm>
            <a:off x="1314958" y="4085285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905" name="Rectangle 4"/>
          <p:cNvSpPr>
            <a:spLocks noChangeArrowheads="1"/>
          </p:cNvSpPr>
          <p:nvPr/>
        </p:nvSpPr>
        <p:spPr bwMode="auto">
          <a:xfrm>
            <a:off x="2163546" y="3761740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06" name="TextBox 3"/>
          <p:cNvSpPr txBox="1"/>
          <p:nvPr/>
        </p:nvSpPr>
        <p:spPr>
          <a:xfrm>
            <a:off x="2112746" y="373293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4907" name="Rectangle 4"/>
          <p:cNvSpPr>
            <a:spLocks noChangeArrowheads="1"/>
          </p:cNvSpPr>
          <p:nvPr/>
        </p:nvSpPr>
        <p:spPr bwMode="auto">
          <a:xfrm>
            <a:off x="2622702" y="3761740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08" name="TextBox 3"/>
          <p:cNvSpPr txBox="1"/>
          <p:nvPr/>
        </p:nvSpPr>
        <p:spPr>
          <a:xfrm>
            <a:off x="2571902" y="3732936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4909" name="TextBox 3"/>
          <p:cNvSpPr txBox="1"/>
          <p:nvPr/>
        </p:nvSpPr>
        <p:spPr>
          <a:xfrm>
            <a:off x="2571902" y="3850385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4910" name="Rectangle 4"/>
          <p:cNvSpPr>
            <a:spLocks noChangeArrowheads="1"/>
          </p:cNvSpPr>
          <p:nvPr/>
        </p:nvSpPr>
        <p:spPr bwMode="auto">
          <a:xfrm>
            <a:off x="3680282" y="3761740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11" name="TextBox 3"/>
          <p:cNvSpPr txBox="1"/>
          <p:nvPr/>
        </p:nvSpPr>
        <p:spPr>
          <a:xfrm>
            <a:off x="3629482" y="373293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847.8470335.1.416310.000000.847001.100178</a:t>
            </a:r>
            <a:endParaRPr lang="en-US" dirty="0"/>
          </a:p>
        </p:txBody>
      </p:sp>
      <p:sp>
        <p:nvSpPr>
          <p:cNvPr id="4912" name="Rectangle 4"/>
          <p:cNvSpPr>
            <a:spLocks noChangeArrowheads="1"/>
          </p:cNvSpPr>
          <p:nvPr/>
        </p:nvSpPr>
        <p:spPr bwMode="auto">
          <a:xfrm>
            <a:off x="5918962" y="376174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13" name="TextBox 3"/>
          <p:cNvSpPr txBox="1"/>
          <p:nvPr/>
        </p:nvSpPr>
        <p:spPr>
          <a:xfrm>
            <a:off x="6072225" y="373293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353,983</a:t>
            </a:r>
            <a:endParaRPr lang="en-US" dirty="0"/>
          </a:p>
        </p:txBody>
      </p:sp>
      <p:sp>
        <p:nvSpPr>
          <p:cNvPr id="4914" name="Rectangle 4"/>
          <p:cNvSpPr>
            <a:spLocks noChangeArrowheads="1"/>
          </p:cNvSpPr>
          <p:nvPr/>
        </p:nvSpPr>
        <p:spPr bwMode="auto">
          <a:xfrm>
            <a:off x="6566408" y="376174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15" name="TextBox 3"/>
          <p:cNvSpPr txBox="1"/>
          <p:nvPr/>
        </p:nvSpPr>
        <p:spPr>
          <a:xfrm>
            <a:off x="6719671" y="373293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318,193</a:t>
            </a:r>
            <a:endParaRPr lang="en-US" dirty="0"/>
          </a:p>
        </p:txBody>
      </p:sp>
      <p:sp>
        <p:nvSpPr>
          <p:cNvPr id="4916" name="Rectangle 4"/>
          <p:cNvSpPr>
            <a:spLocks noChangeArrowheads="1"/>
          </p:cNvSpPr>
          <p:nvPr/>
        </p:nvSpPr>
        <p:spPr bwMode="auto">
          <a:xfrm>
            <a:off x="7213854" y="376174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17" name="TextBox 3"/>
          <p:cNvSpPr txBox="1"/>
          <p:nvPr/>
        </p:nvSpPr>
        <p:spPr>
          <a:xfrm>
            <a:off x="7367118" y="373293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318,193</a:t>
            </a:r>
            <a:endParaRPr lang="en-US" dirty="0"/>
          </a:p>
        </p:txBody>
      </p:sp>
      <p:sp>
        <p:nvSpPr>
          <p:cNvPr id="4918" name="Rectangle 4"/>
          <p:cNvSpPr>
            <a:spLocks noChangeArrowheads="1"/>
          </p:cNvSpPr>
          <p:nvPr/>
        </p:nvSpPr>
        <p:spPr bwMode="auto">
          <a:xfrm>
            <a:off x="7861300" y="3761740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19" name="Rectangle 4"/>
          <p:cNvSpPr>
            <a:spLocks noChangeArrowheads="1"/>
          </p:cNvSpPr>
          <p:nvPr/>
        </p:nvSpPr>
        <p:spPr bwMode="auto">
          <a:xfrm>
            <a:off x="8094497" y="3761740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20" name="Rectangle 4"/>
          <p:cNvSpPr>
            <a:spLocks noChangeArrowheads="1"/>
          </p:cNvSpPr>
          <p:nvPr/>
        </p:nvSpPr>
        <p:spPr bwMode="auto">
          <a:xfrm>
            <a:off x="8333384" y="3761740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21" name="TextBox 3"/>
          <p:cNvSpPr txBox="1"/>
          <p:nvPr/>
        </p:nvSpPr>
        <p:spPr>
          <a:xfrm>
            <a:off x="8650986" y="373293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4922" name="Rectangle 4"/>
          <p:cNvSpPr>
            <a:spLocks noChangeArrowheads="1"/>
          </p:cNvSpPr>
          <p:nvPr/>
        </p:nvSpPr>
        <p:spPr bwMode="auto">
          <a:xfrm>
            <a:off x="878255" y="4274400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923" name="TextBox 3"/>
          <p:cNvSpPr txBox="1"/>
          <p:nvPr/>
        </p:nvSpPr>
        <p:spPr>
          <a:xfrm>
            <a:off x="827455" y="424559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8470335</a:t>
            </a:r>
            <a:endParaRPr lang="en-US" dirty="0"/>
          </a:p>
        </p:txBody>
      </p:sp>
      <p:sp>
        <p:nvSpPr>
          <p:cNvPr id="4924" name="TextBox 3"/>
          <p:cNvSpPr txBox="1"/>
          <p:nvPr/>
        </p:nvSpPr>
        <p:spPr>
          <a:xfrm>
            <a:off x="827455" y="4363047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4925" name="Rectangle 4"/>
          <p:cNvSpPr>
            <a:spLocks noChangeArrowheads="1"/>
          </p:cNvSpPr>
          <p:nvPr/>
        </p:nvSpPr>
        <p:spPr bwMode="auto">
          <a:xfrm>
            <a:off x="1365758" y="4274400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926" name="Rectangle 4"/>
          <p:cNvSpPr>
            <a:spLocks noChangeArrowheads="1"/>
          </p:cNvSpPr>
          <p:nvPr/>
        </p:nvSpPr>
        <p:spPr bwMode="auto">
          <a:xfrm>
            <a:off x="2163546" y="4274400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927" name="Rectangle 4"/>
          <p:cNvSpPr>
            <a:spLocks noChangeArrowheads="1"/>
          </p:cNvSpPr>
          <p:nvPr/>
        </p:nvSpPr>
        <p:spPr bwMode="auto">
          <a:xfrm>
            <a:off x="2622702" y="4274400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928" name="Rectangle 4"/>
          <p:cNvSpPr>
            <a:spLocks noChangeArrowheads="1"/>
          </p:cNvSpPr>
          <p:nvPr/>
        </p:nvSpPr>
        <p:spPr bwMode="auto">
          <a:xfrm>
            <a:off x="3680282" y="4274400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929" name="Rectangle 4"/>
          <p:cNvSpPr>
            <a:spLocks noChangeArrowheads="1"/>
          </p:cNvSpPr>
          <p:nvPr/>
        </p:nvSpPr>
        <p:spPr bwMode="auto">
          <a:xfrm>
            <a:off x="5918962" y="4274400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930" name="TextBox 3"/>
          <p:cNvSpPr txBox="1"/>
          <p:nvPr/>
        </p:nvSpPr>
        <p:spPr>
          <a:xfrm>
            <a:off x="5931001" y="4245597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13,660,450</a:t>
            </a:r>
            <a:endParaRPr lang="en-US" dirty="0"/>
          </a:p>
        </p:txBody>
      </p:sp>
      <p:sp>
        <p:nvSpPr>
          <p:cNvPr id="4931" name="Rectangle 4"/>
          <p:cNvSpPr>
            <a:spLocks noChangeArrowheads="1"/>
          </p:cNvSpPr>
          <p:nvPr/>
        </p:nvSpPr>
        <p:spPr bwMode="auto">
          <a:xfrm>
            <a:off x="6566408" y="4274400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932" name="TextBox 3"/>
          <p:cNvSpPr txBox="1"/>
          <p:nvPr/>
        </p:nvSpPr>
        <p:spPr>
          <a:xfrm>
            <a:off x="6578447" y="4245597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13,420,141</a:t>
            </a:r>
            <a:endParaRPr lang="en-US" dirty="0"/>
          </a:p>
        </p:txBody>
      </p:sp>
      <p:sp>
        <p:nvSpPr>
          <p:cNvPr id="4933" name="Rectangle 4"/>
          <p:cNvSpPr>
            <a:spLocks noChangeArrowheads="1"/>
          </p:cNvSpPr>
          <p:nvPr/>
        </p:nvSpPr>
        <p:spPr bwMode="auto">
          <a:xfrm>
            <a:off x="7213854" y="4274400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934" name="TextBox 3"/>
          <p:cNvSpPr txBox="1"/>
          <p:nvPr/>
        </p:nvSpPr>
        <p:spPr>
          <a:xfrm>
            <a:off x="7225894" y="4245597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13,418,357</a:t>
            </a:r>
            <a:endParaRPr lang="en-US" dirty="0"/>
          </a:p>
        </p:txBody>
      </p:sp>
      <p:sp>
        <p:nvSpPr>
          <p:cNvPr id="4935" name="Rectangle 4"/>
          <p:cNvSpPr>
            <a:spLocks noChangeArrowheads="1"/>
          </p:cNvSpPr>
          <p:nvPr/>
        </p:nvSpPr>
        <p:spPr bwMode="auto">
          <a:xfrm>
            <a:off x="7861300" y="4274400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936" name="Rectangle 4"/>
          <p:cNvSpPr>
            <a:spLocks noChangeArrowheads="1"/>
          </p:cNvSpPr>
          <p:nvPr/>
        </p:nvSpPr>
        <p:spPr bwMode="auto">
          <a:xfrm>
            <a:off x="8094497" y="4274400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937" name="Rectangle 4"/>
          <p:cNvSpPr>
            <a:spLocks noChangeArrowheads="1"/>
          </p:cNvSpPr>
          <p:nvPr/>
        </p:nvSpPr>
        <p:spPr bwMode="auto">
          <a:xfrm>
            <a:off x="8333384" y="4274400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4938" name="TextBox 3"/>
          <p:cNvSpPr txBox="1"/>
          <p:nvPr/>
        </p:nvSpPr>
        <p:spPr>
          <a:xfrm>
            <a:off x="8453272" y="4245597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1,784</a:t>
            </a:r>
            <a:endParaRPr lang="en-US" dirty="0"/>
          </a:p>
        </p:txBody>
      </p:sp>
      <p:sp>
        <p:nvSpPr>
          <p:cNvPr id="4939" name="Rectangle 4"/>
          <p:cNvSpPr>
            <a:spLocks noChangeArrowheads="1"/>
          </p:cNvSpPr>
          <p:nvPr/>
        </p:nvSpPr>
        <p:spPr bwMode="auto">
          <a:xfrm>
            <a:off x="878255" y="4552162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40" name="TextBox 3"/>
          <p:cNvSpPr txBox="1"/>
          <p:nvPr/>
        </p:nvSpPr>
        <p:spPr>
          <a:xfrm>
            <a:off x="827455" y="452335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8470340</a:t>
            </a:r>
            <a:endParaRPr lang="en-US" dirty="0"/>
          </a:p>
        </p:txBody>
      </p:sp>
      <p:sp>
        <p:nvSpPr>
          <p:cNvPr id="4941" name="Rectangle 4"/>
          <p:cNvSpPr>
            <a:spLocks noChangeArrowheads="1"/>
          </p:cNvSpPr>
          <p:nvPr/>
        </p:nvSpPr>
        <p:spPr bwMode="auto">
          <a:xfrm>
            <a:off x="1365758" y="4552162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42" name="TextBox 3"/>
          <p:cNvSpPr txBox="1"/>
          <p:nvPr/>
        </p:nvSpPr>
        <p:spPr>
          <a:xfrm>
            <a:off x="1314958" y="4523359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4943" name="TextBox 3"/>
          <p:cNvSpPr txBox="1"/>
          <p:nvPr/>
        </p:nvSpPr>
        <p:spPr>
          <a:xfrm>
            <a:off x="1314958" y="4640808"/>
            <a:ext cx="7198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Mechanical </a:t>
            </a:r>
            <a:endParaRPr lang="en-US" dirty="0"/>
          </a:p>
        </p:txBody>
      </p:sp>
      <p:sp>
        <p:nvSpPr>
          <p:cNvPr id="4944" name="TextBox 3"/>
          <p:cNvSpPr txBox="1"/>
          <p:nvPr/>
        </p:nvSpPr>
        <p:spPr>
          <a:xfrm>
            <a:off x="1314958" y="4758258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945" name="Rectangle 4"/>
          <p:cNvSpPr>
            <a:spLocks noChangeArrowheads="1"/>
          </p:cNvSpPr>
          <p:nvPr/>
        </p:nvSpPr>
        <p:spPr bwMode="auto">
          <a:xfrm>
            <a:off x="2163546" y="4552162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46" name="TextBox 3"/>
          <p:cNvSpPr txBox="1"/>
          <p:nvPr/>
        </p:nvSpPr>
        <p:spPr>
          <a:xfrm>
            <a:off x="2112746" y="452335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4947" name="Rectangle 4"/>
          <p:cNvSpPr>
            <a:spLocks noChangeArrowheads="1"/>
          </p:cNvSpPr>
          <p:nvPr/>
        </p:nvSpPr>
        <p:spPr bwMode="auto">
          <a:xfrm>
            <a:off x="2622702" y="4552162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48" name="TextBox 3"/>
          <p:cNvSpPr txBox="1"/>
          <p:nvPr/>
        </p:nvSpPr>
        <p:spPr>
          <a:xfrm>
            <a:off x="2571902" y="4523359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4949" name="TextBox 3"/>
          <p:cNvSpPr txBox="1"/>
          <p:nvPr/>
        </p:nvSpPr>
        <p:spPr>
          <a:xfrm>
            <a:off x="2571902" y="4640808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4950" name="Rectangle 4"/>
          <p:cNvSpPr>
            <a:spLocks noChangeArrowheads="1"/>
          </p:cNvSpPr>
          <p:nvPr/>
        </p:nvSpPr>
        <p:spPr bwMode="auto">
          <a:xfrm>
            <a:off x="3680282" y="4552162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51" name="TextBox 3"/>
          <p:cNvSpPr txBox="1"/>
          <p:nvPr/>
        </p:nvSpPr>
        <p:spPr>
          <a:xfrm>
            <a:off x="3629482" y="452335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847.8470340.1.412121.000000.847001.100178</a:t>
            </a:r>
            <a:endParaRPr lang="en-US" dirty="0"/>
          </a:p>
        </p:txBody>
      </p:sp>
      <p:sp>
        <p:nvSpPr>
          <p:cNvPr id="4952" name="Rectangle 4"/>
          <p:cNvSpPr>
            <a:spLocks noChangeArrowheads="1"/>
          </p:cNvSpPr>
          <p:nvPr/>
        </p:nvSpPr>
        <p:spPr bwMode="auto">
          <a:xfrm>
            <a:off x="5918962" y="455216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53" name="TextBox 3"/>
          <p:cNvSpPr txBox="1"/>
          <p:nvPr/>
        </p:nvSpPr>
        <p:spPr>
          <a:xfrm>
            <a:off x="5931001" y="4523359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21,904,566</a:t>
            </a:r>
            <a:endParaRPr lang="en-US" dirty="0"/>
          </a:p>
        </p:txBody>
      </p:sp>
      <p:sp>
        <p:nvSpPr>
          <p:cNvPr id="4954" name="Rectangle 4"/>
          <p:cNvSpPr>
            <a:spLocks noChangeArrowheads="1"/>
          </p:cNvSpPr>
          <p:nvPr/>
        </p:nvSpPr>
        <p:spPr bwMode="auto">
          <a:xfrm>
            <a:off x="6566408" y="455216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55" name="TextBox 3"/>
          <p:cNvSpPr txBox="1"/>
          <p:nvPr/>
        </p:nvSpPr>
        <p:spPr>
          <a:xfrm>
            <a:off x="6578447" y="4523359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21,557,361</a:t>
            </a:r>
            <a:endParaRPr lang="en-US" dirty="0"/>
          </a:p>
        </p:txBody>
      </p:sp>
      <p:sp>
        <p:nvSpPr>
          <p:cNvPr id="4956" name="Rectangle 4"/>
          <p:cNvSpPr>
            <a:spLocks noChangeArrowheads="1"/>
          </p:cNvSpPr>
          <p:nvPr/>
        </p:nvSpPr>
        <p:spPr bwMode="auto">
          <a:xfrm>
            <a:off x="7213854" y="455216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57" name="TextBox 3"/>
          <p:cNvSpPr txBox="1"/>
          <p:nvPr/>
        </p:nvSpPr>
        <p:spPr>
          <a:xfrm>
            <a:off x="7225894" y="4523359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21,557,360</a:t>
            </a:r>
            <a:endParaRPr lang="en-US" dirty="0"/>
          </a:p>
        </p:txBody>
      </p:sp>
      <p:sp>
        <p:nvSpPr>
          <p:cNvPr id="4958" name="Rectangle 4"/>
          <p:cNvSpPr>
            <a:spLocks noChangeArrowheads="1"/>
          </p:cNvSpPr>
          <p:nvPr/>
        </p:nvSpPr>
        <p:spPr bwMode="auto">
          <a:xfrm>
            <a:off x="7861300" y="4552162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59" name="Rectangle 4"/>
          <p:cNvSpPr>
            <a:spLocks noChangeArrowheads="1"/>
          </p:cNvSpPr>
          <p:nvPr/>
        </p:nvSpPr>
        <p:spPr bwMode="auto">
          <a:xfrm>
            <a:off x="8094497" y="4552162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60" name="Rectangle 4"/>
          <p:cNvSpPr>
            <a:spLocks noChangeArrowheads="1"/>
          </p:cNvSpPr>
          <p:nvPr/>
        </p:nvSpPr>
        <p:spPr bwMode="auto">
          <a:xfrm>
            <a:off x="8333384" y="4552162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61" name="TextBox 3"/>
          <p:cNvSpPr txBox="1"/>
          <p:nvPr/>
        </p:nvSpPr>
        <p:spPr>
          <a:xfrm>
            <a:off x="8650986" y="452335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4962" name="Rectangle 4"/>
          <p:cNvSpPr>
            <a:spLocks noChangeArrowheads="1"/>
          </p:cNvSpPr>
          <p:nvPr/>
        </p:nvSpPr>
        <p:spPr bwMode="auto">
          <a:xfrm>
            <a:off x="878255" y="4947374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63" name="TextBox 3"/>
          <p:cNvSpPr txBox="1"/>
          <p:nvPr/>
        </p:nvSpPr>
        <p:spPr>
          <a:xfrm>
            <a:off x="827455" y="491857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8470340</a:t>
            </a:r>
            <a:endParaRPr lang="en-US" dirty="0"/>
          </a:p>
        </p:txBody>
      </p:sp>
      <p:sp>
        <p:nvSpPr>
          <p:cNvPr id="4964" name="Rectangle 4"/>
          <p:cNvSpPr>
            <a:spLocks noChangeArrowheads="1"/>
          </p:cNvSpPr>
          <p:nvPr/>
        </p:nvSpPr>
        <p:spPr bwMode="auto">
          <a:xfrm>
            <a:off x="1365758" y="4947374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65" name="TextBox 3"/>
          <p:cNvSpPr txBox="1"/>
          <p:nvPr/>
        </p:nvSpPr>
        <p:spPr>
          <a:xfrm>
            <a:off x="1314958" y="4918570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4966" name="TextBox 3"/>
          <p:cNvSpPr txBox="1"/>
          <p:nvPr/>
        </p:nvSpPr>
        <p:spPr>
          <a:xfrm>
            <a:off x="1314958" y="5036020"/>
            <a:ext cx="7198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Mechanical </a:t>
            </a:r>
            <a:endParaRPr lang="en-US" dirty="0"/>
          </a:p>
        </p:txBody>
      </p:sp>
      <p:sp>
        <p:nvSpPr>
          <p:cNvPr id="4967" name="TextBox 3"/>
          <p:cNvSpPr txBox="1"/>
          <p:nvPr/>
        </p:nvSpPr>
        <p:spPr>
          <a:xfrm>
            <a:off x="1314958" y="5153469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968" name="Rectangle 4"/>
          <p:cNvSpPr>
            <a:spLocks noChangeArrowheads="1"/>
          </p:cNvSpPr>
          <p:nvPr/>
        </p:nvSpPr>
        <p:spPr bwMode="auto">
          <a:xfrm>
            <a:off x="2163546" y="4947374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69" name="TextBox 3"/>
          <p:cNvSpPr txBox="1"/>
          <p:nvPr/>
        </p:nvSpPr>
        <p:spPr>
          <a:xfrm>
            <a:off x="2112746" y="491857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4970" name="Rectangle 4"/>
          <p:cNvSpPr>
            <a:spLocks noChangeArrowheads="1"/>
          </p:cNvSpPr>
          <p:nvPr/>
        </p:nvSpPr>
        <p:spPr bwMode="auto">
          <a:xfrm>
            <a:off x="2622702" y="4947374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71" name="TextBox 3"/>
          <p:cNvSpPr txBox="1"/>
          <p:nvPr/>
        </p:nvSpPr>
        <p:spPr>
          <a:xfrm>
            <a:off x="2571902" y="4918570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4972" name="TextBox 3"/>
          <p:cNvSpPr txBox="1"/>
          <p:nvPr/>
        </p:nvSpPr>
        <p:spPr>
          <a:xfrm>
            <a:off x="2571902" y="5036020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4973" name="TextBox 3"/>
          <p:cNvSpPr txBox="1"/>
          <p:nvPr/>
        </p:nvSpPr>
        <p:spPr>
          <a:xfrm>
            <a:off x="2571902" y="5153469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4974" name="Rectangle 4"/>
          <p:cNvSpPr>
            <a:spLocks noChangeArrowheads="1"/>
          </p:cNvSpPr>
          <p:nvPr/>
        </p:nvSpPr>
        <p:spPr bwMode="auto">
          <a:xfrm>
            <a:off x="3680282" y="4947374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75" name="TextBox 3"/>
          <p:cNvSpPr txBox="1"/>
          <p:nvPr/>
        </p:nvSpPr>
        <p:spPr>
          <a:xfrm>
            <a:off x="3629482" y="491857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847.8470340.1.412125.000000.847001.100178</a:t>
            </a:r>
            <a:endParaRPr lang="en-US" dirty="0"/>
          </a:p>
        </p:txBody>
      </p:sp>
      <p:sp>
        <p:nvSpPr>
          <p:cNvPr id="4976" name="Rectangle 4"/>
          <p:cNvSpPr>
            <a:spLocks noChangeArrowheads="1"/>
          </p:cNvSpPr>
          <p:nvPr/>
        </p:nvSpPr>
        <p:spPr bwMode="auto">
          <a:xfrm>
            <a:off x="5918962" y="494737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77" name="TextBox 3"/>
          <p:cNvSpPr txBox="1"/>
          <p:nvPr/>
        </p:nvSpPr>
        <p:spPr>
          <a:xfrm>
            <a:off x="5931001" y="4918570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15,563,797</a:t>
            </a:r>
            <a:endParaRPr lang="en-US" dirty="0"/>
          </a:p>
        </p:txBody>
      </p:sp>
      <p:sp>
        <p:nvSpPr>
          <p:cNvPr id="4978" name="Rectangle 4"/>
          <p:cNvSpPr>
            <a:spLocks noChangeArrowheads="1"/>
          </p:cNvSpPr>
          <p:nvPr/>
        </p:nvSpPr>
        <p:spPr bwMode="auto">
          <a:xfrm>
            <a:off x="6566408" y="494737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79" name="TextBox 3"/>
          <p:cNvSpPr txBox="1"/>
          <p:nvPr/>
        </p:nvSpPr>
        <p:spPr>
          <a:xfrm>
            <a:off x="6578447" y="4918570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17,336,680</a:t>
            </a:r>
            <a:endParaRPr lang="en-US" dirty="0"/>
          </a:p>
        </p:txBody>
      </p:sp>
      <p:sp>
        <p:nvSpPr>
          <p:cNvPr id="4980" name="Rectangle 4"/>
          <p:cNvSpPr>
            <a:spLocks noChangeArrowheads="1"/>
          </p:cNvSpPr>
          <p:nvPr/>
        </p:nvSpPr>
        <p:spPr bwMode="auto">
          <a:xfrm>
            <a:off x="7213854" y="494737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81" name="TextBox 3"/>
          <p:cNvSpPr txBox="1"/>
          <p:nvPr/>
        </p:nvSpPr>
        <p:spPr>
          <a:xfrm>
            <a:off x="7225894" y="4918570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17,336,680</a:t>
            </a:r>
            <a:endParaRPr lang="en-US" dirty="0"/>
          </a:p>
        </p:txBody>
      </p:sp>
      <p:sp>
        <p:nvSpPr>
          <p:cNvPr id="4982" name="Rectangle 4"/>
          <p:cNvSpPr>
            <a:spLocks noChangeArrowheads="1"/>
          </p:cNvSpPr>
          <p:nvPr/>
        </p:nvSpPr>
        <p:spPr bwMode="auto">
          <a:xfrm>
            <a:off x="7861300" y="4947374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83" name="Rectangle 4"/>
          <p:cNvSpPr>
            <a:spLocks noChangeArrowheads="1"/>
          </p:cNvSpPr>
          <p:nvPr/>
        </p:nvSpPr>
        <p:spPr bwMode="auto">
          <a:xfrm>
            <a:off x="8094497" y="4947374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84" name="Rectangle 4"/>
          <p:cNvSpPr>
            <a:spLocks noChangeArrowheads="1"/>
          </p:cNvSpPr>
          <p:nvPr/>
        </p:nvSpPr>
        <p:spPr bwMode="auto">
          <a:xfrm>
            <a:off x="8333384" y="4947374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85" name="TextBox 3"/>
          <p:cNvSpPr txBox="1"/>
          <p:nvPr/>
        </p:nvSpPr>
        <p:spPr>
          <a:xfrm>
            <a:off x="8650986" y="491857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4986" name="Rectangle 4"/>
          <p:cNvSpPr>
            <a:spLocks noChangeArrowheads="1"/>
          </p:cNvSpPr>
          <p:nvPr/>
        </p:nvSpPr>
        <p:spPr bwMode="auto">
          <a:xfrm>
            <a:off x="878255" y="5342585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87" name="TextBox 3"/>
          <p:cNvSpPr txBox="1"/>
          <p:nvPr/>
        </p:nvSpPr>
        <p:spPr>
          <a:xfrm>
            <a:off x="827455" y="531378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8470340</a:t>
            </a:r>
            <a:endParaRPr lang="en-US" dirty="0"/>
          </a:p>
        </p:txBody>
      </p:sp>
      <p:sp>
        <p:nvSpPr>
          <p:cNvPr id="4988" name="Rectangle 4"/>
          <p:cNvSpPr>
            <a:spLocks noChangeArrowheads="1"/>
          </p:cNvSpPr>
          <p:nvPr/>
        </p:nvSpPr>
        <p:spPr bwMode="auto">
          <a:xfrm>
            <a:off x="1365758" y="5342585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89" name="TextBox 3"/>
          <p:cNvSpPr txBox="1"/>
          <p:nvPr/>
        </p:nvSpPr>
        <p:spPr>
          <a:xfrm>
            <a:off x="1314958" y="531378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4990" name="TextBox 3"/>
          <p:cNvSpPr txBox="1"/>
          <p:nvPr/>
        </p:nvSpPr>
        <p:spPr>
          <a:xfrm>
            <a:off x="1314958" y="5431231"/>
            <a:ext cx="7198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Mechanical </a:t>
            </a:r>
            <a:endParaRPr lang="en-US" dirty="0"/>
          </a:p>
        </p:txBody>
      </p:sp>
      <p:sp>
        <p:nvSpPr>
          <p:cNvPr id="4991" name="TextBox 3"/>
          <p:cNvSpPr txBox="1"/>
          <p:nvPr/>
        </p:nvSpPr>
        <p:spPr>
          <a:xfrm>
            <a:off x="1314958" y="5548680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4992" name="Rectangle 4"/>
          <p:cNvSpPr>
            <a:spLocks noChangeArrowheads="1"/>
          </p:cNvSpPr>
          <p:nvPr/>
        </p:nvSpPr>
        <p:spPr bwMode="auto">
          <a:xfrm>
            <a:off x="2163546" y="5342585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93" name="TextBox 3"/>
          <p:cNvSpPr txBox="1"/>
          <p:nvPr/>
        </p:nvSpPr>
        <p:spPr>
          <a:xfrm>
            <a:off x="2112746" y="531378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412521</a:t>
            </a:r>
            <a:endParaRPr lang="en-US" dirty="0"/>
          </a:p>
        </p:txBody>
      </p:sp>
      <p:sp>
        <p:nvSpPr>
          <p:cNvPr id="4994" name="Rectangle 4"/>
          <p:cNvSpPr>
            <a:spLocks noChangeArrowheads="1"/>
          </p:cNvSpPr>
          <p:nvPr/>
        </p:nvSpPr>
        <p:spPr bwMode="auto">
          <a:xfrm>
            <a:off x="2622702" y="5342585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95" name="TextBox 3"/>
          <p:cNvSpPr txBox="1"/>
          <p:nvPr/>
        </p:nvSpPr>
        <p:spPr>
          <a:xfrm>
            <a:off x="2571902" y="5313781"/>
            <a:ext cx="8496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 </a:t>
            </a:r>
            <a:endParaRPr lang="en-US" dirty="0"/>
          </a:p>
        </p:txBody>
      </p:sp>
      <p:sp>
        <p:nvSpPr>
          <p:cNvPr id="4996" name="TextBox 3"/>
          <p:cNvSpPr txBox="1"/>
          <p:nvPr/>
        </p:nvSpPr>
        <p:spPr>
          <a:xfrm>
            <a:off x="2571902" y="5431231"/>
            <a:ext cx="1120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 (including </a:t>
            </a:r>
            <a:endParaRPr lang="en-US" dirty="0"/>
          </a:p>
        </p:txBody>
      </p:sp>
      <p:sp>
        <p:nvSpPr>
          <p:cNvPr id="4997" name="TextBox 3"/>
          <p:cNvSpPr txBox="1"/>
          <p:nvPr/>
        </p:nvSpPr>
        <p:spPr>
          <a:xfrm>
            <a:off x="2571902" y="5548680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Mansab)</a:t>
            </a:r>
            <a:endParaRPr lang="en-US" dirty="0"/>
          </a:p>
        </p:txBody>
      </p:sp>
      <p:sp>
        <p:nvSpPr>
          <p:cNvPr id="4998" name="Rectangle 4"/>
          <p:cNvSpPr>
            <a:spLocks noChangeArrowheads="1"/>
          </p:cNvSpPr>
          <p:nvPr/>
        </p:nvSpPr>
        <p:spPr bwMode="auto">
          <a:xfrm>
            <a:off x="3680282" y="5342585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4999" name="TextBox 3"/>
          <p:cNvSpPr txBox="1"/>
          <p:nvPr/>
        </p:nvSpPr>
        <p:spPr>
          <a:xfrm>
            <a:off x="3629482" y="531378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847.8470340.1.412521.000000.847001.100178</a:t>
            </a:r>
            <a:endParaRPr lang="en-US" dirty="0"/>
          </a:p>
        </p:txBody>
      </p:sp>
      <p:sp>
        <p:nvSpPr>
          <p:cNvPr id="5000" name="Rectangle 4"/>
          <p:cNvSpPr>
            <a:spLocks noChangeArrowheads="1"/>
          </p:cNvSpPr>
          <p:nvPr/>
        </p:nvSpPr>
        <p:spPr bwMode="auto">
          <a:xfrm>
            <a:off x="5918962" y="534258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01" name="TextBox 3"/>
          <p:cNvSpPr txBox="1"/>
          <p:nvPr/>
        </p:nvSpPr>
        <p:spPr>
          <a:xfrm>
            <a:off x="5987491" y="531378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1,226,226</a:t>
            </a:r>
            <a:endParaRPr lang="en-US" dirty="0"/>
          </a:p>
        </p:txBody>
      </p:sp>
      <p:sp>
        <p:nvSpPr>
          <p:cNvPr id="5002" name="Rectangle 4"/>
          <p:cNvSpPr>
            <a:spLocks noChangeArrowheads="1"/>
          </p:cNvSpPr>
          <p:nvPr/>
        </p:nvSpPr>
        <p:spPr bwMode="auto">
          <a:xfrm>
            <a:off x="6566408" y="534258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03" name="TextBox 3"/>
          <p:cNvSpPr txBox="1"/>
          <p:nvPr/>
        </p:nvSpPr>
        <p:spPr>
          <a:xfrm>
            <a:off x="6634937" y="531378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1,295,036</a:t>
            </a:r>
            <a:endParaRPr lang="en-US" dirty="0"/>
          </a:p>
        </p:txBody>
      </p:sp>
      <p:sp>
        <p:nvSpPr>
          <p:cNvPr id="5004" name="Rectangle 4"/>
          <p:cNvSpPr>
            <a:spLocks noChangeArrowheads="1"/>
          </p:cNvSpPr>
          <p:nvPr/>
        </p:nvSpPr>
        <p:spPr bwMode="auto">
          <a:xfrm>
            <a:off x="7213854" y="534258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05" name="TextBox 3"/>
          <p:cNvSpPr txBox="1"/>
          <p:nvPr/>
        </p:nvSpPr>
        <p:spPr>
          <a:xfrm>
            <a:off x="7282383" y="531378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1,295,031</a:t>
            </a:r>
            <a:endParaRPr lang="en-US" dirty="0"/>
          </a:p>
        </p:txBody>
      </p:sp>
      <p:sp>
        <p:nvSpPr>
          <p:cNvPr id="5006" name="Rectangle 4"/>
          <p:cNvSpPr>
            <a:spLocks noChangeArrowheads="1"/>
          </p:cNvSpPr>
          <p:nvPr/>
        </p:nvSpPr>
        <p:spPr bwMode="auto">
          <a:xfrm>
            <a:off x="7861300" y="5342585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07" name="Rectangle 4"/>
          <p:cNvSpPr>
            <a:spLocks noChangeArrowheads="1"/>
          </p:cNvSpPr>
          <p:nvPr/>
        </p:nvSpPr>
        <p:spPr bwMode="auto">
          <a:xfrm>
            <a:off x="8094497" y="5342585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08" name="Rectangle 4"/>
          <p:cNvSpPr>
            <a:spLocks noChangeArrowheads="1"/>
          </p:cNvSpPr>
          <p:nvPr/>
        </p:nvSpPr>
        <p:spPr bwMode="auto">
          <a:xfrm>
            <a:off x="8333384" y="5342585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09" name="TextBox 3"/>
          <p:cNvSpPr txBox="1"/>
          <p:nvPr/>
        </p:nvSpPr>
        <p:spPr>
          <a:xfrm>
            <a:off x="8650986" y="531378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</a:t>
            </a:r>
            <a:endParaRPr lang="en-US" dirty="0"/>
          </a:p>
        </p:txBody>
      </p:sp>
      <p:sp>
        <p:nvSpPr>
          <p:cNvPr id="5010" name="Rectangle 4"/>
          <p:cNvSpPr>
            <a:spLocks noChangeArrowheads="1"/>
          </p:cNvSpPr>
          <p:nvPr/>
        </p:nvSpPr>
        <p:spPr bwMode="auto">
          <a:xfrm>
            <a:off x="878255" y="5737797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11" name="TextBox 3"/>
          <p:cNvSpPr txBox="1"/>
          <p:nvPr/>
        </p:nvSpPr>
        <p:spPr>
          <a:xfrm>
            <a:off x="827455" y="570899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8470340</a:t>
            </a:r>
            <a:endParaRPr lang="en-US" dirty="0"/>
          </a:p>
        </p:txBody>
      </p:sp>
      <p:sp>
        <p:nvSpPr>
          <p:cNvPr id="5012" name="Rectangle 4"/>
          <p:cNvSpPr>
            <a:spLocks noChangeArrowheads="1"/>
          </p:cNvSpPr>
          <p:nvPr/>
        </p:nvSpPr>
        <p:spPr bwMode="auto">
          <a:xfrm>
            <a:off x="1365758" y="5737797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13" name="TextBox 3"/>
          <p:cNvSpPr txBox="1"/>
          <p:nvPr/>
        </p:nvSpPr>
        <p:spPr>
          <a:xfrm>
            <a:off x="1314958" y="570899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5014" name="TextBox 3"/>
          <p:cNvSpPr txBox="1"/>
          <p:nvPr/>
        </p:nvSpPr>
        <p:spPr>
          <a:xfrm>
            <a:off x="1314958" y="5826442"/>
            <a:ext cx="7198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Mechanical </a:t>
            </a:r>
            <a:endParaRPr lang="en-US" dirty="0"/>
          </a:p>
        </p:txBody>
      </p:sp>
      <p:sp>
        <p:nvSpPr>
          <p:cNvPr id="5015" name="TextBox 3"/>
          <p:cNvSpPr txBox="1"/>
          <p:nvPr/>
        </p:nvSpPr>
        <p:spPr>
          <a:xfrm>
            <a:off x="1314958" y="5943891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5016" name="Rectangle 4"/>
          <p:cNvSpPr>
            <a:spLocks noChangeArrowheads="1"/>
          </p:cNvSpPr>
          <p:nvPr/>
        </p:nvSpPr>
        <p:spPr bwMode="auto">
          <a:xfrm>
            <a:off x="2163546" y="5737797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17" name="TextBox 3"/>
          <p:cNvSpPr txBox="1"/>
          <p:nvPr/>
        </p:nvSpPr>
        <p:spPr>
          <a:xfrm>
            <a:off x="2112746" y="570899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5018" name="Rectangle 4"/>
          <p:cNvSpPr>
            <a:spLocks noChangeArrowheads="1"/>
          </p:cNvSpPr>
          <p:nvPr/>
        </p:nvSpPr>
        <p:spPr bwMode="auto">
          <a:xfrm>
            <a:off x="2622702" y="5737797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19" name="TextBox 3"/>
          <p:cNvSpPr txBox="1"/>
          <p:nvPr/>
        </p:nvSpPr>
        <p:spPr>
          <a:xfrm>
            <a:off x="2571902" y="5708993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5020" name="Rectangle 4"/>
          <p:cNvSpPr>
            <a:spLocks noChangeArrowheads="1"/>
          </p:cNvSpPr>
          <p:nvPr/>
        </p:nvSpPr>
        <p:spPr bwMode="auto">
          <a:xfrm>
            <a:off x="3680282" y="5737797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21" name="TextBox 3"/>
          <p:cNvSpPr txBox="1"/>
          <p:nvPr/>
        </p:nvSpPr>
        <p:spPr>
          <a:xfrm>
            <a:off x="3629482" y="570899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847.8470340.1.412523.000000.847001.100178</a:t>
            </a:r>
            <a:endParaRPr lang="en-US" dirty="0"/>
          </a:p>
        </p:txBody>
      </p:sp>
      <p:sp>
        <p:nvSpPr>
          <p:cNvPr id="5022" name="Rectangle 4"/>
          <p:cNvSpPr>
            <a:spLocks noChangeArrowheads="1"/>
          </p:cNvSpPr>
          <p:nvPr/>
        </p:nvSpPr>
        <p:spPr bwMode="auto">
          <a:xfrm>
            <a:off x="5918962" y="573779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23" name="TextBox 3"/>
          <p:cNvSpPr txBox="1"/>
          <p:nvPr/>
        </p:nvSpPr>
        <p:spPr>
          <a:xfrm>
            <a:off x="6072225" y="570899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129,600</a:t>
            </a:r>
            <a:endParaRPr lang="en-US" dirty="0"/>
          </a:p>
        </p:txBody>
      </p:sp>
      <p:sp>
        <p:nvSpPr>
          <p:cNvPr id="5024" name="Rectangle 4"/>
          <p:cNvSpPr>
            <a:spLocks noChangeArrowheads="1"/>
          </p:cNvSpPr>
          <p:nvPr/>
        </p:nvSpPr>
        <p:spPr bwMode="auto">
          <a:xfrm>
            <a:off x="6566408" y="573779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25" name="TextBox 3"/>
          <p:cNvSpPr txBox="1"/>
          <p:nvPr/>
        </p:nvSpPr>
        <p:spPr>
          <a:xfrm>
            <a:off x="6719671" y="570899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129,600</a:t>
            </a:r>
            <a:endParaRPr lang="en-US" dirty="0"/>
          </a:p>
        </p:txBody>
      </p:sp>
      <p:sp>
        <p:nvSpPr>
          <p:cNvPr id="5026" name="Rectangle 4"/>
          <p:cNvSpPr>
            <a:spLocks noChangeArrowheads="1"/>
          </p:cNvSpPr>
          <p:nvPr/>
        </p:nvSpPr>
        <p:spPr bwMode="auto">
          <a:xfrm>
            <a:off x="7213854" y="573779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27" name="TextBox 3"/>
          <p:cNvSpPr txBox="1"/>
          <p:nvPr/>
        </p:nvSpPr>
        <p:spPr>
          <a:xfrm>
            <a:off x="7367118" y="570899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127,480</a:t>
            </a:r>
            <a:endParaRPr lang="en-US" dirty="0"/>
          </a:p>
        </p:txBody>
      </p:sp>
      <p:sp>
        <p:nvSpPr>
          <p:cNvPr id="5028" name="Rectangle 4"/>
          <p:cNvSpPr>
            <a:spLocks noChangeArrowheads="1"/>
          </p:cNvSpPr>
          <p:nvPr/>
        </p:nvSpPr>
        <p:spPr bwMode="auto">
          <a:xfrm>
            <a:off x="7861300" y="5737797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29" name="Rectangle 4"/>
          <p:cNvSpPr>
            <a:spLocks noChangeArrowheads="1"/>
          </p:cNvSpPr>
          <p:nvPr/>
        </p:nvSpPr>
        <p:spPr bwMode="auto">
          <a:xfrm>
            <a:off x="8094497" y="5737797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30" name="Rectangle 4"/>
          <p:cNvSpPr>
            <a:spLocks noChangeArrowheads="1"/>
          </p:cNvSpPr>
          <p:nvPr/>
        </p:nvSpPr>
        <p:spPr bwMode="auto">
          <a:xfrm>
            <a:off x="8333384" y="5737797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31" name="TextBox 3"/>
          <p:cNvSpPr txBox="1"/>
          <p:nvPr/>
        </p:nvSpPr>
        <p:spPr>
          <a:xfrm>
            <a:off x="8453272" y="5708993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2,120</a:t>
            </a:r>
            <a:endParaRPr lang="en-US" dirty="0"/>
          </a:p>
        </p:txBody>
      </p:sp>
      <p:sp>
        <p:nvSpPr>
          <p:cNvPr id="5032" name="Rectangle 4"/>
          <p:cNvSpPr>
            <a:spLocks noChangeArrowheads="1"/>
          </p:cNvSpPr>
          <p:nvPr/>
        </p:nvSpPr>
        <p:spPr bwMode="auto">
          <a:xfrm>
            <a:off x="878255" y="6133008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33" name="TextBox 3"/>
          <p:cNvSpPr txBox="1"/>
          <p:nvPr/>
        </p:nvSpPr>
        <p:spPr>
          <a:xfrm>
            <a:off x="827455" y="610420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8470340</a:t>
            </a:r>
            <a:endParaRPr lang="en-US" dirty="0"/>
          </a:p>
        </p:txBody>
      </p:sp>
      <p:sp>
        <p:nvSpPr>
          <p:cNvPr id="5034" name="Rectangle 4"/>
          <p:cNvSpPr>
            <a:spLocks noChangeArrowheads="1"/>
          </p:cNvSpPr>
          <p:nvPr/>
        </p:nvSpPr>
        <p:spPr bwMode="auto">
          <a:xfrm>
            <a:off x="1365758" y="6133008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35" name="TextBox 3"/>
          <p:cNvSpPr txBox="1"/>
          <p:nvPr/>
        </p:nvSpPr>
        <p:spPr>
          <a:xfrm>
            <a:off x="1314958" y="610420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5036" name="TextBox 3"/>
          <p:cNvSpPr txBox="1"/>
          <p:nvPr/>
        </p:nvSpPr>
        <p:spPr>
          <a:xfrm>
            <a:off x="1314958" y="6221653"/>
            <a:ext cx="7198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Mechanical </a:t>
            </a:r>
            <a:endParaRPr lang="en-US" dirty="0"/>
          </a:p>
        </p:txBody>
      </p:sp>
      <p:sp>
        <p:nvSpPr>
          <p:cNvPr id="5037" name="TextBox 3"/>
          <p:cNvSpPr txBox="1"/>
          <p:nvPr/>
        </p:nvSpPr>
        <p:spPr>
          <a:xfrm>
            <a:off x="1314958" y="6339103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5038" name="Rectangle 4"/>
          <p:cNvSpPr>
            <a:spLocks noChangeArrowheads="1"/>
          </p:cNvSpPr>
          <p:nvPr/>
        </p:nvSpPr>
        <p:spPr bwMode="auto">
          <a:xfrm>
            <a:off x="2163546" y="6133008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39" name="TextBox 3"/>
          <p:cNvSpPr txBox="1"/>
          <p:nvPr/>
        </p:nvSpPr>
        <p:spPr>
          <a:xfrm>
            <a:off x="2112746" y="610420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5040" name="Rectangle 4"/>
          <p:cNvSpPr>
            <a:spLocks noChangeArrowheads="1"/>
          </p:cNvSpPr>
          <p:nvPr/>
        </p:nvSpPr>
        <p:spPr bwMode="auto">
          <a:xfrm>
            <a:off x="2622702" y="6133008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41" name="TextBox 3"/>
          <p:cNvSpPr txBox="1"/>
          <p:nvPr/>
        </p:nvSpPr>
        <p:spPr>
          <a:xfrm>
            <a:off x="2571902" y="6104204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5042" name="TextBox 3"/>
          <p:cNvSpPr txBox="1"/>
          <p:nvPr/>
        </p:nvSpPr>
        <p:spPr>
          <a:xfrm>
            <a:off x="2571902" y="6221653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5043" name="Rectangle 4"/>
          <p:cNvSpPr>
            <a:spLocks noChangeArrowheads="1"/>
          </p:cNvSpPr>
          <p:nvPr/>
        </p:nvSpPr>
        <p:spPr bwMode="auto">
          <a:xfrm>
            <a:off x="3680282" y="6133008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44" name="TextBox 3"/>
          <p:cNvSpPr txBox="1"/>
          <p:nvPr/>
        </p:nvSpPr>
        <p:spPr>
          <a:xfrm>
            <a:off x="3629482" y="610420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847.8470340.1.412534.000000.847001.100178</a:t>
            </a:r>
            <a:endParaRPr lang="en-US" dirty="0"/>
          </a:p>
        </p:txBody>
      </p:sp>
      <p:sp>
        <p:nvSpPr>
          <p:cNvPr id="5045" name="Rectangle 4"/>
          <p:cNvSpPr>
            <a:spLocks noChangeArrowheads="1"/>
          </p:cNvSpPr>
          <p:nvPr/>
        </p:nvSpPr>
        <p:spPr bwMode="auto">
          <a:xfrm>
            <a:off x="5918962" y="613300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46" name="TextBox 3"/>
          <p:cNvSpPr txBox="1"/>
          <p:nvPr/>
        </p:nvSpPr>
        <p:spPr>
          <a:xfrm>
            <a:off x="5987491" y="610420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1,805,570</a:t>
            </a:r>
            <a:endParaRPr lang="en-US" dirty="0"/>
          </a:p>
        </p:txBody>
      </p:sp>
      <p:sp>
        <p:nvSpPr>
          <p:cNvPr id="5047" name="Rectangle 4"/>
          <p:cNvSpPr>
            <a:spLocks noChangeArrowheads="1"/>
          </p:cNvSpPr>
          <p:nvPr/>
        </p:nvSpPr>
        <p:spPr bwMode="auto">
          <a:xfrm>
            <a:off x="6566408" y="613300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48" name="TextBox 3"/>
          <p:cNvSpPr txBox="1"/>
          <p:nvPr/>
        </p:nvSpPr>
        <p:spPr>
          <a:xfrm>
            <a:off x="6634937" y="610420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1,664,662</a:t>
            </a:r>
            <a:endParaRPr lang="en-US" dirty="0"/>
          </a:p>
        </p:txBody>
      </p:sp>
      <p:sp>
        <p:nvSpPr>
          <p:cNvPr id="5049" name="Rectangle 4"/>
          <p:cNvSpPr>
            <a:spLocks noChangeArrowheads="1"/>
          </p:cNvSpPr>
          <p:nvPr/>
        </p:nvSpPr>
        <p:spPr bwMode="auto">
          <a:xfrm>
            <a:off x="7213854" y="613300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50" name="TextBox 3"/>
          <p:cNvSpPr txBox="1"/>
          <p:nvPr/>
        </p:nvSpPr>
        <p:spPr>
          <a:xfrm>
            <a:off x="7282383" y="610420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1,664,661</a:t>
            </a:r>
            <a:endParaRPr lang="en-US" dirty="0"/>
          </a:p>
        </p:txBody>
      </p:sp>
      <p:sp>
        <p:nvSpPr>
          <p:cNvPr id="5051" name="Rectangle 4"/>
          <p:cNvSpPr>
            <a:spLocks noChangeArrowheads="1"/>
          </p:cNvSpPr>
          <p:nvPr/>
        </p:nvSpPr>
        <p:spPr bwMode="auto">
          <a:xfrm>
            <a:off x="7861300" y="6133008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52" name="Rectangle 4"/>
          <p:cNvSpPr>
            <a:spLocks noChangeArrowheads="1"/>
          </p:cNvSpPr>
          <p:nvPr/>
        </p:nvSpPr>
        <p:spPr bwMode="auto">
          <a:xfrm>
            <a:off x="8094497" y="6133008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53" name="Rectangle 4"/>
          <p:cNvSpPr>
            <a:spLocks noChangeArrowheads="1"/>
          </p:cNvSpPr>
          <p:nvPr/>
        </p:nvSpPr>
        <p:spPr bwMode="auto">
          <a:xfrm>
            <a:off x="8333384" y="6133008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54" name="TextBox 3"/>
          <p:cNvSpPr txBox="1"/>
          <p:nvPr/>
        </p:nvSpPr>
        <p:spPr>
          <a:xfrm>
            <a:off x="8650986" y="610420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5055" name="Rectangle 4"/>
          <p:cNvSpPr>
            <a:spLocks noChangeArrowheads="1"/>
          </p:cNvSpPr>
          <p:nvPr/>
        </p:nvSpPr>
        <p:spPr bwMode="auto">
          <a:xfrm>
            <a:off x="878255" y="652821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56" name="TextBox 3"/>
          <p:cNvSpPr txBox="1"/>
          <p:nvPr/>
        </p:nvSpPr>
        <p:spPr>
          <a:xfrm>
            <a:off x="827455" y="649941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8470340</a:t>
            </a:r>
            <a:endParaRPr lang="en-US" dirty="0"/>
          </a:p>
        </p:txBody>
      </p:sp>
      <p:sp>
        <p:nvSpPr>
          <p:cNvPr id="5057" name="Rectangle 4"/>
          <p:cNvSpPr>
            <a:spLocks noChangeArrowheads="1"/>
          </p:cNvSpPr>
          <p:nvPr/>
        </p:nvSpPr>
        <p:spPr bwMode="auto">
          <a:xfrm>
            <a:off x="1365758" y="652821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58" name="TextBox 3"/>
          <p:cNvSpPr txBox="1"/>
          <p:nvPr/>
        </p:nvSpPr>
        <p:spPr>
          <a:xfrm>
            <a:off x="1314958" y="649941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5059" name="TextBox 3"/>
          <p:cNvSpPr txBox="1"/>
          <p:nvPr/>
        </p:nvSpPr>
        <p:spPr>
          <a:xfrm>
            <a:off x="1314958" y="6616865"/>
            <a:ext cx="7198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Mechanical </a:t>
            </a:r>
            <a:endParaRPr lang="en-US" dirty="0"/>
          </a:p>
        </p:txBody>
      </p:sp>
      <p:sp>
        <p:nvSpPr>
          <p:cNvPr id="5060" name="TextBox 3"/>
          <p:cNvSpPr txBox="1"/>
          <p:nvPr/>
        </p:nvSpPr>
        <p:spPr>
          <a:xfrm>
            <a:off x="1314958" y="6734314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5061" name="Rectangle 4"/>
          <p:cNvSpPr>
            <a:spLocks noChangeArrowheads="1"/>
          </p:cNvSpPr>
          <p:nvPr/>
        </p:nvSpPr>
        <p:spPr bwMode="auto">
          <a:xfrm>
            <a:off x="2163546" y="652821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62" name="TextBox 3"/>
          <p:cNvSpPr txBox="1"/>
          <p:nvPr/>
        </p:nvSpPr>
        <p:spPr>
          <a:xfrm>
            <a:off x="2112746" y="649941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5063" name="Rectangle 4"/>
          <p:cNvSpPr>
            <a:spLocks noChangeArrowheads="1"/>
          </p:cNvSpPr>
          <p:nvPr/>
        </p:nvSpPr>
        <p:spPr bwMode="auto">
          <a:xfrm>
            <a:off x="2622702" y="652821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64" name="TextBox 3"/>
          <p:cNvSpPr txBox="1"/>
          <p:nvPr/>
        </p:nvSpPr>
        <p:spPr>
          <a:xfrm>
            <a:off x="2571902" y="6499415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5065" name="Rectangle 4"/>
          <p:cNvSpPr>
            <a:spLocks noChangeArrowheads="1"/>
          </p:cNvSpPr>
          <p:nvPr/>
        </p:nvSpPr>
        <p:spPr bwMode="auto">
          <a:xfrm>
            <a:off x="3680282" y="652821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66" name="TextBox 3"/>
          <p:cNvSpPr txBox="1"/>
          <p:nvPr/>
        </p:nvSpPr>
        <p:spPr>
          <a:xfrm>
            <a:off x="3629482" y="649941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847.8470340.1.412546.000000.847001.100178</a:t>
            </a:r>
            <a:endParaRPr lang="en-US" dirty="0"/>
          </a:p>
        </p:txBody>
      </p:sp>
      <p:sp>
        <p:nvSpPr>
          <p:cNvPr id="5067" name="Rectangle 4"/>
          <p:cNvSpPr>
            <a:spLocks noChangeArrowheads="1"/>
          </p:cNvSpPr>
          <p:nvPr/>
        </p:nvSpPr>
        <p:spPr bwMode="auto">
          <a:xfrm>
            <a:off x="5918962" y="652821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68" name="TextBox 3"/>
          <p:cNvSpPr txBox="1"/>
          <p:nvPr/>
        </p:nvSpPr>
        <p:spPr>
          <a:xfrm>
            <a:off x="6072225" y="649941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247,170</a:t>
            </a:r>
            <a:endParaRPr lang="en-US" dirty="0"/>
          </a:p>
        </p:txBody>
      </p:sp>
      <p:sp>
        <p:nvSpPr>
          <p:cNvPr id="5069" name="Rectangle 4"/>
          <p:cNvSpPr>
            <a:spLocks noChangeArrowheads="1"/>
          </p:cNvSpPr>
          <p:nvPr/>
        </p:nvSpPr>
        <p:spPr bwMode="auto">
          <a:xfrm>
            <a:off x="6566408" y="652821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70" name="TextBox 3"/>
          <p:cNvSpPr txBox="1"/>
          <p:nvPr/>
        </p:nvSpPr>
        <p:spPr>
          <a:xfrm>
            <a:off x="6719671" y="649941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247,170</a:t>
            </a:r>
            <a:endParaRPr lang="en-US" dirty="0"/>
          </a:p>
        </p:txBody>
      </p:sp>
      <p:sp>
        <p:nvSpPr>
          <p:cNvPr id="5071" name="Rectangle 4"/>
          <p:cNvSpPr>
            <a:spLocks noChangeArrowheads="1"/>
          </p:cNvSpPr>
          <p:nvPr/>
        </p:nvSpPr>
        <p:spPr bwMode="auto">
          <a:xfrm>
            <a:off x="7213854" y="652821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72" name="TextBox 3"/>
          <p:cNvSpPr txBox="1"/>
          <p:nvPr/>
        </p:nvSpPr>
        <p:spPr>
          <a:xfrm>
            <a:off x="7367118" y="649941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247,051</a:t>
            </a:r>
            <a:endParaRPr lang="en-US" dirty="0"/>
          </a:p>
        </p:txBody>
      </p:sp>
      <p:sp>
        <p:nvSpPr>
          <p:cNvPr id="5073" name="Rectangle 4"/>
          <p:cNvSpPr>
            <a:spLocks noChangeArrowheads="1"/>
          </p:cNvSpPr>
          <p:nvPr/>
        </p:nvSpPr>
        <p:spPr bwMode="auto">
          <a:xfrm>
            <a:off x="7861300" y="652821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74" name="Rectangle 4"/>
          <p:cNvSpPr>
            <a:spLocks noChangeArrowheads="1"/>
          </p:cNvSpPr>
          <p:nvPr/>
        </p:nvSpPr>
        <p:spPr bwMode="auto">
          <a:xfrm>
            <a:off x="8094497" y="652821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75" name="Rectangle 4"/>
          <p:cNvSpPr>
            <a:spLocks noChangeArrowheads="1"/>
          </p:cNvSpPr>
          <p:nvPr/>
        </p:nvSpPr>
        <p:spPr bwMode="auto">
          <a:xfrm>
            <a:off x="8333384" y="652821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76" name="TextBox 3"/>
          <p:cNvSpPr txBox="1"/>
          <p:nvPr/>
        </p:nvSpPr>
        <p:spPr>
          <a:xfrm>
            <a:off x="8538006" y="6499415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120</a:t>
            </a:r>
            <a:endParaRPr lang="en-US" dirty="0"/>
          </a:p>
        </p:txBody>
      </p:sp>
      <p:sp>
        <p:nvSpPr>
          <p:cNvPr id="5077" name="Rectangle 4"/>
          <p:cNvSpPr>
            <a:spLocks noChangeArrowheads="1"/>
          </p:cNvSpPr>
          <p:nvPr/>
        </p:nvSpPr>
        <p:spPr bwMode="auto">
          <a:xfrm>
            <a:off x="878255" y="6923430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78" name="TextBox 3"/>
          <p:cNvSpPr txBox="1"/>
          <p:nvPr/>
        </p:nvSpPr>
        <p:spPr>
          <a:xfrm>
            <a:off x="827455" y="689462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8470340</a:t>
            </a:r>
            <a:endParaRPr lang="en-US" dirty="0"/>
          </a:p>
        </p:txBody>
      </p:sp>
      <p:sp>
        <p:nvSpPr>
          <p:cNvPr id="5079" name="Rectangle 4"/>
          <p:cNvSpPr>
            <a:spLocks noChangeArrowheads="1"/>
          </p:cNvSpPr>
          <p:nvPr/>
        </p:nvSpPr>
        <p:spPr bwMode="auto">
          <a:xfrm>
            <a:off x="1365758" y="6923430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80" name="TextBox 3"/>
          <p:cNvSpPr txBox="1"/>
          <p:nvPr/>
        </p:nvSpPr>
        <p:spPr>
          <a:xfrm>
            <a:off x="1314958" y="6894626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5081" name="TextBox 3"/>
          <p:cNvSpPr txBox="1"/>
          <p:nvPr/>
        </p:nvSpPr>
        <p:spPr>
          <a:xfrm>
            <a:off x="1314958" y="7012077"/>
            <a:ext cx="7198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Mechanical </a:t>
            </a:r>
            <a:endParaRPr lang="en-US" dirty="0"/>
          </a:p>
        </p:txBody>
      </p:sp>
      <p:sp>
        <p:nvSpPr>
          <p:cNvPr id="5082" name="Rectangle 4"/>
          <p:cNvSpPr>
            <a:spLocks noChangeArrowheads="1"/>
          </p:cNvSpPr>
          <p:nvPr/>
        </p:nvSpPr>
        <p:spPr bwMode="auto">
          <a:xfrm>
            <a:off x="2163546" y="6923430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83" name="TextBox 3"/>
          <p:cNvSpPr txBox="1"/>
          <p:nvPr/>
        </p:nvSpPr>
        <p:spPr>
          <a:xfrm>
            <a:off x="2112746" y="689462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414120</a:t>
            </a:r>
            <a:endParaRPr lang="en-US" dirty="0"/>
          </a:p>
        </p:txBody>
      </p:sp>
      <p:sp>
        <p:nvSpPr>
          <p:cNvPr id="5084" name="Rectangle 4"/>
          <p:cNvSpPr>
            <a:spLocks noChangeArrowheads="1"/>
          </p:cNvSpPr>
          <p:nvPr/>
        </p:nvSpPr>
        <p:spPr bwMode="auto">
          <a:xfrm>
            <a:off x="2622702" y="6923430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85" name="TextBox 3"/>
          <p:cNvSpPr txBox="1"/>
          <p:nvPr/>
        </p:nvSpPr>
        <p:spPr>
          <a:xfrm>
            <a:off x="2571902" y="6894626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Gratuity - Non-</a:t>
            </a:r>
            <a:endParaRPr lang="en-US" dirty="0"/>
          </a:p>
        </p:txBody>
      </p:sp>
      <p:sp>
        <p:nvSpPr>
          <p:cNvPr id="5086" name="TextBox 3"/>
          <p:cNvSpPr txBox="1"/>
          <p:nvPr/>
        </p:nvSpPr>
        <p:spPr>
          <a:xfrm>
            <a:off x="2571902" y="7012077"/>
            <a:ext cx="7538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pensionable </a:t>
            </a:r>
            <a:endParaRPr lang="en-US" dirty="0"/>
          </a:p>
        </p:txBody>
      </p:sp>
      <p:sp>
        <p:nvSpPr>
          <p:cNvPr id="5087" name="Rectangle 4"/>
          <p:cNvSpPr>
            <a:spLocks noChangeArrowheads="1"/>
          </p:cNvSpPr>
          <p:nvPr/>
        </p:nvSpPr>
        <p:spPr bwMode="auto">
          <a:xfrm>
            <a:off x="3680282" y="6923430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88" name="TextBox 3"/>
          <p:cNvSpPr txBox="1"/>
          <p:nvPr/>
        </p:nvSpPr>
        <p:spPr>
          <a:xfrm>
            <a:off x="3629482" y="689462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847.8470340.1.414120.000000.847001.100178</a:t>
            </a:r>
            <a:endParaRPr lang="en-US" dirty="0"/>
          </a:p>
        </p:txBody>
      </p:sp>
      <p:sp>
        <p:nvSpPr>
          <p:cNvPr id="5089" name="Rectangle 4"/>
          <p:cNvSpPr>
            <a:spLocks noChangeArrowheads="1"/>
          </p:cNvSpPr>
          <p:nvPr/>
        </p:nvSpPr>
        <p:spPr bwMode="auto">
          <a:xfrm>
            <a:off x="5918962" y="692343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90" name="TextBox 3"/>
          <p:cNvSpPr txBox="1"/>
          <p:nvPr/>
        </p:nvSpPr>
        <p:spPr>
          <a:xfrm>
            <a:off x="6382918" y="689462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5091" name="Rectangle 4"/>
          <p:cNvSpPr>
            <a:spLocks noChangeArrowheads="1"/>
          </p:cNvSpPr>
          <p:nvPr/>
        </p:nvSpPr>
        <p:spPr bwMode="auto">
          <a:xfrm>
            <a:off x="6566408" y="692343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92" name="TextBox 3"/>
          <p:cNvSpPr txBox="1"/>
          <p:nvPr/>
        </p:nvSpPr>
        <p:spPr>
          <a:xfrm>
            <a:off x="6719671" y="689462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174,902</a:t>
            </a:r>
            <a:endParaRPr lang="en-US" dirty="0"/>
          </a:p>
        </p:txBody>
      </p:sp>
      <p:sp>
        <p:nvSpPr>
          <p:cNvPr id="5093" name="Rectangle 4"/>
          <p:cNvSpPr>
            <a:spLocks noChangeArrowheads="1"/>
          </p:cNvSpPr>
          <p:nvPr/>
        </p:nvSpPr>
        <p:spPr bwMode="auto">
          <a:xfrm>
            <a:off x="7213854" y="692343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94" name="TextBox 3"/>
          <p:cNvSpPr txBox="1"/>
          <p:nvPr/>
        </p:nvSpPr>
        <p:spPr>
          <a:xfrm>
            <a:off x="7367118" y="689462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174,895</a:t>
            </a:r>
            <a:endParaRPr lang="en-US" dirty="0"/>
          </a:p>
        </p:txBody>
      </p:sp>
      <p:sp>
        <p:nvSpPr>
          <p:cNvPr id="5095" name="Rectangle 4"/>
          <p:cNvSpPr>
            <a:spLocks noChangeArrowheads="1"/>
          </p:cNvSpPr>
          <p:nvPr/>
        </p:nvSpPr>
        <p:spPr bwMode="auto">
          <a:xfrm>
            <a:off x="7861300" y="6923430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96" name="Rectangle 4"/>
          <p:cNvSpPr>
            <a:spLocks noChangeArrowheads="1"/>
          </p:cNvSpPr>
          <p:nvPr/>
        </p:nvSpPr>
        <p:spPr bwMode="auto">
          <a:xfrm>
            <a:off x="8094497" y="6923430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97" name="Rectangle 4"/>
          <p:cNvSpPr>
            <a:spLocks noChangeArrowheads="1"/>
          </p:cNvSpPr>
          <p:nvPr/>
        </p:nvSpPr>
        <p:spPr bwMode="auto">
          <a:xfrm>
            <a:off x="8333384" y="6923430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098" name="TextBox 3"/>
          <p:cNvSpPr txBox="1"/>
          <p:nvPr/>
        </p:nvSpPr>
        <p:spPr>
          <a:xfrm>
            <a:off x="8650986" y="689462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</a:t>
            </a:r>
            <a:endParaRPr lang="en-US" dirty="0"/>
          </a:p>
        </p:txBody>
      </p:sp>
      <p:sp>
        <p:nvSpPr>
          <p:cNvPr id="5099" name="Rectangle 4"/>
          <p:cNvSpPr>
            <a:spLocks noChangeArrowheads="1"/>
          </p:cNvSpPr>
          <p:nvPr/>
        </p:nvSpPr>
        <p:spPr bwMode="auto">
          <a:xfrm>
            <a:off x="466725" y="917498"/>
            <a:ext cx="6350" cy="6286868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5100" name="Rectangle 4"/>
          <p:cNvSpPr>
            <a:spLocks noChangeArrowheads="1"/>
          </p:cNvSpPr>
          <p:nvPr/>
        </p:nvSpPr>
        <p:spPr bwMode="auto">
          <a:xfrm>
            <a:off x="7213854" y="719643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01" name="Rectangle 4"/>
          <p:cNvSpPr>
            <a:spLocks noChangeArrowheads="1"/>
          </p:cNvSpPr>
          <p:nvPr/>
        </p:nvSpPr>
        <p:spPr bwMode="auto">
          <a:xfrm>
            <a:off x="878255" y="719643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02" name="Rectangle 4"/>
          <p:cNvSpPr>
            <a:spLocks noChangeArrowheads="1"/>
          </p:cNvSpPr>
          <p:nvPr/>
        </p:nvSpPr>
        <p:spPr bwMode="auto">
          <a:xfrm>
            <a:off x="7213854" y="273165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03" name="Rectangle 4"/>
          <p:cNvSpPr>
            <a:spLocks noChangeArrowheads="1"/>
          </p:cNvSpPr>
          <p:nvPr/>
        </p:nvSpPr>
        <p:spPr bwMode="auto">
          <a:xfrm>
            <a:off x="878255" y="273165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04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05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06" name="Rectangle 4"/>
          <p:cNvSpPr>
            <a:spLocks noChangeArrowheads="1"/>
          </p:cNvSpPr>
          <p:nvPr/>
        </p:nvSpPr>
        <p:spPr bwMode="auto">
          <a:xfrm>
            <a:off x="7213854" y="119367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07" name="Rectangle 4"/>
          <p:cNvSpPr>
            <a:spLocks noChangeArrowheads="1"/>
          </p:cNvSpPr>
          <p:nvPr/>
        </p:nvSpPr>
        <p:spPr bwMode="auto">
          <a:xfrm>
            <a:off x="878255" y="119367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08" name="Rectangle 4"/>
          <p:cNvSpPr>
            <a:spLocks noChangeArrowheads="1"/>
          </p:cNvSpPr>
          <p:nvPr/>
        </p:nvSpPr>
        <p:spPr bwMode="auto">
          <a:xfrm>
            <a:off x="469900" y="7201192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09" name="Rectangle 4"/>
          <p:cNvSpPr>
            <a:spLocks noChangeArrowheads="1"/>
          </p:cNvSpPr>
          <p:nvPr/>
        </p:nvSpPr>
        <p:spPr bwMode="auto">
          <a:xfrm>
            <a:off x="7213854" y="573303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10" name="Rectangle 4"/>
          <p:cNvSpPr>
            <a:spLocks noChangeArrowheads="1"/>
          </p:cNvSpPr>
          <p:nvPr/>
        </p:nvSpPr>
        <p:spPr bwMode="auto">
          <a:xfrm>
            <a:off x="878255" y="573303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11" name="Rectangle 4"/>
          <p:cNvSpPr>
            <a:spLocks noChangeArrowheads="1"/>
          </p:cNvSpPr>
          <p:nvPr/>
        </p:nvSpPr>
        <p:spPr bwMode="auto">
          <a:xfrm>
            <a:off x="7213854" y="49426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12" name="Rectangle 4"/>
          <p:cNvSpPr>
            <a:spLocks noChangeArrowheads="1"/>
          </p:cNvSpPr>
          <p:nvPr/>
        </p:nvSpPr>
        <p:spPr bwMode="auto">
          <a:xfrm>
            <a:off x="878255" y="494261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13" name="Rectangle 4"/>
          <p:cNvSpPr>
            <a:spLocks noChangeArrowheads="1"/>
          </p:cNvSpPr>
          <p:nvPr/>
        </p:nvSpPr>
        <p:spPr bwMode="auto">
          <a:xfrm>
            <a:off x="7213854" y="691866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14" name="Rectangle 4"/>
          <p:cNvSpPr>
            <a:spLocks noChangeArrowheads="1"/>
          </p:cNvSpPr>
          <p:nvPr/>
        </p:nvSpPr>
        <p:spPr bwMode="auto">
          <a:xfrm>
            <a:off x="878255" y="691866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15" name="Rectangle 4"/>
          <p:cNvSpPr>
            <a:spLocks noChangeArrowheads="1"/>
          </p:cNvSpPr>
          <p:nvPr/>
        </p:nvSpPr>
        <p:spPr bwMode="auto">
          <a:xfrm>
            <a:off x="7213854" y="324431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16" name="Rectangle 4"/>
          <p:cNvSpPr>
            <a:spLocks noChangeArrowheads="1"/>
          </p:cNvSpPr>
          <p:nvPr/>
        </p:nvSpPr>
        <p:spPr bwMode="auto">
          <a:xfrm>
            <a:off x="878255" y="324431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17" name="Rectangle 4"/>
          <p:cNvSpPr>
            <a:spLocks noChangeArrowheads="1"/>
          </p:cNvSpPr>
          <p:nvPr/>
        </p:nvSpPr>
        <p:spPr bwMode="auto">
          <a:xfrm>
            <a:off x="466725" y="917498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5118" name="Rectangle 4"/>
          <p:cNvSpPr>
            <a:spLocks noChangeArrowheads="1"/>
          </p:cNvSpPr>
          <p:nvPr/>
        </p:nvSpPr>
        <p:spPr bwMode="auto">
          <a:xfrm>
            <a:off x="7213854" y="426963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19" name="Rectangle 4"/>
          <p:cNvSpPr>
            <a:spLocks noChangeArrowheads="1"/>
          </p:cNvSpPr>
          <p:nvPr/>
        </p:nvSpPr>
        <p:spPr bwMode="auto">
          <a:xfrm>
            <a:off x="878255" y="426963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" name="Rectangle 4"/>
          <p:cNvSpPr>
            <a:spLocks noChangeArrowheads="1"/>
          </p:cNvSpPr>
          <p:nvPr/>
        </p:nvSpPr>
        <p:spPr bwMode="auto">
          <a:xfrm>
            <a:off x="7213854" y="170633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1" name="Rectangle 4"/>
          <p:cNvSpPr>
            <a:spLocks noChangeArrowheads="1"/>
          </p:cNvSpPr>
          <p:nvPr/>
        </p:nvSpPr>
        <p:spPr bwMode="auto">
          <a:xfrm>
            <a:off x="878255" y="170633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2" name="Rectangle 4"/>
          <p:cNvSpPr>
            <a:spLocks noChangeArrowheads="1"/>
          </p:cNvSpPr>
          <p:nvPr/>
        </p:nvSpPr>
        <p:spPr bwMode="auto">
          <a:xfrm>
            <a:off x="466725" y="7198017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5123" name="Rectangle 4"/>
          <p:cNvSpPr>
            <a:spLocks noChangeArrowheads="1"/>
          </p:cNvSpPr>
          <p:nvPr/>
        </p:nvSpPr>
        <p:spPr bwMode="auto">
          <a:xfrm>
            <a:off x="7213854" y="652345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878255" y="652345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4"/>
          <p:cNvSpPr>
            <a:spLocks noChangeArrowheads="1"/>
          </p:cNvSpPr>
          <p:nvPr/>
        </p:nvSpPr>
        <p:spPr bwMode="auto">
          <a:xfrm>
            <a:off x="7213854" y="612824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6" name="Rectangle 4"/>
          <p:cNvSpPr>
            <a:spLocks noChangeArrowheads="1"/>
          </p:cNvSpPr>
          <p:nvPr/>
        </p:nvSpPr>
        <p:spPr bwMode="auto">
          <a:xfrm>
            <a:off x="878255" y="612824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7" name="Rectangle 4"/>
          <p:cNvSpPr>
            <a:spLocks noChangeArrowheads="1"/>
          </p:cNvSpPr>
          <p:nvPr/>
        </p:nvSpPr>
        <p:spPr bwMode="auto">
          <a:xfrm>
            <a:off x="7213854" y="221899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8" name="Rectangle 4"/>
          <p:cNvSpPr>
            <a:spLocks noChangeArrowheads="1"/>
          </p:cNvSpPr>
          <p:nvPr/>
        </p:nvSpPr>
        <p:spPr bwMode="auto">
          <a:xfrm>
            <a:off x="878255" y="221899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9" name="Rectangle 4"/>
          <p:cNvSpPr>
            <a:spLocks noChangeArrowheads="1"/>
          </p:cNvSpPr>
          <p:nvPr/>
        </p:nvSpPr>
        <p:spPr bwMode="auto">
          <a:xfrm>
            <a:off x="7213854" y="533782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30" name="Rectangle 4"/>
          <p:cNvSpPr>
            <a:spLocks noChangeArrowheads="1"/>
          </p:cNvSpPr>
          <p:nvPr/>
        </p:nvSpPr>
        <p:spPr bwMode="auto">
          <a:xfrm>
            <a:off x="878255" y="533782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31" name="Rectangle 4"/>
          <p:cNvSpPr>
            <a:spLocks noChangeArrowheads="1"/>
          </p:cNvSpPr>
          <p:nvPr/>
        </p:nvSpPr>
        <p:spPr bwMode="auto">
          <a:xfrm>
            <a:off x="7213854" y="454740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32" name="Rectangle 4"/>
          <p:cNvSpPr>
            <a:spLocks noChangeArrowheads="1"/>
          </p:cNvSpPr>
          <p:nvPr/>
        </p:nvSpPr>
        <p:spPr bwMode="auto">
          <a:xfrm>
            <a:off x="878255" y="454740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33" name="Rectangle 4"/>
          <p:cNvSpPr>
            <a:spLocks noChangeArrowheads="1"/>
          </p:cNvSpPr>
          <p:nvPr/>
        </p:nvSpPr>
        <p:spPr bwMode="auto">
          <a:xfrm>
            <a:off x="7213854" y="375697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34" name="Rectangle 4"/>
          <p:cNvSpPr>
            <a:spLocks noChangeArrowheads="1"/>
          </p:cNvSpPr>
          <p:nvPr/>
        </p:nvSpPr>
        <p:spPr bwMode="auto">
          <a:xfrm>
            <a:off x="878255" y="375697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35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36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7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138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5139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5140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141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5142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5143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5144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145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5146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5147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148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5149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5150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151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5152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153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5154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155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5156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5157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158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5159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5160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161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5162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5163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164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5165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166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5167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168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5169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5170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37738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171" name="TextBox 3"/>
          <p:cNvSpPr txBox="1"/>
          <p:nvPr/>
        </p:nvSpPr>
        <p:spPr>
          <a:xfrm>
            <a:off x="422275" y="895045"/>
            <a:ext cx="47701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</a:t>
            </a:r>
            <a:endParaRPr lang="en-US" dirty="0"/>
          </a:p>
        </p:txBody>
      </p:sp>
      <p:sp>
        <p:nvSpPr>
          <p:cNvPr id="5172" name="TextBox 3"/>
          <p:cNvSpPr txBox="1"/>
          <p:nvPr/>
        </p:nvSpPr>
        <p:spPr>
          <a:xfrm>
            <a:off x="422275" y="1012494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5173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174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175" name="TextBox 3"/>
          <p:cNvSpPr txBox="1"/>
          <p:nvPr/>
        </p:nvSpPr>
        <p:spPr>
          <a:xfrm>
            <a:off x="1314958" y="891870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5176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177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178" name="TextBox 3"/>
          <p:cNvSpPr txBox="1"/>
          <p:nvPr/>
        </p:nvSpPr>
        <p:spPr>
          <a:xfrm>
            <a:off x="2571902" y="891870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5179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180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181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182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183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184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185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186" name="Rectangle 4"/>
          <p:cNvSpPr>
            <a:spLocks noChangeArrowheads="1"/>
          </p:cNvSpPr>
          <p:nvPr/>
        </p:nvSpPr>
        <p:spPr bwMode="auto">
          <a:xfrm>
            <a:off x="878255" y="1080985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187" name="TextBox 3"/>
          <p:cNvSpPr txBox="1"/>
          <p:nvPr/>
        </p:nvSpPr>
        <p:spPr>
          <a:xfrm>
            <a:off x="827455" y="105218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8470340</a:t>
            </a:r>
            <a:endParaRPr lang="en-US" dirty="0"/>
          </a:p>
        </p:txBody>
      </p:sp>
      <p:sp>
        <p:nvSpPr>
          <p:cNvPr id="5188" name="Rectangle 4"/>
          <p:cNvSpPr>
            <a:spLocks noChangeArrowheads="1"/>
          </p:cNvSpPr>
          <p:nvPr/>
        </p:nvSpPr>
        <p:spPr bwMode="auto">
          <a:xfrm>
            <a:off x="1365758" y="1080985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189" name="TextBox 3"/>
          <p:cNvSpPr txBox="1"/>
          <p:nvPr/>
        </p:nvSpPr>
        <p:spPr>
          <a:xfrm>
            <a:off x="1314958" y="1052182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5190" name="TextBox 3"/>
          <p:cNvSpPr txBox="1"/>
          <p:nvPr/>
        </p:nvSpPr>
        <p:spPr>
          <a:xfrm>
            <a:off x="1314958" y="1169631"/>
            <a:ext cx="7198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Mechanical </a:t>
            </a:r>
            <a:endParaRPr lang="en-US" dirty="0"/>
          </a:p>
        </p:txBody>
      </p:sp>
      <p:sp>
        <p:nvSpPr>
          <p:cNvPr id="5191" name="TextBox 3"/>
          <p:cNvSpPr txBox="1"/>
          <p:nvPr/>
        </p:nvSpPr>
        <p:spPr>
          <a:xfrm>
            <a:off x="1314958" y="1287081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5192" name="Rectangle 4"/>
          <p:cNvSpPr>
            <a:spLocks noChangeArrowheads="1"/>
          </p:cNvSpPr>
          <p:nvPr/>
        </p:nvSpPr>
        <p:spPr bwMode="auto">
          <a:xfrm>
            <a:off x="2163546" y="1080985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193" name="TextBox 3"/>
          <p:cNvSpPr txBox="1"/>
          <p:nvPr/>
        </p:nvSpPr>
        <p:spPr>
          <a:xfrm>
            <a:off x="2112746" y="105218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5194" name="Rectangle 4"/>
          <p:cNvSpPr>
            <a:spLocks noChangeArrowheads="1"/>
          </p:cNvSpPr>
          <p:nvPr/>
        </p:nvSpPr>
        <p:spPr bwMode="auto">
          <a:xfrm>
            <a:off x="2622702" y="1080985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195" name="TextBox 3"/>
          <p:cNvSpPr txBox="1"/>
          <p:nvPr/>
        </p:nvSpPr>
        <p:spPr>
          <a:xfrm>
            <a:off x="2571902" y="1052182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5196" name="TextBox 3"/>
          <p:cNvSpPr txBox="1"/>
          <p:nvPr/>
        </p:nvSpPr>
        <p:spPr>
          <a:xfrm>
            <a:off x="2571902" y="1169631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5197" name="Rectangle 4"/>
          <p:cNvSpPr>
            <a:spLocks noChangeArrowheads="1"/>
          </p:cNvSpPr>
          <p:nvPr/>
        </p:nvSpPr>
        <p:spPr bwMode="auto">
          <a:xfrm>
            <a:off x="3680282" y="1080985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198" name="TextBox 3"/>
          <p:cNvSpPr txBox="1"/>
          <p:nvPr/>
        </p:nvSpPr>
        <p:spPr>
          <a:xfrm>
            <a:off x="3629482" y="105218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847.8470340.1.415110.000000.847001.100178</a:t>
            </a:r>
            <a:endParaRPr lang="en-US" dirty="0"/>
          </a:p>
        </p:txBody>
      </p:sp>
      <p:sp>
        <p:nvSpPr>
          <p:cNvPr id="5199" name="Rectangle 4"/>
          <p:cNvSpPr>
            <a:spLocks noChangeArrowheads="1"/>
          </p:cNvSpPr>
          <p:nvPr/>
        </p:nvSpPr>
        <p:spPr bwMode="auto">
          <a:xfrm>
            <a:off x="5918962" y="108098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00" name="TextBox 3"/>
          <p:cNvSpPr txBox="1"/>
          <p:nvPr/>
        </p:nvSpPr>
        <p:spPr>
          <a:xfrm>
            <a:off x="6072225" y="105218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953,684</a:t>
            </a:r>
            <a:endParaRPr lang="en-US" dirty="0"/>
          </a:p>
        </p:txBody>
      </p:sp>
      <p:sp>
        <p:nvSpPr>
          <p:cNvPr id="5201" name="Rectangle 4"/>
          <p:cNvSpPr>
            <a:spLocks noChangeArrowheads="1"/>
          </p:cNvSpPr>
          <p:nvPr/>
        </p:nvSpPr>
        <p:spPr bwMode="auto">
          <a:xfrm>
            <a:off x="6566408" y="108098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02" name="TextBox 3"/>
          <p:cNvSpPr txBox="1"/>
          <p:nvPr/>
        </p:nvSpPr>
        <p:spPr>
          <a:xfrm>
            <a:off x="6719671" y="105218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956,740</a:t>
            </a:r>
            <a:endParaRPr lang="en-US" dirty="0"/>
          </a:p>
        </p:txBody>
      </p:sp>
      <p:sp>
        <p:nvSpPr>
          <p:cNvPr id="5203" name="Rectangle 4"/>
          <p:cNvSpPr>
            <a:spLocks noChangeArrowheads="1"/>
          </p:cNvSpPr>
          <p:nvPr/>
        </p:nvSpPr>
        <p:spPr bwMode="auto">
          <a:xfrm>
            <a:off x="7213854" y="108098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04" name="TextBox 3"/>
          <p:cNvSpPr txBox="1"/>
          <p:nvPr/>
        </p:nvSpPr>
        <p:spPr>
          <a:xfrm>
            <a:off x="7367118" y="105218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956,739</a:t>
            </a:r>
            <a:endParaRPr lang="en-US" dirty="0"/>
          </a:p>
        </p:txBody>
      </p:sp>
      <p:sp>
        <p:nvSpPr>
          <p:cNvPr id="5205" name="Rectangle 4"/>
          <p:cNvSpPr>
            <a:spLocks noChangeArrowheads="1"/>
          </p:cNvSpPr>
          <p:nvPr/>
        </p:nvSpPr>
        <p:spPr bwMode="auto">
          <a:xfrm>
            <a:off x="7861300" y="1080985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06" name="Rectangle 4"/>
          <p:cNvSpPr>
            <a:spLocks noChangeArrowheads="1"/>
          </p:cNvSpPr>
          <p:nvPr/>
        </p:nvSpPr>
        <p:spPr bwMode="auto">
          <a:xfrm>
            <a:off x="8094497" y="1080985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07" name="Rectangle 4"/>
          <p:cNvSpPr>
            <a:spLocks noChangeArrowheads="1"/>
          </p:cNvSpPr>
          <p:nvPr/>
        </p:nvSpPr>
        <p:spPr bwMode="auto">
          <a:xfrm>
            <a:off x="8333384" y="1080985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08" name="TextBox 3"/>
          <p:cNvSpPr txBox="1"/>
          <p:nvPr/>
        </p:nvSpPr>
        <p:spPr>
          <a:xfrm>
            <a:off x="8650986" y="105218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5209" name="Rectangle 4"/>
          <p:cNvSpPr>
            <a:spLocks noChangeArrowheads="1"/>
          </p:cNvSpPr>
          <p:nvPr/>
        </p:nvSpPr>
        <p:spPr bwMode="auto">
          <a:xfrm>
            <a:off x="878255" y="1476197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10" name="TextBox 3"/>
          <p:cNvSpPr txBox="1"/>
          <p:nvPr/>
        </p:nvSpPr>
        <p:spPr>
          <a:xfrm>
            <a:off x="827455" y="144739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8470340</a:t>
            </a:r>
            <a:endParaRPr lang="en-US" dirty="0"/>
          </a:p>
        </p:txBody>
      </p:sp>
      <p:sp>
        <p:nvSpPr>
          <p:cNvPr id="5211" name="Rectangle 4"/>
          <p:cNvSpPr>
            <a:spLocks noChangeArrowheads="1"/>
          </p:cNvSpPr>
          <p:nvPr/>
        </p:nvSpPr>
        <p:spPr bwMode="auto">
          <a:xfrm>
            <a:off x="1365758" y="1476197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12" name="TextBox 3"/>
          <p:cNvSpPr txBox="1"/>
          <p:nvPr/>
        </p:nvSpPr>
        <p:spPr>
          <a:xfrm>
            <a:off x="1314958" y="144739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5213" name="TextBox 3"/>
          <p:cNvSpPr txBox="1"/>
          <p:nvPr/>
        </p:nvSpPr>
        <p:spPr>
          <a:xfrm>
            <a:off x="1314958" y="1564843"/>
            <a:ext cx="7198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Mechanical </a:t>
            </a:r>
            <a:endParaRPr lang="en-US" dirty="0"/>
          </a:p>
        </p:txBody>
      </p:sp>
      <p:sp>
        <p:nvSpPr>
          <p:cNvPr id="5214" name="TextBox 3"/>
          <p:cNvSpPr txBox="1"/>
          <p:nvPr/>
        </p:nvSpPr>
        <p:spPr>
          <a:xfrm>
            <a:off x="1314958" y="1682292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5215" name="Rectangle 4"/>
          <p:cNvSpPr>
            <a:spLocks noChangeArrowheads="1"/>
          </p:cNvSpPr>
          <p:nvPr/>
        </p:nvSpPr>
        <p:spPr bwMode="auto">
          <a:xfrm>
            <a:off x="2163546" y="1476197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16" name="TextBox 3"/>
          <p:cNvSpPr txBox="1"/>
          <p:nvPr/>
        </p:nvSpPr>
        <p:spPr>
          <a:xfrm>
            <a:off x="2112746" y="144739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5217" name="Rectangle 4"/>
          <p:cNvSpPr>
            <a:spLocks noChangeArrowheads="1"/>
          </p:cNvSpPr>
          <p:nvPr/>
        </p:nvSpPr>
        <p:spPr bwMode="auto">
          <a:xfrm>
            <a:off x="2622702" y="1476197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18" name="TextBox 3"/>
          <p:cNvSpPr txBox="1"/>
          <p:nvPr/>
        </p:nvSpPr>
        <p:spPr>
          <a:xfrm>
            <a:off x="2571902" y="1447393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5219" name="TextBox 3"/>
          <p:cNvSpPr txBox="1"/>
          <p:nvPr/>
        </p:nvSpPr>
        <p:spPr>
          <a:xfrm>
            <a:off x="2571902" y="1564843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5220" name="Rectangle 4"/>
          <p:cNvSpPr>
            <a:spLocks noChangeArrowheads="1"/>
          </p:cNvSpPr>
          <p:nvPr/>
        </p:nvSpPr>
        <p:spPr bwMode="auto">
          <a:xfrm>
            <a:off x="3680282" y="1476197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21" name="TextBox 3"/>
          <p:cNvSpPr txBox="1"/>
          <p:nvPr/>
        </p:nvSpPr>
        <p:spPr>
          <a:xfrm>
            <a:off x="3629482" y="144739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847.8470340.1.416110.000000.847001.100178</a:t>
            </a:r>
            <a:endParaRPr lang="en-US" dirty="0"/>
          </a:p>
        </p:txBody>
      </p:sp>
      <p:sp>
        <p:nvSpPr>
          <p:cNvPr id="5222" name="Rectangle 4"/>
          <p:cNvSpPr>
            <a:spLocks noChangeArrowheads="1"/>
          </p:cNvSpPr>
          <p:nvPr/>
        </p:nvSpPr>
        <p:spPr bwMode="auto">
          <a:xfrm>
            <a:off x="5918962" y="147619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23" name="TextBox 3"/>
          <p:cNvSpPr txBox="1"/>
          <p:nvPr/>
        </p:nvSpPr>
        <p:spPr>
          <a:xfrm>
            <a:off x="5987491" y="144739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2,034,289</a:t>
            </a:r>
            <a:endParaRPr lang="en-US" dirty="0"/>
          </a:p>
        </p:txBody>
      </p:sp>
      <p:sp>
        <p:nvSpPr>
          <p:cNvPr id="5224" name="Rectangle 4"/>
          <p:cNvSpPr>
            <a:spLocks noChangeArrowheads="1"/>
          </p:cNvSpPr>
          <p:nvPr/>
        </p:nvSpPr>
        <p:spPr bwMode="auto">
          <a:xfrm>
            <a:off x="6566408" y="147619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25" name="TextBox 3"/>
          <p:cNvSpPr txBox="1"/>
          <p:nvPr/>
        </p:nvSpPr>
        <p:spPr>
          <a:xfrm>
            <a:off x="6634937" y="144739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1,026,989</a:t>
            </a:r>
            <a:endParaRPr lang="en-US" dirty="0"/>
          </a:p>
        </p:txBody>
      </p:sp>
      <p:sp>
        <p:nvSpPr>
          <p:cNvPr id="5226" name="Rectangle 4"/>
          <p:cNvSpPr>
            <a:spLocks noChangeArrowheads="1"/>
          </p:cNvSpPr>
          <p:nvPr/>
        </p:nvSpPr>
        <p:spPr bwMode="auto">
          <a:xfrm>
            <a:off x="7213854" y="147619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27" name="TextBox 3"/>
          <p:cNvSpPr txBox="1"/>
          <p:nvPr/>
        </p:nvSpPr>
        <p:spPr>
          <a:xfrm>
            <a:off x="7282383" y="144739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1,026,940</a:t>
            </a:r>
            <a:endParaRPr lang="en-US" dirty="0"/>
          </a:p>
        </p:txBody>
      </p:sp>
      <p:sp>
        <p:nvSpPr>
          <p:cNvPr id="5228" name="Rectangle 4"/>
          <p:cNvSpPr>
            <a:spLocks noChangeArrowheads="1"/>
          </p:cNvSpPr>
          <p:nvPr/>
        </p:nvSpPr>
        <p:spPr bwMode="auto">
          <a:xfrm>
            <a:off x="7861300" y="1476197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29" name="Rectangle 4"/>
          <p:cNvSpPr>
            <a:spLocks noChangeArrowheads="1"/>
          </p:cNvSpPr>
          <p:nvPr/>
        </p:nvSpPr>
        <p:spPr bwMode="auto">
          <a:xfrm>
            <a:off x="8094497" y="1476197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30" name="Rectangle 4"/>
          <p:cNvSpPr>
            <a:spLocks noChangeArrowheads="1"/>
          </p:cNvSpPr>
          <p:nvPr/>
        </p:nvSpPr>
        <p:spPr bwMode="auto">
          <a:xfrm>
            <a:off x="8333384" y="1476197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31" name="TextBox 3"/>
          <p:cNvSpPr txBox="1"/>
          <p:nvPr/>
        </p:nvSpPr>
        <p:spPr>
          <a:xfrm>
            <a:off x="8594496" y="1447393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49</a:t>
            </a:r>
            <a:endParaRPr lang="en-US" dirty="0"/>
          </a:p>
        </p:txBody>
      </p:sp>
      <p:sp>
        <p:nvSpPr>
          <p:cNvPr id="5232" name="Rectangle 4"/>
          <p:cNvSpPr>
            <a:spLocks noChangeArrowheads="1"/>
          </p:cNvSpPr>
          <p:nvPr/>
        </p:nvSpPr>
        <p:spPr bwMode="auto">
          <a:xfrm>
            <a:off x="878255" y="1871408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33" name="TextBox 3"/>
          <p:cNvSpPr txBox="1"/>
          <p:nvPr/>
        </p:nvSpPr>
        <p:spPr>
          <a:xfrm>
            <a:off x="827455" y="184260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8470340</a:t>
            </a:r>
            <a:endParaRPr lang="en-US" dirty="0"/>
          </a:p>
        </p:txBody>
      </p:sp>
      <p:sp>
        <p:nvSpPr>
          <p:cNvPr id="5234" name="Rectangle 4"/>
          <p:cNvSpPr>
            <a:spLocks noChangeArrowheads="1"/>
          </p:cNvSpPr>
          <p:nvPr/>
        </p:nvSpPr>
        <p:spPr bwMode="auto">
          <a:xfrm>
            <a:off x="1365758" y="1871408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35" name="TextBox 3"/>
          <p:cNvSpPr txBox="1"/>
          <p:nvPr/>
        </p:nvSpPr>
        <p:spPr>
          <a:xfrm>
            <a:off x="1314958" y="184260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5236" name="TextBox 3"/>
          <p:cNvSpPr txBox="1"/>
          <p:nvPr/>
        </p:nvSpPr>
        <p:spPr>
          <a:xfrm>
            <a:off x="1314958" y="1960054"/>
            <a:ext cx="7198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Mechanical </a:t>
            </a:r>
            <a:endParaRPr lang="en-US" dirty="0"/>
          </a:p>
        </p:txBody>
      </p:sp>
      <p:sp>
        <p:nvSpPr>
          <p:cNvPr id="5237" name="TextBox 3"/>
          <p:cNvSpPr txBox="1"/>
          <p:nvPr/>
        </p:nvSpPr>
        <p:spPr>
          <a:xfrm>
            <a:off x="1314958" y="2077504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5238" name="Rectangle 4"/>
          <p:cNvSpPr>
            <a:spLocks noChangeArrowheads="1"/>
          </p:cNvSpPr>
          <p:nvPr/>
        </p:nvSpPr>
        <p:spPr bwMode="auto">
          <a:xfrm>
            <a:off x="2163546" y="1871408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39" name="TextBox 3"/>
          <p:cNvSpPr txBox="1"/>
          <p:nvPr/>
        </p:nvSpPr>
        <p:spPr>
          <a:xfrm>
            <a:off x="2112746" y="184260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5240" name="Rectangle 4"/>
          <p:cNvSpPr>
            <a:spLocks noChangeArrowheads="1"/>
          </p:cNvSpPr>
          <p:nvPr/>
        </p:nvSpPr>
        <p:spPr bwMode="auto">
          <a:xfrm>
            <a:off x="2622702" y="1871408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41" name="TextBox 3"/>
          <p:cNvSpPr txBox="1"/>
          <p:nvPr/>
        </p:nvSpPr>
        <p:spPr>
          <a:xfrm>
            <a:off x="2571902" y="1842605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5242" name="TextBox 3"/>
          <p:cNvSpPr txBox="1"/>
          <p:nvPr/>
        </p:nvSpPr>
        <p:spPr>
          <a:xfrm>
            <a:off x="2571902" y="1960054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5243" name="Rectangle 4"/>
          <p:cNvSpPr>
            <a:spLocks noChangeArrowheads="1"/>
          </p:cNvSpPr>
          <p:nvPr/>
        </p:nvSpPr>
        <p:spPr bwMode="auto">
          <a:xfrm>
            <a:off x="3680282" y="1871408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44" name="TextBox 3"/>
          <p:cNvSpPr txBox="1"/>
          <p:nvPr/>
        </p:nvSpPr>
        <p:spPr>
          <a:xfrm>
            <a:off x="3629482" y="184260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847.8470340.1.416310.000000.847001.100178</a:t>
            </a:r>
            <a:endParaRPr lang="en-US" dirty="0"/>
          </a:p>
        </p:txBody>
      </p:sp>
      <p:sp>
        <p:nvSpPr>
          <p:cNvPr id="5245" name="Rectangle 4"/>
          <p:cNvSpPr>
            <a:spLocks noChangeArrowheads="1"/>
          </p:cNvSpPr>
          <p:nvPr/>
        </p:nvSpPr>
        <p:spPr bwMode="auto">
          <a:xfrm>
            <a:off x="5918962" y="187140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46" name="TextBox 3"/>
          <p:cNvSpPr txBox="1"/>
          <p:nvPr/>
        </p:nvSpPr>
        <p:spPr>
          <a:xfrm>
            <a:off x="5987491" y="18426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1,034,549</a:t>
            </a:r>
            <a:endParaRPr lang="en-US" dirty="0"/>
          </a:p>
        </p:txBody>
      </p:sp>
      <p:sp>
        <p:nvSpPr>
          <p:cNvPr id="5247" name="Rectangle 4"/>
          <p:cNvSpPr>
            <a:spLocks noChangeArrowheads="1"/>
          </p:cNvSpPr>
          <p:nvPr/>
        </p:nvSpPr>
        <p:spPr bwMode="auto">
          <a:xfrm>
            <a:off x="6566408" y="187140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48" name="TextBox 3"/>
          <p:cNvSpPr txBox="1"/>
          <p:nvPr/>
        </p:nvSpPr>
        <p:spPr>
          <a:xfrm>
            <a:off x="6719671" y="184260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846,749</a:t>
            </a:r>
            <a:endParaRPr lang="en-US" dirty="0"/>
          </a:p>
        </p:txBody>
      </p:sp>
      <p:sp>
        <p:nvSpPr>
          <p:cNvPr id="5249" name="Rectangle 4"/>
          <p:cNvSpPr>
            <a:spLocks noChangeArrowheads="1"/>
          </p:cNvSpPr>
          <p:nvPr/>
        </p:nvSpPr>
        <p:spPr bwMode="auto">
          <a:xfrm>
            <a:off x="7213854" y="187140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50" name="TextBox 3"/>
          <p:cNvSpPr txBox="1"/>
          <p:nvPr/>
        </p:nvSpPr>
        <p:spPr>
          <a:xfrm>
            <a:off x="7367118" y="184260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846,687</a:t>
            </a:r>
            <a:endParaRPr lang="en-US" dirty="0"/>
          </a:p>
        </p:txBody>
      </p:sp>
      <p:sp>
        <p:nvSpPr>
          <p:cNvPr id="5251" name="Rectangle 4"/>
          <p:cNvSpPr>
            <a:spLocks noChangeArrowheads="1"/>
          </p:cNvSpPr>
          <p:nvPr/>
        </p:nvSpPr>
        <p:spPr bwMode="auto">
          <a:xfrm>
            <a:off x="7861300" y="1871408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52" name="Rectangle 4"/>
          <p:cNvSpPr>
            <a:spLocks noChangeArrowheads="1"/>
          </p:cNvSpPr>
          <p:nvPr/>
        </p:nvSpPr>
        <p:spPr bwMode="auto">
          <a:xfrm>
            <a:off x="8094497" y="1871408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53" name="Rectangle 4"/>
          <p:cNvSpPr>
            <a:spLocks noChangeArrowheads="1"/>
          </p:cNvSpPr>
          <p:nvPr/>
        </p:nvSpPr>
        <p:spPr bwMode="auto">
          <a:xfrm>
            <a:off x="8333384" y="1871408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54" name="TextBox 3"/>
          <p:cNvSpPr txBox="1"/>
          <p:nvPr/>
        </p:nvSpPr>
        <p:spPr>
          <a:xfrm>
            <a:off x="8594496" y="1842605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62</a:t>
            </a:r>
            <a:endParaRPr lang="en-US" dirty="0"/>
          </a:p>
        </p:txBody>
      </p:sp>
      <p:sp>
        <p:nvSpPr>
          <p:cNvPr id="5255" name="Rectangle 4"/>
          <p:cNvSpPr>
            <a:spLocks noChangeArrowheads="1"/>
          </p:cNvSpPr>
          <p:nvPr/>
        </p:nvSpPr>
        <p:spPr bwMode="auto">
          <a:xfrm>
            <a:off x="878255" y="2266619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256" name="TextBox 3"/>
          <p:cNvSpPr txBox="1"/>
          <p:nvPr/>
        </p:nvSpPr>
        <p:spPr>
          <a:xfrm>
            <a:off x="827455" y="223781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8470340</a:t>
            </a:r>
            <a:endParaRPr lang="en-US" dirty="0"/>
          </a:p>
        </p:txBody>
      </p:sp>
      <p:sp>
        <p:nvSpPr>
          <p:cNvPr id="5257" name="TextBox 3"/>
          <p:cNvSpPr txBox="1"/>
          <p:nvPr/>
        </p:nvSpPr>
        <p:spPr>
          <a:xfrm>
            <a:off x="827455" y="2355266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5258" name="Rectangle 4"/>
          <p:cNvSpPr>
            <a:spLocks noChangeArrowheads="1"/>
          </p:cNvSpPr>
          <p:nvPr/>
        </p:nvSpPr>
        <p:spPr bwMode="auto">
          <a:xfrm>
            <a:off x="1365758" y="2266619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259" name="Rectangle 4"/>
          <p:cNvSpPr>
            <a:spLocks noChangeArrowheads="1"/>
          </p:cNvSpPr>
          <p:nvPr/>
        </p:nvSpPr>
        <p:spPr bwMode="auto">
          <a:xfrm>
            <a:off x="2163546" y="2266619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260" name="Rectangle 4"/>
          <p:cNvSpPr>
            <a:spLocks noChangeArrowheads="1"/>
          </p:cNvSpPr>
          <p:nvPr/>
        </p:nvSpPr>
        <p:spPr bwMode="auto">
          <a:xfrm>
            <a:off x="2622702" y="2266619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261" name="Rectangle 4"/>
          <p:cNvSpPr>
            <a:spLocks noChangeArrowheads="1"/>
          </p:cNvSpPr>
          <p:nvPr/>
        </p:nvSpPr>
        <p:spPr bwMode="auto">
          <a:xfrm>
            <a:off x="3680282" y="2266619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262" name="Rectangle 4"/>
          <p:cNvSpPr>
            <a:spLocks noChangeArrowheads="1"/>
          </p:cNvSpPr>
          <p:nvPr/>
        </p:nvSpPr>
        <p:spPr bwMode="auto">
          <a:xfrm>
            <a:off x="5918962" y="2266619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263" name="TextBox 3"/>
          <p:cNvSpPr txBox="1"/>
          <p:nvPr/>
        </p:nvSpPr>
        <p:spPr>
          <a:xfrm>
            <a:off x="5931001" y="2237816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44,899,451</a:t>
            </a:r>
            <a:endParaRPr lang="en-US" dirty="0"/>
          </a:p>
        </p:txBody>
      </p:sp>
      <p:sp>
        <p:nvSpPr>
          <p:cNvPr id="5264" name="Rectangle 4"/>
          <p:cNvSpPr>
            <a:spLocks noChangeArrowheads="1"/>
          </p:cNvSpPr>
          <p:nvPr/>
        </p:nvSpPr>
        <p:spPr bwMode="auto">
          <a:xfrm>
            <a:off x="6566408" y="2266619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265" name="TextBox 3"/>
          <p:cNvSpPr txBox="1"/>
          <p:nvPr/>
        </p:nvSpPr>
        <p:spPr>
          <a:xfrm>
            <a:off x="6578447" y="2237816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45,235,889</a:t>
            </a:r>
            <a:endParaRPr lang="en-US" dirty="0"/>
          </a:p>
        </p:txBody>
      </p:sp>
      <p:sp>
        <p:nvSpPr>
          <p:cNvPr id="5266" name="Rectangle 4"/>
          <p:cNvSpPr>
            <a:spLocks noChangeArrowheads="1"/>
          </p:cNvSpPr>
          <p:nvPr/>
        </p:nvSpPr>
        <p:spPr bwMode="auto">
          <a:xfrm>
            <a:off x="7213854" y="2266619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267" name="TextBox 3"/>
          <p:cNvSpPr txBox="1"/>
          <p:nvPr/>
        </p:nvSpPr>
        <p:spPr>
          <a:xfrm>
            <a:off x="7225894" y="2237816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45,233,524</a:t>
            </a:r>
            <a:endParaRPr lang="en-US" dirty="0"/>
          </a:p>
        </p:txBody>
      </p:sp>
      <p:sp>
        <p:nvSpPr>
          <p:cNvPr id="5268" name="Rectangle 4"/>
          <p:cNvSpPr>
            <a:spLocks noChangeArrowheads="1"/>
          </p:cNvSpPr>
          <p:nvPr/>
        </p:nvSpPr>
        <p:spPr bwMode="auto">
          <a:xfrm>
            <a:off x="7861300" y="2266619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269" name="Rectangle 4"/>
          <p:cNvSpPr>
            <a:spLocks noChangeArrowheads="1"/>
          </p:cNvSpPr>
          <p:nvPr/>
        </p:nvSpPr>
        <p:spPr bwMode="auto">
          <a:xfrm>
            <a:off x="8094497" y="2266619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270" name="Rectangle 4"/>
          <p:cNvSpPr>
            <a:spLocks noChangeArrowheads="1"/>
          </p:cNvSpPr>
          <p:nvPr/>
        </p:nvSpPr>
        <p:spPr bwMode="auto">
          <a:xfrm>
            <a:off x="8333384" y="2266619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271" name="TextBox 3"/>
          <p:cNvSpPr txBox="1"/>
          <p:nvPr/>
        </p:nvSpPr>
        <p:spPr>
          <a:xfrm>
            <a:off x="8453272" y="2237816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2,365</a:t>
            </a:r>
            <a:endParaRPr lang="en-US" dirty="0"/>
          </a:p>
        </p:txBody>
      </p:sp>
      <p:sp>
        <p:nvSpPr>
          <p:cNvPr id="5272" name="Rectangle 4"/>
          <p:cNvSpPr>
            <a:spLocks noChangeArrowheads="1"/>
          </p:cNvSpPr>
          <p:nvPr/>
        </p:nvSpPr>
        <p:spPr bwMode="auto">
          <a:xfrm>
            <a:off x="878255" y="2544381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73" name="TextBox 3"/>
          <p:cNvSpPr txBox="1"/>
          <p:nvPr/>
        </p:nvSpPr>
        <p:spPr>
          <a:xfrm>
            <a:off x="827455" y="251557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8470345</a:t>
            </a:r>
            <a:endParaRPr lang="en-US" dirty="0"/>
          </a:p>
        </p:txBody>
      </p:sp>
      <p:sp>
        <p:nvSpPr>
          <p:cNvPr id="5274" name="Rectangle 4"/>
          <p:cNvSpPr>
            <a:spLocks noChangeArrowheads="1"/>
          </p:cNvSpPr>
          <p:nvPr/>
        </p:nvSpPr>
        <p:spPr bwMode="auto">
          <a:xfrm>
            <a:off x="1365758" y="2544381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75" name="TextBox 3"/>
          <p:cNvSpPr txBox="1"/>
          <p:nvPr/>
        </p:nvSpPr>
        <p:spPr>
          <a:xfrm>
            <a:off x="1314958" y="2515578"/>
            <a:ext cx="8891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Nuclear</a:t>
            </a:r>
            <a:endParaRPr lang="en-US" dirty="0"/>
          </a:p>
        </p:txBody>
      </p:sp>
      <p:sp>
        <p:nvSpPr>
          <p:cNvPr id="5276" name="TextBox 3"/>
          <p:cNvSpPr txBox="1"/>
          <p:nvPr/>
        </p:nvSpPr>
        <p:spPr>
          <a:xfrm>
            <a:off x="1314958" y="2633027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5277" name="Rectangle 4"/>
          <p:cNvSpPr>
            <a:spLocks noChangeArrowheads="1"/>
          </p:cNvSpPr>
          <p:nvPr/>
        </p:nvSpPr>
        <p:spPr bwMode="auto">
          <a:xfrm>
            <a:off x="2163546" y="2544381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78" name="TextBox 3"/>
          <p:cNvSpPr txBox="1"/>
          <p:nvPr/>
        </p:nvSpPr>
        <p:spPr>
          <a:xfrm>
            <a:off x="2112746" y="251557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5279" name="Rectangle 4"/>
          <p:cNvSpPr>
            <a:spLocks noChangeArrowheads="1"/>
          </p:cNvSpPr>
          <p:nvPr/>
        </p:nvSpPr>
        <p:spPr bwMode="auto">
          <a:xfrm>
            <a:off x="2622702" y="2544381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80" name="TextBox 3"/>
          <p:cNvSpPr txBox="1"/>
          <p:nvPr/>
        </p:nvSpPr>
        <p:spPr>
          <a:xfrm>
            <a:off x="2571902" y="2515578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5281" name="TextBox 3"/>
          <p:cNvSpPr txBox="1"/>
          <p:nvPr/>
        </p:nvSpPr>
        <p:spPr>
          <a:xfrm>
            <a:off x="2571902" y="2633027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5282" name="Rectangle 4"/>
          <p:cNvSpPr>
            <a:spLocks noChangeArrowheads="1"/>
          </p:cNvSpPr>
          <p:nvPr/>
        </p:nvSpPr>
        <p:spPr bwMode="auto">
          <a:xfrm>
            <a:off x="3680282" y="2544381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83" name="TextBox 3"/>
          <p:cNvSpPr txBox="1"/>
          <p:nvPr/>
        </p:nvSpPr>
        <p:spPr>
          <a:xfrm>
            <a:off x="3629482" y="251557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847.8470345.1.412121.000000.847001.100178</a:t>
            </a:r>
            <a:endParaRPr lang="en-US" dirty="0"/>
          </a:p>
        </p:txBody>
      </p:sp>
      <p:sp>
        <p:nvSpPr>
          <p:cNvPr id="5284" name="Rectangle 4"/>
          <p:cNvSpPr>
            <a:spLocks noChangeArrowheads="1"/>
          </p:cNvSpPr>
          <p:nvPr/>
        </p:nvSpPr>
        <p:spPr bwMode="auto">
          <a:xfrm>
            <a:off x="5918962" y="254438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85" name="TextBox 3"/>
          <p:cNvSpPr txBox="1"/>
          <p:nvPr/>
        </p:nvSpPr>
        <p:spPr>
          <a:xfrm>
            <a:off x="5987491" y="251557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2,187,725</a:t>
            </a:r>
            <a:endParaRPr lang="en-US" dirty="0"/>
          </a:p>
        </p:txBody>
      </p:sp>
      <p:sp>
        <p:nvSpPr>
          <p:cNvPr id="5286" name="Rectangle 4"/>
          <p:cNvSpPr>
            <a:spLocks noChangeArrowheads="1"/>
          </p:cNvSpPr>
          <p:nvPr/>
        </p:nvSpPr>
        <p:spPr bwMode="auto">
          <a:xfrm>
            <a:off x="6566408" y="254438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87" name="TextBox 3"/>
          <p:cNvSpPr txBox="1"/>
          <p:nvPr/>
        </p:nvSpPr>
        <p:spPr>
          <a:xfrm>
            <a:off x="6634937" y="251557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2,380,725</a:t>
            </a:r>
            <a:endParaRPr lang="en-US" dirty="0"/>
          </a:p>
        </p:txBody>
      </p:sp>
      <p:sp>
        <p:nvSpPr>
          <p:cNvPr id="5288" name="Rectangle 4"/>
          <p:cNvSpPr>
            <a:spLocks noChangeArrowheads="1"/>
          </p:cNvSpPr>
          <p:nvPr/>
        </p:nvSpPr>
        <p:spPr bwMode="auto">
          <a:xfrm>
            <a:off x="7213854" y="254438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89" name="TextBox 3"/>
          <p:cNvSpPr txBox="1"/>
          <p:nvPr/>
        </p:nvSpPr>
        <p:spPr>
          <a:xfrm>
            <a:off x="7282383" y="251557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2,380,227</a:t>
            </a:r>
            <a:endParaRPr lang="en-US" dirty="0"/>
          </a:p>
        </p:txBody>
      </p:sp>
      <p:sp>
        <p:nvSpPr>
          <p:cNvPr id="5290" name="Rectangle 4"/>
          <p:cNvSpPr>
            <a:spLocks noChangeArrowheads="1"/>
          </p:cNvSpPr>
          <p:nvPr/>
        </p:nvSpPr>
        <p:spPr bwMode="auto">
          <a:xfrm>
            <a:off x="7861300" y="2544381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91" name="Rectangle 4"/>
          <p:cNvSpPr>
            <a:spLocks noChangeArrowheads="1"/>
          </p:cNvSpPr>
          <p:nvPr/>
        </p:nvSpPr>
        <p:spPr bwMode="auto">
          <a:xfrm>
            <a:off x="8094497" y="2544381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92" name="Rectangle 4"/>
          <p:cNvSpPr>
            <a:spLocks noChangeArrowheads="1"/>
          </p:cNvSpPr>
          <p:nvPr/>
        </p:nvSpPr>
        <p:spPr bwMode="auto">
          <a:xfrm>
            <a:off x="8333384" y="2544381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93" name="TextBox 3"/>
          <p:cNvSpPr txBox="1"/>
          <p:nvPr/>
        </p:nvSpPr>
        <p:spPr>
          <a:xfrm>
            <a:off x="8538006" y="2515578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498</a:t>
            </a:r>
            <a:endParaRPr lang="en-US" dirty="0"/>
          </a:p>
        </p:txBody>
      </p:sp>
      <p:sp>
        <p:nvSpPr>
          <p:cNvPr id="5294" name="Rectangle 4"/>
          <p:cNvSpPr>
            <a:spLocks noChangeArrowheads="1"/>
          </p:cNvSpPr>
          <p:nvPr/>
        </p:nvSpPr>
        <p:spPr bwMode="auto">
          <a:xfrm>
            <a:off x="878255" y="282214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95" name="TextBox 3"/>
          <p:cNvSpPr txBox="1"/>
          <p:nvPr/>
        </p:nvSpPr>
        <p:spPr>
          <a:xfrm>
            <a:off x="827455" y="279333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8470345</a:t>
            </a:r>
            <a:endParaRPr lang="en-US" dirty="0"/>
          </a:p>
        </p:txBody>
      </p:sp>
      <p:sp>
        <p:nvSpPr>
          <p:cNvPr id="5296" name="Rectangle 4"/>
          <p:cNvSpPr>
            <a:spLocks noChangeArrowheads="1"/>
          </p:cNvSpPr>
          <p:nvPr/>
        </p:nvSpPr>
        <p:spPr bwMode="auto">
          <a:xfrm>
            <a:off x="1365758" y="282214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297" name="TextBox 3"/>
          <p:cNvSpPr txBox="1"/>
          <p:nvPr/>
        </p:nvSpPr>
        <p:spPr>
          <a:xfrm>
            <a:off x="1314958" y="2793339"/>
            <a:ext cx="8891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Nuclear</a:t>
            </a:r>
            <a:endParaRPr lang="en-US" dirty="0"/>
          </a:p>
        </p:txBody>
      </p:sp>
      <p:sp>
        <p:nvSpPr>
          <p:cNvPr id="5298" name="TextBox 3"/>
          <p:cNvSpPr txBox="1"/>
          <p:nvPr/>
        </p:nvSpPr>
        <p:spPr>
          <a:xfrm>
            <a:off x="1314958" y="2910789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5299" name="Rectangle 4"/>
          <p:cNvSpPr>
            <a:spLocks noChangeArrowheads="1"/>
          </p:cNvSpPr>
          <p:nvPr/>
        </p:nvSpPr>
        <p:spPr bwMode="auto">
          <a:xfrm>
            <a:off x="2163546" y="282214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00" name="TextBox 3"/>
          <p:cNvSpPr txBox="1"/>
          <p:nvPr/>
        </p:nvSpPr>
        <p:spPr>
          <a:xfrm>
            <a:off x="2112746" y="279333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5301" name="Rectangle 4"/>
          <p:cNvSpPr>
            <a:spLocks noChangeArrowheads="1"/>
          </p:cNvSpPr>
          <p:nvPr/>
        </p:nvSpPr>
        <p:spPr bwMode="auto">
          <a:xfrm>
            <a:off x="2622702" y="282214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02" name="TextBox 3"/>
          <p:cNvSpPr txBox="1"/>
          <p:nvPr/>
        </p:nvSpPr>
        <p:spPr>
          <a:xfrm>
            <a:off x="2571902" y="2793339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5303" name="TextBox 3"/>
          <p:cNvSpPr txBox="1"/>
          <p:nvPr/>
        </p:nvSpPr>
        <p:spPr>
          <a:xfrm>
            <a:off x="2571902" y="2910789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5304" name="TextBox 3"/>
          <p:cNvSpPr txBox="1"/>
          <p:nvPr/>
        </p:nvSpPr>
        <p:spPr>
          <a:xfrm>
            <a:off x="2571902" y="3028239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5305" name="Rectangle 4"/>
          <p:cNvSpPr>
            <a:spLocks noChangeArrowheads="1"/>
          </p:cNvSpPr>
          <p:nvPr/>
        </p:nvSpPr>
        <p:spPr bwMode="auto">
          <a:xfrm>
            <a:off x="3680282" y="282214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06" name="TextBox 3"/>
          <p:cNvSpPr txBox="1"/>
          <p:nvPr/>
        </p:nvSpPr>
        <p:spPr>
          <a:xfrm>
            <a:off x="3629482" y="279333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847.8470345.1.412125.000000.847001.100178</a:t>
            </a:r>
            <a:endParaRPr lang="en-US" dirty="0"/>
          </a:p>
        </p:txBody>
      </p:sp>
      <p:sp>
        <p:nvSpPr>
          <p:cNvPr id="5307" name="Rectangle 4"/>
          <p:cNvSpPr>
            <a:spLocks noChangeArrowheads="1"/>
          </p:cNvSpPr>
          <p:nvPr/>
        </p:nvSpPr>
        <p:spPr bwMode="auto">
          <a:xfrm>
            <a:off x="5918962" y="282214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08" name="TextBox 3"/>
          <p:cNvSpPr txBox="1"/>
          <p:nvPr/>
        </p:nvSpPr>
        <p:spPr>
          <a:xfrm>
            <a:off x="5987491" y="279333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1,946,743</a:t>
            </a:r>
            <a:endParaRPr lang="en-US" dirty="0"/>
          </a:p>
        </p:txBody>
      </p:sp>
      <p:sp>
        <p:nvSpPr>
          <p:cNvPr id="5309" name="Rectangle 4"/>
          <p:cNvSpPr>
            <a:spLocks noChangeArrowheads="1"/>
          </p:cNvSpPr>
          <p:nvPr/>
        </p:nvSpPr>
        <p:spPr bwMode="auto">
          <a:xfrm>
            <a:off x="6566408" y="282214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10" name="TextBox 3"/>
          <p:cNvSpPr txBox="1"/>
          <p:nvPr/>
        </p:nvSpPr>
        <p:spPr>
          <a:xfrm>
            <a:off x="6634937" y="279333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2,166,743</a:t>
            </a:r>
            <a:endParaRPr lang="en-US" dirty="0"/>
          </a:p>
        </p:txBody>
      </p:sp>
      <p:sp>
        <p:nvSpPr>
          <p:cNvPr id="5311" name="Rectangle 4"/>
          <p:cNvSpPr>
            <a:spLocks noChangeArrowheads="1"/>
          </p:cNvSpPr>
          <p:nvPr/>
        </p:nvSpPr>
        <p:spPr bwMode="auto">
          <a:xfrm>
            <a:off x="7213854" y="282214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12" name="TextBox 3"/>
          <p:cNvSpPr txBox="1"/>
          <p:nvPr/>
        </p:nvSpPr>
        <p:spPr>
          <a:xfrm>
            <a:off x="7282383" y="279333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2,166,374</a:t>
            </a:r>
            <a:endParaRPr lang="en-US" dirty="0"/>
          </a:p>
        </p:txBody>
      </p:sp>
      <p:sp>
        <p:nvSpPr>
          <p:cNvPr id="5313" name="Rectangle 4"/>
          <p:cNvSpPr>
            <a:spLocks noChangeArrowheads="1"/>
          </p:cNvSpPr>
          <p:nvPr/>
        </p:nvSpPr>
        <p:spPr bwMode="auto">
          <a:xfrm>
            <a:off x="7861300" y="282214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14" name="Rectangle 4"/>
          <p:cNvSpPr>
            <a:spLocks noChangeArrowheads="1"/>
          </p:cNvSpPr>
          <p:nvPr/>
        </p:nvSpPr>
        <p:spPr bwMode="auto">
          <a:xfrm>
            <a:off x="8094497" y="282214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15" name="Rectangle 4"/>
          <p:cNvSpPr>
            <a:spLocks noChangeArrowheads="1"/>
          </p:cNvSpPr>
          <p:nvPr/>
        </p:nvSpPr>
        <p:spPr bwMode="auto">
          <a:xfrm>
            <a:off x="8333384" y="282214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16" name="TextBox 3"/>
          <p:cNvSpPr txBox="1"/>
          <p:nvPr/>
        </p:nvSpPr>
        <p:spPr>
          <a:xfrm>
            <a:off x="8538006" y="2793339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369</a:t>
            </a:r>
            <a:endParaRPr lang="en-US" dirty="0"/>
          </a:p>
        </p:txBody>
      </p:sp>
      <p:sp>
        <p:nvSpPr>
          <p:cNvPr id="5317" name="Rectangle 4"/>
          <p:cNvSpPr>
            <a:spLocks noChangeArrowheads="1"/>
          </p:cNvSpPr>
          <p:nvPr/>
        </p:nvSpPr>
        <p:spPr bwMode="auto">
          <a:xfrm>
            <a:off x="878255" y="3217354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18" name="TextBox 3"/>
          <p:cNvSpPr txBox="1"/>
          <p:nvPr/>
        </p:nvSpPr>
        <p:spPr>
          <a:xfrm>
            <a:off x="827455" y="318855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8470345</a:t>
            </a:r>
            <a:endParaRPr lang="en-US" dirty="0"/>
          </a:p>
        </p:txBody>
      </p:sp>
      <p:sp>
        <p:nvSpPr>
          <p:cNvPr id="5319" name="Rectangle 4"/>
          <p:cNvSpPr>
            <a:spLocks noChangeArrowheads="1"/>
          </p:cNvSpPr>
          <p:nvPr/>
        </p:nvSpPr>
        <p:spPr bwMode="auto">
          <a:xfrm>
            <a:off x="1365758" y="3217354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20" name="TextBox 3"/>
          <p:cNvSpPr txBox="1"/>
          <p:nvPr/>
        </p:nvSpPr>
        <p:spPr>
          <a:xfrm>
            <a:off x="1314958" y="3188551"/>
            <a:ext cx="8891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Nuclear</a:t>
            </a:r>
            <a:endParaRPr lang="en-US" dirty="0"/>
          </a:p>
        </p:txBody>
      </p:sp>
      <p:sp>
        <p:nvSpPr>
          <p:cNvPr id="5321" name="TextBox 3"/>
          <p:cNvSpPr txBox="1"/>
          <p:nvPr/>
        </p:nvSpPr>
        <p:spPr>
          <a:xfrm>
            <a:off x="1314958" y="3306000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5322" name="Rectangle 4"/>
          <p:cNvSpPr>
            <a:spLocks noChangeArrowheads="1"/>
          </p:cNvSpPr>
          <p:nvPr/>
        </p:nvSpPr>
        <p:spPr bwMode="auto">
          <a:xfrm>
            <a:off x="2163546" y="3217354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23" name="TextBox 3"/>
          <p:cNvSpPr txBox="1"/>
          <p:nvPr/>
        </p:nvSpPr>
        <p:spPr>
          <a:xfrm>
            <a:off x="2112746" y="318855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412521</a:t>
            </a:r>
            <a:endParaRPr lang="en-US" dirty="0"/>
          </a:p>
        </p:txBody>
      </p:sp>
      <p:sp>
        <p:nvSpPr>
          <p:cNvPr id="5324" name="Rectangle 4"/>
          <p:cNvSpPr>
            <a:spLocks noChangeArrowheads="1"/>
          </p:cNvSpPr>
          <p:nvPr/>
        </p:nvSpPr>
        <p:spPr bwMode="auto">
          <a:xfrm>
            <a:off x="2622702" y="3217354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25" name="TextBox 3"/>
          <p:cNvSpPr txBox="1"/>
          <p:nvPr/>
        </p:nvSpPr>
        <p:spPr>
          <a:xfrm>
            <a:off x="2571902" y="3188551"/>
            <a:ext cx="8496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 </a:t>
            </a:r>
            <a:endParaRPr lang="en-US" dirty="0"/>
          </a:p>
        </p:txBody>
      </p:sp>
      <p:sp>
        <p:nvSpPr>
          <p:cNvPr id="5326" name="TextBox 3"/>
          <p:cNvSpPr txBox="1"/>
          <p:nvPr/>
        </p:nvSpPr>
        <p:spPr>
          <a:xfrm>
            <a:off x="2571902" y="3306000"/>
            <a:ext cx="1120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 (including </a:t>
            </a:r>
            <a:endParaRPr lang="en-US" dirty="0"/>
          </a:p>
        </p:txBody>
      </p:sp>
      <p:sp>
        <p:nvSpPr>
          <p:cNvPr id="5327" name="TextBox 3"/>
          <p:cNvSpPr txBox="1"/>
          <p:nvPr/>
        </p:nvSpPr>
        <p:spPr>
          <a:xfrm>
            <a:off x="2571902" y="3423450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Mansab)</a:t>
            </a:r>
            <a:endParaRPr lang="en-US" dirty="0"/>
          </a:p>
        </p:txBody>
      </p:sp>
      <p:sp>
        <p:nvSpPr>
          <p:cNvPr id="5328" name="Rectangle 4"/>
          <p:cNvSpPr>
            <a:spLocks noChangeArrowheads="1"/>
          </p:cNvSpPr>
          <p:nvPr/>
        </p:nvSpPr>
        <p:spPr bwMode="auto">
          <a:xfrm>
            <a:off x="3680282" y="3217354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29" name="TextBox 3"/>
          <p:cNvSpPr txBox="1"/>
          <p:nvPr/>
        </p:nvSpPr>
        <p:spPr>
          <a:xfrm>
            <a:off x="3629482" y="318855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847.8470345.1.412521.000000.847001.100178</a:t>
            </a:r>
            <a:endParaRPr lang="en-US" dirty="0"/>
          </a:p>
        </p:txBody>
      </p:sp>
      <p:sp>
        <p:nvSpPr>
          <p:cNvPr id="5330" name="Rectangle 4"/>
          <p:cNvSpPr>
            <a:spLocks noChangeArrowheads="1"/>
          </p:cNvSpPr>
          <p:nvPr/>
        </p:nvSpPr>
        <p:spPr bwMode="auto">
          <a:xfrm>
            <a:off x="5918962" y="321735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31" name="TextBox 3"/>
          <p:cNvSpPr txBox="1"/>
          <p:nvPr/>
        </p:nvSpPr>
        <p:spPr>
          <a:xfrm>
            <a:off x="6072225" y="318855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117,265</a:t>
            </a:r>
            <a:endParaRPr lang="en-US" dirty="0"/>
          </a:p>
        </p:txBody>
      </p:sp>
      <p:sp>
        <p:nvSpPr>
          <p:cNvPr id="5332" name="Rectangle 4"/>
          <p:cNvSpPr>
            <a:spLocks noChangeArrowheads="1"/>
          </p:cNvSpPr>
          <p:nvPr/>
        </p:nvSpPr>
        <p:spPr bwMode="auto">
          <a:xfrm>
            <a:off x="6566408" y="321735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33" name="TextBox 3"/>
          <p:cNvSpPr txBox="1"/>
          <p:nvPr/>
        </p:nvSpPr>
        <p:spPr>
          <a:xfrm>
            <a:off x="6719671" y="318855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203,161</a:t>
            </a:r>
            <a:endParaRPr lang="en-US" dirty="0"/>
          </a:p>
        </p:txBody>
      </p:sp>
      <p:sp>
        <p:nvSpPr>
          <p:cNvPr id="5334" name="Rectangle 4"/>
          <p:cNvSpPr>
            <a:spLocks noChangeArrowheads="1"/>
          </p:cNvSpPr>
          <p:nvPr/>
        </p:nvSpPr>
        <p:spPr bwMode="auto">
          <a:xfrm>
            <a:off x="7213854" y="321735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35" name="TextBox 3"/>
          <p:cNvSpPr txBox="1"/>
          <p:nvPr/>
        </p:nvSpPr>
        <p:spPr>
          <a:xfrm>
            <a:off x="7367118" y="318855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202,313</a:t>
            </a:r>
            <a:endParaRPr lang="en-US" dirty="0"/>
          </a:p>
        </p:txBody>
      </p:sp>
      <p:sp>
        <p:nvSpPr>
          <p:cNvPr id="5336" name="Rectangle 4"/>
          <p:cNvSpPr>
            <a:spLocks noChangeArrowheads="1"/>
          </p:cNvSpPr>
          <p:nvPr/>
        </p:nvSpPr>
        <p:spPr bwMode="auto">
          <a:xfrm>
            <a:off x="7861300" y="3217354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37" name="Rectangle 4"/>
          <p:cNvSpPr>
            <a:spLocks noChangeArrowheads="1"/>
          </p:cNvSpPr>
          <p:nvPr/>
        </p:nvSpPr>
        <p:spPr bwMode="auto">
          <a:xfrm>
            <a:off x="8094497" y="3217354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38" name="Rectangle 4"/>
          <p:cNvSpPr>
            <a:spLocks noChangeArrowheads="1"/>
          </p:cNvSpPr>
          <p:nvPr/>
        </p:nvSpPr>
        <p:spPr bwMode="auto">
          <a:xfrm>
            <a:off x="8333384" y="3217354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39" name="TextBox 3"/>
          <p:cNvSpPr txBox="1"/>
          <p:nvPr/>
        </p:nvSpPr>
        <p:spPr>
          <a:xfrm>
            <a:off x="8538006" y="3188551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848</a:t>
            </a:r>
            <a:endParaRPr lang="en-US" dirty="0"/>
          </a:p>
        </p:txBody>
      </p:sp>
      <p:sp>
        <p:nvSpPr>
          <p:cNvPr id="5340" name="Rectangle 4"/>
          <p:cNvSpPr>
            <a:spLocks noChangeArrowheads="1"/>
          </p:cNvSpPr>
          <p:nvPr/>
        </p:nvSpPr>
        <p:spPr bwMode="auto">
          <a:xfrm>
            <a:off x="878255" y="3612566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41" name="TextBox 3"/>
          <p:cNvSpPr txBox="1"/>
          <p:nvPr/>
        </p:nvSpPr>
        <p:spPr>
          <a:xfrm>
            <a:off x="827455" y="358376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8470345</a:t>
            </a:r>
            <a:endParaRPr lang="en-US" dirty="0"/>
          </a:p>
        </p:txBody>
      </p:sp>
      <p:sp>
        <p:nvSpPr>
          <p:cNvPr id="5342" name="Rectangle 4"/>
          <p:cNvSpPr>
            <a:spLocks noChangeArrowheads="1"/>
          </p:cNvSpPr>
          <p:nvPr/>
        </p:nvSpPr>
        <p:spPr bwMode="auto">
          <a:xfrm>
            <a:off x="1365758" y="3612566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43" name="TextBox 3"/>
          <p:cNvSpPr txBox="1"/>
          <p:nvPr/>
        </p:nvSpPr>
        <p:spPr>
          <a:xfrm>
            <a:off x="1314958" y="3583762"/>
            <a:ext cx="8891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Nuclear</a:t>
            </a:r>
            <a:endParaRPr lang="en-US" dirty="0"/>
          </a:p>
        </p:txBody>
      </p:sp>
      <p:sp>
        <p:nvSpPr>
          <p:cNvPr id="5344" name="TextBox 3"/>
          <p:cNvSpPr txBox="1"/>
          <p:nvPr/>
        </p:nvSpPr>
        <p:spPr>
          <a:xfrm>
            <a:off x="1314958" y="3701211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5345" name="Rectangle 4"/>
          <p:cNvSpPr>
            <a:spLocks noChangeArrowheads="1"/>
          </p:cNvSpPr>
          <p:nvPr/>
        </p:nvSpPr>
        <p:spPr bwMode="auto">
          <a:xfrm>
            <a:off x="2163546" y="3612566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46" name="TextBox 3"/>
          <p:cNvSpPr txBox="1"/>
          <p:nvPr/>
        </p:nvSpPr>
        <p:spPr>
          <a:xfrm>
            <a:off x="2112746" y="358376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5347" name="Rectangle 4"/>
          <p:cNvSpPr>
            <a:spLocks noChangeArrowheads="1"/>
          </p:cNvSpPr>
          <p:nvPr/>
        </p:nvSpPr>
        <p:spPr bwMode="auto">
          <a:xfrm>
            <a:off x="2622702" y="3612566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48" name="TextBox 3"/>
          <p:cNvSpPr txBox="1"/>
          <p:nvPr/>
        </p:nvSpPr>
        <p:spPr>
          <a:xfrm>
            <a:off x="2571902" y="3583762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5349" name="Rectangle 4"/>
          <p:cNvSpPr>
            <a:spLocks noChangeArrowheads="1"/>
          </p:cNvSpPr>
          <p:nvPr/>
        </p:nvSpPr>
        <p:spPr bwMode="auto">
          <a:xfrm>
            <a:off x="3680282" y="3612566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50" name="TextBox 3"/>
          <p:cNvSpPr txBox="1"/>
          <p:nvPr/>
        </p:nvSpPr>
        <p:spPr>
          <a:xfrm>
            <a:off x="3629482" y="358376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847.8470345.1.412523.000000.847001.100178</a:t>
            </a:r>
            <a:endParaRPr lang="en-US" dirty="0"/>
          </a:p>
        </p:txBody>
      </p:sp>
      <p:sp>
        <p:nvSpPr>
          <p:cNvPr id="5351" name="Rectangle 4"/>
          <p:cNvSpPr>
            <a:spLocks noChangeArrowheads="1"/>
          </p:cNvSpPr>
          <p:nvPr/>
        </p:nvSpPr>
        <p:spPr bwMode="auto">
          <a:xfrm>
            <a:off x="5918962" y="361256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52" name="TextBox 3"/>
          <p:cNvSpPr txBox="1"/>
          <p:nvPr/>
        </p:nvSpPr>
        <p:spPr>
          <a:xfrm>
            <a:off x="6128715" y="358376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72,000</a:t>
            </a:r>
            <a:endParaRPr lang="en-US" dirty="0"/>
          </a:p>
        </p:txBody>
      </p:sp>
      <p:sp>
        <p:nvSpPr>
          <p:cNvPr id="5353" name="Rectangle 4"/>
          <p:cNvSpPr>
            <a:spLocks noChangeArrowheads="1"/>
          </p:cNvSpPr>
          <p:nvPr/>
        </p:nvSpPr>
        <p:spPr bwMode="auto">
          <a:xfrm>
            <a:off x="6566408" y="361256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54" name="TextBox 3"/>
          <p:cNvSpPr txBox="1"/>
          <p:nvPr/>
        </p:nvSpPr>
        <p:spPr>
          <a:xfrm>
            <a:off x="6776161" y="358376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73,280</a:t>
            </a:r>
            <a:endParaRPr lang="en-US" dirty="0"/>
          </a:p>
        </p:txBody>
      </p:sp>
      <p:sp>
        <p:nvSpPr>
          <p:cNvPr id="5355" name="Rectangle 4"/>
          <p:cNvSpPr>
            <a:spLocks noChangeArrowheads="1"/>
          </p:cNvSpPr>
          <p:nvPr/>
        </p:nvSpPr>
        <p:spPr bwMode="auto">
          <a:xfrm>
            <a:off x="7213854" y="361256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56" name="TextBox 3"/>
          <p:cNvSpPr txBox="1"/>
          <p:nvPr/>
        </p:nvSpPr>
        <p:spPr>
          <a:xfrm>
            <a:off x="7423607" y="358376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73,280</a:t>
            </a:r>
            <a:endParaRPr lang="en-US" dirty="0"/>
          </a:p>
        </p:txBody>
      </p:sp>
      <p:sp>
        <p:nvSpPr>
          <p:cNvPr id="5357" name="Rectangle 4"/>
          <p:cNvSpPr>
            <a:spLocks noChangeArrowheads="1"/>
          </p:cNvSpPr>
          <p:nvPr/>
        </p:nvSpPr>
        <p:spPr bwMode="auto">
          <a:xfrm>
            <a:off x="7861300" y="3612566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58" name="Rectangle 4"/>
          <p:cNvSpPr>
            <a:spLocks noChangeArrowheads="1"/>
          </p:cNvSpPr>
          <p:nvPr/>
        </p:nvSpPr>
        <p:spPr bwMode="auto">
          <a:xfrm>
            <a:off x="8094497" y="3612566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59" name="Rectangle 4"/>
          <p:cNvSpPr>
            <a:spLocks noChangeArrowheads="1"/>
          </p:cNvSpPr>
          <p:nvPr/>
        </p:nvSpPr>
        <p:spPr bwMode="auto">
          <a:xfrm>
            <a:off x="8333384" y="3612566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60" name="TextBox 3"/>
          <p:cNvSpPr txBox="1"/>
          <p:nvPr/>
        </p:nvSpPr>
        <p:spPr>
          <a:xfrm>
            <a:off x="8650986" y="358376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5361" name="Rectangle 4"/>
          <p:cNvSpPr>
            <a:spLocks noChangeArrowheads="1"/>
          </p:cNvSpPr>
          <p:nvPr/>
        </p:nvSpPr>
        <p:spPr bwMode="auto">
          <a:xfrm>
            <a:off x="878255" y="3890327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62" name="TextBox 3"/>
          <p:cNvSpPr txBox="1"/>
          <p:nvPr/>
        </p:nvSpPr>
        <p:spPr>
          <a:xfrm>
            <a:off x="827455" y="386152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8470345</a:t>
            </a:r>
            <a:endParaRPr lang="en-US" dirty="0"/>
          </a:p>
        </p:txBody>
      </p:sp>
      <p:sp>
        <p:nvSpPr>
          <p:cNvPr id="5363" name="Rectangle 4"/>
          <p:cNvSpPr>
            <a:spLocks noChangeArrowheads="1"/>
          </p:cNvSpPr>
          <p:nvPr/>
        </p:nvSpPr>
        <p:spPr bwMode="auto">
          <a:xfrm>
            <a:off x="1365758" y="3890327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64" name="TextBox 3"/>
          <p:cNvSpPr txBox="1"/>
          <p:nvPr/>
        </p:nvSpPr>
        <p:spPr>
          <a:xfrm>
            <a:off x="1314958" y="3861524"/>
            <a:ext cx="8891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Nuclear</a:t>
            </a:r>
            <a:endParaRPr lang="en-US" dirty="0"/>
          </a:p>
        </p:txBody>
      </p:sp>
      <p:sp>
        <p:nvSpPr>
          <p:cNvPr id="5365" name="TextBox 3"/>
          <p:cNvSpPr txBox="1"/>
          <p:nvPr/>
        </p:nvSpPr>
        <p:spPr>
          <a:xfrm>
            <a:off x="1314958" y="3978973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5366" name="Rectangle 4"/>
          <p:cNvSpPr>
            <a:spLocks noChangeArrowheads="1"/>
          </p:cNvSpPr>
          <p:nvPr/>
        </p:nvSpPr>
        <p:spPr bwMode="auto">
          <a:xfrm>
            <a:off x="2163546" y="3890327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67" name="TextBox 3"/>
          <p:cNvSpPr txBox="1"/>
          <p:nvPr/>
        </p:nvSpPr>
        <p:spPr>
          <a:xfrm>
            <a:off x="2112746" y="386152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5368" name="Rectangle 4"/>
          <p:cNvSpPr>
            <a:spLocks noChangeArrowheads="1"/>
          </p:cNvSpPr>
          <p:nvPr/>
        </p:nvSpPr>
        <p:spPr bwMode="auto">
          <a:xfrm>
            <a:off x="2622702" y="3890327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69" name="TextBox 3"/>
          <p:cNvSpPr txBox="1"/>
          <p:nvPr/>
        </p:nvSpPr>
        <p:spPr>
          <a:xfrm>
            <a:off x="2571902" y="3861524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5370" name="TextBox 3"/>
          <p:cNvSpPr txBox="1"/>
          <p:nvPr/>
        </p:nvSpPr>
        <p:spPr>
          <a:xfrm>
            <a:off x="2571902" y="3978973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5371" name="Rectangle 4"/>
          <p:cNvSpPr>
            <a:spLocks noChangeArrowheads="1"/>
          </p:cNvSpPr>
          <p:nvPr/>
        </p:nvSpPr>
        <p:spPr bwMode="auto">
          <a:xfrm>
            <a:off x="3680282" y="3890327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72" name="TextBox 3"/>
          <p:cNvSpPr txBox="1"/>
          <p:nvPr/>
        </p:nvSpPr>
        <p:spPr>
          <a:xfrm>
            <a:off x="3629482" y="386152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847.8470345.1.412534.000000.847001.100178</a:t>
            </a:r>
            <a:endParaRPr lang="en-US" dirty="0"/>
          </a:p>
        </p:txBody>
      </p:sp>
      <p:sp>
        <p:nvSpPr>
          <p:cNvPr id="5373" name="Rectangle 4"/>
          <p:cNvSpPr>
            <a:spLocks noChangeArrowheads="1"/>
          </p:cNvSpPr>
          <p:nvPr/>
        </p:nvSpPr>
        <p:spPr bwMode="auto">
          <a:xfrm>
            <a:off x="5918962" y="389032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74" name="TextBox 3"/>
          <p:cNvSpPr txBox="1"/>
          <p:nvPr/>
        </p:nvSpPr>
        <p:spPr>
          <a:xfrm>
            <a:off x="6072225" y="386152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296,800</a:t>
            </a:r>
            <a:endParaRPr lang="en-US" dirty="0"/>
          </a:p>
        </p:txBody>
      </p:sp>
      <p:sp>
        <p:nvSpPr>
          <p:cNvPr id="5375" name="Rectangle 4"/>
          <p:cNvSpPr>
            <a:spLocks noChangeArrowheads="1"/>
          </p:cNvSpPr>
          <p:nvPr/>
        </p:nvSpPr>
        <p:spPr bwMode="auto">
          <a:xfrm>
            <a:off x="6566408" y="389032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76" name="TextBox 3"/>
          <p:cNvSpPr txBox="1"/>
          <p:nvPr/>
        </p:nvSpPr>
        <p:spPr>
          <a:xfrm>
            <a:off x="6719671" y="386152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274,904</a:t>
            </a:r>
            <a:endParaRPr lang="en-US" dirty="0"/>
          </a:p>
        </p:txBody>
      </p:sp>
      <p:sp>
        <p:nvSpPr>
          <p:cNvPr id="5377" name="Rectangle 4"/>
          <p:cNvSpPr>
            <a:spLocks noChangeArrowheads="1"/>
          </p:cNvSpPr>
          <p:nvPr/>
        </p:nvSpPr>
        <p:spPr bwMode="auto">
          <a:xfrm>
            <a:off x="7213854" y="389032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78" name="TextBox 3"/>
          <p:cNvSpPr txBox="1"/>
          <p:nvPr/>
        </p:nvSpPr>
        <p:spPr>
          <a:xfrm>
            <a:off x="7367118" y="386152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274,904</a:t>
            </a:r>
            <a:endParaRPr lang="en-US" dirty="0"/>
          </a:p>
        </p:txBody>
      </p:sp>
      <p:sp>
        <p:nvSpPr>
          <p:cNvPr id="5379" name="Rectangle 4"/>
          <p:cNvSpPr>
            <a:spLocks noChangeArrowheads="1"/>
          </p:cNvSpPr>
          <p:nvPr/>
        </p:nvSpPr>
        <p:spPr bwMode="auto">
          <a:xfrm>
            <a:off x="7861300" y="3890327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80" name="Rectangle 4"/>
          <p:cNvSpPr>
            <a:spLocks noChangeArrowheads="1"/>
          </p:cNvSpPr>
          <p:nvPr/>
        </p:nvSpPr>
        <p:spPr bwMode="auto">
          <a:xfrm>
            <a:off x="8094497" y="3890327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81" name="Rectangle 4"/>
          <p:cNvSpPr>
            <a:spLocks noChangeArrowheads="1"/>
          </p:cNvSpPr>
          <p:nvPr/>
        </p:nvSpPr>
        <p:spPr bwMode="auto">
          <a:xfrm>
            <a:off x="8333384" y="3890327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82" name="TextBox 3"/>
          <p:cNvSpPr txBox="1"/>
          <p:nvPr/>
        </p:nvSpPr>
        <p:spPr>
          <a:xfrm>
            <a:off x="8650986" y="386152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5383" name="Rectangle 4"/>
          <p:cNvSpPr>
            <a:spLocks noChangeArrowheads="1"/>
          </p:cNvSpPr>
          <p:nvPr/>
        </p:nvSpPr>
        <p:spPr bwMode="auto">
          <a:xfrm>
            <a:off x="878255" y="4168089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84" name="TextBox 3"/>
          <p:cNvSpPr txBox="1"/>
          <p:nvPr/>
        </p:nvSpPr>
        <p:spPr>
          <a:xfrm>
            <a:off x="827455" y="413928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8470345</a:t>
            </a:r>
            <a:endParaRPr lang="en-US" dirty="0"/>
          </a:p>
        </p:txBody>
      </p:sp>
      <p:sp>
        <p:nvSpPr>
          <p:cNvPr id="5385" name="Rectangle 4"/>
          <p:cNvSpPr>
            <a:spLocks noChangeArrowheads="1"/>
          </p:cNvSpPr>
          <p:nvPr/>
        </p:nvSpPr>
        <p:spPr bwMode="auto">
          <a:xfrm>
            <a:off x="1365758" y="4168089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86" name="TextBox 3"/>
          <p:cNvSpPr txBox="1"/>
          <p:nvPr/>
        </p:nvSpPr>
        <p:spPr>
          <a:xfrm>
            <a:off x="1314958" y="4139285"/>
            <a:ext cx="8891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Nuclear</a:t>
            </a:r>
            <a:endParaRPr lang="en-US" dirty="0"/>
          </a:p>
        </p:txBody>
      </p:sp>
      <p:sp>
        <p:nvSpPr>
          <p:cNvPr id="5387" name="TextBox 3"/>
          <p:cNvSpPr txBox="1"/>
          <p:nvPr/>
        </p:nvSpPr>
        <p:spPr>
          <a:xfrm>
            <a:off x="1314958" y="4256735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5388" name="Rectangle 4"/>
          <p:cNvSpPr>
            <a:spLocks noChangeArrowheads="1"/>
          </p:cNvSpPr>
          <p:nvPr/>
        </p:nvSpPr>
        <p:spPr bwMode="auto">
          <a:xfrm>
            <a:off x="2163546" y="4168089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89" name="TextBox 3"/>
          <p:cNvSpPr txBox="1"/>
          <p:nvPr/>
        </p:nvSpPr>
        <p:spPr>
          <a:xfrm>
            <a:off x="2112746" y="413928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5390" name="Rectangle 4"/>
          <p:cNvSpPr>
            <a:spLocks noChangeArrowheads="1"/>
          </p:cNvSpPr>
          <p:nvPr/>
        </p:nvSpPr>
        <p:spPr bwMode="auto">
          <a:xfrm>
            <a:off x="2622702" y="4168089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91" name="TextBox 3"/>
          <p:cNvSpPr txBox="1"/>
          <p:nvPr/>
        </p:nvSpPr>
        <p:spPr>
          <a:xfrm>
            <a:off x="2571902" y="4139285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5392" name="Rectangle 4"/>
          <p:cNvSpPr>
            <a:spLocks noChangeArrowheads="1"/>
          </p:cNvSpPr>
          <p:nvPr/>
        </p:nvSpPr>
        <p:spPr bwMode="auto">
          <a:xfrm>
            <a:off x="3680282" y="4168089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93" name="TextBox 3"/>
          <p:cNvSpPr txBox="1"/>
          <p:nvPr/>
        </p:nvSpPr>
        <p:spPr>
          <a:xfrm>
            <a:off x="3629482" y="413928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847.8470345.1.412546.000000.847001.100178</a:t>
            </a:r>
            <a:endParaRPr lang="en-US" dirty="0"/>
          </a:p>
        </p:txBody>
      </p:sp>
      <p:sp>
        <p:nvSpPr>
          <p:cNvPr id="5394" name="Rectangle 4"/>
          <p:cNvSpPr>
            <a:spLocks noChangeArrowheads="1"/>
          </p:cNvSpPr>
          <p:nvPr/>
        </p:nvSpPr>
        <p:spPr bwMode="auto">
          <a:xfrm>
            <a:off x="5918962" y="416808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95" name="TextBox 3"/>
          <p:cNvSpPr txBox="1"/>
          <p:nvPr/>
        </p:nvSpPr>
        <p:spPr>
          <a:xfrm>
            <a:off x="6128715" y="413928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60,259</a:t>
            </a:r>
            <a:endParaRPr lang="en-US" dirty="0"/>
          </a:p>
        </p:txBody>
      </p:sp>
      <p:sp>
        <p:nvSpPr>
          <p:cNvPr id="5396" name="Rectangle 4"/>
          <p:cNvSpPr>
            <a:spLocks noChangeArrowheads="1"/>
          </p:cNvSpPr>
          <p:nvPr/>
        </p:nvSpPr>
        <p:spPr bwMode="auto">
          <a:xfrm>
            <a:off x="6566408" y="416808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97" name="TextBox 3"/>
          <p:cNvSpPr txBox="1"/>
          <p:nvPr/>
        </p:nvSpPr>
        <p:spPr>
          <a:xfrm>
            <a:off x="6776161" y="413928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61,359</a:t>
            </a:r>
            <a:endParaRPr lang="en-US" dirty="0"/>
          </a:p>
        </p:txBody>
      </p:sp>
      <p:sp>
        <p:nvSpPr>
          <p:cNvPr id="5398" name="Rectangle 4"/>
          <p:cNvSpPr>
            <a:spLocks noChangeArrowheads="1"/>
          </p:cNvSpPr>
          <p:nvPr/>
        </p:nvSpPr>
        <p:spPr bwMode="auto">
          <a:xfrm>
            <a:off x="7213854" y="416808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399" name="TextBox 3"/>
          <p:cNvSpPr txBox="1"/>
          <p:nvPr/>
        </p:nvSpPr>
        <p:spPr>
          <a:xfrm>
            <a:off x="7423607" y="413928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61,350</a:t>
            </a:r>
            <a:endParaRPr lang="en-US" dirty="0"/>
          </a:p>
        </p:txBody>
      </p:sp>
      <p:sp>
        <p:nvSpPr>
          <p:cNvPr id="5400" name="Rectangle 4"/>
          <p:cNvSpPr>
            <a:spLocks noChangeArrowheads="1"/>
          </p:cNvSpPr>
          <p:nvPr/>
        </p:nvSpPr>
        <p:spPr bwMode="auto">
          <a:xfrm>
            <a:off x="7861300" y="4168089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01" name="Rectangle 4"/>
          <p:cNvSpPr>
            <a:spLocks noChangeArrowheads="1"/>
          </p:cNvSpPr>
          <p:nvPr/>
        </p:nvSpPr>
        <p:spPr bwMode="auto">
          <a:xfrm>
            <a:off x="8094497" y="4168089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02" name="Rectangle 4"/>
          <p:cNvSpPr>
            <a:spLocks noChangeArrowheads="1"/>
          </p:cNvSpPr>
          <p:nvPr/>
        </p:nvSpPr>
        <p:spPr bwMode="auto">
          <a:xfrm>
            <a:off x="8333384" y="4168089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03" name="TextBox 3"/>
          <p:cNvSpPr txBox="1"/>
          <p:nvPr/>
        </p:nvSpPr>
        <p:spPr>
          <a:xfrm>
            <a:off x="8650986" y="413928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</a:t>
            </a:r>
            <a:endParaRPr lang="en-US" dirty="0"/>
          </a:p>
        </p:txBody>
      </p:sp>
      <p:sp>
        <p:nvSpPr>
          <p:cNvPr id="5404" name="Rectangle 4"/>
          <p:cNvSpPr>
            <a:spLocks noChangeArrowheads="1"/>
          </p:cNvSpPr>
          <p:nvPr/>
        </p:nvSpPr>
        <p:spPr bwMode="auto">
          <a:xfrm>
            <a:off x="878255" y="4445850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05" name="TextBox 3"/>
          <p:cNvSpPr txBox="1"/>
          <p:nvPr/>
        </p:nvSpPr>
        <p:spPr>
          <a:xfrm>
            <a:off x="827455" y="441704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8470345</a:t>
            </a:r>
            <a:endParaRPr lang="en-US" dirty="0"/>
          </a:p>
        </p:txBody>
      </p:sp>
      <p:sp>
        <p:nvSpPr>
          <p:cNvPr id="5406" name="Rectangle 4"/>
          <p:cNvSpPr>
            <a:spLocks noChangeArrowheads="1"/>
          </p:cNvSpPr>
          <p:nvPr/>
        </p:nvSpPr>
        <p:spPr bwMode="auto">
          <a:xfrm>
            <a:off x="1365758" y="4445850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07" name="TextBox 3"/>
          <p:cNvSpPr txBox="1"/>
          <p:nvPr/>
        </p:nvSpPr>
        <p:spPr>
          <a:xfrm>
            <a:off x="1314958" y="4417047"/>
            <a:ext cx="8891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Nuclear</a:t>
            </a:r>
            <a:endParaRPr lang="en-US" dirty="0"/>
          </a:p>
        </p:txBody>
      </p:sp>
      <p:sp>
        <p:nvSpPr>
          <p:cNvPr id="5408" name="TextBox 3"/>
          <p:cNvSpPr txBox="1"/>
          <p:nvPr/>
        </p:nvSpPr>
        <p:spPr>
          <a:xfrm>
            <a:off x="1314958" y="4534497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5409" name="Rectangle 4"/>
          <p:cNvSpPr>
            <a:spLocks noChangeArrowheads="1"/>
          </p:cNvSpPr>
          <p:nvPr/>
        </p:nvSpPr>
        <p:spPr bwMode="auto">
          <a:xfrm>
            <a:off x="2163546" y="4445850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10" name="TextBox 3"/>
          <p:cNvSpPr txBox="1"/>
          <p:nvPr/>
        </p:nvSpPr>
        <p:spPr>
          <a:xfrm>
            <a:off x="2112746" y="441704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5411" name="Rectangle 4"/>
          <p:cNvSpPr>
            <a:spLocks noChangeArrowheads="1"/>
          </p:cNvSpPr>
          <p:nvPr/>
        </p:nvSpPr>
        <p:spPr bwMode="auto">
          <a:xfrm>
            <a:off x="2622702" y="4445850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12" name="TextBox 3"/>
          <p:cNvSpPr txBox="1"/>
          <p:nvPr/>
        </p:nvSpPr>
        <p:spPr>
          <a:xfrm>
            <a:off x="2571902" y="4417047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5413" name="TextBox 3"/>
          <p:cNvSpPr txBox="1"/>
          <p:nvPr/>
        </p:nvSpPr>
        <p:spPr>
          <a:xfrm>
            <a:off x="2571902" y="4534497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5414" name="Rectangle 4"/>
          <p:cNvSpPr>
            <a:spLocks noChangeArrowheads="1"/>
          </p:cNvSpPr>
          <p:nvPr/>
        </p:nvSpPr>
        <p:spPr bwMode="auto">
          <a:xfrm>
            <a:off x="3680282" y="4445850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15" name="TextBox 3"/>
          <p:cNvSpPr txBox="1"/>
          <p:nvPr/>
        </p:nvSpPr>
        <p:spPr>
          <a:xfrm>
            <a:off x="3629482" y="441704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847.8470345.1.415110.000000.847001.100178</a:t>
            </a:r>
            <a:endParaRPr lang="en-US" dirty="0"/>
          </a:p>
        </p:txBody>
      </p:sp>
      <p:sp>
        <p:nvSpPr>
          <p:cNvPr id="5416" name="Rectangle 4"/>
          <p:cNvSpPr>
            <a:spLocks noChangeArrowheads="1"/>
          </p:cNvSpPr>
          <p:nvPr/>
        </p:nvSpPr>
        <p:spPr bwMode="auto">
          <a:xfrm>
            <a:off x="5918962" y="444585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17" name="TextBox 3"/>
          <p:cNvSpPr txBox="1"/>
          <p:nvPr/>
        </p:nvSpPr>
        <p:spPr>
          <a:xfrm>
            <a:off x="6072225" y="441704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238,647</a:t>
            </a:r>
            <a:endParaRPr lang="en-US" dirty="0"/>
          </a:p>
        </p:txBody>
      </p:sp>
      <p:sp>
        <p:nvSpPr>
          <p:cNvPr id="5418" name="Rectangle 4"/>
          <p:cNvSpPr>
            <a:spLocks noChangeArrowheads="1"/>
          </p:cNvSpPr>
          <p:nvPr/>
        </p:nvSpPr>
        <p:spPr bwMode="auto">
          <a:xfrm>
            <a:off x="6566408" y="444585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19" name="TextBox 3"/>
          <p:cNvSpPr txBox="1"/>
          <p:nvPr/>
        </p:nvSpPr>
        <p:spPr>
          <a:xfrm>
            <a:off x="6719671" y="441704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242,917</a:t>
            </a:r>
            <a:endParaRPr lang="en-US" dirty="0"/>
          </a:p>
        </p:txBody>
      </p:sp>
      <p:sp>
        <p:nvSpPr>
          <p:cNvPr id="5420" name="Rectangle 4"/>
          <p:cNvSpPr>
            <a:spLocks noChangeArrowheads="1"/>
          </p:cNvSpPr>
          <p:nvPr/>
        </p:nvSpPr>
        <p:spPr bwMode="auto">
          <a:xfrm>
            <a:off x="7213854" y="444585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21" name="TextBox 3"/>
          <p:cNvSpPr txBox="1"/>
          <p:nvPr/>
        </p:nvSpPr>
        <p:spPr>
          <a:xfrm>
            <a:off x="7367118" y="441704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242,917</a:t>
            </a:r>
            <a:endParaRPr lang="en-US" dirty="0"/>
          </a:p>
        </p:txBody>
      </p:sp>
      <p:sp>
        <p:nvSpPr>
          <p:cNvPr id="5422" name="Rectangle 4"/>
          <p:cNvSpPr>
            <a:spLocks noChangeArrowheads="1"/>
          </p:cNvSpPr>
          <p:nvPr/>
        </p:nvSpPr>
        <p:spPr bwMode="auto">
          <a:xfrm>
            <a:off x="7861300" y="4445850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23" name="Rectangle 4"/>
          <p:cNvSpPr>
            <a:spLocks noChangeArrowheads="1"/>
          </p:cNvSpPr>
          <p:nvPr/>
        </p:nvSpPr>
        <p:spPr bwMode="auto">
          <a:xfrm>
            <a:off x="8094497" y="4445850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24" name="Rectangle 4"/>
          <p:cNvSpPr>
            <a:spLocks noChangeArrowheads="1"/>
          </p:cNvSpPr>
          <p:nvPr/>
        </p:nvSpPr>
        <p:spPr bwMode="auto">
          <a:xfrm>
            <a:off x="8333384" y="4445850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25" name="TextBox 3"/>
          <p:cNvSpPr txBox="1"/>
          <p:nvPr/>
        </p:nvSpPr>
        <p:spPr>
          <a:xfrm>
            <a:off x="8650986" y="441704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5426" name="Rectangle 4"/>
          <p:cNvSpPr>
            <a:spLocks noChangeArrowheads="1"/>
          </p:cNvSpPr>
          <p:nvPr/>
        </p:nvSpPr>
        <p:spPr bwMode="auto">
          <a:xfrm>
            <a:off x="878255" y="4723612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27" name="TextBox 3"/>
          <p:cNvSpPr txBox="1"/>
          <p:nvPr/>
        </p:nvSpPr>
        <p:spPr>
          <a:xfrm>
            <a:off x="827455" y="469480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8470345</a:t>
            </a:r>
            <a:endParaRPr lang="en-US" dirty="0"/>
          </a:p>
        </p:txBody>
      </p:sp>
      <p:sp>
        <p:nvSpPr>
          <p:cNvPr id="5428" name="Rectangle 4"/>
          <p:cNvSpPr>
            <a:spLocks noChangeArrowheads="1"/>
          </p:cNvSpPr>
          <p:nvPr/>
        </p:nvSpPr>
        <p:spPr bwMode="auto">
          <a:xfrm>
            <a:off x="1365758" y="4723612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29" name="TextBox 3"/>
          <p:cNvSpPr txBox="1"/>
          <p:nvPr/>
        </p:nvSpPr>
        <p:spPr>
          <a:xfrm>
            <a:off x="1314958" y="4694809"/>
            <a:ext cx="8891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Nuclear</a:t>
            </a:r>
            <a:endParaRPr lang="en-US" dirty="0"/>
          </a:p>
        </p:txBody>
      </p:sp>
      <p:sp>
        <p:nvSpPr>
          <p:cNvPr id="5430" name="TextBox 3"/>
          <p:cNvSpPr txBox="1"/>
          <p:nvPr/>
        </p:nvSpPr>
        <p:spPr>
          <a:xfrm>
            <a:off x="1314958" y="4812258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5431" name="Rectangle 4"/>
          <p:cNvSpPr>
            <a:spLocks noChangeArrowheads="1"/>
          </p:cNvSpPr>
          <p:nvPr/>
        </p:nvSpPr>
        <p:spPr bwMode="auto">
          <a:xfrm>
            <a:off x="2163546" y="4723612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32" name="TextBox 3"/>
          <p:cNvSpPr txBox="1"/>
          <p:nvPr/>
        </p:nvSpPr>
        <p:spPr>
          <a:xfrm>
            <a:off x="2112746" y="469480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5433" name="Rectangle 4"/>
          <p:cNvSpPr>
            <a:spLocks noChangeArrowheads="1"/>
          </p:cNvSpPr>
          <p:nvPr/>
        </p:nvSpPr>
        <p:spPr bwMode="auto">
          <a:xfrm>
            <a:off x="2622702" y="4723612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34" name="TextBox 3"/>
          <p:cNvSpPr txBox="1"/>
          <p:nvPr/>
        </p:nvSpPr>
        <p:spPr>
          <a:xfrm>
            <a:off x="2571902" y="4694809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5435" name="TextBox 3"/>
          <p:cNvSpPr txBox="1"/>
          <p:nvPr/>
        </p:nvSpPr>
        <p:spPr>
          <a:xfrm>
            <a:off x="2571902" y="4812258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5436" name="Rectangle 4"/>
          <p:cNvSpPr>
            <a:spLocks noChangeArrowheads="1"/>
          </p:cNvSpPr>
          <p:nvPr/>
        </p:nvSpPr>
        <p:spPr bwMode="auto">
          <a:xfrm>
            <a:off x="3680282" y="4723612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37" name="TextBox 3"/>
          <p:cNvSpPr txBox="1"/>
          <p:nvPr/>
        </p:nvSpPr>
        <p:spPr>
          <a:xfrm>
            <a:off x="3629482" y="469480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847.8470345.1.416110.000000.847001.100178</a:t>
            </a:r>
            <a:endParaRPr lang="en-US" dirty="0"/>
          </a:p>
        </p:txBody>
      </p:sp>
      <p:sp>
        <p:nvSpPr>
          <p:cNvPr id="5438" name="Rectangle 4"/>
          <p:cNvSpPr>
            <a:spLocks noChangeArrowheads="1"/>
          </p:cNvSpPr>
          <p:nvPr/>
        </p:nvSpPr>
        <p:spPr bwMode="auto">
          <a:xfrm>
            <a:off x="5918962" y="472361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39" name="TextBox 3"/>
          <p:cNvSpPr txBox="1"/>
          <p:nvPr/>
        </p:nvSpPr>
        <p:spPr>
          <a:xfrm>
            <a:off x="6382918" y="469480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5440" name="Rectangle 4"/>
          <p:cNvSpPr>
            <a:spLocks noChangeArrowheads="1"/>
          </p:cNvSpPr>
          <p:nvPr/>
        </p:nvSpPr>
        <p:spPr bwMode="auto">
          <a:xfrm>
            <a:off x="6566408" y="472361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41" name="TextBox 3"/>
          <p:cNvSpPr txBox="1"/>
          <p:nvPr/>
        </p:nvSpPr>
        <p:spPr>
          <a:xfrm>
            <a:off x="6776161" y="469480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65,450</a:t>
            </a:r>
            <a:endParaRPr lang="en-US" dirty="0"/>
          </a:p>
        </p:txBody>
      </p:sp>
      <p:sp>
        <p:nvSpPr>
          <p:cNvPr id="5442" name="Rectangle 4"/>
          <p:cNvSpPr>
            <a:spLocks noChangeArrowheads="1"/>
          </p:cNvSpPr>
          <p:nvPr/>
        </p:nvSpPr>
        <p:spPr bwMode="auto">
          <a:xfrm>
            <a:off x="7213854" y="472361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43" name="TextBox 3"/>
          <p:cNvSpPr txBox="1"/>
          <p:nvPr/>
        </p:nvSpPr>
        <p:spPr>
          <a:xfrm>
            <a:off x="7423607" y="469480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65,450</a:t>
            </a:r>
            <a:endParaRPr lang="en-US" dirty="0"/>
          </a:p>
        </p:txBody>
      </p:sp>
      <p:sp>
        <p:nvSpPr>
          <p:cNvPr id="5444" name="Rectangle 4"/>
          <p:cNvSpPr>
            <a:spLocks noChangeArrowheads="1"/>
          </p:cNvSpPr>
          <p:nvPr/>
        </p:nvSpPr>
        <p:spPr bwMode="auto">
          <a:xfrm>
            <a:off x="7861300" y="4723612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45" name="Rectangle 4"/>
          <p:cNvSpPr>
            <a:spLocks noChangeArrowheads="1"/>
          </p:cNvSpPr>
          <p:nvPr/>
        </p:nvSpPr>
        <p:spPr bwMode="auto">
          <a:xfrm>
            <a:off x="8094497" y="4723612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46" name="Rectangle 4"/>
          <p:cNvSpPr>
            <a:spLocks noChangeArrowheads="1"/>
          </p:cNvSpPr>
          <p:nvPr/>
        </p:nvSpPr>
        <p:spPr bwMode="auto">
          <a:xfrm>
            <a:off x="8333384" y="4723612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47" name="TextBox 3"/>
          <p:cNvSpPr txBox="1"/>
          <p:nvPr/>
        </p:nvSpPr>
        <p:spPr>
          <a:xfrm>
            <a:off x="8650986" y="469480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5448" name="Rectangle 4"/>
          <p:cNvSpPr>
            <a:spLocks noChangeArrowheads="1"/>
          </p:cNvSpPr>
          <p:nvPr/>
        </p:nvSpPr>
        <p:spPr bwMode="auto">
          <a:xfrm>
            <a:off x="878255" y="5001374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49" name="TextBox 3"/>
          <p:cNvSpPr txBox="1"/>
          <p:nvPr/>
        </p:nvSpPr>
        <p:spPr>
          <a:xfrm>
            <a:off x="827455" y="497257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8470345</a:t>
            </a:r>
            <a:endParaRPr lang="en-US" dirty="0"/>
          </a:p>
        </p:txBody>
      </p:sp>
      <p:sp>
        <p:nvSpPr>
          <p:cNvPr id="5450" name="Rectangle 4"/>
          <p:cNvSpPr>
            <a:spLocks noChangeArrowheads="1"/>
          </p:cNvSpPr>
          <p:nvPr/>
        </p:nvSpPr>
        <p:spPr bwMode="auto">
          <a:xfrm>
            <a:off x="1365758" y="5001374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51" name="TextBox 3"/>
          <p:cNvSpPr txBox="1"/>
          <p:nvPr/>
        </p:nvSpPr>
        <p:spPr>
          <a:xfrm>
            <a:off x="1314958" y="4972570"/>
            <a:ext cx="8891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Nuclear</a:t>
            </a:r>
            <a:endParaRPr lang="en-US" dirty="0"/>
          </a:p>
        </p:txBody>
      </p:sp>
      <p:sp>
        <p:nvSpPr>
          <p:cNvPr id="5452" name="TextBox 3"/>
          <p:cNvSpPr txBox="1"/>
          <p:nvPr/>
        </p:nvSpPr>
        <p:spPr>
          <a:xfrm>
            <a:off x="1314958" y="5090020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5453" name="Rectangle 4"/>
          <p:cNvSpPr>
            <a:spLocks noChangeArrowheads="1"/>
          </p:cNvSpPr>
          <p:nvPr/>
        </p:nvSpPr>
        <p:spPr bwMode="auto">
          <a:xfrm>
            <a:off x="2163546" y="5001374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54" name="TextBox 3"/>
          <p:cNvSpPr txBox="1"/>
          <p:nvPr/>
        </p:nvSpPr>
        <p:spPr>
          <a:xfrm>
            <a:off x="2112746" y="497257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5455" name="Rectangle 4"/>
          <p:cNvSpPr>
            <a:spLocks noChangeArrowheads="1"/>
          </p:cNvSpPr>
          <p:nvPr/>
        </p:nvSpPr>
        <p:spPr bwMode="auto">
          <a:xfrm>
            <a:off x="2622702" y="5001374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56" name="TextBox 3"/>
          <p:cNvSpPr txBox="1"/>
          <p:nvPr/>
        </p:nvSpPr>
        <p:spPr>
          <a:xfrm>
            <a:off x="2571902" y="4972570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5457" name="TextBox 3"/>
          <p:cNvSpPr txBox="1"/>
          <p:nvPr/>
        </p:nvSpPr>
        <p:spPr>
          <a:xfrm>
            <a:off x="2571902" y="5090020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5458" name="Rectangle 4"/>
          <p:cNvSpPr>
            <a:spLocks noChangeArrowheads="1"/>
          </p:cNvSpPr>
          <p:nvPr/>
        </p:nvSpPr>
        <p:spPr bwMode="auto">
          <a:xfrm>
            <a:off x="3680282" y="5001374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59" name="TextBox 3"/>
          <p:cNvSpPr txBox="1"/>
          <p:nvPr/>
        </p:nvSpPr>
        <p:spPr>
          <a:xfrm>
            <a:off x="3629482" y="497257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847.8470345.1.416310.000000.847001.100178</a:t>
            </a:r>
            <a:endParaRPr lang="en-US" dirty="0"/>
          </a:p>
        </p:txBody>
      </p:sp>
      <p:sp>
        <p:nvSpPr>
          <p:cNvPr id="5460" name="Rectangle 4"/>
          <p:cNvSpPr>
            <a:spLocks noChangeArrowheads="1"/>
          </p:cNvSpPr>
          <p:nvPr/>
        </p:nvSpPr>
        <p:spPr bwMode="auto">
          <a:xfrm>
            <a:off x="5918962" y="500137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61" name="TextBox 3"/>
          <p:cNvSpPr txBox="1"/>
          <p:nvPr/>
        </p:nvSpPr>
        <p:spPr>
          <a:xfrm>
            <a:off x="6072225" y="497257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105,135</a:t>
            </a:r>
            <a:endParaRPr lang="en-US" dirty="0"/>
          </a:p>
        </p:txBody>
      </p:sp>
      <p:sp>
        <p:nvSpPr>
          <p:cNvPr id="5462" name="Rectangle 4"/>
          <p:cNvSpPr>
            <a:spLocks noChangeArrowheads="1"/>
          </p:cNvSpPr>
          <p:nvPr/>
        </p:nvSpPr>
        <p:spPr bwMode="auto">
          <a:xfrm>
            <a:off x="6566408" y="500137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63" name="TextBox 3"/>
          <p:cNvSpPr txBox="1"/>
          <p:nvPr/>
        </p:nvSpPr>
        <p:spPr>
          <a:xfrm>
            <a:off x="6776161" y="497257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99,594</a:t>
            </a:r>
            <a:endParaRPr lang="en-US" dirty="0"/>
          </a:p>
        </p:txBody>
      </p:sp>
      <p:sp>
        <p:nvSpPr>
          <p:cNvPr id="5464" name="Rectangle 4"/>
          <p:cNvSpPr>
            <a:spLocks noChangeArrowheads="1"/>
          </p:cNvSpPr>
          <p:nvPr/>
        </p:nvSpPr>
        <p:spPr bwMode="auto">
          <a:xfrm>
            <a:off x="7213854" y="500137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65" name="TextBox 3"/>
          <p:cNvSpPr txBox="1"/>
          <p:nvPr/>
        </p:nvSpPr>
        <p:spPr>
          <a:xfrm>
            <a:off x="7423607" y="497257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99,594</a:t>
            </a:r>
            <a:endParaRPr lang="en-US" dirty="0"/>
          </a:p>
        </p:txBody>
      </p:sp>
      <p:sp>
        <p:nvSpPr>
          <p:cNvPr id="5466" name="Rectangle 4"/>
          <p:cNvSpPr>
            <a:spLocks noChangeArrowheads="1"/>
          </p:cNvSpPr>
          <p:nvPr/>
        </p:nvSpPr>
        <p:spPr bwMode="auto">
          <a:xfrm>
            <a:off x="7861300" y="5001374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67" name="Rectangle 4"/>
          <p:cNvSpPr>
            <a:spLocks noChangeArrowheads="1"/>
          </p:cNvSpPr>
          <p:nvPr/>
        </p:nvSpPr>
        <p:spPr bwMode="auto">
          <a:xfrm>
            <a:off x="8094497" y="5001374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68" name="Rectangle 4"/>
          <p:cNvSpPr>
            <a:spLocks noChangeArrowheads="1"/>
          </p:cNvSpPr>
          <p:nvPr/>
        </p:nvSpPr>
        <p:spPr bwMode="auto">
          <a:xfrm>
            <a:off x="8333384" y="5001374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69" name="TextBox 3"/>
          <p:cNvSpPr txBox="1"/>
          <p:nvPr/>
        </p:nvSpPr>
        <p:spPr>
          <a:xfrm>
            <a:off x="8650986" y="497257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5470" name="Rectangle 4"/>
          <p:cNvSpPr>
            <a:spLocks noChangeArrowheads="1"/>
          </p:cNvSpPr>
          <p:nvPr/>
        </p:nvSpPr>
        <p:spPr bwMode="auto">
          <a:xfrm>
            <a:off x="878255" y="5279136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471" name="TextBox 3"/>
          <p:cNvSpPr txBox="1"/>
          <p:nvPr/>
        </p:nvSpPr>
        <p:spPr>
          <a:xfrm>
            <a:off x="827455" y="525033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8470345</a:t>
            </a:r>
            <a:endParaRPr lang="en-US" dirty="0"/>
          </a:p>
        </p:txBody>
      </p:sp>
      <p:sp>
        <p:nvSpPr>
          <p:cNvPr id="5472" name="TextBox 3"/>
          <p:cNvSpPr txBox="1"/>
          <p:nvPr/>
        </p:nvSpPr>
        <p:spPr>
          <a:xfrm>
            <a:off x="827455" y="5367782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5473" name="Rectangle 4"/>
          <p:cNvSpPr>
            <a:spLocks noChangeArrowheads="1"/>
          </p:cNvSpPr>
          <p:nvPr/>
        </p:nvSpPr>
        <p:spPr bwMode="auto">
          <a:xfrm>
            <a:off x="1365758" y="5279136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474" name="Rectangle 4"/>
          <p:cNvSpPr>
            <a:spLocks noChangeArrowheads="1"/>
          </p:cNvSpPr>
          <p:nvPr/>
        </p:nvSpPr>
        <p:spPr bwMode="auto">
          <a:xfrm>
            <a:off x="2163546" y="5279136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475" name="Rectangle 4"/>
          <p:cNvSpPr>
            <a:spLocks noChangeArrowheads="1"/>
          </p:cNvSpPr>
          <p:nvPr/>
        </p:nvSpPr>
        <p:spPr bwMode="auto">
          <a:xfrm>
            <a:off x="2622702" y="5279136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476" name="Rectangle 4"/>
          <p:cNvSpPr>
            <a:spLocks noChangeArrowheads="1"/>
          </p:cNvSpPr>
          <p:nvPr/>
        </p:nvSpPr>
        <p:spPr bwMode="auto">
          <a:xfrm>
            <a:off x="3680282" y="5279136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477" name="Rectangle 4"/>
          <p:cNvSpPr>
            <a:spLocks noChangeArrowheads="1"/>
          </p:cNvSpPr>
          <p:nvPr/>
        </p:nvSpPr>
        <p:spPr bwMode="auto">
          <a:xfrm>
            <a:off x="5918962" y="5279136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478" name="TextBox 3"/>
          <p:cNvSpPr txBox="1"/>
          <p:nvPr/>
        </p:nvSpPr>
        <p:spPr>
          <a:xfrm>
            <a:off x="5987491" y="525033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5,024,574</a:t>
            </a:r>
            <a:endParaRPr lang="en-US" dirty="0"/>
          </a:p>
        </p:txBody>
      </p:sp>
      <p:sp>
        <p:nvSpPr>
          <p:cNvPr id="5479" name="Rectangle 4"/>
          <p:cNvSpPr>
            <a:spLocks noChangeArrowheads="1"/>
          </p:cNvSpPr>
          <p:nvPr/>
        </p:nvSpPr>
        <p:spPr bwMode="auto">
          <a:xfrm>
            <a:off x="6566408" y="5279136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480" name="TextBox 3"/>
          <p:cNvSpPr txBox="1"/>
          <p:nvPr/>
        </p:nvSpPr>
        <p:spPr>
          <a:xfrm>
            <a:off x="6634937" y="525033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5,568,133</a:t>
            </a:r>
            <a:endParaRPr lang="en-US" dirty="0"/>
          </a:p>
        </p:txBody>
      </p:sp>
      <p:sp>
        <p:nvSpPr>
          <p:cNvPr id="5481" name="Rectangle 4"/>
          <p:cNvSpPr>
            <a:spLocks noChangeArrowheads="1"/>
          </p:cNvSpPr>
          <p:nvPr/>
        </p:nvSpPr>
        <p:spPr bwMode="auto">
          <a:xfrm>
            <a:off x="7213854" y="5279136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482" name="TextBox 3"/>
          <p:cNvSpPr txBox="1"/>
          <p:nvPr/>
        </p:nvSpPr>
        <p:spPr>
          <a:xfrm>
            <a:off x="7282383" y="525033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5,566,408</a:t>
            </a:r>
            <a:endParaRPr lang="en-US" dirty="0"/>
          </a:p>
        </p:txBody>
      </p:sp>
      <p:sp>
        <p:nvSpPr>
          <p:cNvPr id="5483" name="Rectangle 4"/>
          <p:cNvSpPr>
            <a:spLocks noChangeArrowheads="1"/>
          </p:cNvSpPr>
          <p:nvPr/>
        </p:nvSpPr>
        <p:spPr bwMode="auto">
          <a:xfrm>
            <a:off x="7861300" y="5279136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484" name="Rectangle 4"/>
          <p:cNvSpPr>
            <a:spLocks noChangeArrowheads="1"/>
          </p:cNvSpPr>
          <p:nvPr/>
        </p:nvSpPr>
        <p:spPr bwMode="auto">
          <a:xfrm>
            <a:off x="8094497" y="5279136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485" name="Rectangle 4"/>
          <p:cNvSpPr>
            <a:spLocks noChangeArrowheads="1"/>
          </p:cNvSpPr>
          <p:nvPr/>
        </p:nvSpPr>
        <p:spPr bwMode="auto">
          <a:xfrm>
            <a:off x="8333384" y="5279136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486" name="TextBox 3"/>
          <p:cNvSpPr txBox="1"/>
          <p:nvPr/>
        </p:nvSpPr>
        <p:spPr>
          <a:xfrm>
            <a:off x="8453272" y="5250332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1,725</a:t>
            </a:r>
            <a:endParaRPr lang="en-US" dirty="0"/>
          </a:p>
        </p:txBody>
      </p:sp>
      <p:sp>
        <p:nvSpPr>
          <p:cNvPr id="5487" name="Rectangle 4"/>
          <p:cNvSpPr>
            <a:spLocks noChangeArrowheads="1"/>
          </p:cNvSpPr>
          <p:nvPr/>
        </p:nvSpPr>
        <p:spPr bwMode="auto">
          <a:xfrm>
            <a:off x="878255" y="5556897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88" name="TextBox 3"/>
          <p:cNvSpPr txBox="1"/>
          <p:nvPr/>
        </p:nvSpPr>
        <p:spPr>
          <a:xfrm>
            <a:off x="827455" y="552809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8470350</a:t>
            </a:r>
            <a:endParaRPr lang="en-US" dirty="0"/>
          </a:p>
        </p:txBody>
      </p:sp>
      <p:sp>
        <p:nvSpPr>
          <p:cNvPr id="5489" name="Rectangle 4"/>
          <p:cNvSpPr>
            <a:spLocks noChangeArrowheads="1"/>
          </p:cNvSpPr>
          <p:nvPr/>
        </p:nvSpPr>
        <p:spPr bwMode="auto">
          <a:xfrm>
            <a:off x="1365758" y="5556897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90" name="TextBox 3"/>
          <p:cNvSpPr txBox="1"/>
          <p:nvPr/>
        </p:nvSpPr>
        <p:spPr>
          <a:xfrm>
            <a:off x="1314958" y="552809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5491" name="TextBox 3"/>
          <p:cNvSpPr txBox="1"/>
          <p:nvPr/>
        </p:nvSpPr>
        <p:spPr>
          <a:xfrm>
            <a:off x="1314958" y="5645544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Petroleum </a:t>
            </a:r>
            <a:endParaRPr lang="en-US" dirty="0"/>
          </a:p>
        </p:txBody>
      </p:sp>
      <p:sp>
        <p:nvSpPr>
          <p:cNvPr id="5492" name="TextBox 3"/>
          <p:cNvSpPr txBox="1"/>
          <p:nvPr/>
        </p:nvSpPr>
        <p:spPr>
          <a:xfrm>
            <a:off x="1314958" y="5762993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5493" name="Rectangle 4"/>
          <p:cNvSpPr>
            <a:spLocks noChangeArrowheads="1"/>
          </p:cNvSpPr>
          <p:nvPr/>
        </p:nvSpPr>
        <p:spPr bwMode="auto">
          <a:xfrm>
            <a:off x="2163546" y="5556897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94" name="TextBox 3"/>
          <p:cNvSpPr txBox="1"/>
          <p:nvPr/>
        </p:nvSpPr>
        <p:spPr>
          <a:xfrm>
            <a:off x="2112746" y="552809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5495" name="Rectangle 4"/>
          <p:cNvSpPr>
            <a:spLocks noChangeArrowheads="1"/>
          </p:cNvSpPr>
          <p:nvPr/>
        </p:nvSpPr>
        <p:spPr bwMode="auto">
          <a:xfrm>
            <a:off x="2622702" y="5556897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96" name="TextBox 3"/>
          <p:cNvSpPr txBox="1"/>
          <p:nvPr/>
        </p:nvSpPr>
        <p:spPr>
          <a:xfrm>
            <a:off x="2571902" y="5528094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5497" name="TextBox 3"/>
          <p:cNvSpPr txBox="1"/>
          <p:nvPr/>
        </p:nvSpPr>
        <p:spPr>
          <a:xfrm>
            <a:off x="2571902" y="5645544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5498" name="Rectangle 4"/>
          <p:cNvSpPr>
            <a:spLocks noChangeArrowheads="1"/>
          </p:cNvSpPr>
          <p:nvPr/>
        </p:nvSpPr>
        <p:spPr bwMode="auto">
          <a:xfrm>
            <a:off x="3680282" y="5556897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499" name="TextBox 3"/>
          <p:cNvSpPr txBox="1"/>
          <p:nvPr/>
        </p:nvSpPr>
        <p:spPr>
          <a:xfrm>
            <a:off x="3629482" y="552809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847.8470350.1.412121.000000.847001.100178</a:t>
            </a:r>
            <a:endParaRPr lang="en-US" dirty="0"/>
          </a:p>
        </p:txBody>
      </p:sp>
      <p:sp>
        <p:nvSpPr>
          <p:cNvPr id="5500" name="Rectangle 4"/>
          <p:cNvSpPr>
            <a:spLocks noChangeArrowheads="1"/>
          </p:cNvSpPr>
          <p:nvPr/>
        </p:nvSpPr>
        <p:spPr bwMode="auto">
          <a:xfrm>
            <a:off x="5918962" y="555689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01" name="TextBox 3"/>
          <p:cNvSpPr txBox="1"/>
          <p:nvPr/>
        </p:nvSpPr>
        <p:spPr>
          <a:xfrm>
            <a:off x="5987491" y="552809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4,381,404</a:t>
            </a:r>
            <a:endParaRPr lang="en-US" dirty="0"/>
          </a:p>
        </p:txBody>
      </p:sp>
      <p:sp>
        <p:nvSpPr>
          <p:cNvPr id="5502" name="Rectangle 4"/>
          <p:cNvSpPr>
            <a:spLocks noChangeArrowheads="1"/>
          </p:cNvSpPr>
          <p:nvPr/>
        </p:nvSpPr>
        <p:spPr bwMode="auto">
          <a:xfrm>
            <a:off x="6566408" y="555689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03" name="TextBox 3"/>
          <p:cNvSpPr txBox="1"/>
          <p:nvPr/>
        </p:nvSpPr>
        <p:spPr>
          <a:xfrm>
            <a:off x="6634937" y="552809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4,397,754</a:t>
            </a:r>
            <a:endParaRPr lang="en-US" dirty="0"/>
          </a:p>
        </p:txBody>
      </p:sp>
      <p:sp>
        <p:nvSpPr>
          <p:cNvPr id="5504" name="Rectangle 4"/>
          <p:cNvSpPr>
            <a:spLocks noChangeArrowheads="1"/>
          </p:cNvSpPr>
          <p:nvPr/>
        </p:nvSpPr>
        <p:spPr bwMode="auto">
          <a:xfrm>
            <a:off x="7213854" y="555689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05" name="TextBox 3"/>
          <p:cNvSpPr txBox="1"/>
          <p:nvPr/>
        </p:nvSpPr>
        <p:spPr>
          <a:xfrm>
            <a:off x="7282383" y="552809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4,397,750</a:t>
            </a:r>
            <a:endParaRPr lang="en-US" dirty="0"/>
          </a:p>
        </p:txBody>
      </p:sp>
      <p:sp>
        <p:nvSpPr>
          <p:cNvPr id="5506" name="Rectangle 4"/>
          <p:cNvSpPr>
            <a:spLocks noChangeArrowheads="1"/>
          </p:cNvSpPr>
          <p:nvPr/>
        </p:nvSpPr>
        <p:spPr bwMode="auto">
          <a:xfrm>
            <a:off x="7861300" y="5556897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07" name="Rectangle 4"/>
          <p:cNvSpPr>
            <a:spLocks noChangeArrowheads="1"/>
          </p:cNvSpPr>
          <p:nvPr/>
        </p:nvSpPr>
        <p:spPr bwMode="auto">
          <a:xfrm>
            <a:off x="8094497" y="5556897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08" name="Rectangle 4"/>
          <p:cNvSpPr>
            <a:spLocks noChangeArrowheads="1"/>
          </p:cNvSpPr>
          <p:nvPr/>
        </p:nvSpPr>
        <p:spPr bwMode="auto">
          <a:xfrm>
            <a:off x="8333384" y="5556897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09" name="TextBox 3"/>
          <p:cNvSpPr txBox="1"/>
          <p:nvPr/>
        </p:nvSpPr>
        <p:spPr>
          <a:xfrm>
            <a:off x="8650986" y="552809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</a:t>
            </a:r>
            <a:endParaRPr lang="en-US" dirty="0"/>
          </a:p>
        </p:txBody>
      </p:sp>
      <p:sp>
        <p:nvSpPr>
          <p:cNvPr id="5510" name="Rectangle 4"/>
          <p:cNvSpPr>
            <a:spLocks noChangeArrowheads="1"/>
          </p:cNvSpPr>
          <p:nvPr/>
        </p:nvSpPr>
        <p:spPr bwMode="auto">
          <a:xfrm>
            <a:off x="878255" y="595210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11" name="TextBox 3"/>
          <p:cNvSpPr txBox="1"/>
          <p:nvPr/>
        </p:nvSpPr>
        <p:spPr>
          <a:xfrm>
            <a:off x="827455" y="592330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8470350</a:t>
            </a:r>
            <a:endParaRPr lang="en-US" dirty="0"/>
          </a:p>
        </p:txBody>
      </p:sp>
      <p:sp>
        <p:nvSpPr>
          <p:cNvPr id="5512" name="Rectangle 4"/>
          <p:cNvSpPr>
            <a:spLocks noChangeArrowheads="1"/>
          </p:cNvSpPr>
          <p:nvPr/>
        </p:nvSpPr>
        <p:spPr bwMode="auto">
          <a:xfrm>
            <a:off x="1365758" y="595210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13" name="TextBox 3"/>
          <p:cNvSpPr txBox="1"/>
          <p:nvPr/>
        </p:nvSpPr>
        <p:spPr>
          <a:xfrm>
            <a:off x="1314958" y="592330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5514" name="TextBox 3"/>
          <p:cNvSpPr txBox="1"/>
          <p:nvPr/>
        </p:nvSpPr>
        <p:spPr>
          <a:xfrm>
            <a:off x="1314958" y="6040755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Petroleum </a:t>
            </a:r>
            <a:endParaRPr lang="en-US" dirty="0"/>
          </a:p>
        </p:txBody>
      </p:sp>
      <p:sp>
        <p:nvSpPr>
          <p:cNvPr id="5515" name="TextBox 3"/>
          <p:cNvSpPr txBox="1"/>
          <p:nvPr/>
        </p:nvSpPr>
        <p:spPr>
          <a:xfrm>
            <a:off x="1314958" y="6158204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5516" name="Rectangle 4"/>
          <p:cNvSpPr>
            <a:spLocks noChangeArrowheads="1"/>
          </p:cNvSpPr>
          <p:nvPr/>
        </p:nvSpPr>
        <p:spPr bwMode="auto">
          <a:xfrm>
            <a:off x="2163546" y="595210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17" name="TextBox 3"/>
          <p:cNvSpPr txBox="1"/>
          <p:nvPr/>
        </p:nvSpPr>
        <p:spPr>
          <a:xfrm>
            <a:off x="2112746" y="592330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5518" name="Rectangle 4"/>
          <p:cNvSpPr>
            <a:spLocks noChangeArrowheads="1"/>
          </p:cNvSpPr>
          <p:nvPr/>
        </p:nvSpPr>
        <p:spPr bwMode="auto">
          <a:xfrm>
            <a:off x="2622702" y="595210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19" name="TextBox 3"/>
          <p:cNvSpPr txBox="1"/>
          <p:nvPr/>
        </p:nvSpPr>
        <p:spPr>
          <a:xfrm>
            <a:off x="2571902" y="5923305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5520" name="TextBox 3"/>
          <p:cNvSpPr txBox="1"/>
          <p:nvPr/>
        </p:nvSpPr>
        <p:spPr>
          <a:xfrm>
            <a:off x="2571902" y="6040755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5521" name="TextBox 3"/>
          <p:cNvSpPr txBox="1"/>
          <p:nvPr/>
        </p:nvSpPr>
        <p:spPr>
          <a:xfrm>
            <a:off x="2571902" y="6158204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5522" name="Rectangle 4"/>
          <p:cNvSpPr>
            <a:spLocks noChangeArrowheads="1"/>
          </p:cNvSpPr>
          <p:nvPr/>
        </p:nvSpPr>
        <p:spPr bwMode="auto">
          <a:xfrm>
            <a:off x="3680282" y="595210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23" name="TextBox 3"/>
          <p:cNvSpPr txBox="1"/>
          <p:nvPr/>
        </p:nvSpPr>
        <p:spPr>
          <a:xfrm>
            <a:off x="3629482" y="592330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847.8470350.1.412125.000000.847001.100178</a:t>
            </a:r>
            <a:endParaRPr lang="en-US" dirty="0"/>
          </a:p>
        </p:txBody>
      </p:sp>
      <p:sp>
        <p:nvSpPr>
          <p:cNvPr id="5524" name="Rectangle 4"/>
          <p:cNvSpPr>
            <a:spLocks noChangeArrowheads="1"/>
          </p:cNvSpPr>
          <p:nvPr/>
        </p:nvSpPr>
        <p:spPr bwMode="auto">
          <a:xfrm>
            <a:off x="5918962" y="595210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25" name="TextBox 3"/>
          <p:cNvSpPr txBox="1"/>
          <p:nvPr/>
        </p:nvSpPr>
        <p:spPr>
          <a:xfrm>
            <a:off x="5987491" y="59233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3,719,341</a:t>
            </a:r>
            <a:endParaRPr lang="en-US" dirty="0"/>
          </a:p>
        </p:txBody>
      </p:sp>
      <p:sp>
        <p:nvSpPr>
          <p:cNvPr id="5526" name="Rectangle 4"/>
          <p:cNvSpPr>
            <a:spLocks noChangeArrowheads="1"/>
          </p:cNvSpPr>
          <p:nvPr/>
        </p:nvSpPr>
        <p:spPr bwMode="auto">
          <a:xfrm>
            <a:off x="6566408" y="595210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27" name="TextBox 3"/>
          <p:cNvSpPr txBox="1"/>
          <p:nvPr/>
        </p:nvSpPr>
        <p:spPr>
          <a:xfrm>
            <a:off x="6634937" y="59233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4,218,691</a:t>
            </a:r>
            <a:endParaRPr lang="en-US" dirty="0"/>
          </a:p>
        </p:txBody>
      </p:sp>
      <p:sp>
        <p:nvSpPr>
          <p:cNvPr id="5528" name="Rectangle 4"/>
          <p:cNvSpPr>
            <a:spLocks noChangeArrowheads="1"/>
          </p:cNvSpPr>
          <p:nvPr/>
        </p:nvSpPr>
        <p:spPr bwMode="auto">
          <a:xfrm>
            <a:off x="7213854" y="595210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29" name="TextBox 3"/>
          <p:cNvSpPr txBox="1"/>
          <p:nvPr/>
        </p:nvSpPr>
        <p:spPr>
          <a:xfrm>
            <a:off x="7282383" y="59233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4,217,841</a:t>
            </a:r>
            <a:endParaRPr lang="en-US" dirty="0"/>
          </a:p>
        </p:txBody>
      </p:sp>
      <p:sp>
        <p:nvSpPr>
          <p:cNvPr id="5530" name="Rectangle 4"/>
          <p:cNvSpPr>
            <a:spLocks noChangeArrowheads="1"/>
          </p:cNvSpPr>
          <p:nvPr/>
        </p:nvSpPr>
        <p:spPr bwMode="auto">
          <a:xfrm>
            <a:off x="7861300" y="595210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31" name="Rectangle 4"/>
          <p:cNvSpPr>
            <a:spLocks noChangeArrowheads="1"/>
          </p:cNvSpPr>
          <p:nvPr/>
        </p:nvSpPr>
        <p:spPr bwMode="auto">
          <a:xfrm>
            <a:off x="8094497" y="595210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32" name="Rectangle 4"/>
          <p:cNvSpPr>
            <a:spLocks noChangeArrowheads="1"/>
          </p:cNvSpPr>
          <p:nvPr/>
        </p:nvSpPr>
        <p:spPr bwMode="auto">
          <a:xfrm>
            <a:off x="8333384" y="595210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33" name="TextBox 3"/>
          <p:cNvSpPr txBox="1"/>
          <p:nvPr/>
        </p:nvSpPr>
        <p:spPr>
          <a:xfrm>
            <a:off x="8538006" y="5923305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850</a:t>
            </a:r>
            <a:endParaRPr lang="en-US" dirty="0"/>
          </a:p>
        </p:txBody>
      </p:sp>
      <p:sp>
        <p:nvSpPr>
          <p:cNvPr id="5534" name="Rectangle 4"/>
          <p:cNvSpPr>
            <a:spLocks noChangeArrowheads="1"/>
          </p:cNvSpPr>
          <p:nvPr/>
        </p:nvSpPr>
        <p:spPr bwMode="auto">
          <a:xfrm>
            <a:off x="878255" y="6347320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35" name="TextBox 3"/>
          <p:cNvSpPr txBox="1"/>
          <p:nvPr/>
        </p:nvSpPr>
        <p:spPr>
          <a:xfrm>
            <a:off x="827455" y="631851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8470350</a:t>
            </a:r>
            <a:endParaRPr lang="en-US" dirty="0"/>
          </a:p>
        </p:txBody>
      </p:sp>
      <p:sp>
        <p:nvSpPr>
          <p:cNvPr id="5536" name="Rectangle 4"/>
          <p:cNvSpPr>
            <a:spLocks noChangeArrowheads="1"/>
          </p:cNvSpPr>
          <p:nvPr/>
        </p:nvSpPr>
        <p:spPr bwMode="auto">
          <a:xfrm>
            <a:off x="1365758" y="6347320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37" name="TextBox 3"/>
          <p:cNvSpPr txBox="1"/>
          <p:nvPr/>
        </p:nvSpPr>
        <p:spPr>
          <a:xfrm>
            <a:off x="1314958" y="6318516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5538" name="TextBox 3"/>
          <p:cNvSpPr txBox="1"/>
          <p:nvPr/>
        </p:nvSpPr>
        <p:spPr>
          <a:xfrm>
            <a:off x="1314958" y="6435966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Petroleum </a:t>
            </a:r>
            <a:endParaRPr lang="en-US" dirty="0"/>
          </a:p>
        </p:txBody>
      </p:sp>
      <p:sp>
        <p:nvSpPr>
          <p:cNvPr id="5539" name="TextBox 3"/>
          <p:cNvSpPr txBox="1"/>
          <p:nvPr/>
        </p:nvSpPr>
        <p:spPr>
          <a:xfrm>
            <a:off x="1314958" y="6553415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5540" name="Rectangle 4"/>
          <p:cNvSpPr>
            <a:spLocks noChangeArrowheads="1"/>
          </p:cNvSpPr>
          <p:nvPr/>
        </p:nvSpPr>
        <p:spPr bwMode="auto">
          <a:xfrm>
            <a:off x="2163546" y="6347320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41" name="TextBox 3"/>
          <p:cNvSpPr txBox="1"/>
          <p:nvPr/>
        </p:nvSpPr>
        <p:spPr>
          <a:xfrm>
            <a:off x="2112746" y="631851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412521</a:t>
            </a:r>
            <a:endParaRPr lang="en-US" dirty="0"/>
          </a:p>
        </p:txBody>
      </p:sp>
      <p:sp>
        <p:nvSpPr>
          <p:cNvPr id="5542" name="Rectangle 4"/>
          <p:cNvSpPr>
            <a:spLocks noChangeArrowheads="1"/>
          </p:cNvSpPr>
          <p:nvPr/>
        </p:nvSpPr>
        <p:spPr bwMode="auto">
          <a:xfrm>
            <a:off x="2622702" y="6347320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43" name="TextBox 3"/>
          <p:cNvSpPr txBox="1"/>
          <p:nvPr/>
        </p:nvSpPr>
        <p:spPr>
          <a:xfrm>
            <a:off x="2571902" y="6318516"/>
            <a:ext cx="8496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 </a:t>
            </a:r>
            <a:endParaRPr lang="en-US" dirty="0"/>
          </a:p>
        </p:txBody>
      </p:sp>
      <p:sp>
        <p:nvSpPr>
          <p:cNvPr id="5544" name="TextBox 3"/>
          <p:cNvSpPr txBox="1"/>
          <p:nvPr/>
        </p:nvSpPr>
        <p:spPr>
          <a:xfrm>
            <a:off x="2571902" y="6435966"/>
            <a:ext cx="1120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 (including </a:t>
            </a:r>
            <a:endParaRPr lang="en-US" dirty="0"/>
          </a:p>
        </p:txBody>
      </p:sp>
      <p:sp>
        <p:nvSpPr>
          <p:cNvPr id="5545" name="TextBox 3"/>
          <p:cNvSpPr txBox="1"/>
          <p:nvPr/>
        </p:nvSpPr>
        <p:spPr>
          <a:xfrm>
            <a:off x="2571902" y="6553415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Mansab)</a:t>
            </a:r>
            <a:endParaRPr lang="en-US" dirty="0"/>
          </a:p>
        </p:txBody>
      </p:sp>
      <p:sp>
        <p:nvSpPr>
          <p:cNvPr id="5546" name="Rectangle 4"/>
          <p:cNvSpPr>
            <a:spLocks noChangeArrowheads="1"/>
          </p:cNvSpPr>
          <p:nvPr/>
        </p:nvSpPr>
        <p:spPr bwMode="auto">
          <a:xfrm>
            <a:off x="3680282" y="6347320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47" name="TextBox 3"/>
          <p:cNvSpPr txBox="1"/>
          <p:nvPr/>
        </p:nvSpPr>
        <p:spPr>
          <a:xfrm>
            <a:off x="3629482" y="631851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847.8470350.1.412521.000000.847001.100178</a:t>
            </a:r>
            <a:endParaRPr lang="en-US" dirty="0"/>
          </a:p>
        </p:txBody>
      </p:sp>
      <p:sp>
        <p:nvSpPr>
          <p:cNvPr id="5548" name="Rectangle 4"/>
          <p:cNvSpPr>
            <a:spLocks noChangeArrowheads="1"/>
          </p:cNvSpPr>
          <p:nvPr/>
        </p:nvSpPr>
        <p:spPr bwMode="auto">
          <a:xfrm>
            <a:off x="5918962" y="634732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49" name="TextBox 3"/>
          <p:cNvSpPr txBox="1"/>
          <p:nvPr/>
        </p:nvSpPr>
        <p:spPr>
          <a:xfrm>
            <a:off x="6128715" y="631851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60,259</a:t>
            </a:r>
            <a:endParaRPr lang="en-US" dirty="0"/>
          </a:p>
        </p:txBody>
      </p:sp>
      <p:sp>
        <p:nvSpPr>
          <p:cNvPr id="5550" name="Rectangle 4"/>
          <p:cNvSpPr>
            <a:spLocks noChangeArrowheads="1"/>
          </p:cNvSpPr>
          <p:nvPr/>
        </p:nvSpPr>
        <p:spPr bwMode="auto">
          <a:xfrm>
            <a:off x="6566408" y="634732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51" name="TextBox 3"/>
          <p:cNvSpPr txBox="1"/>
          <p:nvPr/>
        </p:nvSpPr>
        <p:spPr>
          <a:xfrm>
            <a:off x="6776161" y="631851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60,259</a:t>
            </a:r>
            <a:endParaRPr lang="en-US" dirty="0"/>
          </a:p>
        </p:txBody>
      </p:sp>
      <p:sp>
        <p:nvSpPr>
          <p:cNvPr id="5552" name="Rectangle 4"/>
          <p:cNvSpPr>
            <a:spLocks noChangeArrowheads="1"/>
          </p:cNvSpPr>
          <p:nvPr/>
        </p:nvSpPr>
        <p:spPr bwMode="auto">
          <a:xfrm>
            <a:off x="7213854" y="634732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53" name="TextBox 3"/>
          <p:cNvSpPr txBox="1"/>
          <p:nvPr/>
        </p:nvSpPr>
        <p:spPr>
          <a:xfrm>
            <a:off x="7423607" y="631851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60,000</a:t>
            </a:r>
            <a:endParaRPr lang="en-US" dirty="0"/>
          </a:p>
        </p:txBody>
      </p:sp>
      <p:sp>
        <p:nvSpPr>
          <p:cNvPr id="5554" name="Rectangle 4"/>
          <p:cNvSpPr>
            <a:spLocks noChangeArrowheads="1"/>
          </p:cNvSpPr>
          <p:nvPr/>
        </p:nvSpPr>
        <p:spPr bwMode="auto">
          <a:xfrm>
            <a:off x="7861300" y="6347320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55" name="Rectangle 4"/>
          <p:cNvSpPr>
            <a:spLocks noChangeArrowheads="1"/>
          </p:cNvSpPr>
          <p:nvPr/>
        </p:nvSpPr>
        <p:spPr bwMode="auto">
          <a:xfrm>
            <a:off x="8094497" y="6347320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56" name="Rectangle 4"/>
          <p:cNvSpPr>
            <a:spLocks noChangeArrowheads="1"/>
          </p:cNvSpPr>
          <p:nvPr/>
        </p:nvSpPr>
        <p:spPr bwMode="auto">
          <a:xfrm>
            <a:off x="8333384" y="6347320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57" name="TextBox 3"/>
          <p:cNvSpPr txBox="1"/>
          <p:nvPr/>
        </p:nvSpPr>
        <p:spPr>
          <a:xfrm>
            <a:off x="8538006" y="6318516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259</a:t>
            </a:r>
            <a:endParaRPr lang="en-US" dirty="0"/>
          </a:p>
        </p:txBody>
      </p:sp>
      <p:sp>
        <p:nvSpPr>
          <p:cNvPr id="5558" name="Rectangle 4"/>
          <p:cNvSpPr>
            <a:spLocks noChangeArrowheads="1"/>
          </p:cNvSpPr>
          <p:nvPr/>
        </p:nvSpPr>
        <p:spPr bwMode="auto">
          <a:xfrm>
            <a:off x="878255" y="6742532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59" name="TextBox 3"/>
          <p:cNvSpPr txBox="1"/>
          <p:nvPr/>
        </p:nvSpPr>
        <p:spPr>
          <a:xfrm>
            <a:off x="827455" y="671372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8470350</a:t>
            </a:r>
            <a:endParaRPr lang="en-US" dirty="0"/>
          </a:p>
        </p:txBody>
      </p:sp>
      <p:sp>
        <p:nvSpPr>
          <p:cNvPr id="5560" name="Rectangle 4"/>
          <p:cNvSpPr>
            <a:spLocks noChangeArrowheads="1"/>
          </p:cNvSpPr>
          <p:nvPr/>
        </p:nvSpPr>
        <p:spPr bwMode="auto">
          <a:xfrm>
            <a:off x="1365758" y="6742532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61" name="TextBox 3"/>
          <p:cNvSpPr txBox="1"/>
          <p:nvPr/>
        </p:nvSpPr>
        <p:spPr>
          <a:xfrm>
            <a:off x="1314958" y="6713728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5562" name="TextBox 3"/>
          <p:cNvSpPr txBox="1"/>
          <p:nvPr/>
        </p:nvSpPr>
        <p:spPr>
          <a:xfrm>
            <a:off x="1314958" y="6831178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Petroleum </a:t>
            </a:r>
            <a:endParaRPr lang="en-US" dirty="0"/>
          </a:p>
        </p:txBody>
      </p:sp>
      <p:sp>
        <p:nvSpPr>
          <p:cNvPr id="5563" name="TextBox 3"/>
          <p:cNvSpPr txBox="1"/>
          <p:nvPr/>
        </p:nvSpPr>
        <p:spPr>
          <a:xfrm>
            <a:off x="1314958" y="6948627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5564" name="Rectangle 4"/>
          <p:cNvSpPr>
            <a:spLocks noChangeArrowheads="1"/>
          </p:cNvSpPr>
          <p:nvPr/>
        </p:nvSpPr>
        <p:spPr bwMode="auto">
          <a:xfrm>
            <a:off x="2163546" y="6742532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65" name="TextBox 3"/>
          <p:cNvSpPr txBox="1"/>
          <p:nvPr/>
        </p:nvSpPr>
        <p:spPr>
          <a:xfrm>
            <a:off x="2112746" y="671372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5566" name="Rectangle 4"/>
          <p:cNvSpPr>
            <a:spLocks noChangeArrowheads="1"/>
          </p:cNvSpPr>
          <p:nvPr/>
        </p:nvSpPr>
        <p:spPr bwMode="auto">
          <a:xfrm>
            <a:off x="2622702" y="6742532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67" name="TextBox 3"/>
          <p:cNvSpPr txBox="1"/>
          <p:nvPr/>
        </p:nvSpPr>
        <p:spPr>
          <a:xfrm>
            <a:off x="2571902" y="6713728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5568" name="Rectangle 4"/>
          <p:cNvSpPr>
            <a:spLocks noChangeArrowheads="1"/>
          </p:cNvSpPr>
          <p:nvPr/>
        </p:nvSpPr>
        <p:spPr bwMode="auto">
          <a:xfrm>
            <a:off x="3680282" y="6742532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69" name="TextBox 3"/>
          <p:cNvSpPr txBox="1"/>
          <p:nvPr/>
        </p:nvSpPr>
        <p:spPr>
          <a:xfrm>
            <a:off x="3629482" y="671372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847.8470350.1.412523.000000.847001.100178</a:t>
            </a:r>
            <a:endParaRPr lang="en-US" dirty="0"/>
          </a:p>
        </p:txBody>
      </p:sp>
      <p:sp>
        <p:nvSpPr>
          <p:cNvPr id="5570" name="Rectangle 4"/>
          <p:cNvSpPr>
            <a:spLocks noChangeArrowheads="1"/>
          </p:cNvSpPr>
          <p:nvPr/>
        </p:nvSpPr>
        <p:spPr bwMode="auto">
          <a:xfrm>
            <a:off x="5918962" y="674253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71" name="TextBox 3"/>
          <p:cNvSpPr txBox="1"/>
          <p:nvPr/>
        </p:nvSpPr>
        <p:spPr>
          <a:xfrm>
            <a:off x="6128715" y="671372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79,200</a:t>
            </a:r>
            <a:endParaRPr lang="en-US" dirty="0"/>
          </a:p>
        </p:txBody>
      </p:sp>
      <p:sp>
        <p:nvSpPr>
          <p:cNvPr id="5572" name="Rectangle 4"/>
          <p:cNvSpPr>
            <a:spLocks noChangeArrowheads="1"/>
          </p:cNvSpPr>
          <p:nvPr/>
        </p:nvSpPr>
        <p:spPr bwMode="auto">
          <a:xfrm>
            <a:off x="6566408" y="674253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73" name="TextBox 3"/>
          <p:cNvSpPr txBox="1"/>
          <p:nvPr/>
        </p:nvSpPr>
        <p:spPr>
          <a:xfrm>
            <a:off x="6776161" y="671372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79,200</a:t>
            </a:r>
            <a:endParaRPr lang="en-US" dirty="0"/>
          </a:p>
        </p:txBody>
      </p:sp>
      <p:sp>
        <p:nvSpPr>
          <p:cNvPr id="5574" name="Rectangle 4"/>
          <p:cNvSpPr>
            <a:spLocks noChangeArrowheads="1"/>
          </p:cNvSpPr>
          <p:nvPr/>
        </p:nvSpPr>
        <p:spPr bwMode="auto">
          <a:xfrm>
            <a:off x="7213854" y="674253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75" name="TextBox 3"/>
          <p:cNvSpPr txBox="1"/>
          <p:nvPr/>
        </p:nvSpPr>
        <p:spPr>
          <a:xfrm>
            <a:off x="7423607" y="671372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79,200</a:t>
            </a:r>
            <a:endParaRPr lang="en-US" dirty="0"/>
          </a:p>
        </p:txBody>
      </p:sp>
      <p:sp>
        <p:nvSpPr>
          <p:cNvPr id="5576" name="Rectangle 4"/>
          <p:cNvSpPr>
            <a:spLocks noChangeArrowheads="1"/>
          </p:cNvSpPr>
          <p:nvPr/>
        </p:nvSpPr>
        <p:spPr bwMode="auto">
          <a:xfrm>
            <a:off x="7861300" y="6742532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77" name="Rectangle 4"/>
          <p:cNvSpPr>
            <a:spLocks noChangeArrowheads="1"/>
          </p:cNvSpPr>
          <p:nvPr/>
        </p:nvSpPr>
        <p:spPr bwMode="auto">
          <a:xfrm>
            <a:off x="8094497" y="6742532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78" name="Rectangle 4"/>
          <p:cNvSpPr>
            <a:spLocks noChangeArrowheads="1"/>
          </p:cNvSpPr>
          <p:nvPr/>
        </p:nvSpPr>
        <p:spPr bwMode="auto">
          <a:xfrm>
            <a:off x="8333384" y="6742532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79" name="TextBox 3"/>
          <p:cNvSpPr txBox="1"/>
          <p:nvPr/>
        </p:nvSpPr>
        <p:spPr>
          <a:xfrm>
            <a:off x="8650986" y="671372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5580" name="Rectangle 4"/>
          <p:cNvSpPr>
            <a:spLocks noChangeArrowheads="1"/>
          </p:cNvSpPr>
          <p:nvPr/>
        </p:nvSpPr>
        <p:spPr bwMode="auto">
          <a:xfrm>
            <a:off x="878255" y="7137742"/>
            <a:ext cx="487502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81" name="TextBox 3"/>
          <p:cNvSpPr txBox="1"/>
          <p:nvPr/>
        </p:nvSpPr>
        <p:spPr>
          <a:xfrm>
            <a:off x="827455" y="710893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8470350</a:t>
            </a:r>
            <a:endParaRPr lang="en-US" dirty="0"/>
          </a:p>
        </p:txBody>
      </p:sp>
      <p:sp>
        <p:nvSpPr>
          <p:cNvPr id="5582" name="Rectangle 4"/>
          <p:cNvSpPr>
            <a:spLocks noChangeArrowheads="1"/>
          </p:cNvSpPr>
          <p:nvPr/>
        </p:nvSpPr>
        <p:spPr bwMode="auto">
          <a:xfrm>
            <a:off x="1365758" y="7137742"/>
            <a:ext cx="797788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83" name="TextBox 3"/>
          <p:cNvSpPr txBox="1"/>
          <p:nvPr/>
        </p:nvSpPr>
        <p:spPr>
          <a:xfrm>
            <a:off x="1314958" y="7108939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5584" name="Rectangle 4"/>
          <p:cNvSpPr>
            <a:spLocks noChangeArrowheads="1"/>
          </p:cNvSpPr>
          <p:nvPr/>
        </p:nvSpPr>
        <p:spPr bwMode="auto">
          <a:xfrm>
            <a:off x="2163546" y="7137742"/>
            <a:ext cx="459155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85" name="TextBox 3"/>
          <p:cNvSpPr txBox="1"/>
          <p:nvPr/>
        </p:nvSpPr>
        <p:spPr>
          <a:xfrm>
            <a:off x="2112746" y="710893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5586" name="Rectangle 4"/>
          <p:cNvSpPr>
            <a:spLocks noChangeArrowheads="1"/>
          </p:cNvSpPr>
          <p:nvPr/>
        </p:nvSpPr>
        <p:spPr bwMode="auto">
          <a:xfrm>
            <a:off x="2622702" y="7137742"/>
            <a:ext cx="10575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87" name="TextBox 3"/>
          <p:cNvSpPr txBox="1"/>
          <p:nvPr/>
        </p:nvSpPr>
        <p:spPr>
          <a:xfrm>
            <a:off x="2571902" y="7108939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5588" name="Rectangle 4"/>
          <p:cNvSpPr>
            <a:spLocks noChangeArrowheads="1"/>
          </p:cNvSpPr>
          <p:nvPr/>
        </p:nvSpPr>
        <p:spPr bwMode="auto">
          <a:xfrm>
            <a:off x="3680282" y="7137742"/>
            <a:ext cx="22386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89" name="TextBox 3"/>
          <p:cNvSpPr txBox="1"/>
          <p:nvPr/>
        </p:nvSpPr>
        <p:spPr>
          <a:xfrm>
            <a:off x="3629482" y="710893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847.8470350.1.412534.000000.847001.100178</a:t>
            </a:r>
            <a:endParaRPr lang="en-US" dirty="0"/>
          </a:p>
        </p:txBody>
      </p:sp>
      <p:sp>
        <p:nvSpPr>
          <p:cNvPr id="5590" name="Rectangle 4"/>
          <p:cNvSpPr>
            <a:spLocks noChangeArrowheads="1"/>
          </p:cNvSpPr>
          <p:nvPr/>
        </p:nvSpPr>
        <p:spPr bwMode="auto">
          <a:xfrm>
            <a:off x="5918962" y="7137742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91" name="TextBox 3"/>
          <p:cNvSpPr txBox="1"/>
          <p:nvPr/>
        </p:nvSpPr>
        <p:spPr>
          <a:xfrm>
            <a:off x="6072225" y="710893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213,325</a:t>
            </a:r>
            <a:endParaRPr lang="en-US" dirty="0"/>
          </a:p>
        </p:txBody>
      </p:sp>
      <p:sp>
        <p:nvSpPr>
          <p:cNvPr id="5592" name="Rectangle 4"/>
          <p:cNvSpPr>
            <a:spLocks noChangeArrowheads="1"/>
          </p:cNvSpPr>
          <p:nvPr/>
        </p:nvSpPr>
        <p:spPr bwMode="auto">
          <a:xfrm>
            <a:off x="6566408" y="7137742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93" name="TextBox 3"/>
          <p:cNvSpPr txBox="1"/>
          <p:nvPr/>
        </p:nvSpPr>
        <p:spPr>
          <a:xfrm>
            <a:off x="6719671" y="710893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378,212</a:t>
            </a:r>
            <a:endParaRPr lang="en-US" dirty="0"/>
          </a:p>
        </p:txBody>
      </p:sp>
      <p:sp>
        <p:nvSpPr>
          <p:cNvPr id="5594" name="Rectangle 4"/>
          <p:cNvSpPr>
            <a:spLocks noChangeArrowheads="1"/>
          </p:cNvSpPr>
          <p:nvPr/>
        </p:nvSpPr>
        <p:spPr bwMode="auto">
          <a:xfrm>
            <a:off x="7213854" y="7137742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95" name="TextBox 3"/>
          <p:cNvSpPr txBox="1"/>
          <p:nvPr/>
        </p:nvSpPr>
        <p:spPr>
          <a:xfrm>
            <a:off x="7367118" y="710893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378,205</a:t>
            </a:r>
            <a:endParaRPr lang="en-US" dirty="0"/>
          </a:p>
        </p:txBody>
      </p:sp>
      <p:sp>
        <p:nvSpPr>
          <p:cNvPr id="5596" name="Rectangle 4"/>
          <p:cNvSpPr>
            <a:spLocks noChangeArrowheads="1"/>
          </p:cNvSpPr>
          <p:nvPr/>
        </p:nvSpPr>
        <p:spPr bwMode="auto">
          <a:xfrm>
            <a:off x="7861300" y="7137742"/>
            <a:ext cx="233197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97" name="Rectangle 4"/>
          <p:cNvSpPr>
            <a:spLocks noChangeArrowheads="1"/>
          </p:cNvSpPr>
          <p:nvPr/>
        </p:nvSpPr>
        <p:spPr bwMode="auto">
          <a:xfrm>
            <a:off x="8094497" y="7137742"/>
            <a:ext cx="23888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98" name="Rectangle 4"/>
          <p:cNvSpPr>
            <a:spLocks noChangeArrowheads="1"/>
          </p:cNvSpPr>
          <p:nvPr/>
        </p:nvSpPr>
        <p:spPr bwMode="auto">
          <a:xfrm>
            <a:off x="8333384" y="7137742"/>
            <a:ext cx="501091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599" name="TextBox 3"/>
          <p:cNvSpPr txBox="1"/>
          <p:nvPr/>
        </p:nvSpPr>
        <p:spPr>
          <a:xfrm>
            <a:off x="8650986" y="710893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</a:t>
            </a:r>
            <a:endParaRPr lang="en-US" dirty="0"/>
          </a:p>
        </p:txBody>
      </p:sp>
      <p:sp>
        <p:nvSpPr>
          <p:cNvPr id="5600" name="Rectangle 4"/>
          <p:cNvSpPr>
            <a:spLocks noChangeArrowheads="1"/>
          </p:cNvSpPr>
          <p:nvPr/>
        </p:nvSpPr>
        <p:spPr bwMode="auto">
          <a:xfrm>
            <a:off x="466725" y="917498"/>
            <a:ext cx="6350" cy="6383731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5601" name="Rectangle 4"/>
          <p:cNvSpPr>
            <a:spLocks noChangeArrowheads="1"/>
          </p:cNvSpPr>
          <p:nvPr/>
        </p:nvSpPr>
        <p:spPr bwMode="auto">
          <a:xfrm>
            <a:off x="466725" y="7294880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5602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03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04" name="Rectangle 4"/>
          <p:cNvSpPr>
            <a:spLocks noChangeArrowheads="1"/>
          </p:cNvSpPr>
          <p:nvPr/>
        </p:nvSpPr>
        <p:spPr bwMode="auto">
          <a:xfrm>
            <a:off x="7213854" y="321259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05" name="Rectangle 4"/>
          <p:cNvSpPr>
            <a:spLocks noChangeArrowheads="1"/>
          </p:cNvSpPr>
          <p:nvPr/>
        </p:nvSpPr>
        <p:spPr bwMode="auto">
          <a:xfrm>
            <a:off x="878255" y="321259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06" name="Rectangle 4"/>
          <p:cNvSpPr>
            <a:spLocks noChangeArrowheads="1"/>
          </p:cNvSpPr>
          <p:nvPr/>
        </p:nvSpPr>
        <p:spPr bwMode="auto">
          <a:xfrm>
            <a:off x="7213854" y="673776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07" name="Rectangle 4"/>
          <p:cNvSpPr>
            <a:spLocks noChangeArrowheads="1"/>
          </p:cNvSpPr>
          <p:nvPr/>
        </p:nvSpPr>
        <p:spPr bwMode="auto">
          <a:xfrm>
            <a:off x="878255" y="673776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08" name="Rectangle 4"/>
          <p:cNvSpPr>
            <a:spLocks noChangeArrowheads="1"/>
          </p:cNvSpPr>
          <p:nvPr/>
        </p:nvSpPr>
        <p:spPr bwMode="auto">
          <a:xfrm>
            <a:off x="7213854" y="281738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09" name="Rectangle 4"/>
          <p:cNvSpPr>
            <a:spLocks noChangeArrowheads="1"/>
          </p:cNvSpPr>
          <p:nvPr/>
        </p:nvSpPr>
        <p:spPr bwMode="auto">
          <a:xfrm>
            <a:off x="878255" y="281738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10" name="Rectangle 4"/>
          <p:cNvSpPr>
            <a:spLocks noChangeArrowheads="1"/>
          </p:cNvSpPr>
          <p:nvPr/>
        </p:nvSpPr>
        <p:spPr bwMode="auto">
          <a:xfrm>
            <a:off x="7213854" y="416332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11" name="Rectangle 4"/>
          <p:cNvSpPr>
            <a:spLocks noChangeArrowheads="1"/>
          </p:cNvSpPr>
          <p:nvPr/>
        </p:nvSpPr>
        <p:spPr bwMode="auto">
          <a:xfrm>
            <a:off x="878255" y="416332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12" name="Rectangle 4"/>
          <p:cNvSpPr>
            <a:spLocks noChangeArrowheads="1"/>
          </p:cNvSpPr>
          <p:nvPr/>
        </p:nvSpPr>
        <p:spPr bwMode="auto">
          <a:xfrm>
            <a:off x="7213854" y="499661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13" name="Rectangle 4"/>
          <p:cNvSpPr>
            <a:spLocks noChangeArrowheads="1"/>
          </p:cNvSpPr>
          <p:nvPr/>
        </p:nvSpPr>
        <p:spPr bwMode="auto">
          <a:xfrm>
            <a:off x="878255" y="499661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14" name="Rectangle 4"/>
          <p:cNvSpPr>
            <a:spLocks noChangeArrowheads="1"/>
          </p:cNvSpPr>
          <p:nvPr/>
        </p:nvSpPr>
        <p:spPr bwMode="auto">
          <a:xfrm>
            <a:off x="7213854" y="594734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15" name="Rectangle 4"/>
          <p:cNvSpPr>
            <a:spLocks noChangeArrowheads="1"/>
          </p:cNvSpPr>
          <p:nvPr/>
        </p:nvSpPr>
        <p:spPr bwMode="auto">
          <a:xfrm>
            <a:off x="878255" y="594734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16" name="Rectangle 4"/>
          <p:cNvSpPr>
            <a:spLocks noChangeArrowheads="1"/>
          </p:cNvSpPr>
          <p:nvPr/>
        </p:nvSpPr>
        <p:spPr bwMode="auto">
          <a:xfrm>
            <a:off x="7213854" y="729329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17" name="Rectangle 4"/>
          <p:cNvSpPr>
            <a:spLocks noChangeArrowheads="1"/>
          </p:cNvSpPr>
          <p:nvPr/>
        </p:nvSpPr>
        <p:spPr bwMode="auto">
          <a:xfrm>
            <a:off x="878255" y="729329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18" name="Rectangle 4"/>
          <p:cNvSpPr>
            <a:spLocks noChangeArrowheads="1"/>
          </p:cNvSpPr>
          <p:nvPr/>
        </p:nvSpPr>
        <p:spPr bwMode="auto">
          <a:xfrm>
            <a:off x="466725" y="917498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5619" name="Rectangle 4"/>
          <p:cNvSpPr>
            <a:spLocks noChangeArrowheads="1"/>
          </p:cNvSpPr>
          <p:nvPr/>
        </p:nvSpPr>
        <p:spPr bwMode="auto">
          <a:xfrm>
            <a:off x="7213854" y="253961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20" name="Rectangle 4"/>
          <p:cNvSpPr>
            <a:spLocks noChangeArrowheads="1"/>
          </p:cNvSpPr>
          <p:nvPr/>
        </p:nvSpPr>
        <p:spPr bwMode="auto">
          <a:xfrm>
            <a:off x="878255" y="253961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21" name="Rectangle 4"/>
          <p:cNvSpPr>
            <a:spLocks noChangeArrowheads="1"/>
          </p:cNvSpPr>
          <p:nvPr/>
        </p:nvSpPr>
        <p:spPr bwMode="auto">
          <a:xfrm>
            <a:off x="7213854" y="147143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22" name="Rectangle 4"/>
          <p:cNvSpPr>
            <a:spLocks noChangeArrowheads="1"/>
          </p:cNvSpPr>
          <p:nvPr/>
        </p:nvSpPr>
        <p:spPr bwMode="auto">
          <a:xfrm>
            <a:off x="878255" y="147143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23" name="Rectangle 4"/>
          <p:cNvSpPr>
            <a:spLocks noChangeArrowheads="1"/>
          </p:cNvSpPr>
          <p:nvPr/>
        </p:nvSpPr>
        <p:spPr bwMode="auto">
          <a:xfrm>
            <a:off x="7213854" y="527437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24" name="Rectangle 4"/>
          <p:cNvSpPr>
            <a:spLocks noChangeArrowheads="1"/>
          </p:cNvSpPr>
          <p:nvPr/>
        </p:nvSpPr>
        <p:spPr bwMode="auto">
          <a:xfrm>
            <a:off x="878255" y="527437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25" name="Rectangle 4"/>
          <p:cNvSpPr>
            <a:spLocks noChangeArrowheads="1"/>
          </p:cNvSpPr>
          <p:nvPr/>
        </p:nvSpPr>
        <p:spPr bwMode="auto">
          <a:xfrm>
            <a:off x="7213854" y="360780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26" name="Rectangle 4"/>
          <p:cNvSpPr>
            <a:spLocks noChangeArrowheads="1"/>
          </p:cNvSpPr>
          <p:nvPr/>
        </p:nvSpPr>
        <p:spPr bwMode="auto">
          <a:xfrm>
            <a:off x="878255" y="360780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27" name="Rectangle 4"/>
          <p:cNvSpPr>
            <a:spLocks noChangeArrowheads="1"/>
          </p:cNvSpPr>
          <p:nvPr/>
        </p:nvSpPr>
        <p:spPr bwMode="auto">
          <a:xfrm>
            <a:off x="7213854" y="444108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28" name="Rectangle 4"/>
          <p:cNvSpPr>
            <a:spLocks noChangeArrowheads="1"/>
          </p:cNvSpPr>
          <p:nvPr/>
        </p:nvSpPr>
        <p:spPr bwMode="auto">
          <a:xfrm>
            <a:off x="878255" y="444108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29" name="Rectangle 4"/>
          <p:cNvSpPr>
            <a:spLocks noChangeArrowheads="1"/>
          </p:cNvSpPr>
          <p:nvPr/>
        </p:nvSpPr>
        <p:spPr bwMode="auto">
          <a:xfrm>
            <a:off x="7213854" y="107622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0" name="Rectangle 4"/>
          <p:cNvSpPr>
            <a:spLocks noChangeArrowheads="1"/>
          </p:cNvSpPr>
          <p:nvPr/>
        </p:nvSpPr>
        <p:spPr bwMode="auto">
          <a:xfrm>
            <a:off x="878255" y="107622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1" name="Rectangle 4"/>
          <p:cNvSpPr>
            <a:spLocks noChangeArrowheads="1"/>
          </p:cNvSpPr>
          <p:nvPr/>
        </p:nvSpPr>
        <p:spPr bwMode="auto">
          <a:xfrm>
            <a:off x="469900" y="7298055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" name="Rectangle 4"/>
          <p:cNvSpPr>
            <a:spLocks noChangeArrowheads="1"/>
          </p:cNvSpPr>
          <p:nvPr/>
        </p:nvSpPr>
        <p:spPr bwMode="auto">
          <a:xfrm>
            <a:off x="7213854" y="226185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3" name="Rectangle 4"/>
          <p:cNvSpPr>
            <a:spLocks noChangeArrowheads="1"/>
          </p:cNvSpPr>
          <p:nvPr/>
        </p:nvSpPr>
        <p:spPr bwMode="auto">
          <a:xfrm>
            <a:off x="878255" y="226185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4" name="Rectangle 4"/>
          <p:cNvSpPr>
            <a:spLocks noChangeArrowheads="1"/>
          </p:cNvSpPr>
          <p:nvPr/>
        </p:nvSpPr>
        <p:spPr bwMode="auto">
          <a:xfrm>
            <a:off x="7213854" y="634255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5" name="Rectangle 4"/>
          <p:cNvSpPr>
            <a:spLocks noChangeArrowheads="1"/>
          </p:cNvSpPr>
          <p:nvPr/>
        </p:nvSpPr>
        <p:spPr bwMode="auto">
          <a:xfrm>
            <a:off x="878255" y="634255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6" name="Rectangle 4"/>
          <p:cNvSpPr>
            <a:spLocks noChangeArrowheads="1"/>
          </p:cNvSpPr>
          <p:nvPr/>
        </p:nvSpPr>
        <p:spPr bwMode="auto">
          <a:xfrm>
            <a:off x="7213854" y="186664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7" name="Rectangle 4"/>
          <p:cNvSpPr>
            <a:spLocks noChangeArrowheads="1"/>
          </p:cNvSpPr>
          <p:nvPr/>
        </p:nvSpPr>
        <p:spPr bwMode="auto">
          <a:xfrm>
            <a:off x="878255" y="186664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8" name="Rectangle 4"/>
          <p:cNvSpPr>
            <a:spLocks noChangeArrowheads="1"/>
          </p:cNvSpPr>
          <p:nvPr/>
        </p:nvSpPr>
        <p:spPr bwMode="auto">
          <a:xfrm>
            <a:off x="7213854" y="713298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9" name="Rectangle 4"/>
          <p:cNvSpPr>
            <a:spLocks noChangeArrowheads="1"/>
          </p:cNvSpPr>
          <p:nvPr/>
        </p:nvSpPr>
        <p:spPr bwMode="auto">
          <a:xfrm>
            <a:off x="878255" y="713298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40" name="Rectangle 4"/>
          <p:cNvSpPr>
            <a:spLocks noChangeArrowheads="1"/>
          </p:cNvSpPr>
          <p:nvPr/>
        </p:nvSpPr>
        <p:spPr bwMode="auto">
          <a:xfrm>
            <a:off x="7213854" y="555213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41" name="Rectangle 4"/>
          <p:cNvSpPr>
            <a:spLocks noChangeArrowheads="1"/>
          </p:cNvSpPr>
          <p:nvPr/>
        </p:nvSpPr>
        <p:spPr bwMode="auto">
          <a:xfrm>
            <a:off x="878255" y="555213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42" name="Rectangle 4"/>
          <p:cNvSpPr>
            <a:spLocks noChangeArrowheads="1"/>
          </p:cNvSpPr>
          <p:nvPr/>
        </p:nvSpPr>
        <p:spPr bwMode="auto">
          <a:xfrm>
            <a:off x="7213854" y="388556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43" name="Rectangle 4"/>
          <p:cNvSpPr>
            <a:spLocks noChangeArrowheads="1"/>
          </p:cNvSpPr>
          <p:nvPr/>
        </p:nvSpPr>
        <p:spPr bwMode="auto">
          <a:xfrm>
            <a:off x="878255" y="388556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44" name="Rectangle 4"/>
          <p:cNvSpPr>
            <a:spLocks noChangeArrowheads="1"/>
          </p:cNvSpPr>
          <p:nvPr/>
        </p:nvSpPr>
        <p:spPr bwMode="auto">
          <a:xfrm>
            <a:off x="7213854" y="471885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45" name="Rectangle 4"/>
          <p:cNvSpPr>
            <a:spLocks noChangeArrowheads="1"/>
          </p:cNvSpPr>
          <p:nvPr/>
        </p:nvSpPr>
        <p:spPr bwMode="auto">
          <a:xfrm>
            <a:off x="878255" y="471885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46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47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8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649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5650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5651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652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5653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5654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5655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656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5657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5658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659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5660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5661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662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5663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664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5665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666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5667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5668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669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5670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5671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672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5673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5674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675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5676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677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5678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679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5680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5681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37738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682" name="TextBox 3"/>
          <p:cNvSpPr txBox="1"/>
          <p:nvPr/>
        </p:nvSpPr>
        <p:spPr>
          <a:xfrm>
            <a:off x="422275" y="895045"/>
            <a:ext cx="47701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</a:t>
            </a:r>
            <a:endParaRPr lang="en-US" dirty="0"/>
          </a:p>
        </p:txBody>
      </p:sp>
      <p:sp>
        <p:nvSpPr>
          <p:cNvPr id="5683" name="TextBox 3"/>
          <p:cNvSpPr txBox="1"/>
          <p:nvPr/>
        </p:nvSpPr>
        <p:spPr>
          <a:xfrm>
            <a:off x="422275" y="1012494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5684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685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686" name="TextBox 3"/>
          <p:cNvSpPr txBox="1"/>
          <p:nvPr/>
        </p:nvSpPr>
        <p:spPr>
          <a:xfrm>
            <a:off x="1314958" y="891870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Petroleum </a:t>
            </a:r>
            <a:endParaRPr lang="en-US" dirty="0"/>
          </a:p>
        </p:txBody>
      </p:sp>
      <p:sp>
        <p:nvSpPr>
          <p:cNvPr id="5687" name="TextBox 3"/>
          <p:cNvSpPr txBox="1"/>
          <p:nvPr/>
        </p:nvSpPr>
        <p:spPr>
          <a:xfrm>
            <a:off x="1314958" y="1009319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5688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689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690" name="TextBox 3"/>
          <p:cNvSpPr txBox="1"/>
          <p:nvPr/>
        </p:nvSpPr>
        <p:spPr>
          <a:xfrm>
            <a:off x="2571902" y="891870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5691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692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693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694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695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696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697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698" name="Rectangle 4"/>
          <p:cNvSpPr>
            <a:spLocks noChangeArrowheads="1"/>
          </p:cNvSpPr>
          <p:nvPr/>
        </p:nvSpPr>
        <p:spPr bwMode="auto">
          <a:xfrm>
            <a:off x="878255" y="1198435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699" name="TextBox 3"/>
          <p:cNvSpPr txBox="1"/>
          <p:nvPr/>
        </p:nvSpPr>
        <p:spPr>
          <a:xfrm>
            <a:off x="827455" y="116963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8470350</a:t>
            </a:r>
            <a:endParaRPr lang="en-US" dirty="0"/>
          </a:p>
        </p:txBody>
      </p:sp>
      <p:sp>
        <p:nvSpPr>
          <p:cNvPr id="5700" name="Rectangle 4"/>
          <p:cNvSpPr>
            <a:spLocks noChangeArrowheads="1"/>
          </p:cNvSpPr>
          <p:nvPr/>
        </p:nvSpPr>
        <p:spPr bwMode="auto">
          <a:xfrm>
            <a:off x="1365758" y="1198435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01" name="TextBox 3"/>
          <p:cNvSpPr txBox="1"/>
          <p:nvPr/>
        </p:nvSpPr>
        <p:spPr>
          <a:xfrm>
            <a:off x="1314958" y="116963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5702" name="TextBox 3"/>
          <p:cNvSpPr txBox="1"/>
          <p:nvPr/>
        </p:nvSpPr>
        <p:spPr>
          <a:xfrm>
            <a:off x="1314958" y="1287081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Petroleum </a:t>
            </a:r>
            <a:endParaRPr lang="en-US" dirty="0"/>
          </a:p>
        </p:txBody>
      </p:sp>
      <p:sp>
        <p:nvSpPr>
          <p:cNvPr id="5703" name="TextBox 3"/>
          <p:cNvSpPr txBox="1"/>
          <p:nvPr/>
        </p:nvSpPr>
        <p:spPr>
          <a:xfrm>
            <a:off x="1314958" y="1404531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5704" name="Rectangle 4"/>
          <p:cNvSpPr>
            <a:spLocks noChangeArrowheads="1"/>
          </p:cNvSpPr>
          <p:nvPr/>
        </p:nvSpPr>
        <p:spPr bwMode="auto">
          <a:xfrm>
            <a:off x="2163546" y="1198435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05" name="TextBox 3"/>
          <p:cNvSpPr txBox="1"/>
          <p:nvPr/>
        </p:nvSpPr>
        <p:spPr>
          <a:xfrm>
            <a:off x="2112746" y="116963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5706" name="Rectangle 4"/>
          <p:cNvSpPr>
            <a:spLocks noChangeArrowheads="1"/>
          </p:cNvSpPr>
          <p:nvPr/>
        </p:nvSpPr>
        <p:spPr bwMode="auto">
          <a:xfrm>
            <a:off x="2622702" y="1198435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07" name="TextBox 3"/>
          <p:cNvSpPr txBox="1"/>
          <p:nvPr/>
        </p:nvSpPr>
        <p:spPr>
          <a:xfrm>
            <a:off x="2571902" y="1169631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5708" name="Rectangle 4"/>
          <p:cNvSpPr>
            <a:spLocks noChangeArrowheads="1"/>
          </p:cNvSpPr>
          <p:nvPr/>
        </p:nvSpPr>
        <p:spPr bwMode="auto">
          <a:xfrm>
            <a:off x="3680282" y="1198435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09" name="TextBox 3"/>
          <p:cNvSpPr txBox="1"/>
          <p:nvPr/>
        </p:nvSpPr>
        <p:spPr>
          <a:xfrm>
            <a:off x="3629482" y="116963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847.8470350.1.412546.000000.847001.100178</a:t>
            </a:r>
            <a:endParaRPr lang="en-US" dirty="0"/>
          </a:p>
        </p:txBody>
      </p:sp>
      <p:sp>
        <p:nvSpPr>
          <p:cNvPr id="5710" name="Rectangle 4"/>
          <p:cNvSpPr>
            <a:spLocks noChangeArrowheads="1"/>
          </p:cNvSpPr>
          <p:nvPr/>
        </p:nvSpPr>
        <p:spPr bwMode="auto">
          <a:xfrm>
            <a:off x="5918962" y="119843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11" name="TextBox 3"/>
          <p:cNvSpPr txBox="1"/>
          <p:nvPr/>
        </p:nvSpPr>
        <p:spPr>
          <a:xfrm>
            <a:off x="6072225" y="116963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127,324</a:t>
            </a:r>
            <a:endParaRPr lang="en-US" dirty="0"/>
          </a:p>
        </p:txBody>
      </p:sp>
      <p:sp>
        <p:nvSpPr>
          <p:cNvPr id="5712" name="Rectangle 4"/>
          <p:cNvSpPr>
            <a:spLocks noChangeArrowheads="1"/>
          </p:cNvSpPr>
          <p:nvPr/>
        </p:nvSpPr>
        <p:spPr bwMode="auto">
          <a:xfrm>
            <a:off x="6566408" y="119843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13" name="TextBox 3"/>
          <p:cNvSpPr txBox="1"/>
          <p:nvPr/>
        </p:nvSpPr>
        <p:spPr>
          <a:xfrm>
            <a:off x="6719671" y="116963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127,324</a:t>
            </a:r>
            <a:endParaRPr lang="en-US" dirty="0"/>
          </a:p>
        </p:txBody>
      </p:sp>
      <p:sp>
        <p:nvSpPr>
          <p:cNvPr id="5714" name="Rectangle 4"/>
          <p:cNvSpPr>
            <a:spLocks noChangeArrowheads="1"/>
          </p:cNvSpPr>
          <p:nvPr/>
        </p:nvSpPr>
        <p:spPr bwMode="auto">
          <a:xfrm>
            <a:off x="7213854" y="119843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15" name="TextBox 3"/>
          <p:cNvSpPr txBox="1"/>
          <p:nvPr/>
        </p:nvSpPr>
        <p:spPr>
          <a:xfrm>
            <a:off x="7367118" y="116963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126,534</a:t>
            </a:r>
            <a:endParaRPr lang="en-US" dirty="0"/>
          </a:p>
        </p:txBody>
      </p:sp>
      <p:sp>
        <p:nvSpPr>
          <p:cNvPr id="5716" name="Rectangle 4"/>
          <p:cNvSpPr>
            <a:spLocks noChangeArrowheads="1"/>
          </p:cNvSpPr>
          <p:nvPr/>
        </p:nvSpPr>
        <p:spPr bwMode="auto">
          <a:xfrm>
            <a:off x="7861300" y="1198435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17" name="Rectangle 4"/>
          <p:cNvSpPr>
            <a:spLocks noChangeArrowheads="1"/>
          </p:cNvSpPr>
          <p:nvPr/>
        </p:nvSpPr>
        <p:spPr bwMode="auto">
          <a:xfrm>
            <a:off x="8094497" y="1198435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18" name="Rectangle 4"/>
          <p:cNvSpPr>
            <a:spLocks noChangeArrowheads="1"/>
          </p:cNvSpPr>
          <p:nvPr/>
        </p:nvSpPr>
        <p:spPr bwMode="auto">
          <a:xfrm>
            <a:off x="8333384" y="1198435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19" name="TextBox 3"/>
          <p:cNvSpPr txBox="1"/>
          <p:nvPr/>
        </p:nvSpPr>
        <p:spPr>
          <a:xfrm>
            <a:off x="8538006" y="1169631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790</a:t>
            </a:r>
            <a:endParaRPr lang="en-US" dirty="0"/>
          </a:p>
        </p:txBody>
      </p:sp>
      <p:sp>
        <p:nvSpPr>
          <p:cNvPr id="5720" name="Rectangle 4"/>
          <p:cNvSpPr>
            <a:spLocks noChangeArrowheads="1"/>
          </p:cNvSpPr>
          <p:nvPr/>
        </p:nvSpPr>
        <p:spPr bwMode="auto">
          <a:xfrm>
            <a:off x="878255" y="1593646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21" name="TextBox 3"/>
          <p:cNvSpPr txBox="1"/>
          <p:nvPr/>
        </p:nvSpPr>
        <p:spPr>
          <a:xfrm>
            <a:off x="827455" y="156484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8470350</a:t>
            </a:r>
            <a:endParaRPr lang="en-US" dirty="0"/>
          </a:p>
        </p:txBody>
      </p:sp>
      <p:sp>
        <p:nvSpPr>
          <p:cNvPr id="5722" name="Rectangle 4"/>
          <p:cNvSpPr>
            <a:spLocks noChangeArrowheads="1"/>
          </p:cNvSpPr>
          <p:nvPr/>
        </p:nvSpPr>
        <p:spPr bwMode="auto">
          <a:xfrm>
            <a:off x="1365758" y="1593646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23" name="TextBox 3"/>
          <p:cNvSpPr txBox="1"/>
          <p:nvPr/>
        </p:nvSpPr>
        <p:spPr>
          <a:xfrm>
            <a:off x="1314958" y="156484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5724" name="TextBox 3"/>
          <p:cNvSpPr txBox="1"/>
          <p:nvPr/>
        </p:nvSpPr>
        <p:spPr>
          <a:xfrm>
            <a:off x="1314958" y="1682292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Petroleum </a:t>
            </a:r>
            <a:endParaRPr lang="en-US" dirty="0"/>
          </a:p>
        </p:txBody>
      </p:sp>
      <p:sp>
        <p:nvSpPr>
          <p:cNvPr id="5725" name="TextBox 3"/>
          <p:cNvSpPr txBox="1"/>
          <p:nvPr/>
        </p:nvSpPr>
        <p:spPr>
          <a:xfrm>
            <a:off x="1314958" y="1799742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5726" name="Rectangle 4"/>
          <p:cNvSpPr>
            <a:spLocks noChangeArrowheads="1"/>
          </p:cNvSpPr>
          <p:nvPr/>
        </p:nvSpPr>
        <p:spPr bwMode="auto">
          <a:xfrm>
            <a:off x="2163546" y="1593646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27" name="TextBox 3"/>
          <p:cNvSpPr txBox="1"/>
          <p:nvPr/>
        </p:nvSpPr>
        <p:spPr>
          <a:xfrm>
            <a:off x="2112746" y="156484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5728" name="Rectangle 4"/>
          <p:cNvSpPr>
            <a:spLocks noChangeArrowheads="1"/>
          </p:cNvSpPr>
          <p:nvPr/>
        </p:nvSpPr>
        <p:spPr bwMode="auto">
          <a:xfrm>
            <a:off x="2622702" y="1593646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29" name="TextBox 3"/>
          <p:cNvSpPr txBox="1"/>
          <p:nvPr/>
        </p:nvSpPr>
        <p:spPr>
          <a:xfrm>
            <a:off x="2571902" y="1564843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5730" name="TextBox 3"/>
          <p:cNvSpPr txBox="1"/>
          <p:nvPr/>
        </p:nvSpPr>
        <p:spPr>
          <a:xfrm>
            <a:off x="2571902" y="1682292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5731" name="Rectangle 4"/>
          <p:cNvSpPr>
            <a:spLocks noChangeArrowheads="1"/>
          </p:cNvSpPr>
          <p:nvPr/>
        </p:nvSpPr>
        <p:spPr bwMode="auto">
          <a:xfrm>
            <a:off x="3680282" y="1593646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32" name="TextBox 3"/>
          <p:cNvSpPr txBox="1"/>
          <p:nvPr/>
        </p:nvSpPr>
        <p:spPr>
          <a:xfrm>
            <a:off x="3629482" y="156484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847.8470350.1.415110.000000.847001.100178</a:t>
            </a:r>
            <a:endParaRPr lang="en-US" dirty="0"/>
          </a:p>
        </p:txBody>
      </p:sp>
      <p:sp>
        <p:nvSpPr>
          <p:cNvPr id="5733" name="Rectangle 4"/>
          <p:cNvSpPr>
            <a:spLocks noChangeArrowheads="1"/>
          </p:cNvSpPr>
          <p:nvPr/>
        </p:nvSpPr>
        <p:spPr bwMode="auto">
          <a:xfrm>
            <a:off x="5918962" y="159364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34" name="TextBox 3"/>
          <p:cNvSpPr txBox="1"/>
          <p:nvPr/>
        </p:nvSpPr>
        <p:spPr>
          <a:xfrm>
            <a:off x="6072225" y="156484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508,610</a:t>
            </a:r>
            <a:endParaRPr lang="en-US" dirty="0"/>
          </a:p>
        </p:txBody>
      </p:sp>
      <p:sp>
        <p:nvSpPr>
          <p:cNvPr id="5735" name="Rectangle 4"/>
          <p:cNvSpPr>
            <a:spLocks noChangeArrowheads="1"/>
          </p:cNvSpPr>
          <p:nvPr/>
        </p:nvSpPr>
        <p:spPr bwMode="auto">
          <a:xfrm>
            <a:off x="6566408" y="159364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36" name="TextBox 3"/>
          <p:cNvSpPr txBox="1"/>
          <p:nvPr/>
        </p:nvSpPr>
        <p:spPr>
          <a:xfrm>
            <a:off x="6719671" y="156484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495,091</a:t>
            </a:r>
            <a:endParaRPr lang="en-US" dirty="0"/>
          </a:p>
        </p:txBody>
      </p:sp>
      <p:sp>
        <p:nvSpPr>
          <p:cNvPr id="5737" name="Rectangle 4"/>
          <p:cNvSpPr>
            <a:spLocks noChangeArrowheads="1"/>
          </p:cNvSpPr>
          <p:nvPr/>
        </p:nvSpPr>
        <p:spPr bwMode="auto">
          <a:xfrm>
            <a:off x="7213854" y="159364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38" name="TextBox 3"/>
          <p:cNvSpPr txBox="1"/>
          <p:nvPr/>
        </p:nvSpPr>
        <p:spPr>
          <a:xfrm>
            <a:off x="7367118" y="156484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495,091</a:t>
            </a:r>
            <a:endParaRPr lang="en-US" dirty="0"/>
          </a:p>
        </p:txBody>
      </p:sp>
      <p:sp>
        <p:nvSpPr>
          <p:cNvPr id="5739" name="Rectangle 4"/>
          <p:cNvSpPr>
            <a:spLocks noChangeArrowheads="1"/>
          </p:cNvSpPr>
          <p:nvPr/>
        </p:nvSpPr>
        <p:spPr bwMode="auto">
          <a:xfrm>
            <a:off x="7861300" y="1593646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40" name="Rectangle 4"/>
          <p:cNvSpPr>
            <a:spLocks noChangeArrowheads="1"/>
          </p:cNvSpPr>
          <p:nvPr/>
        </p:nvSpPr>
        <p:spPr bwMode="auto">
          <a:xfrm>
            <a:off x="8094497" y="1593646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41" name="Rectangle 4"/>
          <p:cNvSpPr>
            <a:spLocks noChangeArrowheads="1"/>
          </p:cNvSpPr>
          <p:nvPr/>
        </p:nvSpPr>
        <p:spPr bwMode="auto">
          <a:xfrm>
            <a:off x="8333384" y="1593646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42" name="TextBox 3"/>
          <p:cNvSpPr txBox="1"/>
          <p:nvPr/>
        </p:nvSpPr>
        <p:spPr>
          <a:xfrm>
            <a:off x="8650986" y="156484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5743" name="Rectangle 4"/>
          <p:cNvSpPr>
            <a:spLocks noChangeArrowheads="1"/>
          </p:cNvSpPr>
          <p:nvPr/>
        </p:nvSpPr>
        <p:spPr bwMode="auto">
          <a:xfrm>
            <a:off x="878255" y="1988858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44" name="TextBox 3"/>
          <p:cNvSpPr txBox="1"/>
          <p:nvPr/>
        </p:nvSpPr>
        <p:spPr>
          <a:xfrm>
            <a:off x="827455" y="196005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8470350</a:t>
            </a:r>
            <a:endParaRPr lang="en-US" dirty="0"/>
          </a:p>
        </p:txBody>
      </p:sp>
      <p:sp>
        <p:nvSpPr>
          <p:cNvPr id="5745" name="Rectangle 4"/>
          <p:cNvSpPr>
            <a:spLocks noChangeArrowheads="1"/>
          </p:cNvSpPr>
          <p:nvPr/>
        </p:nvSpPr>
        <p:spPr bwMode="auto">
          <a:xfrm>
            <a:off x="1365758" y="1988858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46" name="TextBox 3"/>
          <p:cNvSpPr txBox="1"/>
          <p:nvPr/>
        </p:nvSpPr>
        <p:spPr>
          <a:xfrm>
            <a:off x="1314958" y="196005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5747" name="TextBox 3"/>
          <p:cNvSpPr txBox="1"/>
          <p:nvPr/>
        </p:nvSpPr>
        <p:spPr>
          <a:xfrm>
            <a:off x="1314958" y="2077504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Petroleum </a:t>
            </a:r>
            <a:endParaRPr lang="en-US" dirty="0"/>
          </a:p>
        </p:txBody>
      </p:sp>
      <p:sp>
        <p:nvSpPr>
          <p:cNvPr id="5748" name="TextBox 3"/>
          <p:cNvSpPr txBox="1"/>
          <p:nvPr/>
        </p:nvSpPr>
        <p:spPr>
          <a:xfrm>
            <a:off x="1314958" y="2194953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5749" name="Rectangle 4"/>
          <p:cNvSpPr>
            <a:spLocks noChangeArrowheads="1"/>
          </p:cNvSpPr>
          <p:nvPr/>
        </p:nvSpPr>
        <p:spPr bwMode="auto">
          <a:xfrm>
            <a:off x="2163546" y="1988858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50" name="TextBox 3"/>
          <p:cNvSpPr txBox="1"/>
          <p:nvPr/>
        </p:nvSpPr>
        <p:spPr>
          <a:xfrm>
            <a:off x="2112746" y="196005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5751" name="Rectangle 4"/>
          <p:cNvSpPr>
            <a:spLocks noChangeArrowheads="1"/>
          </p:cNvSpPr>
          <p:nvPr/>
        </p:nvSpPr>
        <p:spPr bwMode="auto">
          <a:xfrm>
            <a:off x="2622702" y="1988858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52" name="TextBox 3"/>
          <p:cNvSpPr txBox="1"/>
          <p:nvPr/>
        </p:nvSpPr>
        <p:spPr>
          <a:xfrm>
            <a:off x="2571902" y="1960054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5753" name="TextBox 3"/>
          <p:cNvSpPr txBox="1"/>
          <p:nvPr/>
        </p:nvSpPr>
        <p:spPr>
          <a:xfrm>
            <a:off x="2571902" y="2077504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5754" name="Rectangle 4"/>
          <p:cNvSpPr>
            <a:spLocks noChangeArrowheads="1"/>
          </p:cNvSpPr>
          <p:nvPr/>
        </p:nvSpPr>
        <p:spPr bwMode="auto">
          <a:xfrm>
            <a:off x="3680282" y="1988858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55" name="TextBox 3"/>
          <p:cNvSpPr txBox="1"/>
          <p:nvPr/>
        </p:nvSpPr>
        <p:spPr>
          <a:xfrm>
            <a:off x="3629482" y="196005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847.8470350.1.416110.000000.847001.100178</a:t>
            </a:r>
            <a:endParaRPr lang="en-US" dirty="0"/>
          </a:p>
        </p:txBody>
      </p:sp>
      <p:sp>
        <p:nvSpPr>
          <p:cNvPr id="5756" name="Rectangle 4"/>
          <p:cNvSpPr>
            <a:spLocks noChangeArrowheads="1"/>
          </p:cNvSpPr>
          <p:nvPr/>
        </p:nvSpPr>
        <p:spPr bwMode="auto">
          <a:xfrm>
            <a:off x="5918962" y="198885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57" name="TextBox 3"/>
          <p:cNvSpPr txBox="1"/>
          <p:nvPr/>
        </p:nvSpPr>
        <p:spPr>
          <a:xfrm>
            <a:off x="6072225" y="196005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154,359</a:t>
            </a:r>
            <a:endParaRPr lang="en-US" dirty="0"/>
          </a:p>
        </p:txBody>
      </p:sp>
      <p:sp>
        <p:nvSpPr>
          <p:cNvPr id="5758" name="Rectangle 4"/>
          <p:cNvSpPr>
            <a:spLocks noChangeArrowheads="1"/>
          </p:cNvSpPr>
          <p:nvPr/>
        </p:nvSpPr>
        <p:spPr bwMode="auto">
          <a:xfrm>
            <a:off x="6566408" y="198885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59" name="TextBox 3"/>
          <p:cNvSpPr txBox="1"/>
          <p:nvPr/>
        </p:nvSpPr>
        <p:spPr>
          <a:xfrm>
            <a:off x="6776161" y="196005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82,350</a:t>
            </a:r>
            <a:endParaRPr lang="en-US" dirty="0"/>
          </a:p>
        </p:txBody>
      </p:sp>
      <p:sp>
        <p:nvSpPr>
          <p:cNvPr id="5760" name="Rectangle 4"/>
          <p:cNvSpPr>
            <a:spLocks noChangeArrowheads="1"/>
          </p:cNvSpPr>
          <p:nvPr/>
        </p:nvSpPr>
        <p:spPr bwMode="auto">
          <a:xfrm>
            <a:off x="7213854" y="198885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61" name="TextBox 3"/>
          <p:cNvSpPr txBox="1"/>
          <p:nvPr/>
        </p:nvSpPr>
        <p:spPr>
          <a:xfrm>
            <a:off x="7423607" y="196005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82,350</a:t>
            </a:r>
            <a:endParaRPr lang="en-US" dirty="0"/>
          </a:p>
        </p:txBody>
      </p:sp>
      <p:sp>
        <p:nvSpPr>
          <p:cNvPr id="5762" name="Rectangle 4"/>
          <p:cNvSpPr>
            <a:spLocks noChangeArrowheads="1"/>
          </p:cNvSpPr>
          <p:nvPr/>
        </p:nvSpPr>
        <p:spPr bwMode="auto">
          <a:xfrm>
            <a:off x="7861300" y="1988858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63" name="Rectangle 4"/>
          <p:cNvSpPr>
            <a:spLocks noChangeArrowheads="1"/>
          </p:cNvSpPr>
          <p:nvPr/>
        </p:nvSpPr>
        <p:spPr bwMode="auto">
          <a:xfrm>
            <a:off x="8094497" y="1988858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64" name="Rectangle 4"/>
          <p:cNvSpPr>
            <a:spLocks noChangeArrowheads="1"/>
          </p:cNvSpPr>
          <p:nvPr/>
        </p:nvSpPr>
        <p:spPr bwMode="auto">
          <a:xfrm>
            <a:off x="8333384" y="1988858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65" name="TextBox 3"/>
          <p:cNvSpPr txBox="1"/>
          <p:nvPr/>
        </p:nvSpPr>
        <p:spPr>
          <a:xfrm>
            <a:off x="8650986" y="196005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5766" name="Rectangle 4"/>
          <p:cNvSpPr>
            <a:spLocks noChangeArrowheads="1"/>
          </p:cNvSpPr>
          <p:nvPr/>
        </p:nvSpPr>
        <p:spPr bwMode="auto">
          <a:xfrm>
            <a:off x="878255" y="238406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67" name="TextBox 3"/>
          <p:cNvSpPr txBox="1"/>
          <p:nvPr/>
        </p:nvSpPr>
        <p:spPr>
          <a:xfrm>
            <a:off x="827455" y="235526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8470350</a:t>
            </a:r>
            <a:endParaRPr lang="en-US" dirty="0"/>
          </a:p>
        </p:txBody>
      </p:sp>
      <p:sp>
        <p:nvSpPr>
          <p:cNvPr id="5768" name="Rectangle 4"/>
          <p:cNvSpPr>
            <a:spLocks noChangeArrowheads="1"/>
          </p:cNvSpPr>
          <p:nvPr/>
        </p:nvSpPr>
        <p:spPr bwMode="auto">
          <a:xfrm>
            <a:off x="1365758" y="238406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69" name="TextBox 3"/>
          <p:cNvSpPr txBox="1"/>
          <p:nvPr/>
        </p:nvSpPr>
        <p:spPr>
          <a:xfrm>
            <a:off x="1314958" y="2355266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5770" name="TextBox 3"/>
          <p:cNvSpPr txBox="1"/>
          <p:nvPr/>
        </p:nvSpPr>
        <p:spPr>
          <a:xfrm>
            <a:off x="1314958" y="2472715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Petroleum </a:t>
            </a:r>
            <a:endParaRPr lang="en-US" dirty="0"/>
          </a:p>
        </p:txBody>
      </p:sp>
      <p:sp>
        <p:nvSpPr>
          <p:cNvPr id="5771" name="TextBox 3"/>
          <p:cNvSpPr txBox="1"/>
          <p:nvPr/>
        </p:nvSpPr>
        <p:spPr>
          <a:xfrm>
            <a:off x="1314958" y="2590165"/>
            <a:ext cx="7199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Engineering</a:t>
            </a:r>
            <a:endParaRPr lang="en-US" dirty="0"/>
          </a:p>
        </p:txBody>
      </p:sp>
      <p:sp>
        <p:nvSpPr>
          <p:cNvPr id="5772" name="Rectangle 4"/>
          <p:cNvSpPr>
            <a:spLocks noChangeArrowheads="1"/>
          </p:cNvSpPr>
          <p:nvPr/>
        </p:nvSpPr>
        <p:spPr bwMode="auto">
          <a:xfrm>
            <a:off x="2163546" y="238406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73" name="TextBox 3"/>
          <p:cNvSpPr txBox="1"/>
          <p:nvPr/>
        </p:nvSpPr>
        <p:spPr>
          <a:xfrm>
            <a:off x="2112746" y="235526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5774" name="Rectangle 4"/>
          <p:cNvSpPr>
            <a:spLocks noChangeArrowheads="1"/>
          </p:cNvSpPr>
          <p:nvPr/>
        </p:nvSpPr>
        <p:spPr bwMode="auto">
          <a:xfrm>
            <a:off x="2622702" y="238406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75" name="TextBox 3"/>
          <p:cNvSpPr txBox="1"/>
          <p:nvPr/>
        </p:nvSpPr>
        <p:spPr>
          <a:xfrm>
            <a:off x="2571902" y="2355266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5776" name="TextBox 3"/>
          <p:cNvSpPr txBox="1"/>
          <p:nvPr/>
        </p:nvSpPr>
        <p:spPr>
          <a:xfrm>
            <a:off x="2571902" y="2472715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5777" name="Rectangle 4"/>
          <p:cNvSpPr>
            <a:spLocks noChangeArrowheads="1"/>
          </p:cNvSpPr>
          <p:nvPr/>
        </p:nvSpPr>
        <p:spPr bwMode="auto">
          <a:xfrm>
            <a:off x="3680282" y="238406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78" name="TextBox 3"/>
          <p:cNvSpPr txBox="1"/>
          <p:nvPr/>
        </p:nvSpPr>
        <p:spPr>
          <a:xfrm>
            <a:off x="3629482" y="235526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847.8470350.1.416310.000000.847001.100178</a:t>
            </a:r>
            <a:endParaRPr lang="en-US" dirty="0"/>
          </a:p>
        </p:txBody>
      </p:sp>
      <p:sp>
        <p:nvSpPr>
          <p:cNvPr id="5779" name="Rectangle 4"/>
          <p:cNvSpPr>
            <a:spLocks noChangeArrowheads="1"/>
          </p:cNvSpPr>
          <p:nvPr/>
        </p:nvSpPr>
        <p:spPr bwMode="auto">
          <a:xfrm>
            <a:off x="5918962" y="238406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80" name="TextBox 3"/>
          <p:cNvSpPr txBox="1"/>
          <p:nvPr/>
        </p:nvSpPr>
        <p:spPr>
          <a:xfrm>
            <a:off x="6072225" y="235526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243,460</a:t>
            </a:r>
            <a:endParaRPr lang="en-US" dirty="0"/>
          </a:p>
        </p:txBody>
      </p:sp>
      <p:sp>
        <p:nvSpPr>
          <p:cNvPr id="5781" name="Rectangle 4"/>
          <p:cNvSpPr>
            <a:spLocks noChangeArrowheads="1"/>
          </p:cNvSpPr>
          <p:nvPr/>
        </p:nvSpPr>
        <p:spPr bwMode="auto">
          <a:xfrm>
            <a:off x="6566408" y="238406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82" name="TextBox 3"/>
          <p:cNvSpPr txBox="1"/>
          <p:nvPr/>
        </p:nvSpPr>
        <p:spPr>
          <a:xfrm>
            <a:off x="6719671" y="235526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184,026</a:t>
            </a:r>
            <a:endParaRPr lang="en-US" dirty="0"/>
          </a:p>
        </p:txBody>
      </p:sp>
      <p:sp>
        <p:nvSpPr>
          <p:cNvPr id="5783" name="Rectangle 4"/>
          <p:cNvSpPr>
            <a:spLocks noChangeArrowheads="1"/>
          </p:cNvSpPr>
          <p:nvPr/>
        </p:nvSpPr>
        <p:spPr bwMode="auto">
          <a:xfrm>
            <a:off x="7213854" y="238406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84" name="TextBox 3"/>
          <p:cNvSpPr txBox="1"/>
          <p:nvPr/>
        </p:nvSpPr>
        <p:spPr>
          <a:xfrm>
            <a:off x="7367118" y="235526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184,025</a:t>
            </a:r>
            <a:endParaRPr lang="en-US" dirty="0"/>
          </a:p>
        </p:txBody>
      </p:sp>
      <p:sp>
        <p:nvSpPr>
          <p:cNvPr id="5785" name="Rectangle 4"/>
          <p:cNvSpPr>
            <a:spLocks noChangeArrowheads="1"/>
          </p:cNvSpPr>
          <p:nvPr/>
        </p:nvSpPr>
        <p:spPr bwMode="auto">
          <a:xfrm>
            <a:off x="7861300" y="238406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86" name="Rectangle 4"/>
          <p:cNvSpPr>
            <a:spLocks noChangeArrowheads="1"/>
          </p:cNvSpPr>
          <p:nvPr/>
        </p:nvSpPr>
        <p:spPr bwMode="auto">
          <a:xfrm>
            <a:off x="8094497" y="238406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87" name="Rectangle 4"/>
          <p:cNvSpPr>
            <a:spLocks noChangeArrowheads="1"/>
          </p:cNvSpPr>
          <p:nvPr/>
        </p:nvSpPr>
        <p:spPr bwMode="auto">
          <a:xfrm>
            <a:off x="8333384" y="238406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788" name="TextBox 3"/>
          <p:cNvSpPr txBox="1"/>
          <p:nvPr/>
        </p:nvSpPr>
        <p:spPr>
          <a:xfrm>
            <a:off x="8650986" y="235526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5789" name="Rectangle 4"/>
          <p:cNvSpPr>
            <a:spLocks noChangeArrowheads="1"/>
          </p:cNvSpPr>
          <p:nvPr/>
        </p:nvSpPr>
        <p:spPr bwMode="auto">
          <a:xfrm>
            <a:off x="878255" y="2779280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790" name="TextBox 3"/>
          <p:cNvSpPr txBox="1"/>
          <p:nvPr/>
        </p:nvSpPr>
        <p:spPr>
          <a:xfrm>
            <a:off x="827455" y="275047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8470350</a:t>
            </a:r>
            <a:endParaRPr lang="en-US" dirty="0"/>
          </a:p>
        </p:txBody>
      </p:sp>
      <p:sp>
        <p:nvSpPr>
          <p:cNvPr id="5791" name="TextBox 3"/>
          <p:cNvSpPr txBox="1"/>
          <p:nvPr/>
        </p:nvSpPr>
        <p:spPr>
          <a:xfrm>
            <a:off x="827455" y="2867927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5792" name="Rectangle 4"/>
          <p:cNvSpPr>
            <a:spLocks noChangeArrowheads="1"/>
          </p:cNvSpPr>
          <p:nvPr/>
        </p:nvSpPr>
        <p:spPr bwMode="auto">
          <a:xfrm>
            <a:off x="1365758" y="2779280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793" name="Rectangle 4"/>
          <p:cNvSpPr>
            <a:spLocks noChangeArrowheads="1"/>
          </p:cNvSpPr>
          <p:nvPr/>
        </p:nvSpPr>
        <p:spPr bwMode="auto">
          <a:xfrm>
            <a:off x="2163546" y="2779280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794" name="Rectangle 4"/>
          <p:cNvSpPr>
            <a:spLocks noChangeArrowheads="1"/>
          </p:cNvSpPr>
          <p:nvPr/>
        </p:nvSpPr>
        <p:spPr bwMode="auto">
          <a:xfrm>
            <a:off x="2622702" y="2779280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795" name="Rectangle 4"/>
          <p:cNvSpPr>
            <a:spLocks noChangeArrowheads="1"/>
          </p:cNvSpPr>
          <p:nvPr/>
        </p:nvSpPr>
        <p:spPr bwMode="auto">
          <a:xfrm>
            <a:off x="3680282" y="2779280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796" name="Rectangle 4"/>
          <p:cNvSpPr>
            <a:spLocks noChangeArrowheads="1"/>
          </p:cNvSpPr>
          <p:nvPr/>
        </p:nvSpPr>
        <p:spPr bwMode="auto">
          <a:xfrm>
            <a:off x="5918962" y="2779280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797" name="TextBox 3"/>
          <p:cNvSpPr txBox="1"/>
          <p:nvPr/>
        </p:nvSpPr>
        <p:spPr>
          <a:xfrm>
            <a:off x="5987491" y="275047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9,487,282</a:t>
            </a:r>
            <a:endParaRPr lang="en-US" dirty="0"/>
          </a:p>
        </p:txBody>
      </p:sp>
      <p:sp>
        <p:nvSpPr>
          <p:cNvPr id="5798" name="Rectangle 4"/>
          <p:cNvSpPr>
            <a:spLocks noChangeArrowheads="1"/>
          </p:cNvSpPr>
          <p:nvPr/>
        </p:nvSpPr>
        <p:spPr bwMode="auto">
          <a:xfrm>
            <a:off x="6566408" y="2779280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799" name="TextBox 3"/>
          <p:cNvSpPr txBox="1"/>
          <p:nvPr/>
        </p:nvSpPr>
        <p:spPr>
          <a:xfrm>
            <a:off x="6578447" y="2750477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10,022,907</a:t>
            </a:r>
            <a:endParaRPr lang="en-US" dirty="0"/>
          </a:p>
        </p:txBody>
      </p:sp>
      <p:sp>
        <p:nvSpPr>
          <p:cNvPr id="5800" name="Rectangle 4"/>
          <p:cNvSpPr>
            <a:spLocks noChangeArrowheads="1"/>
          </p:cNvSpPr>
          <p:nvPr/>
        </p:nvSpPr>
        <p:spPr bwMode="auto">
          <a:xfrm>
            <a:off x="7213854" y="2779280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801" name="TextBox 3"/>
          <p:cNvSpPr txBox="1"/>
          <p:nvPr/>
        </p:nvSpPr>
        <p:spPr>
          <a:xfrm>
            <a:off x="7225894" y="2750477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10,020,995</a:t>
            </a:r>
            <a:endParaRPr lang="en-US" dirty="0"/>
          </a:p>
        </p:txBody>
      </p:sp>
      <p:sp>
        <p:nvSpPr>
          <p:cNvPr id="5802" name="Rectangle 4"/>
          <p:cNvSpPr>
            <a:spLocks noChangeArrowheads="1"/>
          </p:cNvSpPr>
          <p:nvPr/>
        </p:nvSpPr>
        <p:spPr bwMode="auto">
          <a:xfrm>
            <a:off x="7861300" y="2779280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803" name="Rectangle 4"/>
          <p:cNvSpPr>
            <a:spLocks noChangeArrowheads="1"/>
          </p:cNvSpPr>
          <p:nvPr/>
        </p:nvSpPr>
        <p:spPr bwMode="auto">
          <a:xfrm>
            <a:off x="8094497" y="2779280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804" name="Rectangle 4"/>
          <p:cNvSpPr>
            <a:spLocks noChangeArrowheads="1"/>
          </p:cNvSpPr>
          <p:nvPr/>
        </p:nvSpPr>
        <p:spPr bwMode="auto">
          <a:xfrm>
            <a:off x="8333384" y="2779280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5805" name="TextBox 3"/>
          <p:cNvSpPr txBox="1"/>
          <p:nvPr/>
        </p:nvSpPr>
        <p:spPr>
          <a:xfrm>
            <a:off x="8453272" y="2750477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1,912</a:t>
            </a:r>
            <a:endParaRPr lang="en-US" dirty="0"/>
          </a:p>
        </p:txBody>
      </p:sp>
      <p:sp>
        <p:nvSpPr>
          <p:cNvPr id="5806" name="Rectangle 4"/>
          <p:cNvSpPr>
            <a:spLocks noChangeArrowheads="1"/>
          </p:cNvSpPr>
          <p:nvPr/>
        </p:nvSpPr>
        <p:spPr bwMode="auto">
          <a:xfrm>
            <a:off x="878255" y="3057042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07" name="TextBox 3"/>
          <p:cNvSpPr txBox="1"/>
          <p:nvPr/>
        </p:nvSpPr>
        <p:spPr>
          <a:xfrm>
            <a:off x="827455" y="302823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8470405</a:t>
            </a:r>
            <a:endParaRPr lang="en-US" dirty="0"/>
          </a:p>
        </p:txBody>
      </p:sp>
      <p:sp>
        <p:nvSpPr>
          <p:cNvPr id="5808" name="Rectangle 4"/>
          <p:cNvSpPr>
            <a:spLocks noChangeArrowheads="1"/>
          </p:cNvSpPr>
          <p:nvPr/>
        </p:nvSpPr>
        <p:spPr bwMode="auto">
          <a:xfrm>
            <a:off x="1365758" y="3057042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09" name="TextBox 3"/>
          <p:cNvSpPr txBox="1"/>
          <p:nvPr/>
        </p:nvSpPr>
        <p:spPr>
          <a:xfrm>
            <a:off x="1314958" y="3028239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Dean of</a:t>
            </a:r>
            <a:endParaRPr lang="en-US" dirty="0"/>
          </a:p>
        </p:txBody>
      </p:sp>
      <p:sp>
        <p:nvSpPr>
          <p:cNvPr id="5810" name="TextBox 3"/>
          <p:cNvSpPr txBox="1"/>
          <p:nvPr/>
        </p:nvSpPr>
        <p:spPr>
          <a:xfrm>
            <a:off x="1314958" y="3145688"/>
            <a:ext cx="5391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</a:t>
            </a:r>
            <a:endParaRPr lang="en-US" dirty="0"/>
          </a:p>
        </p:txBody>
      </p:sp>
      <p:sp>
        <p:nvSpPr>
          <p:cNvPr id="5811" name="Rectangle 4"/>
          <p:cNvSpPr>
            <a:spLocks noChangeArrowheads="1"/>
          </p:cNvSpPr>
          <p:nvPr/>
        </p:nvSpPr>
        <p:spPr bwMode="auto">
          <a:xfrm>
            <a:off x="2163546" y="3057042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12" name="TextBox 3"/>
          <p:cNvSpPr txBox="1"/>
          <p:nvPr/>
        </p:nvSpPr>
        <p:spPr>
          <a:xfrm>
            <a:off x="2112746" y="302823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5813" name="Rectangle 4"/>
          <p:cNvSpPr>
            <a:spLocks noChangeArrowheads="1"/>
          </p:cNvSpPr>
          <p:nvPr/>
        </p:nvSpPr>
        <p:spPr bwMode="auto">
          <a:xfrm>
            <a:off x="2622702" y="3057042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14" name="TextBox 3"/>
          <p:cNvSpPr txBox="1"/>
          <p:nvPr/>
        </p:nvSpPr>
        <p:spPr>
          <a:xfrm>
            <a:off x="2571902" y="3028239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5815" name="TextBox 3"/>
          <p:cNvSpPr txBox="1"/>
          <p:nvPr/>
        </p:nvSpPr>
        <p:spPr>
          <a:xfrm>
            <a:off x="2571902" y="3145688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5816" name="Rectangle 4"/>
          <p:cNvSpPr>
            <a:spLocks noChangeArrowheads="1"/>
          </p:cNvSpPr>
          <p:nvPr/>
        </p:nvSpPr>
        <p:spPr bwMode="auto">
          <a:xfrm>
            <a:off x="3680282" y="3057042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17" name="TextBox 3"/>
          <p:cNvSpPr txBox="1"/>
          <p:nvPr/>
        </p:nvSpPr>
        <p:spPr>
          <a:xfrm>
            <a:off x="3629482" y="302823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847.8470405.1.412121.000000.847001.100178</a:t>
            </a:r>
            <a:endParaRPr lang="en-US" dirty="0"/>
          </a:p>
        </p:txBody>
      </p:sp>
      <p:sp>
        <p:nvSpPr>
          <p:cNvPr id="5818" name="Rectangle 4"/>
          <p:cNvSpPr>
            <a:spLocks noChangeArrowheads="1"/>
          </p:cNvSpPr>
          <p:nvPr/>
        </p:nvSpPr>
        <p:spPr bwMode="auto">
          <a:xfrm>
            <a:off x="5918962" y="305704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19" name="TextBox 3"/>
          <p:cNvSpPr txBox="1"/>
          <p:nvPr/>
        </p:nvSpPr>
        <p:spPr>
          <a:xfrm>
            <a:off x="6072225" y="302823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711,817</a:t>
            </a:r>
            <a:endParaRPr lang="en-US" dirty="0"/>
          </a:p>
        </p:txBody>
      </p:sp>
      <p:sp>
        <p:nvSpPr>
          <p:cNvPr id="5820" name="Rectangle 4"/>
          <p:cNvSpPr>
            <a:spLocks noChangeArrowheads="1"/>
          </p:cNvSpPr>
          <p:nvPr/>
        </p:nvSpPr>
        <p:spPr bwMode="auto">
          <a:xfrm>
            <a:off x="6566408" y="305704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21" name="TextBox 3"/>
          <p:cNvSpPr txBox="1"/>
          <p:nvPr/>
        </p:nvSpPr>
        <p:spPr>
          <a:xfrm>
            <a:off x="6719671" y="302823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557,017</a:t>
            </a:r>
            <a:endParaRPr lang="en-US" dirty="0"/>
          </a:p>
        </p:txBody>
      </p:sp>
      <p:sp>
        <p:nvSpPr>
          <p:cNvPr id="5822" name="Rectangle 4"/>
          <p:cNvSpPr>
            <a:spLocks noChangeArrowheads="1"/>
          </p:cNvSpPr>
          <p:nvPr/>
        </p:nvSpPr>
        <p:spPr bwMode="auto">
          <a:xfrm>
            <a:off x="7213854" y="305704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23" name="TextBox 3"/>
          <p:cNvSpPr txBox="1"/>
          <p:nvPr/>
        </p:nvSpPr>
        <p:spPr>
          <a:xfrm>
            <a:off x="7367118" y="302823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556,937</a:t>
            </a:r>
            <a:endParaRPr lang="en-US" dirty="0"/>
          </a:p>
        </p:txBody>
      </p:sp>
      <p:sp>
        <p:nvSpPr>
          <p:cNvPr id="5824" name="Rectangle 4"/>
          <p:cNvSpPr>
            <a:spLocks noChangeArrowheads="1"/>
          </p:cNvSpPr>
          <p:nvPr/>
        </p:nvSpPr>
        <p:spPr bwMode="auto">
          <a:xfrm>
            <a:off x="7861300" y="3057042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25" name="Rectangle 4"/>
          <p:cNvSpPr>
            <a:spLocks noChangeArrowheads="1"/>
          </p:cNvSpPr>
          <p:nvPr/>
        </p:nvSpPr>
        <p:spPr bwMode="auto">
          <a:xfrm>
            <a:off x="8094497" y="3057042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26" name="Rectangle 4"/>
          <p:cNvSpPr>
            <a:spLocks noChangeArrowheads="1"/>
          </p:cNvSpPr>
          <p:nvPr/>
        </p:nvSpPr>
        <p:spPr bwMode="auto">
          <a:xfrm>
            <a:off x="8333384" y="3057042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27" name="TextBox 3"/>
          <p:cNvSpPr txBox="1"/>
          <p:nvPr/>
        </p:nvSpPr>
        <p:spPr>
          <a:xfrm>
            <a:off x="8594496" y="3028239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80</a:t>
            </a:r>
            <a:endParaRPr lang="en-US" dirty="0"/>
          </a:p>
        </p:txBody>
      </p:sp>
      <p:sp>
        <p:nvSpPr>
          <p:cNvPr id="5828" name="Rectangle 4"/>
          <p:cNvSpPr>
            <a:spLocks noChangeArrowheads="1"/>
          </p:cNvSpPr>
          <p:nvPr/>
        </p:nvSpPr>
        <p:spPr bwMode="auto">
          <a:xfrm>
            <a:off x="878255" y="3334804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29" name="TextBox 3"/>
          <p:cNvSpPr txBox="1"/>
          <p:nvPr/>
        </p:nvSpPr>
        <p:spPr>
          <a:xfrm>
            <a:off x="827455" y="330600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8470405</a:t>
            </a:r>
            <a:endParaRPr lang="en-US" dirty="0"/>
          </a:p>
        </p:txBody>
      </p:sp>
      <p:sp>
        <p:nvSpPr>
          <p:cNvPr id="5830" name="Rectangle 4"/>
          <p:cNvSpPr>
            <a:spLocks noChangeArrowheads="1"/>
          </p:cNvSpPr>
          <p:nvPr/>
        </p:nvSpPr>
        <p:spPr bwMode="auto">
          <a:xfrm>
            <a:off x="1365758" y="3334804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31" name="TextBox 3"/>
          <p:cNvSpPr txBox="1"/>
          <p:nvPr/>
        </p:nvSpPr>
        <p:spPr>
          <a:xfrm>
            <a:off x="1314958" y="3306000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Dean of</a:t>
            </a:r>
            <a:endParaRPr lang="en-US" dirty="0"/>
          </a:p>
        </p:txBody>
      </p:sp>
      <p:sp>
        <p:nvSpPr>
          <p:cNvPr id="5832" name="TextBox 3"/>
          <p:cNvSpPr txBox="1"/>
          <p:nvPr/>
        </p:nvSpPr>
        <p:spPr>
          <a:xfrm>
            <a:off x="1314958" y="3423450"/>
            <a:ext cx="5391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</a:t>
            </a:r>
            <a:endParaRPr lang="en-US" dirty="0"/>
          </a:p>
        </p:txBody>
      </p:sp>
      <p:sp>
        <p:nvSpPr>
          <p:cNvPr id="5833" name="Rectangle 4"/>
          <p:cNvSpPr>
            <a:spLocks noChangeArrowheads="1"/>
          </p:cNvSpPr>
          <p:nvPr/>
        </p:nvSpPr>
        <p:spPr bwMode="auto">
          <a:xfrm>
            <a:off x="2163546" y="3334804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34" name="TextBox 3"/>
          <p:cNvSpPr txBox="1"/>
          <p:nvPr/>
        </p:nvSpPr>
        <p:spPr>
          <a:xfrm>
            <a:off x="2112746" y="330600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5835" name="Rectangle 4"/>
          <p:cNvSpPr>
            <a:spLocks noChangeArrowheads="1"/>
          </p:cNvSpPr>
          <p:nvPr/>
        </p:nvSpPr>
        <p:spPr bwMode="auto">
          <a:xfrm>
            <a:off x="2622702" y="3334804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36" name="TextBox 3"/>
          <p:cNvSpPr txBox="1"/>
          <p:nvPr/>
        </p:nvSpPr>
        <p:spPr>
          <a:xfrm>
            <a:off x="2571902" y="3306000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5837" name="TextBox 3"/>
          <p:cNvSpPr txBox="1"/>
          <p:nvPr/>
        </p:nvSpPr>
        <p:spPr>
          <a:xfrm>
            <a:off x="2571902" y="3423450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5838" name="TextBox 3"/>
          <p:cNvSpPr txBox="1"/>
          <p:nvPr/>
        </p:nvSpPr>
        <p:spPr>
          <a:xfrm>
            <a:off x="2571902" y="3540899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5839" name="Rectangle 4"/>
          <p:cNvSpPr>
            <a:spLocks noChangeArrowheads="1"/>
          </p:cNvSpPr>
          <p:nvPr/>
        </p:nvSpPr>
        <p:spPr bwMode="auto">
          <a:xfrm>
            <a:off x="3680282" y="3334804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40" name="TextBox 3"/>
          <p:cNvSpPr txBox="1"/>
          <p:nvPr/>
        </p:nvSpPr>
        <p:spPr>
          <a:xfrm>
            <a:off x="3629482" y="330600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847.8470405.1.412125.000000.847001.100178</a:t>
            </a:r>
            <a:endParaRPr lang="en-US" dirty="0"/>
          </a:p>
        </p:txBody>
      </p:sp>
      <p:sp>
        <p:nvSpPr>
          <p:cNvPr id="5841" name="Rectangle 4"/>
          <p:cNvSpPr>
            <a:spLocks noChangeArrowheads="1"/>
          </p:cNvSpPr>
          <p:nvPr/>
        </p:nvSpPr>
        <p:spPr bwMode="auto">
          <a:xfrm>
            <a:off x="5918962" y="333480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42" name="TextBox 3"/>
          <p:cNvSpPr txBox="1"/>
          <p:nvPr/>
        </p:nvSpPr>
        <p:spPr>
          <a:xfrm>
            <a:off x="6072225" y="330600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860,326</a:t>
            </a:r>
            <a:endParaRPr lang="en-US" dirty="0"/>
          </a:p>
        </p:txBody>
      </p:sp>
      <p:sp>
        <p:nvSpPr>
          <p:cNvPr id="5843" name="Rectangle 4"/>
          <p:cNvSpPr>
            <a:spLocks noChangeArrowheads="1"/>
          </p:cNvSpPr>
          <p:nvPr/>
        </p:nvSpPr>
        <p:spPr bwMode="auto">
          <a:xfrm>
            <a:off x="6566408" y="333480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44" name="TextBox 3"/>
          <p:cNvSpPr txBox="1"/>
          <p:nvPr/>
        </p:nvSpPr>
        <p:spPr>
          <a:xfrm>
            <a:off x="6719671" y="330600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698,626</a:t>
            </a:r>
            <a:endParaRPr lang="en-US" dirty="0"/>
          </a:p>
        </p:txBody>
      </p:sp>
      <p:sp>
        <p:nvSpPr>
          <p:cNvPr id="5845" name="Rectangle 4"/>
          <p:cNvSpPr>
            <a:spLocks noChangeArrowheads="1"/>
          </p:cNvSpPr>
          <p:nvPr/>
        </p:nvSpPr>
        <p:spPr bwMode="auto">
          <a:xfrm>
            <a:off x="7213854" y="333480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46" name="TextBox 3"/>
          <p:cNvSpPr txBox="1"/>
          <p:nvPr/>
        </p:nvSpPr>
        <p:spPr>
          <a:xfrm>
            <a:off x="7367118" y="330600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698,546</a:t>
            </a:r>
            <a:endParaRPr lang="en-US" dirty="0"/>
          </a:p>
        </p:txBody>
      </p:sp>
      <p:sp>
        <p:nvSpPr>
          <p:cNvPr id="5847" name="Rectangle 4"/>
          <p:cNvSpPr>
            <a:spLocks noChangeArrowheads="1"/>
          </p:cNvSpPr>
          <p:nvPr/>
        </p:nvSpPr>
        <p:spPr bwMode="auto">
          <a:xfrm>
            <a:off x="7861300" y="3334804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48" name="Rectangle 4"/>
          <p:cNvSpPr>
            <a:spLocks noChangeArrowheads="1"/>
          </p:cNvSpPr>
          <p:nvPr/>
        </p:nvSpPr>
        <p:spPr bwMode="auto">
          <a:xfrm>
            <a:off x="8094497" y="3334804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49" name="Rectangle 4"/>
          <p:cNvSpPr>
            <a:spLocks noChangeArrowheads="1"/>
          </p:cNvSpPr>
          <p:nvPr/>
        </p:nvSpPr>
        <p:spPr bwMode="auto">
          <a:xfrm>
            <a:off x="8333384" y="3334804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50" name="TextBox 3"/>
          <p:cNvSpPr txBox="1"/>
          <p:nvPr/>
        </p:nvSpPr>
        <p:spPr>
          <a:xfrm>
            <a:off x="8594496" y="3306000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80</a:t>
            </a:r>
            <a:endParaRPr lang="en-US" dirty="0"/>
          </a:p>
        </p:txBody>
      </p:sp>
      <p:sp>
        <p:nvSpPr>
          <p:cNvPr id="5851" name="Rectangle 4"/>
          <p:cNvSpPr>
            <a:spLocks noChangeArrowheads="1"/>
          </p:cNvSpPr>
          <p:nvPr/>
        </p:nvSpPr>
        <p:spPr bwMode="auto">
          <a:xfrm>
            <a:off x="878255" y="3730015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52" name="TextBox 3"/>
          <p:cNvSpPr txBox="1"/>
          <p:nvPr/>
        </p:nvSpPr>
        <p:spPr>
          <a:xfrm>
            <a:off x="827455" y="370121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8470405</a:t>
            </a:r>
            <a:endParaRPr lang="en-US" dirty="0"/>
          </a:p>
        </p:txBody>
      </p:sp>
      <p:sp>
        <p:nvSpPr>
          <p:cNvPr id="5853" name="Rectangle 4"/>
          <p:cNvSpPr>
            <a:spLocks noChangeArrowheads="1"/>
          </p:cNvSpPr>
          <p:nvPr/>
        </p:nvSpPr>
        <p:spPr bwMode="auto">
          <a:xfrm>
            <a:off x="1365758" y="3730015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54" name="TextBox 3"/>
          <p:cNvSpPr txBox="1"/>
          <p:nvPr/>
        </p:nvSpPr>
        <p:spPr>
          <a:xfrm>
            <a:off x="1314958" y="3701211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Dean of</a:t>
            </a:r>
            <a:endParaRPr lang="en-US" dirty="0"/>
          </a:p>
        </p:txBody>
      </p:sp>
      <p:sp>
        <p:nvSpPr>
          <p:cNvPr id="5855" name="TextBox 3"/>
          <p:cNvSpPr txBox="1"/>
          <p:nvPr/>
        </p:nvSpPr>
        <p:spPr>
          <a:xfrm>
            <a:off x="1314958" y="3818661"/>
            <a:ext cx="5391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</a:t>
            </a:r>
            <a:endParaRPr lang="en-US" dirty="0"/>
          </a:p>
        </p:txBody>
      </p:sp>
      <p:sp>
        <p:nvSpPr>
          <p:cNvPr id="5856" name="Rectangle 4"/>
          <p:cNvSpPr>
            <a:spLocks noChangeArrowheads="1"/>
          </p:cNvSpPr>
          <p:nvPr/>
        </p:nvSpPr>
        <p:spPr bwMode="auto">
          <a:xfrm>
            <a:off x="2163546" y="3730015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57" name="TextBox 3"/>
          <p:cNvSpPr txBox="1"/>
          <p:nvPr/>
        </p:nvSpPr>
        <p:spPr>
          <a:xfrm>
            <a:off x="2112746" y="370121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412184</a:t>
            </a:r>
            <a:endParaRPr lang="en-US" dirty="0"/>
          </a:p>
        </p:txBody>
      </p:sp>
      <p:sp>
        <p:nvSpPr>
          <p:cNvPr id="5858" name="Rectangle 4"/>
          <p:cNvSpPr>
            <a:spLocks noChangeArrowheads="1"/>
          </p:cNvSpPr>
          <p:nvPr/>
        </p:nvSpPr>
        <p:spPr bwMode="auto">
          <a:xfrm>
            <a:off x="2622702" y="3730015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59" name="TextBox 3"/>
          <p:cNvSpPr txBox="1"/>
          <p:nvPr/>
        </p:nvSpPr>
        <p:spPr>
          <a:xfrm>
            <a:off x="2571902" y="3701211"/>
            <a:ext cx="7933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Vacation pay </a:t>
            </a:r>
            <a:endParaRPr lang="en-US" dirty="0"/>
          </a:p>
        </p:txBody>
      </p:sp>
      <p:sp>
        <p:nvSpPr>
          <p:cNvPr id="5860" name="TextBox 3"/>
          <p:cNvSpPr txBox="1"/>
          <p:nvPr/>
        </p:nvSpPr>
        <p:spPr>
          <a:xfrm>
            <a:off x="2571902" y="3818661"/>
            <a:ext cx="1148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(including cash in lieu</a:t>
            </a:r>
            <a:endParaRPr lang="en-US" dirty="0"/>
          </a:p>
        </p:txBody>
      </p:sp>
      <p:sp>
        <p:nvSpPr>
          <p:cNvPr id="5861" name="TextBox 3"/>
          <p:cNvSpPr txBox="1"/>
          <p:nvPr/>
        </p:nvSpPr>
        <p:spPr>
          <a:xfrm>
            <a:off x="2571902" y="3936110"/>
            <a:ext cx="601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payment)</a:t>
            </a:r>
            <a:endParaRPr lang="en-US" dirty="0"/>
          </a:p>
        </p:txBody>
      </p:sp>
      <p:sp>
        <p:nvSpPr>
          <p:cNvPr id="5862" name="Rectangle 4"/>
          <p:cNvSpPr>
            <a:spLocks noChangeArrowheads="1"/>
          </p:cNvSpPr>
          <p:nvPr/>
        </p:nvSpPr>
        <p:spPr bwMode="auto">
          <a:xfrm>
            <a:off x="3680282" y="3730015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63" name="TextBox 3"/>
          <p:cNvSpPr txBox="1"/>
          <p:nvPr/>
        </p:nvSpPr>
        <p:spPr>
          <a:xfrm>
            <a:off x="3629482" y="370121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847.8470405.1.412184.000000.847001.100178</a:t>
            </a:r>
            <a:endParaRPr lang="en-US" dirty="0"/>
          </a:p>
        </p:txBody>
      </p:sp>
      <p:sp>
        <p:nvSpPr>
          <p:cNvPr id="5864" name="Rectangle 4"/>
          <p:cNvSpPr>
            <a:spLocks noChangeArrowheads="1"/>
          </p:cNvSpPr>
          <p:nvPr/>
        </p:nvSpPr>
        <p:spPr bwMode="auto">
          <a:xfrm>
            <a:off x="5918962" y="373001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65" name="TextBox 3"/>
          <p:cNvSpPr txBox="1"/>
          <p:nvPr/>
        </p:nvSpPr>
        <p:spPr>
          <a:xfrm>
            <a:off x="6382918" y="370121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5866" name="Rectangle 4"/>
          <p:cNvSpPr>
            <a:spLocks noChangeArrowheads="1"/>
          </p:cNvSpPr>
          <p:nvPr/>
        </p:nvSpPr>
        <p:spPr bwMode="auto">
          <a:xfrm>
            <a:off x="6566408" y="373001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67" name="TextBox 3"/>
          <p:cNvSpPr txBox="1"/>
          <p:nvPr/>
        </p:nvSpPr>
        <p:spPr>
          <a:xfrm>
            <a:off x="7030365" y="370121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5868" name="Rectangle 4"/>
          <p:cNvSpPr>
            <a:spLocks noChangeArrowheads="1"/>
          </p:cNvSpPr>
          <p:nvPr/>
        </p:nvSpPr>
        <p:spPr bwMode="auto">
          <a:xfrm>
            <a:off x="7213854" y="373001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69" name="Rectangle 4"/>
          <p:cNvSpPr>
            <a:spLocks noChangeArrowheads="1"/>
          </p:cNvSpPr>
          <p:nvPr/>
        </p:nvSpPr>
        <p:spPr bwMode="auto">
          <a:xfrm>
            <a:off x="7861300" y="3730015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70" name="Rectangle 4"/>
          <p:cNvSpPr>
            <a:spLocks noChangeArrowheads="1"/>
          </p:cNvSpPr>
          <p:nvPr/>
        </p:nvSpPr>
        <p:spPr bwMode="auto">
          <a:xfrm>
            <a:off x="8094497" y="3730015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71" name="Rectangle 4"/>
          <p:cNvSpPr>
            <a:spLocks noChangeArrowheads="1"/>
          </p:cNvSpPr>
          <p:nvPr/>
        </p:nvSpPr>
        <p:spPr bwMode="auto">
          <a:xfrm>
            <a:off x="8333384" y="3730015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72" name="TextBox 3"/>
          <p:cNvSpPr txBox="1"/>
          <p:nvPr/>
        </p:nvSpPr>
        <p:spPr>
          <a:xfrm>
            <a:off x="8650986" y="370121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5873" name="Rectangle 4"/>
          <p:cNvSpPr>
            <a:spLocks noChangeArrowheads="1"/>
          </p:cNvSpPr>
          <p:nvPr/>
        </p:nvSpPr>
        <p:spPr bwMode="auto">
          <a:xfrm>
            <a:off x="878255" y="4125227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74" name="TextBox 3"/>
          <p:cNvSpPr txBox="1"/>
          <p:nvPr/>
        </p:nvSpPr>
        <p:spPr>
          <a:xfrm>
            <a:off x="827455" y="409642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8470405</a:t>
            </a:r>
            <a:endParaRPr lang="en-US" dirty="0"/>
          </a:p>
        </p:txBody>
      </p:sp>
      <p:sp>
        <p:nvSpPr>
          <p:cNvPr id="5875" name="Rectangle 4"/>
          <p:cNvSpPr>
            <a:spLocks noChangeArrowheads="1"/>
          </p:cNvSpPr>
          <p:nvPr/>
        </p:nvSpPr>
        <p:spPr bwMode="auto">
          <a:xfrm>
            <a:off x="1365758" y="4125227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76" name="TextBox 3"/>
          <p:cNvSpPr txBox="1"/>
          <p:nvPr/>
        </p:nvSpPr>
        <p:spPr>
          <a:xfrm>
            <a:off x="1314958" y="4096423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Dean of</a:t>
            </a:r>
            <a:endParaRPr lang="en-US" dirty="0"/>
          </a:p>
        </p:txBody>
      </p:sp>
      <p:sp>
        <p:nvSpPr>
          <p:cNvPr id="5877" name="TextBox 3"/>
          <p:cNvSpPr txBox="1"/>
          <p:nvPr/>
        </p:nvSpPr>
        <p:spPr>
          <a:xfrm>
            <a:off x="1314958" y="4213872"/>
            <a:ext cx="5391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</a:t>
            </a:r>
            <a:endParaRPr lang="en-US" dirty="0"/>
          </a:p>
        </p:txBody>
      </p:sp>
      <p:sp>
        <p:nvSpPr>
          <p:cNvPr id="5878" name="Rectangle 4"/>
          <p:cNvSpPr>
            <a:spLocks noChangeArrowheads="1"/>
          </p:cNvSpPr>
          <p:nvPr/>
        </p:nvSpPr>
        <p:spPr bwMode="auto">
          <a:xfrm>
            <a:off x="2163546" y="4125227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79" name="TextBox 3"/>
          <p:cNvSpPr txBox="1"/>
          <p:nvPr/>
        </p:nvSpPr>
        <p:spPr>
          <a:xfrm>
            <a:off x="2112746" y="409642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5880" name="Rectangle 4"/>
          <p:cNvSpPr>
            <a:spLocks noChangeArrowheads="1"/>
          </p:cNvSpPr>
          <p:nvPr/>
        </p:nvSpPr>
        <p:spPr bwMode="auto">
          <a:xfrm>
            <a:off x="2622702" y="4125227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81" name="TextBox 3"/>
          <p:cNvSpPr txBox="1"/>
          <p:nvPr/>
        </p:nvSpPr>
        <p:spPr>
          <a:xfrm>
            <a:off x="2571902" y="4096423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5882" name="TextBox 3"/>
          <p:cNvSpPr txBox="1"/>
          <p:nvPr/>
        </p:nvSpPr>
        <p:spPr>
          <a:xfrm>
            <a:off x="2571902" y="4213872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5883" name="Rectangle 4"/>
          <p:cNvSpPr>
            <a:spLocks noChangeArrowheads="1"/>
          </p:cNvSpPr>
          <p:nvPr/>
        </p:nvSpPr>
        <p:spPr bwMode="auto">
          <a:xfrm>
            <a:off x="3680282" y="4125227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84" name="TextBox 3"/>
          <p:cNvSpPr txBox="1"/>
          <p:nvPr/>
        </p:nvSpPr>
        <p:spPr>
          <a:xfrm>
            <a:off x="3629482" y="409642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847.8470405.1.412534.000000.847001.100178</a:t>
            </a:r>
            <a:endParaRPr lang="en-US" dirty="0"/>
          </a:p>
        </p:txBody>
      </p:sp>
      <p:sp>
        <p:nvSpPr>
          <p:cNvPr id="5885" name="Rectangle 4"/>
          <p:cNvSpPr>
            <a:spLocks noChangeArrowheads="1"/>
          </p:cNvSpPr>
          <p:nvPr/>
        </p:nvSpPr>
        <p:spPr bwMode="auto">
          <a:xfrm>
            <a:off x="5918962" y="412522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86" name="TextBox 3"/>
          <p:cNvSpPr txBox="1"/>
          <p:nvPr/>
        </p:nvSpPr>
        <p:spPr>
          <a:xfrm>
            <a:off x="6128715" y="409642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91,485</a:t>
            </a:r>
            <a:endParaRPr lang="en-US" dirty="0"/>
          </a:p>
        </p:txBody>
      </p:sp>
      <p:sp>
        <p:nvSpPr>
          <p:cNvPr id="5887" name="Rectangle 4"/>
          <p:cNvSpPr>
            <a:spLocks noChangeArrowheads="1"/>
          </p:cNvSpPr>
          <p:nvPr/>
        </p:nvSpPr>
        <p:spPr bwMode="auto">
          <a:xfrm>
            <a:off x="6566408" y="412522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88" name="TextBox 3"/>
          <p:cNvSpPr txBox="1"/>
          <p:nvPr/>
        </p:nvSpPr>
        <p:spPr>
          <a:xfrm>
            <a:off x="6776161" y="409642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39,500</a:t>
            </a:r>
            <a:endParaRPr lang="en-US" dirty="0"/>
          </a:p>
        </p:txBody>
      </p:sp>
      <p:sp>
        <p:nvSpPr>
          <p:cNvPr id="5889" name="Rectangle 4"/>
          <p:cNvSpPr>
            <a:spLocks noChangeArrowheads="1"/>
          </p:cNvSpPr>
          <p:nvPr/>
        </p:nvSpPr>
        <p:spPr bwMode="auto">
          <a:xfrm>
            <a:off x="7213854" y="412522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90" name="TextBox 3"/>
          <p:cNvSpPr txBox="1"/>
          <p:nvPr/>
        </p:nvSpPr>
        <p:spPr>
          <a:xfrm>
            <a:off x="7423607" y="409642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39,500</a:t>
            </a:r>
            <a:endParaRPr lang="en-US" dirty="0"/>
          </a:p>
        </p:txBody>
      </p:sp>
      <p:sp>
        <p:nvSpPr>
          <p:cNvPr id="5891" name="Rectangle 4"/>
          <p:cNvSpPr>
            <a:spLocks noChangeArrowheads="1"/>
          </p:cNvSpPr>
          <p:nvPr/>
        </p:nvSpPr>
        <p:spPr bwMode="auto">
          <a:xfrm>
            <a:off x="7861300" y="4125227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92" name="Rectangle 4"/>
          <p:cNvSpPr>
            <a:spLocks noChangeArrowheads="1"/>
          </p:cNvSpPr>
          <p:nvPr/>
        </p:nvSpPr>
        <p:spPr bwMode="auto">
          <a:xfrm>
            <a:off x="8094497" y="4125227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93" name="Rectangle 4"/>
          <p:cNvSpPr>
            <a:spLocks noChangeArrowheads="1"/>
          </p:cNvSpPr>
          <p:nvPr/>
        </p:nvSpPr>
        <p:spPr bwMode="auto">
          <a:xfrm>
            <a:off x="8333384" y="4125227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94" name="TextBox 3"/>
          <p:cNvSpPr txBox="1"/>
          <p:nvPr/>
        </p:nvSpPr>
        <p:spPr>
          <a:xfrm>
            <a:off x="8650986" y="409642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5895" name="Rectangle 4"/>
          <p:cNvSpPr>
            <a:spLocks noChangeArrowheads="1"/>
          </p:cNvSpPr>
          <p:nvPr/>
        </p:nvSpPr>
        <p:spPr bwMode="auto">
          <a:xfrm>
            <a:off x="878255" y="4402988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96" name="TextBox 3"/>
          <p:cNvSpPr txBox="1"/>
          <p:nvPr/>
        </p:nvSpPr>
        <p:spPr>
          <a:xfrm>
            <a:off x="827455" y="437418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8470405</a:t>
            </a:r>
            <a:endParaRPr lang="en-US" dirty="0"/>
          </a:p>
        </p:txBody>
      </p:sp>
      <p:sp>
        <p:nvSpPr>
          <p:cNvPr id="5897" name="Rectangle 4"/>
          <p:cNvSpPr>
            <a:spLocks noChangeArrowheads="1"/>
          </p:cNvSpPr>
          <p:nvPr/>
        </p:nvSpPr>
        <p:spPr bwMode="auto">
          <a:xfrm>
            <a:off x="1365758" y="4402988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898" name="TextBox 3"/>
          <p:cNvSpPr txBox="1"/>
          <p:nvPr/>
        </p:nvSpPr>
        <p:spPr>
          <a:xfrm>
            <a:off x="1314958" y="4374184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Dean of</a:t>
            </a:r>
            <a:endParaRPr lang="en-US" dirty="0"/>
          </a:p>
        </p:txBody>
      </p:sp>
      <p:sp>
        <p:nvSpPr>
          <p:cNvPr id="5899" name="TextBox 3"/>
          <p:cNvSpPr txBox="1"/>
          <p:nvPr/>
        </p:nvSpPr>
        <p:spPr>
          <a:xfrm>
            <a:off x="1314958" y="4491634"/>
            <a:ext cx="5391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</a:t>
            </a:r>
            <a:endParaRPr lang="en-US" dirty="0"/>
          </a:p>
        </p:txBody>
      </p:sp>
      <p:sp>
        <p:nvSpPr>
          <p:cNvPr id="5900" name="Rectangle 4"/>
          <p:cNvSpPr>
            <a:spLocks noChangeArrowheads="1"/>
          </p:cNvSpPr>
          <p:nvPr/>
        </p:nvSpPr>
        <p:spPr bwMode="auto">
          <a:xfrm>
            <a:off x="2163546" y="4402988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01" name="TextBox 3"/>
          <p:cNvSpPr txBox="1"/>
          <p:nvPr/>
        </p:nvSpPr>
        <p:spPr>
          <a:xfrm>
            <a:off x="2112746" y="437418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5902" name="Rectangle 4"/>
          <p:cNvSpPr>
            <a:spLocks noChangeArrowheads="1"/>
          </p:cNvSpPr>
          <p:nvPr/>
        </p:nvSpPr>
        <p:spPr bwMode="auto">
          <a:xfrm>
            <a:off x="2622702" y="4402988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03" name="TextBox 3"/>
          <p:cNvSpPr txBox="1"/>
          <p:nvPr/>
        </p:nvSpPr>
        <p:spPr>
          <a:xfrm>
            <a:off x="2571902" y="4374184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5904" name="Rectangle 4"/>
          <p:cNvSpPr>
            <a:spLocks noChangeArrowheads="1"/>
          </p:cNvSpPr>
          <p:nvPr/>
        </p:nvSpPr>
        <p:spPr bwMode="auto">
          <a:xfrm>
            <a:off x="3680282" y="4402988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05" name="TextBox 3"/>
          <p:cNvSpPr txBox="1"/>
          <p:nvPr/>
        </p:nvSpPr>
        <p:spPr>
          <a:xfrm>
            <a:off x="3629482" y="437418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847.8470405.1.412546.000000.847001.100178</a:t>
            </a:r>
            <a:endParaRPr lang="en-US" dirty="0"/>
          </a:p>
        </p:txBody>
      </p:sp>
      <p:sp>
        <p:nvSpPr>
          <p:cNvPr id="5906" name="Rectangle 4"/>
          <p:cNvSpPr>
            <a:spLocks noChangeArrowheads="1"/>
          </p:cNvSpPr>
          <p:nvPr/>
        </p:nvSpPr>
        <p:spPr bwMode="auto">
          <a:xfrm>
            <a:off x="5918962" y="440298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07" name="TextBox 3"/>
          <p:cNvSpPr txBox="1"/>
          <p:nvPr/>
        </p:nvSpPr>
        <p:spPr>
          <a:xfrm>
            <a:off x="6128715" y="437418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36,784</a:t>
            </a:r>
            <a:endParaRPr lang="en-US" dirty="0"/>
          </a:p>
        </p:txBody>
      </p:sp>
      <p:sp>
        <p:nvSpPr>
          <p:cNvPr id="5908" name="Rectangle 4"/>
          <p:cNvSpPr>
            <a:spLocks noChangeArrowheads="1"/>
          </p:cNvSpPr>
          <p:nvPr/>
        </p:nvSpPr>
        <p:spPr bwMode="auto">
          <a:xfrm>
            <a:off x="6566408" y="440298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09" name="TextBox 3"/>
          <p:cNvSpPr txBox="1"/>
          <p:nvPr/>
        </p:nvSpPr>
        <p:spPr>
          <a:xfrm>
            <a:off x="6776161" y="437418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27,762</a:t>
            </a:r>
            <a:endParaRPr lang="en-US" dirty="0"/>
          </a:p>
        </p:txBody>
      </p:sp>
      <p:sp>
        <p:nvSpPr>
          <p:cNvPr id="5910" name="Rectangle 4"/>
          <p:cNvSpPr>
            <a:spLocks noChangeArrowheads="1"/>
          </p:cNvSpPr>
          <p:nvPr/>
        </p:nvSpPr>
        <p:spPr bwMode="auto">
          <a:xfrm>
            <a:off x="7213854" y="440298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11" name="TextBox 3"/>
          <p:cNvSpPr txBox="1"/>
          <p:nvPr/>
        </p:nvSpPr>
        <p:spPr>
          <a:xfrm>
            <a:off x="7423607" y="437418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27,762</a:t>
            </a:r>
            <a:endParaRPr lang="en-US" dirty="0"/>
          </a:p>
        </p:txBody>
      </p:sp>
      <p:sp>
        <p:nvSpPr>
          <p:cNvPr id="5912" name="Rectangle 4"/>
          <p:cNvSpPr>
            <a:spLocks noChangeArrowheads="1"/>
          </p:cNvSpPr>
          <p:nvPr/>
        </p:nvSpPr>
        <p:spPr bwMode="auto">
          <a:xfrm>
            <a:off x="7861300" y="4402988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13" name="Rectangle 4"/>
          <p:cNvSpPr>
            <a:spLocks noChangeArrowheads="1"/>
          </p:cNvSpPr>
          <p:nvPr/>
        </p:nvSpPr>
        <p:spPr bwMode="auto">
          <a:xfrm>
            <a:off x="8094497" y="4402988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14" name="Rectangle 4"/>
          <p:cNvSpPr>
            <a:spLocks noChangeArrowheads="1"/>
          </p:cNvSpPr>
          <p:nvPr/>
        </p:nvSpPr>
        <p:spPr bwMode="auto">
          <a:xfrm>
            <a:off x="8333384" y="4402988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15" name="TextBox 3"/>
          <p:cNvSpPr txBox="1"/>
          <p:nvPr/>
        </p:nvSpPr>
        <p:spPr>
          <a:xfrm>
            <a:off x="8650986" y="437418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5916" name="Rectangle 4"/>
          <p:cNvSpPr>
            <a:spLocks noChangeArrowheads="1"/>
          </p:cNvSpPr>
          <p:nvPr/>
        </p:nvSpPr>
        <p:spPr bwMode="auto">
          <a:xfrm>
            <a:off x="878255" y="4680750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17" name="TextBox 3"/>
          <p:cNvSpPr txBox="1"/>
          <p:nvPr/>
        </p:nvSpPr>
        <p:spPr>
          <a:xfrm>
            <a:off x="827455" y="465194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8470405</a:t>
            </a:r>
            <a:endParaRPr lang="en-US" dirty="0"/>
          </a:p>
        </p:txBody>
      </p:sp>
      <p:sp>
        <p:nvSpPr>
          <p:cNvPr id="5918" name="Rectangle 4"/>
          <p:cNvSpPr>
            <a:spLocks noChangeArrowheads="1"/>
          </p:cNvSpPr>
          <p:nvPr/>
        </p:nvSpPr>
        <p:spPr bwMode="auto">
          <a:xfrm>
            <a:off x="1365758" y="4680750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19" name="TextBox 3"/>
          <p:cNvSpPr txBox="1"/>
          <p:nvPr/>
        </p:nvSpPr>
        <p:spPr>
          <a:xfrm>
            <a:off x="1314958" y="4651946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Dean of</a:t>
            </a:r>
            <a:endParaRPr lang="en-US" dirty="0"/>
          </a:p>
        </p:txBody>
      </p:sp>
      <p:sp>
        <p:nvSpPr>
          <p:cNvPr id="5920" name="TextBox 3"/>
          <p:cNvSpPr txBox="1"/>
          <p:nvPr/>
        </p:nvSpPr>
        <p:spPr>
          <a:xfrm>
            <a:off x="1314958" y="4769396"/>
            <a:ext cx="5391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</a:t>
            </a:r>
            <a:endParaRPr lang="en-US" dirty="0"/>
          </a:p>
        </p:txBody>
      </p:sp>
      <p:sp>
        <p:nvSpPr>
          <p:cNvPr id="5921" name="Rectangle 4"/>
          <p:cNvSpPr>
            <a:spLocks noChangeArrowheads="1"/>
          </p:cNvSpPr>
          <p:nvPr/>
        </p:nvSpPr>
        <p:spPr bwMode="auto">
          <a:xfrm>
            <a:off x="2163546" y="4680750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22" name="TextBox 3"/>
          <p:cNvSpPr txBox="1"/>
          <p:nvPr/>
        </p:nvSpPr>
        <p:spPr>
          <a:xfrm>
            <a:off x="2112746" y="465194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413710</a:t>
            </a:r>
            <a:endParaRPr lang="en-US" dirty="0"/>
          </a:p>
        </p:txBody>
      </p:sp>
      <p:sp>
        <p:nvSpPr>
          <p:cNvPr id="5923" name="Rectangle 4"/>
          <p:cNvSpPr>
            <a:spLocks noChangeArrowheads="1"/>
          </p:cNvSpPr>
          <p:nvPr/>
        </p:nvSpPr>
        <p:spPr bwMode="auto">
          <a:xfrm>
            <a:off x="2622702" y="4680750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24" name="TextBox 3"/>
          <p:cNvSpPr txBox="1"/>
          <p:nvPr/>
        </p:nvSpPr>
        <p:spPr>
          <a:xfrm>
            <a:off x="2571902" y="4651946"/>
            <a:ext cx="105887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Stipend – Graduate </a:t>
            </a:r>
            <a:endParaRPr lang="en-US" dirty="0"/>
          </a:p>
        </p:txBody>
      </p:sp>
      <p:sp>
        <p:nvSpPr>
          <p:cNvPr id="5925" name="TextBox 3"/>
          <p:cNvSpPr txBox="1"/>
          <p:nvPr/>
        </p:nvSpPr>
        <p:spPr>
          <a:xfrm>
            <a:off x="2571902" y="4769396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Trainees</a:t>
            </a:r>
            <a:endParaRPr lang="en-US" dirty="0"/>
          </a:p>
        </p:txBody>
      </p:sp>
      <p:sp>
        <p:nvSpPr>
          <p:cNvPr id="5926" name="Rectangle 4"/>
          <p:cNvSpPr>
            <a:spLocks noChangeArrowheads="1"/>
          </p:cNvSpPr>
          <p:nvPr/>
        </p:nvSpPr>
        <p:spPr bwMode="auto">
          <a:xfrm>
            <a:off x="3680282" y="4680750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27" name="TextBox 3"/>
          <p:cNvSpPr txBox="1"/>
          <p:nvPr/>
        </p:nvSpPr>
        <p:spPr>
          <a:xfrm>
            <a:off x="3629482" y="465194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847.8470405.1.413710.000000.847001.100178</a:t>
            </a:r>
            <a:endParaRPr lang="en-US" dirty="0"/>
          </a:p>
        </p:txBody>
      </p:sp>
      <p:sp>
        <p:nvSpPr>
          <p:cNvPr id="5928" name="Rectangle 4"/>
          <p:cNvSpPr>
            <a:spLocks noChangeArrowheads="1"/>
          </p:cNvSpPr>
          <p:nvPr/>
        </p:nvSpPr>
        <p:spPr bwMode="auto">
          <a:xfrm>
            <a:off x="5918962" y="468075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29" name="TextBox 3"/>
          <p:cNvSpPr txBox="1"/>
          <p:nvPr/>
        </p:nvSpPr>
        <p:spPr>
          <a:xfrm>
            <a:off x="6382918" y="465194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5930" name="Rectangle 4"/>
          <p:cNvSpPr>
            <a:spLocks noChangeArrowheads="1"/>
          </p:cNvSpPr>
          <p:nvPr/>
        </p:nvSpPr>
        <p:spPr bwMode="auto">
          <a:xfrm>
            <a:off x="6566408" y="468075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31" name="TextBox 3"/>
          <p:cNvSpPr txBox="1"/>
          <p:nvPr/>
        </p:nvSpPr>
        <p:spPr>
          <a:xfrm>
            <a:off x="6776161" y="465194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15,340</a:t>
            </a:r>
            <a:endParaRPr lang="en-US" dirty="0"/>
          </a:p>
        </p:txBody>
      </p:sp>
      <p:sp>
        <p:nvSpPr>
          <p:cNvPr id="5932" name="Rectangle 4"/>
          <p:cNvSpPr>
            <a:spLocks noChangeArrowheads="1"/>
          </p:cNvSpPr>
          <p:nvPr/>
        </p:nvSpPr>
        <p:spPr bwMode="auto">
          <a:xfrm>
            <a:off x="7213854" y="468075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33" name="TextBox 3"/>
          <p:cNvSpPr txBox="1"/>
          <p:nvPr/>
        </p:nvSpPr>
        <p:spPr>
          <a:xfrm>
            <a:off x="7423607" y="465194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15,333</a:t>
            </a:r>
            <a:endParaRPr lang="en-US" dirty="0"/>
          </a:p>
        </p:txBody>
      </p:sp>
      <p:sp>
        <p:nvSpPr>
          <p:cNvPr id="5934" name="Rectangle 4"/>
          <p:cNvSpPr>
            <a:spLocks noChangeArrowheads="1"/>
          </p:cNvSpPr>
          <p:nvPr/>
        </p:nvSpPr>
        <p:spPr bwMode="auto">
          <a:xfrm>
            <a:off x="7861300" y="4680750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35" name="Rectangle 4"/>
          <p:cNvSpPr>
            <a:spLocks noChangeArrowheads="1"/>
          </p:cNvSpPr>
          <p:nvPr/>
        </p:nvSpPr>
        <p:spPr bwMode="auto">
          <a:xfrm>
            <a:off x="8094497" y="4680750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36" name="Rectangle 4"/>
          <p:cNvSpPr>
            <a:spLocks noChangeArrowheads="1"/>
          </p:cNvSpPr>
          <p:nvPr/>
        </p:nvSpPr>
        <p:spPr bwMode="auto">
          <a:xfrm>
            <a:off x="8333384" y="4680750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37" name="TextBox 3"/>
          <p:cNvSpPr txBox="1"/>
          <p:nvPr/>
        </p:nvSpPr>
        <p:spPr>
          <a:xfrm>
            <a:off x="8650986" y="465194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</a:t>
            </a:r>
            <a:endParaRPr lang="en-US" dirty="0"/>
          </a:p>
        </p:txBody>
      </p:sp>
      <p:sp>
        <p:nvSpPr>
          <p:cNvPr id="5938" name="Rectangle 4"/>
          <p:cNvSpPr>
            <a:spLocks noChangeArrowheads="1"/>
          </p:cNvSpPr>
          <p:nvPr/>
        </p:nvSpPr>
        <p:spPr bwMode="auto">
          <a:xfrm>
            <a:off x="878255" y="4958511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39" name="TextBox 3"/>
          <p:cNvSpPr txBox="1"/>
          <p:nvPr/>
        </p:nvSpPr>
        <p:spPr>
          <a:xfrm>
            <a:off x="827455" y="492970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8470405</a:t>
            </a:r>
            <a:endParaRPr lang="en-US" dirty="0"/>
          </a:p>
        </p:txBody>
      </p:sp>
      <p:sp>
        <p:nvSpPr>
          <p:cNvPr id="5940" name="Rectangle 4"/>
          <p:cNvSpPr>
            <a:spLocks noChangeArrowheads="1"/>
          </p:cNvSpPr>
          <p:nvPr/>
        </p:nvSpPr>
        <p:spPr bwMode="auto">
          <a:xfrm>
            <a:off x="1365758" y="4958511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41" name="TextBox 3"/>
          <p:cNvSpPr txBox="1"/>
          <p:nvPr/>
        </p:nvSpPr>
        <p:spPr>
          <a:xfrm>
            <a:off x="1314958" y="4929708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Dean of</a:t>
            </a:r>
            <a:endParaRPr lang="en-US" dirty="0"/>
          </a:p>
        </p:txBody>
      </p:sp>
      <p:sp>
        <p:nvSpPr>
          <p:cNvPr id="5942" name="TextBox 3"/>
          <p:cNvSpPr txBox="1"/>
          <p:nvPr/>
        </p:nvSpPr>
        <p:spPr>
          <a:xfrm>
            <a:off x="1314958" y="5047158"/>
            <a:ext cx="5391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</a:t>
            </a:r>
            <a:endParaRPr lang="en-US" dirty="0"/>
          </a:p>
        </p:txBody>
      </p:sp>
      <p:sp>
        <p:nvSpPr>
          <p:cNvPr id="5943" name="Rectangle 4"/>
          <p:cNvSpPr>
            <a:spLocks noChangeArrowheads="1"/>
          </p:cNvSpPr>
          <p:nvPr/>
        </p:nvSpPr>
        <p:spPr bwMode="auto">
          <a:xfrm>
            <a:off x="2163546" y="4958511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44" name="TextBox 3"/>
          <p:cNvSpPr txBox="1"/>
          <p:nvPr/>
        </p:nvSpPr>
        <p:spPr>
          <a:xfrm>
            <a:off x="2112746" y="492970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5945" name="Rectangle 4"/>
          <p:cNvSpPr>
            <a:spLocks noChangeArrowheads="1"/>
          </p:cNvSpPr>
          <p:nvPr/>
        </p:nvSpPr>
        <p:spPr bwMode="auto">
          <a:xfrm>
            <a:off x="2622702" y="4958511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46" name="TextBox 3"/>
          <p:cNvSpPr txBox="1"/>
          <p:nvPr/>
        </p:nvSpPr>
        <p:spPr>
          <a:xfrm>
            <a:off x="2571902" y="4929708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5947" name="TextBox 3"/>
          <p:cNvSpPr txBox="1"/>
          <p:nvPr/>
        </p:nvSpPr>
        <p:spPr>
          <a:xfrm>
            <a:off x="2571902" y="5047158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5948" name="Rectangle 4"/>
          <p:cNvSpPr>
            <a:spLocks noChangeArrowheads="1"/>
          </p:cNvSpPr>
          <p:nvPr/>
        </p:nvSpPr>
        <p:spPr bwMode="auto">
          <a:xfrm>
            <a:off x="3680282" y="4958511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49" name="TextBox 3"/>
          <p:cNvSpPr txBox="1"/>
          <p:nvPr/>
        </p:nvSpPr>
        <p:spPr>
          <a:xfrm>
            <a:off x="3629482" y="492970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847.8470405.1.415110.000000.847001.100178</a:t>
            </a:r>
            <a:endParaRPr lang="en-US" dirty="0"/>
          </a:p>
        </p:txBody>
      </p:sp>
      <p:sp>
        <p:nvSpPr>
          <p:cNvPr id="5950" name="Rectangle 4"/>
          <p:cNvSpPr>
            <a:spLocks noChangeArrowheads="1"/>
          </p:cNvSpPr>
          <p:nvPr/>
        </p:nvSpPr>
        <p:spPr bwMode="auto">
          <a:xfrm>
            <a:off x="5918962" y="495851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51" name="TextBox 3"/>
          <p:cNvSpPr txBox="1"/>
          <p:nvPr/>
        </p:nvSpPr>
        <p:spPr>
          <a:xfrm>
            <a:off x="6072225" y="492970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127,842</a:t>
            </a:r>
            <a:endParaRPr lang="en-US" dirty="0"/>
          </a:p>
        </p:txBody>
      </p:sp>
      <p:sp>
        <p:nvSpPr>
          <p:cNvPr id="5952" name="Rectangle 4"/>
          <p:cNvSpPr>
            <a:spLocks noChangeArrowheads="1"/>
          </p:cNvSpPr>
          <p:nvPr/>
        </p:nvSpPr>
        <p:spPr bwMode="auto">
          <a:xfrm>
            <a:off x="6566408" y="495851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53" name="TextBox 3"/>
          <p:cNvSpPr txBox="1"/>
          <p:nvPr/>
        </p:nvSpPr>
        <p:spPr>
          <a:xfrm>
            <a:off x="6719671" y="492970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127,842</a:t>
            </a:r>
            <a:endParaRPr lang="en-US" dirty="0"/>
          </a:p>
        </p:txBody>
      </p:sp>
      <p:sp>
        <p:nvSpPr>
          <p:cNvPr id="5954" name="Rectangle 4"/>
          <p:cNvSpPr>
            <a:spLocks noChangeArrowheads="1"/>
          </p:cNvSpPr>
          <p:nvPr/>
        </p:nvSpPr>
        <p:spPr bwMode="auto">
          <a:xfrm>
            <a:off x="7213854" y="495851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55" name="TextBox 3"/>
          <p:cNvSpPr txBox="1"/>
          <p:nvPr/>
        </p:nvSpPr>
        <p:spPr>
          <a:xfrm>
            <a:off x="7367118" y="492970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126,161</a:t>
            </a:r>
            <a:endParaRPr lang="en-US" dirty="0"/>
          </a:p>
        </p:txBody>
      </p:sp>
      <p:sp>
        <p:nvSpPr>
          <p:cNvPr id="5956" name="Rectangle 4"/>
          <p:cNvSpPr>
            <a:spLocks noChangeArrowheads="1"/>
          </p:cNvSpPr>
          <p:nvPr/>
        </p:nvSpPr>
        <p:spPr bwMode="auto">
          <a:xfrm>
            <a:off x="7861300" y="4958511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57" name="Rectangle 4"/>
          <p:cNvSpPr>
            <a:spLocks noChangeArrowheads="1"/>
          </p:cNvSpPr>
          <p:nvPr/>
        </p:nvSpPr>
        <p:spPr bwMode="auto">
          <a:xfrm>
            <a:off x="8094497" y="4958511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58" name="Rectangle 4"/>
          <p:cNvSpPr>
            <a:spLocks noChangeArrowheads="1"/>
          </p:cNvSpPr>
          <p:nvPr/>
        </p:nvSpPr>
        <p:spPr bwMode="auto">
          <a:xfrm>
            <a:off x="8333384" y="4958511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59" name="TextBox 3"/>
          <p:cNvSpPr txBox="1"/>
          <p:nvPr/>
        </p:nvSpPr>
        <p:spPr>
          <a:xfrm>
            <a:off x="8453272" y="4929708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1,681</a:t>
            </a:r>
            <a:endParaRPr lang="en-US" dirty="0"/>
          </a:p>
        </p:txBody>
      </p:sp>
      <p:sp>
        <p:nvSpPr>
          <p:cNvPr id="5960" name="Rectangle 4"/>
          <p:cNvSpPr>
            <a:spLocks noChangeArrowheads="1"/>
          </p:cNvSpPr>
          <p:nvPr/>
        </p:nvSpPr>
        <p:spPr bwMode="auto">
          <a:xfrm>
            <a:off x="878255" y="5236273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61" name="TextBox 3"/>
          <p:cNvSpPr txBox="1"/>
          <p:nvPr/>
        </p:nvSpPr>
        <p:spPr>
          <a:xfrm>
            <a:off x="827455" y="520747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8470405</a:t>
            </a:r>
            <a:endParaRPr lang="en-US" dirty="0"/>
          </a:p>
        </p:txBody>
      </p:sp>
      <p:sp>
        <p:nvSpPr>
          <p:cNvPr id="5962" name="Rectangle 4"/>
          <p:cNvSpPr>
            <a:spLocks noChangeArrowheads="1"/>
          </p:cNvSpPr>
          <p:nvPr/>
        </p:nvSpPr>
        <p:spPr bwMode="auto">
          <a:xfrm>
            <a:off x="1365758" y="5236273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63" name="TextBox 3"/>
          <p:cNvSpPr txBox="1"/>
          <p:nvPr/>
        </p:nvSpPr>
        <p:spPr>
          <a:xfrm>
            <a:off x="1314958" y="5207470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Dean of</a:t>
            </a:r>
            <a:endParaRPr lang="en-US" dirty="0"/>
          </a:p>
        </p:txBody>
      </p:sp>
      <p:sp>
        <p:nvSpPr>
          <p:cNvPr id="5964" name="TextBox 3"/>
          <p:cNvSpPr txBox="1"/>
          <p:nvPr/>
        </p:nvSpPr>
        <p:spPr>
          <a:xfrm>
            <a:off x="1314958" y="5324919"/>
            <a:ext cx="5391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</a:t>
            </a:r>
            <a:endParaRPr lang="en-US" dirty="0"/>
          </a:p>
        </p:txBody>
      </p:sp>
      <p:sp>
        <p:nvSpPr>
          <p:cNvPr id="5965" name="Rectangle 4"/>
          <p:cNvSpPr>
            <a:spLocks noChangeArrowheads="1"/>
          </p:cNvSpPr>
          <p:nvPr/>
        </p:nvSpPr>
        <p:spPr bwMode="auto">
          <a:xfrm>
            <a:off x="2163546" y="5236273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66" name="TextBox 3"/>
          <p:cNvSpPr txBox="1"/>
          <p:nvPr/>
        </p:nvSpPr>
        <p:spPr>
          <a:xfrm>
            <a:off x="2112746" y="520747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5967" name="Rectangle 4"/>
          <p:cNvSpPr>
            <a:spLocks noChangeArrowheads="1"/>
          </p:cNvSpPr>
          <p:nvPr/>
        </p:nvSpPr>
        <p:spPr bwMode="auto">
          <a:xfrm>
            <a:off x="2622702" y="5236273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68" name="TextBox 3"/>
          <p:cNvSpPr txBox="1"/>
          <p:nvPr/>
        </p:nvSpPr>
        <p:spPr>
          <a:xfrm>
            <a:off x="2571902" y="5207470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5969" name="TextBox 3"/>
          <p:cNvSpPr txBox="1"/>
          <p:nvPr/>
        </p:nvSpPr>
        <p:spPr>
          <a:xfrm>
            <a:off x="2571902" y="5324919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5970" name="Rectangle 4"/>
          <p:cNvSpPr>
            <a:spLocks noChangeArrowheads="1"/>
          </p:cNvSpPr>
          <p:nvPr/>
        </p:nvSpPr>
        <p:spPr bwMode="auto">
          <a:xfrm>
            <a:off x="3680282" y="5236273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71" name="TextBox 3"/>
          <p:cNvSpPr txBox="1"/>
          <p:nvPr/>
        </p:nvSpPr>
        <p:spPr>
          <a:xfrm>
            <a:off x="3629482" y="520747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847.8470405.1.416110.000000.847001.100178</a:t>
            </a:r>
            <a:endParaRPr lang="en-US" dirty="0"/>
          </a:p>
        </p:txBody>
      </p:sp>
      <p:sp>
        <p:nvSpPr>
          <p:cNvPr id="5972" name="Rectangle 4"/>
          <p:cNvSpPr>
            <a:spLocks noChangeArrowheads="1"/>
          </p:cNvSpPr>
          <p:nvPr/>
        </p:nvSpPr>
        <p:spPr bwMode="auto">
          <a:xfrm>
            <a:off x="5918962" y="52362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73" name="TextBox 3"/>
          <p:cNvSpPr txBox="1"/>
          <p:nvPr/>
        </p:nvSpPr>
        <p:spPr>
          <a:xfrm>
            <a:off x="6382918" y="520747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5974" name="Rectangle 4"/>
          <p:cNvSpPr>
            <a:spLocks noChangeArrowheads="1"/>
          </p:cNvSpPr>
          <p:nvPr/>
        </p:nvSpPr>
        <p:spPr bwMode="auto">
          <a:xfrm>
            <a:off x="6566408" y="52362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75" name="TextBox 3"/>
          <p:cNvSpPr txBox="1"/>
          <p:nvPr/>
        </p:nvSpPr>
        <p:spPr>
          <a:xfrm>
            <a:off x="6776161" y="520747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10,000</a:t>
            </a:r>
            <a:endParaRPr lang="en-US" dirty="0"/>
          </a:p>
        </p:txBody>
      </p:sp>
      <p:sp>
        <p:nvSpPr>
          <p:cNvPr id="5976" name="Rectangle 4"/>
          <p:cNvSpPr>
            <a:spLocks noChangeArrowheads="1"/>
          </p:cNvSpPr>
          <p:nvPr/>
        </p:nvSpPr>
        <p:spPr bwMode="auto">
          <a:xfrm>
            <a:off x="7213854" y="52362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77" name="TextBox 3"/>
          <p:cNvSpPr txBox="1"/>
          <p:nvPr/>
        </p:nvSpPr>
        <p:spPr>
          <a:xfrm>
            <a:off x="7480096" y="5207470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9,600</a:t>
            </a:r>
            <a:endParaRPr lang="en-US" dirty="0"/>
          </a:p>
        </p:txBody>
      </p:sp>
      <p:sp>
        <p:nvSpPr>
          <p:cNvPr id="5978" name="Rectangle 4"/>
          <p:cNvSpPr>
            <a:spLocks noChangeArrowheads="1"/>
          </p:cNvSpPr>
          <p:nvPr/>
        </p:nvSpPr>
        <p:spPr bwMode="auto">
          <a:xfrm>
            <a:off x="7861300" y="5236273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79" name="Rectangle 4"/>
          <p:cNvSpPr>
            <a:spLocks noChangeArrowheads="1"/>
          </p:cNvSpPr>
          <p:nvPr/>
        </p:nvSpPr>
        <p:spPr bwMode="auto">
          <a:xfrm>
            <a:off x="8094497" y="5236273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80" name="Rectangle 4"/>
          <p:cNvSpPr>
            <a:spLocks noChangeArrowheads="1"/>
          </p:cNvSpPr>
          <p:nvPr/>
        </p:nvSpPr>
        <p:spPr bwMode="auto">
          <a:xfrm>
            <a:off x="8333384" y="5236273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81" name="TextBox 3"/>
          <p:cNvSpPr txBox="1"/>
          <p:nvPr/>
        </p:nvSpPr>
        <p:spPr>
          <a:xfrm>
            <a:off x="8538006" y="5207470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400</a:t>
            </a:r>
            <a:endParaRPr lang="en-US" dirty="0"/>
          </a:p>
        </p:txBody>
      </p:sp>
      <p:sp>
        <p:nvSpPr>
          <p:cNvPr id="5982" name="Rectangle 4"/>
          <p:cNvSpPr>
            <a:spLocks noChangeArrowheads="1"/>
          </p:cNvSpPr>
          <p:nvPr/>
        </p:nvSpPr>
        <p:spPr bwMode="auto">
          <a:xfrm>
            <a:off x="878255" y="5514035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83" name="TextBox 3"/>
          <p:cNvSpPr txBox="1"/>
          <p:nvPr/>
        </p:nvSpPr>
        <p:spPr>
          <a:xfrm>
            <a:off x="827455" y="548523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8470405</a:t>
            </a:r>
            <a:endParaRPr lang="en-US" dirty="0"/>
          </a:p>
        </p:txBody>
      </p:sp>
      <p:sp>
        <p:nvSpPr>
          <p:cNvPr id="5984" name="Rectangle 4"/>
          <p:cNvSpPr>
            <a:spLocks noChangeArrowheads="1"/>
          </p:cNvSpPr>
          <p:nvPr/>
        </p:nvSpPr>
        <p:spPr bwMode="auto">
          <a:xfrm>
            <a:off x="1365758" y="5514035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85" name="TextBox 3"/>
          <p:cNvSpPr txBox="1"/>
          <p:nvPr/>
        </p:nvSpPr>
        <p:spPr>
          <a:xfrm>
            <a:off x="1314958" y="5485231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Dean of</a:t>
            </a:r>
            <a:endParaRPr lang="en-US" dirty="0"/>
          </a:p>
        </p:txBody>
      </p:sp>
      <p:sp>
        <p:nvSpPr>
          <p:cNvPr id="5986" name="TextBox 3"/>
          <p:cNvSpPr txBox="1"/>
          <p:nvPr/>
        </p:nvSpPr>
        <p:spPr>
          <a:xfrm>
            <a:off x="1314958" y="5602681"/>
            <a:ext cx="5391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</a:t>
            </a:r>
            <a:endParaRPr lang="en-US" dirty="0"/>
          </a:p>
        </p:txBody>
      </p:sp>
      <p:sp>
        <p:nvSpPr>
          <p:cNvPr id="5987" name="Rectangle 4"/>
          <p:cNvSpPr>
            <a:spLocks noChangeArrowheads="1"/>
          </p:cNvSpPr>
          <p:nvPr/>
        </p:nvSpPr>
        <p:spPr bwMode="auto">
          <a:xfrm>
            <a:off x="2163546" y="5514035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88" name="TextBox 3"/>
          <p:cNvSpPr txBox="1"/>
          <p:nvPr/>
        </p:nvSpPr>
        <p:spPr>
          <a:xfrm>
            <a:off x="2112746" y="548523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5989" name="Rectangle 4"/>
          <p:cNvSpPr>
            <a:spLocks noChangeArrowheads="1"/>
          </p:cNvSpPr>
          <p:nvPr/>
        </p:nvSpPr>
        <p:spPr bwMode="auto">
          <a:xfrm>
            <a:off x="2622702" y="5514035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90" name="TextBox 3"/>
          <p:cNvSpPr txBox="1"/>
          <p:nvPr/>
        </p:nvSpPr>
        <p:spPr>
          <a:xfrm>
            <a:off x="2571902" y="5485231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5991" name="TextBox 3"/>
          <p:cNvSpPr txBox="1"/>
          <p:nvPr/>
        </p:nvSpPr>
        <p:spPr>
          <a:xfrm>
            <a:off x="2571902" y="5602681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5992" name="Rectangle 4"/>
          <p:cNvSpPr>
            <a:spLocks noChangeArrowheads="1"/>
          </p:cNvSpPr>
          <p:nvPr/>
        </p:nvSpPr>
        <p:spPr bwMode="auto">
          <a:xfrm>
            <a:off x="3680282" y="5514035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93" name="TextBox 3"/>
          <p:cNvSpPr txBox="1"/>
          <p:nvPr/>
        </p:nvSpPr>
        <p:spPr>
          <a:xfrm>
            <a:off x="3629482" y="548523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847.8470405.1.416310.000000.847001.100178</a:t>
            </a:r>
            <a:endParaRPr lang="en-US" dirty="0"/>
          </a:p>
        </p:txBody>
      </p:sp>
      <p:sp>
        <p:nvSpPr>
          <p:cNvPr id="5994" name="Rectangle 4"/>
          <p:cNvSpPr>
            <a:spLocks noChangeArrowheads="1"/>
          </p:cNvSpPr>
          <p:nvPr/>
        </p:nvSpPr>
        <p:spPr bwMode="auto">
          <a:xfrm>
            <a:off x="5918962" y="551403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95" name="TextBox 3"/>
          <p:cNvSpPr txBox="1"/>
          <p:nvPr/>
        </p:nvSpPr>
        <p:spPr>
          <a:xfrm>
            <a:off x="6128715" y="548523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64,284</a:t>
            </a:r>
            <a:endParaRPr lang="en-US" dirty="0"/>
          </a:p>
        </p:txBody>
      </p:sp>
      <p:sp>
        <p:nvSpPr>
          <p:cNvPr id="5996" name="Rectangle 4"/>
          <p:cNvSpPr>
            <a:spLocks noChangeArrowheads="1"/>
          </p:cNvSpPr>
          <p:nvPr/>
        </p:nvSpPr>
        <p:spPr bwMode="auto">
          <a:xfrm>
            <a:off x="6566408" y="551403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97" name="TextBox 3"/>
          <p:cNvSpPr txBox="1"/>
          <p:nvPr/>
        </p:nvSpPr>
        <p:spPr>
          <a:xfrm>
            <a:off x="6776161" y="548523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18,144</a:t>
            </a:r>
            <a:endParaRPr lang="en-US" dirty="0"/>
          </a:p>
        </p:txBody>
      </p:sp>
      <p:sp>
        <p:nvSpPr>
          <p:cNvPr id="5998" name="Rectangle 4"/>
          <p:cNvSpPr>
            <a:spLocks noChangeArrowheads="1"/>
          </p:cNvSpPr>
          <p:nvPr/>
        </p:nvSpPr>
        <p:spPr bwMode="auto">
          <a:xfrm>
            <a:off x="7213854" y="551403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5999" name="TextBox 3"/>
          <p:cNvSpPr txBox="1"/>
          <p:nvPr/>
        </p:nvSpPr>
        <p:spPr>
          <a:xfrm>
            <a:off x="7423607" y="548523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18,144</a:t>
            </a:r>
            <a:endParaRPr lang="en-US" dirty="0"/>
          </a:p>
        </p:txBody>
      </p:sp>
      <p:sp>
        <p:nvSpPr>
          <p:cNvPr id="6000" name="Rectangle 4"/>
          <p:cNvSpPr>
            <a:spLocks noChangeArrowheads="1"/>
          </p:cNvSpPr>
          <p:nvPr/>
        </p:nvSpPr>
        <p:spPr bwMode="auto">
          <a:xfrm>
            <a:off x="7861300" y="5514035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01" name="Rectangle 4"/>
          <p:cNvSpPr>
            <a:spLocks noChangeArrowheads="1"/>
          </p:cNvSpPr>
          <p:nvPr/>
        </p:nvSpPr>
        <p:spPr bwMode="auto">
          <a:xfrm>
            <a:off x="8094497" y="5514035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02" name="Rectangle 4"/>
          <p:cNvSpPr>
            <a:spLocks noChangeArrowheads="1"/>
          </p:cNvSpPr>
          <p:nvPr/>
        </p:nvSpPr>
        <p:spPr bwMode="auto">
          <a:xfrm>
            <a:off x="8333384" y="5514035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03" name="TextBox 3"/>
          <p:cNvSpPr txBox="1"/>
          <p:nvPr/>
        </p:nvSpPr>
        <p:spPr>
          <a:xfrm>
            <a:off x="8650986" y="548523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6004" name="Rectangle 4"/>
          <p:cNvSpPr>
            <a:spLocks noChangeArrowheads="1"/>
          </p:cNvSpPr>
          <p:nvPr/>
        </p:nvSpPr>
        <p:spPr bwMode="auto">
          <a:xfrm>
            <a:off x="878255" y="5791797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005" name="TextBox 3"/>
          <p:cNvSpPr txBox="1"/>
          <p:nvPr/>
        </p:nvSpPr>
        <p:spPr>
          <a:xfrm>
            <a:off x="827455" y="576299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8470405</a:t>
            </a:r>
            <a:endParaRPr lang="en-US" dirty="0"/>
          </a:p>
        </p:txBody>
      </p:sp>
      <p:sp>
        <p:nvSpPr>
          <p:cNvPr id="6006" name="TextBox 3"/>
          <p:cNvSpPr txBox="1"/>
          <p:nvPr/>
        </p:nvSpPr>
        <p:spPr>
          <a:xfrm>
            <a:off x="827455" y="5880443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6007" name="Rectangle 4"/>
          <p:cNvSpPr>
            <a:spLocks noChangeArrowheads="1"/>
          </p:cNvSpPr>
          <p:nvPr/>
        </p:nvSpPr>
        <p:spPr bwMode="auto">
          <a:xfrm>
            <a:off x="1365758" y="5791797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008" name="Rectangle 4"/>
          <p:cNvSpPr>
            <a:spLocks noChangeArrowheads="1"/>
          </p:cNvSpPr>
          <p:nvPr/>
        </p:nvSpPr>
        <p:spPr bwMode="auto">
          <a:xfrm>
            <a:off x="2163546" y="5791797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009" name="Rectangle 4"/>
          <p:cNvSpPr>
            <a:spLocks noChangeArrowheads="1"/>
          </p:cNvSpPr>
          <p:nvPr/>
        </p:nvSpPr>
        <p:spPr bwMode="auto">
          <a:xfrm>
            <a:off x="2622702" y="5791797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010" name="Rectangle 4"/>
          <p:cNvSpPr>
            <a:spLocks noChangeArrowheads="1"/>
          </p:cNvSpPr>
          <p:nvPr/>
        </p:nvSpPr>
        <p:spPr bwMode="auto">
          <a:xfrm>
            <a:off x="3680282" y="5791797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011" name="Rectangle 4"/>
          <p:cNvSpPr>
            <a:spLocks noChangeArrowheads="1"/>
          </p:cNvSpPr>
          <p:nvPr/>
        </p:nvSpPr>
        <p:spPr bwMode="auto">
          <a:xfrm>
            <a:off x="5918962" y="579179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012" name="TextBox 3"/>
          <p:cNvSpPr txBox="1"/>
          <p:nvPr/>
        </p:nvSpPr>
        <p:spPr>
          <a:xfrm>
            <a:off x="5987491" y="576299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1,892,538</a:t>
            </a:r>
            <a:endParaRPr lang="en-US" dirty="0"/>
          </a:p>
        </p:txBody>
      </p:sp>
      <p:sp>
        <p:nvSpPr>
          <p:cNvPr id="6013" name="Rectangle 4"/>
          <p:cNvSpPr>
            <a:spLocks noChangeArrowheads="1"/>
          </p:cNvSpPr>
          <p:nvPr/>
        </p:nvSpPr>
        <p:spPr bwMode="auto">
          <a:xfrm>
            <a:off x="6566408" y="579179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014" name="TextBox 3"/>
          <p:cNvSpPr txBox="1"/>
          <p:nvPr/>
        </p:nvSpPr>
        <p:spPr>
          <a:xfrm>
            <a:off x="6634937" y="576299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1,494,231</a:t>
            </a:r>
            <a:endParaRPr lang="en-US" dirty="0"/>
          </a:p>
        </p:txBody>
      </p:sp>
      <p:sp>
        <p:nvSpPr>
          <p:cNvPr id="6015" name="Rectangle 4"/>
          <p:cNvSpPr>
            <a:spLocks noChangeArrowheads="1"/>
          </p:cNvSpPr>
          <p:nvPr/>
        </p:nvSpPr>
        <p:spPr bwMode="auto">
          <a:xfrm>
            <a:off x="7213854" y="579179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016" name="TextBox 3"/>
          <p:cNvSpPr txBox="1"/>
          <p:nvPr/>
        </p:nvSpPr>
        <p:spPr>
          <a:xfrm>
            <a:off x="7282383" y="576299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1,491,982</a:t>
            </a:r>
            <a:endParaRPr lang="en-US" dirty="0"/>
          </a:p>
        </p:txBody>
      </p:sp>
      <p:sp>
        <p:nvSpPr>
          <p:cNvPr id="6017" name="Rectangle 4"/>
          <p:cNvSpPr>
            <a:spLocks noChangeArrowheads="1"/>
          </p:cNvSpPr>
          <p:nvPr/>
        </p:nvSpPr>
        <p:spPr bwMode="auto">
          <a:xfrm>
            <a:off x="7861300" y="5791797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018" name="Rectangle 4"/>
          <p:cNvSpPr>
            <a:spLocks noChangeArrowheads="1"/>
          </p:cNvSpPr>
          <p:nvPr/>
        </p:nvSpPr>
        <p:spPr bwMode="auto">
          <a:xfrm>
            <a:off x="8094497" y="5791797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019" name="Rectangle 4"/>
          <p:cNvSpPr>
            <a:spLocks noChangeArrowheads="1"/>
          </p:cNvSpPr>
          <p:nvPr/>
        </p:nvSpPr>
        <p:spPr bwMode="auto">
          <a:xfrm>
            <a:off x="8333384" y="5791797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020" name="TextBox 3"/>
          <p:cNvSpPr txBox="1"/>
          <p:nvPr/>
        </p:nvSpPr>
        <p:spPr>
          <a:xfrm>
            <a:off x="8453272" y="5762993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2,249</a:t>
            </a:r>
            <a:endParaRPr lang="en-US" dirty="0"/>
          </a:p>
        </p:txBody>
      </p:sp>
      <p:sp>
        <p:nvSpPr>
          <p:cNvPr id="6021" name="Rectangle 4"/>
          <p:cNvSpPr>
            <a:spLocks noChangeArrowheads="1"/>
          </p:cNvSpPr>
          <p:nvPr/>
        </p:nvSpPr>
        <p:spPr bwMode="auto">
          <a:xfrm>
            <a:off x="878255" y="6069558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22" name="TextBox 3"/>
          <p:cNvSpPr txBox="1"/>
          <p:nvPr/>
        </p:nvSpPr>
        <p:spPr>
          <a:xfrm>
            <a:off x="827455" y="604075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8470415</a:t>
            </a:r>
            <a:endParaRPr lang="en-US" dirty="0"/>
          </a:p>
        </p:txBody>
      </p:sp>
      <p:sp>
        <p:nvSpPr>
          <p:cNvPr id="6023" name="Rectangle 4"/>
          <p:cNvSpPr>
            <a:spLocks noChangeArrowheads="1"/>
          </p:cNvSpPr>
          <p:nvPr/>
        </p:nvSpPr>
        <p:spPr bwMode="auto">
          <a:xfrm>
            <a:off x="1365758" y="6069558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24" name="TextBox 3"/>
          <p:cNvSpPr txBox="1"/>
          <p:nvPr/>
        </p:nvSpPr>
        <p:spPr>
          <a:xfrm>
            <a:off x="1314958" y="604075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6025" name="TextBox 3"/>
          <p:cNvSpPr txBox="1"/>
          <p:nvPr/>
        </p:nvSpPr>
        <p:spPr>
          <a:xfrm>
            <a:off x="1314958" y="6158204"/>
            <a:ext cx="63500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Chemistry</a:t>
            </a:r>
            <a:endParaRPr lang="en-US" dirty="0"/>
          </a:p>
        </p:txBody>
      </p:sp>
      <p:sp>
        <p:nvSpPr>
          <p:cNvPr id="6026" name="Rectangle 4"/>
          <p:cNvSpPr>
            <a:spLocks noChangeArrowheads="1"/>
          </p:cNvSpPr>
          <p:nvPr/>
        </p:nvSpPr>
        <p:spPr bwMode="auto">
          <a:xfrm>
            <a:off x="2163546" y="6069558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27" name="TextBox 3"/>
          <p:cNvSpPr txBox="1"/>
          <p:nvPr/>
        </p:nvSpPr>
        <p:spPr>
          <a:xfrm>
            <a:off x="2112746" y="604075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6028" name="Rectangle 4"/>
          <p:cNvSpPr>
            <a:spLocks noChangeArrowheads="1"/>
          </p:cNvSpPr>
          <p:nvPr/>
        </p:nvSpPr>
        <p:spPr bwMode="auto">
          <a:xfrm>
            <a:off x="2622702" y="6069558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29" name="TextBox 3"/>
          <p:cNvSpPr txBox="1"/>
          <p:nvPr/>
        </p:nvSpPr>
        <p:spPr>
          <a:xfrm>
            <a:off x="2571902" y="6040755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6030" name="TextBox 3"/>
          <p:cNvSpPr txBox="1"/>
          <p:nvPr/>
        </p:nvSpPr>
        <p:spPr>
          <a:xfrm>
            <a:off x="2571902" y="6158204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6031" name="Rectangle 4"/>
          <p:cNvSpPr>
            <a:spLocks noChangeArrowheads="1"/>
          </p:cNvSpPr>
          <p:nvPr/>
        </p:nvSpPr>
        <p:spPr bwMode="auto">
          <a:xfrm>
            <a:off x="3680282" y="6069558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32" name="TextBox 3"/>
          <p:cNvSpPr txBox="1"/>
          <p:nvPr/>
        </p:nvSpPr>
        <p:spPr>
          <a:xfrm>
            <a:off x="3629482" y="604075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847.8470415.1.412121.000000.847001.100178</a:t>
            </a:r>
            <a:endParaRPr lang="en-US" dirty="0"/>
          </a:p>
        </p:txBody>
      </p:sp>
      <p:sp>
        <p:nvSpPr>
          <p:cNvPr id="6033" name="Rectangle 4"/>
          <p:cNvSpPr>
            <a:spLocks noChangeArrowheads="1"/>
          </p:cNvSpPr>
          <p:nvPr/>
        </p:nvSpPr>
        <p:spPr bwMode="auto">
          <a:xfrm>
            <a:off x="5918962" y="606955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34" name="TextBox 3"/>
          <p:cNvSpPr txBox="1"/>
          <p:nvPr/>
        </p:nvSpPr>
        <p:spPr>
          <a:xfrm>
            <a:off x="5987491" y="604075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8,501,168</a:t>
            </a:r>
            <a:endParaRPr lang="en-US" dirty="0"/>
          </a:p>
        </p:txBody>
      </p:sp>
      <p:sp>
        <p:nvSpPr>
          <p:cNvPr id="6035" name="Rectangle 4"/>
          <p:cNvSpPr>
            <a:spLocks noChangeArrowheads="1"/>
          </p:cNvSpPr>
          <p:nvPr/>
        </p:nvSpPr>
        <p:spPr bwMode="auto">
          <a:xfrm>
            <a:off x="6566408" y="606955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36" name="TextBox 3"/>
          <p:cNvSpPr txBox="1"/>
          <p:nvPr/>
        </p:nvSpPr>
        <p:spPr>
          <a:xfrm>
            <a:off x="6634937" y="604075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7,773,168</a:t>
            </a:r>
            <a:endParaRPr lang="en-US" dirty="0"/>
          </a:p>
        </p:txBody>
      </p:sp>
      <p:sp>
        <p:nvSpPr>
          <p:cNvPr id="6037" name="Rectangle 4"/>
          <p:cNvSpPr>
            <a:spLocks noChangeArrowheads="1"/>
          </p:cNvSpPr>
          <p:nvPr/>
        </p:nvSpPr>
        <p:spPr bwMode="auto">
          <a:xfrm>
            <a:off x="7213854" y="606955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38" name="TextBox 3"/>
          <p:cNvSpPr txBox="1"/>
          <p:nvPr/>
        </p:nvSpPr>
        <p:spPr>
          <a:xfrm>
            <a:off x="7282383" y="604075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7,772,997</a:t>
            </a:r>
            <a:endParaRPr lang="en-US" dirty="0"/>
          </a:p>
        </p:txBody>
      </p:sp>
      <p:sp>
        <p:nvSpPr>
          <p:cNvPr id="6039" name="Rectangle 4"/>
          <p:cNvSpPr>
            <a:spLocks noChangeArrowheads="1"/>
          </p:cNvSpPr>
          <p:nvPr/>
        </p:nvSpPr>
        <p:spPr bwMode="auto">
          <a:xfrm>
            <a:off x="7861300" y="6069558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40" name="Rectangle 4"/>
          <p:cNvSpPr>
            <a:spLocks noChangeArrowheads="1"/>
          </p:cNvSpPr>
          <p:nvPr/>
        </p:nvSpPr>
        <p:spPr bwMode="auto">
          <a:xfrm>
            <a:off x="8094497" y="6069558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41" name="Rectangle 4"/>
          <p:cNvSpPr>
            <a:spLocks noChangeArrowheads="1"/>
          </p:cNvSpPr>
          <p:nvPr/>
        </p:nvSpPr>
        <p:spPr bwMode="auto">
          <a:xfrm>
            <a:off x="8333384" y="6069558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42" name="TextBox 3"/>
          <p:cNvSpPr txBox="1"/>
          <p:nvPr/>
        </p:nvSpPr>
        <p:spPr>
          <a:xfrm>
            <a:off x="8538006" y="6040755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171</a:t>
            </a:r>
            <a:endParaRPr lang="en-US" dirty="0"/>
          </a:p>
        </p:txBody>
      </p:sp>
      <p:sp>
        <p:nvSpPr>
          <p:cNvPr id="6043" name="Rectangle 4"/>
          <p:cNvSpPr>
            <a:spLocks noChangeArrowheads="1"/>
          </p:cNvSpPr>
          <p:nvPr/>
        </p:nvSpPr>
        <p:spPr bwMode="auto">
          <a:xfrm>
            <a:off x="878255" y="6347320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44" name="TextBox 3"/>
          <p:cNvSpPr txBox="1"/>
          <p:nvPr/>
        </p:nvSpPr>
        <p:spPr>
          <a:xfrm>
            <a:off x="827455" y="631851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8470415</a:t>
            </a:r>
            <a:endParaRPr lang="en-US" dirty="0"/>
          </a:p>
        </p:txBody>
      </p:sp>
      <p:sp>
        <p:nvSpPr>
          <p:cNvPr id="6045" name="Rectangle 4"/>
          <p:cNvSpPr>
            <a:spLocks noChangeArrowheads="1"/>
          </p:cNvSpPr>
          <p:nvPr/>
        </p:nvSpPr>
        <p:spPr bwMode="auto">
          <a:xfrm>
            <a:off x="1365758" y="6347320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46" name="TextBox 3"/>
          <p:cNvSpPr txBox="1"/>
          <p:nvPr/>
        </p:nvSpPr>
        <p:spPr>
          <a:xfrm>
            <a:off x="1314958" y="6318516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6047" name="TextBox 3"/>
          <p:cNvSpPr txBox="1"/>
          <p:nvPr/>
        </p:nvSpPr>
        <p:spPr>
          <a:xfrm>
            <a:off x="1314958" y="6435966"/>
            <a:ext cx="63500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Chemistry</a:t>
            </a:r>
            <a:endParaRPr lang="en-US" dirty="0"/>
          </a:p>
        </p:txBody>
      </p:sp>
      <p:sp>
        <p:nvSpPr>
          <p:cNvPr id="6048" name="Rectangle 4"/>
          <p:cNvSpPr>
            <a:spLocks noChangeArrowheads="1"/>
          </p:cNvSpPr>
          <p:nvPr/>
        </p:nvSpPr>
        <p:spPr bwMode="auto">
          <a:xfrm>
            <a:off x="2163546" y="6347320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49" name="TextBox 3"/>
          <p:cNvSpPr txBox="1"/>
          <p:nvPr/>
        </p:nvSpPr>
        <p:spPr>
          <a:xfrm>
            <a:off x="2112746" y="631851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6050" name="Rectangle 4"/>
          <p:cNvSpPr>
            <a:spLocks noChangeArrowheads="1"/>
          </p:cNvSpPr>
          <p:nvPr/>
        </p:nvSpPr>
        <p:spPr bwMode="auto">
          <a:xfrm>
            <a:off x="2622702" y="6347320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51" name="TextBox 3"/>
          <p:cNvSpPr txBox="1"/>
          <p:nvPr/>
        </p:nvSpPr>
        <p:spPr>
          <a:xfrm>
            <a:off x="2571902" y="6318516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6052" name="TextBox 3"/>
          <p:cNvSpPr txBox="1"/>
          <p:nvPr/>
        </p:nvSpPr>
        <p:spPr>
          <a:xfrm>
            <a:off x="2571902" y="6435966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6053" name="TextBox 3"/>
          <p:cNvSpPr txBox="1"/>
          <p:nvPr/>
        </p:nvSpPr>
        <p:spPr>
          <a:xfrm>
            <a:off x="2571902" y="6553415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6054" name="Rectangle 4"/>
          <p:cNvSpPr>
            <a:spLocks noChangeArrowheads="1"/>
          </p:cNvSpPr>
          <p:nvPr/>
        </p:nvSpPr>
        <p:spPr bwMode="auto">
          <a:xfrm>
            <a:off x="3680282" y="6347320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55" name="TextBox 3"/>
          <p:cNvSpPr txBox="1"/>
          <p:nvPr/>
        </p:nvSpPr>
        <p:spPr>
          <a:xfrm>
            <a:off x="3629482" y="631851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847.8470415.1.412125.000000.847001.100178</a:t>
            </a:r>
            <a:endParaRPr lang="en-US" dirty="0"/>
          </a:p>
        </p:txBody>
      </p:sp>
      <p:sp>
        <p:nvSpPr>
          <p:cNvPr id="6056" name="Rectangle 4"/>
          <p:cNvSpPr>
            <a:spLocks noChangeArrowheads="1"/>
          </p:cNvSpPr>
          <p:nvPr/>
        </p:nvSpPr>
        <p:spPr bwMode="auto">
          <a:xfrm>
            <a:off x="5918962" y="634732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57" name="TextBox 3"/>
          <p:cNvSpPr txBox="1"/>
          <p:nvPr/>
        </p:nvSpPr>
        <p:spPr>
          <a:xfrm>
            <a:off x="5987491" y="631851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6,684,836</a:t>
            </a:r>
            <a:endParaRPr lang="en-US" dirty="0"/>
          </a:p>
        </p:txBody>
      </p:sp>
      <p:sp>
        <p:nvSpPr>
          <p:cNvPr id="6058" name="Rectangle 4"/>
          <p:cNvSpPr>
            <a:spLocks noChangeArrowheads="1"/>
          </p:cNvSpPr>
          <p:nvPr/>
        </p:nvSpPr>
        <p:spPr bwMode="auto">
          <a:xfrm>
            <a:off x="6566408" y="634732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59" name="TextBox 3"/>
          <p:cNvSpPr txBox="1"/>
          <p:nvPr/>
        </p:nvSpPr>
        <p:spPr>
          <a:xfrm>
            <a:off x="6634937" y="631851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6,428,486</a:t>
            </a:r>
            <a:endParaRPr lang="en-US" dirty="0"/>
          </a:p>
        </p:txBody>
      </p:sp>
      <p:sp>
        <p:nvSpPr>
          <p:cNvPr id="6060" name="Rectangle 4"/>
          <p:cNvSpPr>
            <a:spLocks noChangeArrowheads="1"/>
          </p:cNvSpPr>
          <p:nvPr/>
        </p:nvSpPr>
        <p:spPr bwMode="auto">
          <a:xfrm>
            <a:off x="7213854" y="634732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61" name="TextBox 3"/>
          <p:cNvSpPr txBox="1"/>
          <p:nvPr/>
        </p:nvSpPr>
        <p:spPr>
          <a:xfrm>
            <a:off x="7282383" y="631851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6,428,010</a:t>
            </a:r>
            <a:endParaRPr lang="en-US" dirty="0"/>
          </a:p>
        </p:txBody>
      </p:sp>
      <p:sp>
        <p:nvSpPr>
          <p:cNvPr id="6062" name="Rectangle 4"/>
          <p:cNvSpPr>
            <a:spLocks noChangeArrowheads="1"/>
          </p:cNvSpPr>
          <p:nvPr/>
        </p:nvSpPr>
        <p:spPr bwMode="auto">
          <a:xfrm>
            <a:off x="7861300" y="6347320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63" name="Rectangle 4"/>
          <p:cNvSpPr>
            <a:spLocks noChangeArrowheads="1"/>
          </p:cNvSpPr>
          <p:nvPr/>
        </p:nvSpPr>
        <p:spPr bwMode="auto">
          <a:xfrm>
            <a:off x="8094497" y="6347320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64" name="Rectangle 4"/>
          <p:cNvSpPr>
            <a:spLocks noChangeArrowheads="1"/>
          </p:cNvSpPr>
          <p:nvPr/>
        </p:nvSpPr>
        <p:spPr bwMode="auto">
          <a:xfrm>
            <a:off x="8333384" y="6347320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65" name="TextBox 3"/>
          <p:cNvSpPr txBox="1"/>
          <p:nvPr/>
        </p:nvSpPr>
        <p:spPr>
          <a:xfrm>
            <a:off x="8538006" y="6318516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476</a:t>
            </a:r>
            <a:endParaRPr lang="en-US" dirty="0"/>
          </a:p>
        </p:txBody>
      </p:sp>
      <p:sp>
        <p:nvSpPr>
          <p:cNvPr id="6066" name="Rectangle 4"/>
          <p:cNvSpPr>
            <a:spLocks noChangeArrowheads="1"/>
          </p:cNvSpPr>
          <p:nvPr/>
        </p:nvSpPr>
        <p:spPr bwMode="auto">
          <a:xfrm>
            <a:off x="878255" y="6742532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67" name="TextBox 3"/>
          <p:cNvSpPr txBox="1"/>
          <p:nvPr/>
        </p:nvSpPr>
        <p:spPr>
          <a:xfrm>
            <a:off x="827455" y="671372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8470415</a:t>
            </a:r>
            <a:endParaRPr lang="en-US" dirty="0"/>
          </a:p>
        </p:txBody>
      </p:sp>
      <p:sp>
        <p:nvSpPr>
          <p:cNvPr id="6068" name="Rectangle 4"/>
          <p:cNvSpPr>
            <a:spLocks noChangeArrowheads="1"/>
          </p:cNvSpPr>
          <p:nvPr/>
        </p:nvSpPr>
        <p:spPr bwMode="auto">
          <a:xfrm>
            <a:off x="1365758" y="6742532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69" name="TextBox 3"/>
          <p:cNvSpPr txBox="1"/>
          <p:nvPr/>
        </p:nvSpPr>
        <p:spPr>
          <a:xfrm>
            <a:off x="1314958" y="6713728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6070" name="TextBox 3"/>
          <p:cNvSpPr txBox="1"/>
          <p:nvPr/>
        </p:nvSpPr>
        <p:spPr>
          <a:xfrm>
            <a:off x="1314958" y="6831178"/>
            <a:ext cx="63500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Chemistry</a:t>
            </a:r>
            <a:endParaRPr lang="en-US" dirty="0"/>
          </a:p>
        </p:txBody>
      </p:sp>
      <p:sp>
        <p:nvSpPr>
          <p:cNvPr id="6071" name="Rectangle 4"/>
          <p:cNvSpPr>
            <a:spLocks noChangeArrowheads="1"/>
          </p:cNvSpPr>
          <p:nvPr/>
        </p:nvSpPr>
        <p:spPr bwMode="auto">
          <a:xfrm>
            <a:off x="2163546" y="6742532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72" name="TextBox 3"/>
          <p:cNvSpPr txBox="1"/>
          <p:nvPr/>
        </p:nvSpPr>
        <p:spPr>
          <a:xfrm>
            <a:off x="2112746" y="671372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412521</a:t>
            </a:r>
            <a:endParaRPr lang="en-US" dirty="0"/>
          </a:p>
        </p:txBody>
      </p:sp>
      <p:sp>
        <p:nvSpPr>
          <p:cNvPr id="6073" name="Rectangle 4"/>
          <p:cNvSpPr>
            <a:spLocks noChangeArrowheads="1"/>
          </p:cNvSpPr>
          <p:nvPr/>
        </p:nvSpPr>
        <p:spPr bwMode="auto">
          <a:xfrm>
            <a:off x="2622702" y="6742532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74" name="TextBox 3"/>
          <p:cNvSpPr txBox="1"/>
          <p:nvPr/>
        </p:nvSpPr>
        <p:spPr>
          <a:xfrm>
            <a:off x="2571902" y="6713728"/>
            <a:ext cx="8496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 </a:t>
            </a:r>
            <a:endParaRPr lang="en-US" dirty="0"/>
          </a:p>
        </p:txBody>
      </p:sp>
      <p:sp>
        <p:nvSpPr>
          <p:cNvPr id="6075" name="TextBox 3"/>
          <p:cNvSpPr txBox="1"/>
          <p:nvPr/>
        </p:nvSpPr>
        <p:spPr>
          <a:xfrm>
            <a:off x="2571902" y="6831178"/>
            <a:ext cx="1120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 (including </a:t>
            </a:r>
            <a:endParaRPr lang="en-US" dirty="0"/>
          </a:p>
        </p:txBody>
      </p:sp>
      <p:sp>
        <p:nvSpPr>
          <p:cNvPr id="6076" name="TextBox 3"/>
          <p:cNvSpPr txBox="1"/>
          <p:nvPr/>
        </p:nvSpPr>
        <p:spPr>
          <a:xfrm>
            <a:off x="2571902" y="6948627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Mansab)</a:t>
            </a:r>
            <a:endParaRPr lang="en-US" dirty="0"/>
          </a:p>
        </p:txBody>
      </p:sp>
      <p:sp>
        <p:nvSpPr>
          <p:cNvPr id="6077" name="Rectangle 4"/>
          <p:cNvSpPr>
            <a:spLocks noChangeArrowheads="1"/>
          </p:cNvSpPr>
          <p:nvPr/>
        </p:nvSpPr>
        <p:spPr bwMode="auto">
          <a:xfrm>
            <a:off x="3680282" y="6742532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78" name="TextBox 3"/>
          <p:cNvSpPr txBox="1"/>
          <p:nvPr/>
        </p:nvSpPr>
        <p:spPr>
          <a:xfrm>
            <a:off x="3629482" y="671372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847.8470415.1.412521.000000.847001.100178</a:t>
            </a:r>
            <a:endParaRPr lang="en-US" dirty="0"/>
          </a:p>
        </p:txBody>
      </p:sp>
      <p:sp>
        <p:nvSpPr>
          <p:cNvPr id="6079" name="Rectangle 4"/>
          <p:cNvSpPr>
            <a:spLocks noChangeArrowheads="1"/>
          </p:cNvSpPr>
          <p:nvPr/>
        </p:nvSpPr>
        <p:spPr bwMode="auto">
          <a:xfrm>
            <a:off x="5918962" y="674253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80" name="TextBox 3"/>
          <p:cNvSpPr txBox="1"/>
          <p:nvPr/>
        </p:nvSpPr>
        <p:spPr>
          <a:xfrm>
            <a:off x="6072225" y="671372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482,070</a:t>
            </a:r>
            <a:endParaRPr lang="en-US" dirty="0"/>
          </a:p>
        </p:txBody>
      </p:sp>
      <p:sp>
        <p:nvSpPr>
          <p:cNvPr id="6081" name="Rectangle 4"/>
          <p:cNvSpPr>
            <a:spLocks noChangeArrowheads="1"/>
          </p:cNvSpPr>
          <p:nvPr/>
        </p:nvSpPr>
        <p:spPr bwMode="auto">
          <a:xfrm>
            <a:off x="6566408" y="674253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82" name="TextBox 3"/>
          <p:cNvSpPr txBox="1"/>
          <p:nvPr/>
        </p:nvSpPr>
        <p:spPr>
          <a:xfrm>
            <a:off x="6719671" y="671372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485,780</a:t>
            </a:r>
            <a:endParaRPr lang="en-US" dirty="0"/>
          </a:p>
        </p:txBody>
      </p:sp>
      <p:sp>
        <p:nvSpPr>
          <p:cNvPr id="6083" name="Rectangle 4"/>
          <p:cNvSpPr>
            <a:spLocks noChangeArrowheads="1"/>
          </p:cNvSpPr>
          <p:nvPr/>
        </p:nvSpPr>
        <p:spPr bwMode="auto">
          <a:xfrm>
            <a:off x="7213854" y="674253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84" name="TextBox 3"/>
          <p:cNvSpPr txBox="1"/>
          <p:nvPr/>
        </p:nvSpPr>
        <p:spPr>
          <a:xfrm>
            <a:off x="7367118" y="671372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485,778</a:t>
            </a:r>
            <a:endParaRPr lang="en-US" dirty="0"/>
          </a:p>
        </p:txBody>
      </p:sp>
      <p:sp>
        <p:nvSpPr>
          <p:cNvPr id="6085" name="Rectangle 4"/>
          <p:cNvSpPr>
            <a:spLocks noChangeArrowheads="1"/>
          </p:cNvSpPr>
          <p:nvPr/>
        </p:nvSpPr>
        <p:spPr bwMode="auto">
          <a:xfrm>
            <a:off x="7861300" y="6742532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86" name="Rectangle 4"/>
          <p:cNvSpPr>
            <a:spLocks noChangeArrowheads="1"/>
          </p:cNvSpPr>
          <p:nvPr/>
        </p:nvSpPr>
        <p:spPr bwMode="auto">
          <a:xfrm>
            <a:off x="8094497" y="6742532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87" name="Rectangle 4"/>
          <p:cNvSpPr>
            <a:spLocks noChangeArrowheads="1"/>
          </p:cNvSpPr>
          <p:nvPr/>
        </p:nvSpPr>
        <p:spPr bwMode="auto">
          <a:xfrm>
            <a:off x="8333384" y="6742532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88" name="TextBox 3"/>
          <p:cNvSpPr txBox="1"/>
          <p:nvPr/>
        </p:nvSpPr>
        <p:spPr>
          <a:xfrm>
            <a:off x="8650986" y="671372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</a:t>
            </a:r>
            <a:endParaRPr lang="en-US" dirty="0"/>
          </a:p>
        </p:txBody>
      </p:sp>
      <p:sp>
        <p:nvSpPr>
          <p:cNvPr id="6089" name="Rectangle 4"/>
          <p:cNvSpPr>
            <a:spLocks noChangeArrowheads="1"/>
          </p:cNvSpPr>
          <p:nvPr/>
        </p:nvSpPr>
        <p:spPr bwMode="auto">
          <a:xfrm>
            <a:off x="878255" y="7137742"/>
            <a:ext cx="487502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90" name="TextBox 3"/>
          <p:cNvSpPr txBox="1"/>
          <p:nvPr/>
        </p:nvSpPr>
        <p:spPr>
          <a:xfrm>
            <a:off x="827455" y="710893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8470415</a:t>
            </a:r>
            <a:endParaRPr lang="en-US" dirty="0"/>
          </a:p>
        </p:txBody>
      </p:sp>
      <p:sp>
        <p:nvSpPr>
          <p:cNvPr id="6091" name="Rectangle 4"/>
          <p:cNvSpPr>
            <a:spLocks noChangeArrowheads="1"/>
          </p:cNvSpPr>
          <p:nvPr/>
        </p:nvSpPr>
        <p:spPr bwMode="auto">
          <a:xfrm>
            <a:off x="1365758" y="7137742"/>
            <a:ext cx="797788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92" name="TextBox 3"/>
          <p:cNvSpPr txBox="1"/>
          <p:nvPr/>
        </p:nvSpPr>
        <p:spPr>
          <a:xfrm>
            <a:off x="1314958" y="7108939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6093" name="Rectangle 4"/>
          <p:cNvSpPr>
            <a:spLocks noChangeArrowheads="1"/>
          </p:cNvSpPr>
          <p:nvPr/>
        </p:nvSpPr>
        <p:spPr bwMode="auto">
          <a:xfrm>
            <a:off x="2163546" y="7137742"/>
            <a:ext cx="459155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94" name="TextBox 3"/>
          <p:cNvSpPr txBox="1"/>
          <p:nvPr/>
        </p:nvSpPr>
        <p:spPr>
          <a:xfrm>
            <a:off x="2112746" y="710893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6095" name="Rectangle 4"/>
          <p:cNvSpPr>
            <a:spLocks noChangeArrowheads="1"/>
          </p:cNvSpPr>
          <p:nvPr/>
        </p:nvSpPr>
        <p:spPr bwMode="auto">
          <a:xfrm>
            <a:off x="2622702" y="7137742"/>
            <a:ext cx="10575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96" name="TextBox 3"/>
          <p:cNvSpPr txBox="1"/>
          <p:nvPr/>
        </p:nvSpPr>
        <p:spPr>
          <a:xfrm>
            <a:off x="2571902" y="7108939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6097" name="Rectangle 4"/>
          <p:cNvSpPr>
            <a:spLocks noChangeArrowheads="1"/>
          </p:cNvSpPr>
          <p:nvPr/>
        </p:nvSpPr>
        <p:spPr bwMode="auto">
          <a:xfrm>
            <a:off x="3680282" y="7137742"/>
            <a:ext cx="22386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098" name="TextBox 3"/>
          <p:cNvSpPr txBox="1"/>
          <p:nvPr/>
        </p:nvSpPr>
        <p:spPr>
          <a:xfrm>
            <a:off x="3629482" y="710893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847.8470415.1.412534.000000.847001.100178</a:t>
            </a:r>
            <a:endParaRPr lang="en-US" dirty="0"/>
          </a:p>
        </p:txBody>
      </p:sp>
      <p:sp>
        <p:nvSpPr>
          <p:cNvPr id="6099" name="Rectangle 4"/>
          <p:cNvSpPr>
            <a:spLocks noChangeArrowheads="1"/>
          </p:cNvSpPr>
          <p:nvPr/>
        </p:nvSpPr>
        <p:spPr bwMode="auto">
          <a:xfrm>
            <a:off x="5918962" y="7137742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100" name="TextBox 3"/>
          <p:cNvSpPr txBox="1"/>
          <p:nvPr/>
        </p:nvSpPr>
        <p:spPr>
          <a:xfrm>
            <a:off x="6072225" y="710893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760,467</a:t>
            </a:r>
            <a:endParaRPr lang="en-US" dirty="0"/>
          </a:p>
        </p:txBody>
      </p:sp>
      <p:sp>
        <p:nvSpPr>
          <p:cNvPr id="6101" name="Rectangle 4"/>
          <p:cNvSpPr>
            <a:spLocks noChangeArrowheads="1"/>
          </p:cNvSpPr>
          <p:nvPr/>
        </p:nvSpPr>
        <p:spPr bwMode="auto">
          <a:xfrm>
            <a:off x="6566408" y="7137742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102" name="TextBox 3"/>
          <p:cNvSpPr txBox="1"/>
          <p:nvPr/>
        </p:nvSpPr>
        <p:spPr>
          <a:xfrm>
            <a:off x="6719671" y="710893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659,724</a:t>
            </a:r>
            <a:endParaRPr lang="en-US" dirty="0"/>
          </a:p>
        </p:txBody>
      </p:sp>
      <p:sp>
        <p:nvSpPr>
          <p:cNvPr id="6103" name="Rectangle 4"/>
          <p:cNvSpPr>
            <a:spLocks noChangeArrowheads="1"/>
          </p:cNvSpPr>
          <p:nvPr/>
        </p:nvSpPr>
        <p:spPr bwMode="auto">
          <a:xfrm>
            <a:off x="7213854" y="7137742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104" name="TextBox 3"/>
          <p:cNvSpPr txBox="1"/>
          <p:nvPr/>
        </p:nvSpPr>
        <p:spPr>
          <a:xfrm>
            <a:off x="7367118" y="710893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659,724</a:t>
            </a:r>
            <a:endParaRPr lang="en-US" dirty="0"/>
          </a:p>
        </p:txBody>
      </p:sp>
      <p:sp>
        <p:nvSpPr>
          <p:cNvPr id="6105" name="Rectangle 4"/>
          <p:cNvSpPr>
            <a:spLocks noChangeArrowheads="1"/>
          </p:cNvSpPr>
          <p:nvPr/>
        </p:nvSpPr>
        <p:spPr bwMode="auto">
          <a:xfrm>
            <a:off x="7861300" y="7137742"/>
            <a:ext cx="233197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106" name="Rectangle 4"/>
          <p:cNvSpPr>
            <a:spLocks noChangeArrowheads="1"/>
          </p:cNvSpPr>
          <p:nvPr/>
        </p:nvSpPr>
        <p:spPr bwMode="auto">
          <a:xfrm>
            <a:off x="8094497" y="7137742"/>
            <a:ext cx="23888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107" name="Rectangle 4"/>
          <p:cNvSpPr>
            <a:spLocks noChangeArrowheads="1"/>
          </p:cNvSpPr>
          <p:nvPr/>
        </p:nvSpPr>
        <p:spPr bwMode="auto">
          <a:xfrm>
            <a:off x="8333384" y="7137742"/>
            <a:ext cx="501091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108" name="TextBox 3"/>
          <p:cNvSpPr txBox="1"/>
          <p:nvPr/>
        </p:nvSpPr>
        <p:spPr>
          <a:xfrm>
            <a:off x="8650986" y="710893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6109" name="Rectangle 4"/>
          <p:cNvSpPr>
            <a:spLocks noChangeArrowheads="1"/>
          </p:cNvSpPr>
          <p:nvPr/>
        </p:nvSpPr>
        <p:spPr bwMode="auto">
          <a:xfrm>
            <a:off x="466725" y="917498"/>
            <a:ext cx="6350" cy="6383731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6110" name="Rectangle 4"/>
          <p:cNvSpPr>
            <a:spLocks noChangeArrowheads="1"/>
          </p:cNvSpPr>
          <p:nvPr/>
        </p:nvSpPr>
        <p:spPr bwMode="auto">
          <a:xfrm>
            <a:off x="466725" y="7294880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6111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12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13" name="Rectangle 4"/>
          <p:cNvSpPr>
            <a:spLocks noChangeArrowheads="1"/>
          </p:cNvSpPr>
          <p:nvPr/>
        </p:nvSpPr>
        <p:spPr bwMode="auto">
          <a:xfrm>
            <a:off x="7213854" y="277451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14" name="Rectangle 4"/>
          <p:cNvSpPr>
            <a:spLocks noChangeArrowheads="1"/>
          </p:cNvSpPr>
          <p:nvPr/>
        </p:nvSpPr>
        <p:spPr bwMode="auto">
          <a:xfrm>
            <a:off x="878255" y="277451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15" name="Rectangle 4"/>
          <p:cNvSpPr>
            <a:spLocks noChangeArrowheads="1"/>
          </p:cNvSpPr>
          <p:nvPr/>
        </p:nvSpPr>
        <p:spPr bwMode="auto">
          <a:xfrm>
            <a:off x="7213854" y="673776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16" name="Rectangle 4"/>
          <p:cNvSpPr>
            <a:spLocks noChangeArrowheads="1"/>
          </p:cNvSpPr>
          <p:nvPr/>
        </p:nvSpPr>
        <p:spPr bwMode="auto">
          <a:xfrm>
            <a:off x="878255" y="673776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17" name="Rectangle 4"/>
          <p:cNvSpPr>
            <a:spLocks noChangeArrowheads="1"/>
          </p:cNvSpPr>
          <p:nvPr/>
        </p:nvSpPr>
        <p:spPr bwMode="auto">
          <a:xfrm>
            <a:off x="7213854" y="237930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18" name="Rectangle 4"/>
          <p:cNvSpPr>
            <a:spLocks noChangeArrowheads="1"/>
          </p:cNvSpPr>
          <p:nvPr/>
        </p:nvSpPr>
        <p:spPr bwMode="auto">
          <a:xfrm>
            <a:off x="878255" y="237930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19" name="Rectangle 4"/>
          <p:cNvSpPr>
            <a:spLocks noChangeArrowheads="1"/>
          </p:cNvSpPr>
          <p:nvPr/>
        </p:nvSpPr>
        <p:spPr bwMode="auto">
          <a:xfrm>
            <a:off x="7213854" y="158888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20" name="Rectangle 4"/>
          <p:cNvSpPr>
            <a:spLocks noChangeArrowheads="1"/>
          </p:cNvSpPr>
          <p:nvPr/>
        </p:nvSpPr>
        <p:spPr bwMode="auto">
          <a:xfrm>
            <a:off x="878255" y="158888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21" name="Rectangle 4"/>
          <p:cNvSpPr>
            <a:spLocks noChangeArrowheads="1"/>
          </p:cNvSpPr>
          <p:nvPr/>
        </p:nvSpPr>
        <p:spPr bwMode="auto">
          <a:xfrm>
            <a:off x="7213854" y="198409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22" name="Rectangle 4"/>
          <p:cNvSpPr>
            <a:spLocks noChangeArrowheads="1"/>
          </p:cNvSpPr>
          <p:nvPr/>
        </p:nvSpPr>
        <p:spPr bwMode="auto">
          <a:xfrm>
            <a:off x="878255" y="198409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23" name="Rectangle 4"/>
          <p:cNvSpPr>
            <a:spLocks noChangeArrowheads="1"/>
          </p:cNvSpPr>
          <p:nvPr/>
        </p:nvSpPr>
        <p:spPr bwMode="auto">
          <a:xfrm>
            <a:off x="7213854" y="578703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24" name="Rectangle 4"/>
          <p:cNvSpPr>
            <a:spLocks noChangeArrowheads="1"/>
          </p:cNvSpPr>
          <p:nvPr/>
        </p:nvSpPr>
        <p:spPr bwMode="auto">
          <a:xfrm>
            <a:off x="878255" y="578703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25" name="Rectangle 4"/>
          <p:cNvSpPr>
            <a:spLocks noChangeArrowheads="1"/>
          </p:cNvSpPr>
          <p:nvPr/>
        </p:nvSpPr>
        <p:spPr bwMode="auto">
          <a:xfrm>
            <a:off x="7213854" y="412046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26" name="Rectangle 4"/>
          <p:cNvSpPr>
            <a:spLocks noChangeArrowheads="1"/>
          </p:cNvSpPr>
          <p:nvPr/>
        </p:nvSpPr>
        <p:spPr bwMode="auto">
          <a:xfrm>
            <a:off x="878255" y="412046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27" name="Rectangle 4"/>
          <p:cNvSpPr>
            <a:spLocks noChangeArrowheads="1"/>
          </p:cNvSpPr>
          <p:nvPr/>
        </p:nvSpPr>
        <p:spPr bwMode="auto">
          <a:xfrm>
            <a:off x="7213854" y="495374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28" name="Rectangle 4"/>
          <p:cNvSpPr>
            <a:spLocks noChangeArrowheads="1"/>
          </p:cNvSpPr>
          <p:nvPr/>
        </p:nvSpPr>
        <p:spPr bwMode="auto">
          <a:xfrm>
            <a:off x="878255" y="495374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29" name="Rectangle 4"/>
          <p:cNvSpPr>
            <a:spLocks noChangeArrowheads="1"/>
          </p:cNvSpPr>
          <p:nvPr/>
        </p:nvSpPr>
        <p:spPr bwMode="auto">
          <a:xfrm>
            <a:off x="7213854" y="119367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30" name="Rectangle 4"/>
          <p:cNvSpPr>
            <a:spLocks noChangeArrowheads="1"/>
          </p:cNvSpPr>
          <p:nvPr/>
        </p:nvSpPr>
        <p:spPr bwMode="auto">
          <a:xfrm>
            <a:off x="878255" y="119367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31" name="Rectangle 4"/>
          <p:cNvSpPr>
            <a:spLocks noChangeArrowheads="1"/>
          </p:cNvSpPr>
          <p:nvPr/>
        </p:nvSpPr>
        <p:spPr bwMode="auto">
          <a:xfrm>
            <a:off x="7213854" y="333004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32" name="Rectangle 4"/>
          <p:cNvSpPr>
            <a:spLocks noChangeArrowheads="1"/>
          </p:cNvSpPr>
          <p:nvPr/>
        </p:nvSpPr>
        <p:spPr bwMode="auto">
          <a:xfrm>
            <a:off x="878255" y="333004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33" name="Rectangle 4"/>
          <p:cNvSpPr>
            <a:spLocks noChangeArrowheads="1"/>
          </p:cNvSpPr>
          <p:nvPr/>
        </p:nvSpPr>
        <p:spPr bwMode="auto">
          <a:xfrm>
            <a:off x="7213854" y="729329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34" name="Rectangle 4"/>
          <p:cNvSpPr>
            <a:spLocks noChangeArrowheads="1"/>
          </p:cNvSpPr>
          <p:nvPr/>
        </p:nvSpPr>
        <p:spPr bwMode="auto">
          <a:xfrm>
            <a:off x="878255" y="729329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35" name="Rectangle 4"/>
          <p:cNvSpPr>
            <a:spLocks noChangeArrowheads="1"/>
          </p:cNvSpPr>
          <p:nvPr/>
        </p:nvSpPr>
        <p:spPr bwMode="auto">
          <a:xfrm>
            <a:off x="466725" y="917498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6136" name="Rectangle 4"/>
          <p:cNvSpPr>
            <a:spLocks noChangeArrowheads="1"/>
          </p:cNvSpPr>
          <p:nvPr/>
        </p:nvSpPr>
        <p:spPr bwMode="auto">
          <a:xfrm>
            <a:off x="7213854" y="606479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37" name="Rectangle 4"/>
          <p:cNvSpPr>
            <a:spLocks noChangeArrowheads="1"/>
          </p:cNvSpPr>
          <p:nvPr/>
        </p:nvSpPr>
        <p:spPr bwMode="auto">
          <a:xfrm>
            <a:off x="878255" y="606479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38" name="Rectangle 4"/>
          <p:cNvSpPr>
            <a:spLocks noChangeArrowheads="1"/>
          </p:cNvSpPr>
          <p:nvPr/>
        </p:nvSpPr>
        <p:spPr bwMode="auto">
          <a:xfrm>
            <a:off x="7213854" y="52315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39" name="Rectangle 4"/>
          <p:cNvSpPr>
            <a:spLocks noChangeArrowheads="1"/>
          </p:cNvSpPr>
          <p:nvPr/>
        </p:nvSpPr>
        <p:spPr bwMode="auto">
          <a:xfrm>
            <a:off x="878255" y="523151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0" name="Rectangle 4"/>
          <p:cNvSpPr>
            <a:spLocks noChangeArrowheads="1"/>
          </p:cNvSpPr>
          <p:nvPr/>
        </p:nvSpPr>
        <p:spPr bwMode="auto">
          <a:xfrm>
            <a:off x="7213854" y="439822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1" name="Rectangle 4"/>
          <p:cNvSpPr>
            <a:spLocks noChangeArrowheads="1"/>
          </p:cNvSpPr>
          <p:nvPr/>
        </p:nvSpPr>
        <p:spPr bwMode="auto">
          <a:xfrm>
            <a:off x="878255" y="439822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2" name="Rectangle 4"/>
          <p:cNvSpPr>
            <a:spLocks noChangeArrowheads="1"/>
          </p:cNvSpPr>
          <p:nvPr/>
        </p:nvSpPr>
        <p:spPr bwMode="auto">
          <a:xfrm>
            <a:off x="469900" y="7298055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3" name="Rectangle 4"/>
          <p:cNvSpPr>
            <a:spLocks noChangeArrowheads="1"/>
          </p:cNvSpPr>
          <p:nvPr/>
        </p:nvSpPr>
        <p:spPr bwMode="auto">
          <a:xfrm>
            <a:off x="7213854" y="372525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" name="Rectangle 4"/>
          <p:cNvSpPr>
            <a:spLocks noChangeArrowheads="1"/>
          </p:cNvSpPr>
          <p:nvPr/>
        </p:nvSpPr>
        <p:spPr bwMode="auto">
          <a:xfrm>
            <a:off x="878255" y="372525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5" name="Rectangle 4"/>
          <p:cNvSpPr>
            <a:spLocks noChangeArrowheads="1"/>
          </p:cNvSpPr>
          <p:nvPr/>
        </p:nvSpPr>
        <p:spPr bwMode="auto">
          <a:xfrm>
            <a:off x="7213854" y="305228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6" name="Rectangle 4"/>
          <p:cNvSpPr>
            <a:spLocks noChangeArrowheads="1"/>
          </p:cNvSpPr>
          <p:nvPr/>
        </p:nvSpPr>
        <p:spPr bwMode="auto">
          <a:xfrm>
            <a:off x="878255" y="305228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Rectangle 4"/>
          <p:cNvSpPr>
            <a:spLocks noChangeArrowheads="1"/>
          </p:cNvSpPr>
          <p:nvPr/>
        </p:nvSpPr>
        <p:spPr bwMode="auto">
          <a:xfrm>
            <a:off x="7213854" y="634255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878255" y="634255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7213854" y="550927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50" name="Rectangle 4"/>
          <p:cNvSpPr>
            <a:spLocks noChangeArrowheads="1"/>
          </p:cNvSpPr>
          <p:nvPr/>
        </p:nvSpPr>
        <p:spPr bwMode="auto">
          <a:xfrm>
            <a:off x="878255" y="550927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51" name="Rectangle 4"/>
          <p:cNvSpPr>
            <a:spLocks noChangeArrowheads="1"/>
          </p:cNvSpPr>
          <p:nvPr/>
        </p:nvSpPr>
        <p:spPr bwMode="auto">
          <a:xfrm>
            <a:off x="7213854" y="713298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52" name="Rectangle 4"/>
          <p:cNvSpPr>
            <a:spLocks noChangeArrowheads="1"/>
          </p:cNvSpPr>
          <p:nvPr/>
        </p:nvSpPr>
        <p:spPr bwMode="auto">
          <a:xfrm>
            <a:off x="878255" y="713298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53" name="Rectangle 4"/>
          <p:cNvSpPr>
            <a:spLocks noChangeArrowheads="1"/>
          </p:cNvSpPr>
          <p:nvPr/>
        </p:nvSpPr>
        <p:spPr bwMode="auto">
          <a:xfrm>
            <a:off x="7213854" y="467598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54" name="Rectangle 4"/>
          <p:cNvSpPr>
            <a:spLocks noChangeArrowheads="1"/>
          </p:cNvSpPr>
          <p:nvPr/>
        </p:nvSpPr>
        <p:spPr bwMode="auto">
          <a:xfrm>
            <a:off x="878255" y="467598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55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56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7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158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6159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6160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161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6162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6163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6164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165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6166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6167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168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6169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6170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171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6172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173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6174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175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6176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6177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178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6179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6180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181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6182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6183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184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6185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186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6187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188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6189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6190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30279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191" name="TextBox 3"/>
          <p:cNvSpPr txBox="1"/>
          <p:nvPr/>
        </p:nvSpPr>
        <p:spPr>
          <a:xfrm>
            <a:off x="422275" y="895045"/>
            <a:ext cx="47701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</a:t>
            </a:r>
            <a:endParaRPr lang="en-US" dirty="0"/>
          </a:p>
        </p:txBody>
      </p:sp>
      <p:sp>
        <p:nvSpPr>
          <p:cNvPr id="6192" name="TextBox 3"/>
          <p:cNvSpPr txBox="1"/>
          <p:nvPr/>
        </p:nvSpPr>
        <p:spPr>
          <a:xfrm>
            <a:off x="422275" y="1012494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6193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194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195" name="TextBox 3"/>
          <p:cNvSpPr txBox="1"/>
          <p:nvPr/>
        </p:nvSpPr>
        <p:spPr>
          <a:xfrm>
            <a:off x="1314958" y="891870"/>
            <a:ext cx="63500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Chemistry</a:t>
            </a:r>
            <a:endParaRPr lang="en-US" dirty="0"/>
          </a:p>
        </p:txBody>
      </p:sp>
      <p:sp>
        <p:nvSpPr>
          <p:cNvPr id="6196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197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198" name="TextBox 3"/>
          <p:cNvSpPr txBox="1"/>
          <p:nvPr/>
        </p:nvSpPr>
        <p:spPr>
          <a:xfrm>
            <a:off x="2571902" y="891870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6199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00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01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02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03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04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05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06" name="Rectangle 4"/>
          <p:cNvSpPr>
            <a:spLocks noChangeArrowheads="1"/>
          </p:cNvSpPr>
          <p:nvPr/>
        </p:nvSpPr>
        <p:spPr bwMode="auto">
          <a:xfrm>
            <a:off x="878255" y="1080985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07" name="TextBox 3"/>
          <p:cNvSpPr txBox="1"/>
          <p:nvPr/>
        </p:nvSpPr>
        <p:spPr>
          <a:xfrm>
            <a:off x="827455" y="105218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8470415</a:t>
            </a:r>
            <a:endParaRPr lang="en-US" dirty="0"/>
          </a:p>
        </p:txBody>
      </p:sp>
      <p:sp>
        <p:nvSpPr>
          <p:cNvPr id="6208" name="Rectangle 4"/>
          <p:cNvSpPr>
            <a:spLocks noChangeArrowheads="1"/>
          </p:cNvSpPr>
          <p:nvPr/>
        </p:nvSpPr>
        <p:spPr bwMode="auto">
          <a:xfrm>
            <a:off x="1365758" y="1080985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09" name="TextBox 3"/>
          <p:cNvSpPr txBox="1"/>
          <p:nvPr/>
        </p:nvSpPr>
        <p:spPr>
          <a:xfrm>
            <a:off x="1314958" y="1052182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6210" name="TextBox 3"/>
          <p:cNvSpPr txBox="1"/>
          <p:nvPr/>
        </p:nvSpPr>
        <p:spPr>
          <a:xfrm>
            <a:off x="1314958" y="1169631"/>
            <a:ext cx="63500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Chemistry</a:t>
            </a:r>
            <a:endParaRPr lang="en-US" dirty="0"/>
          </a:p>
        </p:txBody>
      </p:sp>
      <p:sp>
        <p:nvSpPr>
          <p:cNvPr id="6211" name="Rectangle 4"/>
          <p:cNvSpPr>
            <a:spLocks noChangeArrowheads="1"/>
          </p:cNvSpPr>
          <p:nvPr/>
        </p:nvSpPr>
        <p:spPr bwMode="auto">
          <a:xfrm>
            <a:off x="2163546" y="1080985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12" name="TextBox 3"/>
          <p:cNvSpPr txBox="1"/>
          <p:nvPr/>
        </p:nvSpPr>
        <p:spPr>
          <a:xfrm>
            <a:off x="2112746" y="105218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6213" name="Rectangle 4"/>
          <p:cNvSpPr>
            <a:spLocks noChangeArrowheads="1"/>
          </p:cNvSpPr>
          <p:nvPr/>
        </p:nvSpPr>
        <p:spPr bwMode="auto">
          <a:xfrm>
            <a:off x="2622702" y="1080985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14" name="TextBox 3"/>
          <p:cNvSpPr txBox="1"/>
          <p:nvPr/>
        </p:nvSpPr>
        <p:spPr>
          <a:xfrm>
            <a:off x="2571902" y="1052182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6215" name="Rectangle 4"/>
          <p:cNvSpPr>
            <a:spLocks noChangeArrowheads="1"/>
          </p:cNvSpPr>
          <p:nvPr/>
        </p:nvSpPr>
        <p:spPr bwMode="auto">
          <a:xfrm>
            <a:off x="3680282" y="1080985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16" name="TextBox 3"/>
          <p:cNvSpPr txBox="1"/>
          <p:nvPr/>
        </p:nvSpPr>
        <p:spPr>
          <a:xfrm>
            <a:off x="3629482" y="105218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847.8470415.1.412546.000000.847001.100178</a:t>
            </a:r>
            <a:endParaRPr lang="en-US" dirty="0"/>
          </a:p>
        </p:txBody>
      </p:sp>
      <p:sp>
        <p:nvSpPr>
          <p:cNvPr id="6217" name="Rectangle 4"/>
          <p:cNvSpPr>
            <a:spLocks noChangeArrowheads="1"/>
          </p:cNvSpPr>
          <p:nvPr/>
        </p:nvSpPr>
        <p:spPr bwMode="auto">
          <a:xfrm>
            <a:off x="5918962" y="108098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18" name="TextBox 3"/>
          <p:cNvSpPr txBox="1"/>
          <p:nvPr/>
        </p:nvSpPr>
        <p:spPr>
          <a:xfrm>
            <a:off x="6128715" y="105218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16,427</a:t>
            </a:r>
            <a:endParaRPr lang="en-US" dirty="0"/>
          </a:p>
        </p:txBody>
      </p:sp>
      <p:sp>
        <p:nvSpPr>
          <p:cNvPr id="6219" name="Rectangle 4"/>
          <p:cNvSpPr>
            <a:spLocks noChangeArrowheads="1"/>
          </p:cNvSpPr>
          <p:nvPr/>
        </p:nvSpPr>
        <p:spPr bwMode="auto">
          <a:xfrm>
            <a:off x="6566408" y="108098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20" name="TextBox 3"/>
          <p:cNvSpPr txBox="1"/>
          <p:nvPr/>
        </p:nvSpPr>
        <p:spPr>
          <a:xfrm>
            <a:off x="6776161" y="105218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16,427</a:t>
            </a:r>
            <a:endParaRPr lang="en-US" dirty="0"/>
          </a:p>
        </p:txBody>
      </p:sp>
      <p:sp>
        <p:nvSpPr>
          <p:cNvPr id="6221" name="Rectangle 4"/>
          <p:cNvSpPr>
            <a:spLocks noChangeArrowheads="1"/>
          </p:cNvSpPr>
          <p:nvPr/>
        </p:nvSpPr>
        <p:spPr bwMode="auto">
          <a:xfrm>
            <a:off x="7213854" y="108098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22" name="TextBox 3"/>
          <p:cNvSpPr txBox="1"/>
          <p:nvPr/>
        </p:nvSpPr>
        <p:spPr>
          <a:xfrm>
            <a:off x="7423607" y="105218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16,356</a:t>
            </a:r>
            <a:endParaRPr lang="en-US" dirty="0"/>
          </a:p>
        </p:txBody>
      </p:sp>
      <p:sp>
        <p:nvSpPr>
          <p:cNvPr id="6223" name="Rectangle 4"/>
          <p:cNvSpPr>
            <a:spLocks noChangeArrowheads="1"/>
          </p:cNvSpPr>
          <p:nvPr/>
        </p:nvSpPr>
        <p:spPr bwMode="auto">
          <a:xfrm>
            <a:off x="7861300" y="1080985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24" name="Rectangle 4"/>
          <p:cNvSpPr>
            <a:spLocks noChangeArrowheads="1"/>
          </p:cNvSpPr>
          <p:nvPr/>
        </p:nvSpPr>
        <p:spPr bwMode="auto">
          <a:xfrm>
            <a:off x="8094497" y="1080985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25" name="Rectangle 4"/>
          <p:cNvSpPr>
            <a:spLocks noChangeArrowheads="1"/>
          </p:cNvSpPr>
          <p:nvPr/>
        </p:nvSpPr>
        <p:spPr bwMode="auto">
          <a:xfrm>
            <a:off x="8333384" y="1080985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26" name="TextBox 3"/>
          <p:cNvSpPr txBox="1"/>
          <p:nvPr/>
        </p:nvSpPr>
        <p:spPr>
          <a:xfrm>
            <a:off x="8594496" y="1052182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71</a:t>
            </a:r>
            <a:endParaRPr lang="en-US" dirty="0"/>
          </a:p>
        </p:txBody>
      </p:sp>
      <p:sp>
        <p:nvSpPr>
          <p:cNvPr id="6227" name="Rectangle 4"/>
          <p:cNvSpPr>
            <a:spLocks noChangeArrowheads="1"/>
          </p:cNvSpPr>
          <p:nvPr/>
        </p:nvSpPr>
        <p:spPr bwMode="auto">
          <a:xfrm>
            <a:off x="878255" y="1358747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28" name="TextBox 3"/>
          <p:cNvSpPr txBox="1"/>
          <p:nvPr/>
        </p:nvSpPr>
        <p:spPr>
          <a:xfrm>
            <a:off x="827455" y="132994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8470415</a:t>
            </a:r>
            <a:endParaRPr lang="en-US" dirty="0"/>
          </a:p>
        </p:txBody>
      </p:sp>
      <p:sp>
        <p:nvSpPr>
          <p:cNvPr id="6229" name="Rectangle 4"/>
          <p:cNvSpPr>
            <a:spLocks noChangeArrowheads="1"/>
          </p:cNvSpPr>
          <p:nvPr/>
        </p:nvSpPr>
        <p:spPr bwMode="auto">
          <a:xfrm>
            <a:off x="1365758" y="1358747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30" name="TextBox 3"/>
          <p:cNvSpPr txBox="1"/>
          <p:nvPr/>
        </p:nvSpPr>
        <p:spPr>
          <a:xfrm>
            <a:off x="1314958" y="132994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6231" name="TextBox 3"/>
          <p:cNvSpPr txBox="1"/>
          <p:nvPr/>
        </p:nvSpPr>
        <p:spPr>
          <a:xfrm>
            <a:off x="1314958" y="1447393"/>
            <a:ext cx="63500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Chemistry</a:t>
            </a:r>
            <a:endParaRPr lang="en-US" dirty="0"/>
          </a:p>
        </p:txBody>
      </p:sp>
      <p:sp>
        <p:nvSpPr>
          <p:cNvPr id="6232" name="Rectangle 4"/>
          <p:cNvSpPr>
            <a:spLocks noChangeArrowheads="1"/>
          </p:cNvSpPr>
          <p:nvPr/>
        </p:nvSpPr>
        <p:spPr bwMode="auto">
          <a:xfrm>
            <a:off x="2163546" y="1358747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33" name="TextBox 3"/>
          <p:cNvSpPr txBox="1"/>
          <p:nvPr/>
        </p:nvSpPr>
        <p:spPr>
          <a:xfrm>
            <a:off x="2112746" y="132994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6234" name="Rectangle 4"/>
          <p:cNvSpPr>
            <a:spLocks noChangeArrowheads="1"/>
          </p:cNvSpPr>
          <p:nvPr/>
        </p:nvSpPr>
        <p:spPr bwMode="auto">
          <a:xfrm>
            <a:off x="2622702" y="1358747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35" name="TextBox 3"/>
          <p:cNvSpPr txBox="1"/>
          <p:nvPr/>
        </p:nvSpPr>
        <p:spPr>
          <a:xfrm>
            <a:off x="2571902" y="1329944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6236" name="TextBox 3"/>
          <p:cNvSpPr txBox="1"/>
          <p:nvPr/>
        </p:nvSpPr>
        <p:spPr>
          <a:xfrm>
            <a:off x="2571902" y="1447393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6237" name="Rectangle 4"/>
          <p:cNvSpPr>
            <a:spLocks noChangeArrowheads="1"/>
          </p:cNvSpPr>
          <p:nvPr/>
        </p:nvSpPr>
        <p:spPr bwMode="auto">
          <a:xfrm>
            <a:off x="3680282" y="1358747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38" name="TextBox 3"/>
          <p:cNvSpPr txBox="1"/>
          <p:nvPr/>
        </p:nvSpPr>
        <p:spPr>
          <a:xfrm>
            <a:off x="3629482" y="132994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847.8470415.1.415110.000000.847001.100178</a:t>
            </a:r>
            <a:endParaRPr lang="en-US" dirty="0"/>
          </a:p>
        </p:txBody>
      </p:sp>
      <p:sp>
        <p:nvSpPr>
          <p:cNvPr id="6239" name="Rectangle 4"/>
          <p:cNvSpPr>
            <a:spLocks noChangeArrowheads="1"/>
          </p:cNvSpPr>
          <p:nvPr/>
        </p:nvSpPr>
        <p:spPr bwMode="auto">
          <a:xfrm>
            <a:off x="5918962" y="135874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40" name="TextBox 3"/>
          <p:cNvSpPr txBox="1"/>
          <p:nvPr/>
        </p:nvSpPr>
        <p:spPr>
          <a:xfrm>
            <a:off x="6128715" y="132994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72,441</a:t>
            </a:r>
            <a:endParaRPr lang="en-US" dirty="0"/>
          </a:p>
        </p:txBody>
      </p:sp>
      <p:sp>
        <p:nvSpPr>
          <p:cNvPr id="6241" name="Rectangle 4"/>
          <p:cNvSpPr>
            <a:spLocks noChangeArrowheads="1"/>
          </p:cNvSpPr>
          <p:nvPr/>
        </p:nvSpPr>
        <p:spPr bwMode="auto">
          <a:xfrm>
            <a:off x="6566408" y="135874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42" name="TextBox 3"/>
          <p:cNvSpPr txBox="1"/>
          <p:nvPr/>
        </p:nvSpPr>
        <p:spPr>
          <a:xfrm>
            <a:off x="6776161" y="132994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72,441</a:t>
            </a:r>
            <a:endParaRPr lang="en-US" dirty="0"/>
          </a:p>
        </p:txBody>
      </p:sp>
      <p:sp>
        <p:nvSpPr>
          <p:cNvPr id="6243" name="Rectangle 4"/>
          <p:cNvSpPr>
            <a:spLocks noChangeArrowheads="1"/>
          </p:cNvSpPr>
          <p:nvPr/>
        </p:nvSpPr>
        <p:spPr bwMode="auto">
          <a:xfrm>
            <a:off x="7213854" y="135874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44" name="TextBox 3"/>
          <p:cNvSpPr txBox="1"/>
          <p:nvPr/>
        </p:nvSpPr>
        <p:spPr>
          <a:xfrm>
            <a:off x="7423607" y="132994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72,130</a:t>
            </a:r>
            <a:endParaRPr lang="en-US" dirty="0"/>
          </a:p>
        </p:txBody>
      </p:sp>
      <p:sp>
        <p:nvSpPr>
          <p:cNvPr id="6245" name="Rectangle 4"/>
          <p:cNvSpPr>
            <a:spLocks noChangeArrowheads="1"/>
          </p:cNvSpPr>
          <p:nvPr/>
        </p:nvSpPr>
        <p:spPr bwMode="auto">
          <a:xfrm>
            <a:off x="7861300" y="1358747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46" name="Rectangle 4"/>
          <p:cNvSpPr>
            <a:spLocks noChangeArrowheads="1"/>
          </p:cNvSpPr>
          <p:nvPr/>
        </p:nvSpPr>
        <p:spPr bwMode="auto">
          <a:xfrm>
            <a:off x="8094497" y="1358747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47" name="Rectangle 4"/>
          <p:cNvSpPr>
            <a:spLocks noChangeArrowheads="1"/>
          </p:cNvSpPr>
          <p:nvPr/>
        </p:nvSpPr>
        <p:spPr bwMode="auto">
          <a:xfrm>
            <a:off x="8333384" y="1358747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48" name="TextBox 3"/>
          <p:cNvSpPr txBox="1"/>
          <p:nvPr/>
        </p:nvSpPr>
        <p:spPr>
          <a:xfrm>
            <a:off x="8538006" y="1329944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311</a:t>
            </a:r>
            <a:endParaRPr lang="en-US" dirty="0"/>
          </a:p>
        </p:txBody>
      </p:sp>
      <p:sp>
        <p:nvSpPr>
          <p:cNvPr id="6249" name="Rectangle 4"/>
          <p:cNvSpPr>
            <a:spLocks noChangeArrowheads="1"/>
          </p:cNvSpPr>
          <p:nvPr/>
        </p:nvSpPr>
        <p:spPr bwMode="auto">
          <a:xfrm>
            <a:off x="878255" y="1636509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50" name="TextBox 3"/>
          <p:cNvSpPr txBox="1"/>
          <p:nvPr/>
        </p:nvSpPr>
        <p:spPr>
          <a:xfrm>
            <a:off x="827455" y="160770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8470415</a:t>
            </a:r>
            <a:endParaRPr lang="en-US" dirty="0"/>
          </a:p>
        </p:txBody>
      </p:sp>
      <p:sp>
        <p:nvSpPr>
          <p:cNvPr id="6251" name="Rectangle 4"/>
          <p:cNvSpPr>
            <a:spLocks noChangeArrowheads="1"/>
          </p:cNvSpPr>
          <p:nvPr/>
        </p:nvSpPr>
        <p:spPr bwMode="auto">
          <a:xfrm>
            <a:off x="1365758" y="1636509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52" name="TextBox 3"/>
          <p:cNvSpPr txBox="1"/>
          <p:nvPr/>
        </p:nvSpPr>
        <p:spPr>
          <a:xfrm>
            <a:off x="1314958" y="160770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6253" name="TextBox 3"/>
          <p:cNvSpPr txBox="1"/>
          <p:nvPr/>
        </p:nvSpPr>
        <p:spPr>
          <a:xfrm>
            <a:off x="1314958" y="1725155"/>
            <a:ext cx="63500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Chemistry</a:t>
            </a:r>
            <a:endParaRPr lang="en-US" dirty="0"/>
          </a:p>
        </p:txBody>
      </p:sp>
      <p:sp>
        <p:nvSpPr>
          <p:cNvPr id="6254" name="Rectangle 4"/>
          <p:cNvSpPr>
            <a:spLocks noChangeArrowheads="1"/>
          </p:cNvSpPr>
          <p:nvPr/>
        </p:nvSpPr>
        <p:spPr bwMode="auto">
          <a:xfrm>
            <a:off x="2163546" y="1636509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55" name="TextBox 3"/>
          <p:cNvSpPr txBox="1"/>
          <p:nvPr/>
        </p:nvSpPr>
        <p:spPr>
          <a:xfrm>
            <a:off x="2112746" y="160770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6256" name="Rectangle 4"/>
          <p:cNvSpPr>
            <a:spLocks noChangeArrowheads="1"/>
          </p:cNvSpPr>
          <p:nvPr/>
        </p:nvSpPr>
        <p:spPr bwMode="auto">
          <a:xfrm>
            <a:off x="2622702" y="1636509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57" name="TextBox 3"/>
          <p:cNvSpPr txBox="1"/>
          <p:nvPr/>
        </p:nvSpPr>
        <p:spPr>
          <a:xfrm>
            <a:off x="2571902" y="1607705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6258" name="TextBox 3"/>
          <p:cNvSpPr txBox="1"/>
          <p:nvPr/>
        </p:nvSpPr>
        <p:spPr>
          <a:xfrm>
            <a:off x="2571902" y="1725155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6259" name="Rectangle 4"/>
          <p:cNvSpPr>
            <a:spLocks noChangeArrowheads="1"/>
          </p:cNvSpPr>
          <p:nvPr/>
        </p:nvSpPr>
        <p:spPr bwMode="auto">
          <a:xfrm>
            <a:off x="3680282" y="1636509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60" name="TextBox 3"/>
          <p:cNvSpPr txBox="1"/>
          <p:nvPr/>
        </p:nvSpPr>
        <p:spPr>
          <a:xfrm>
            <a:off x="3629482" y="160770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847.8470415.1.416110.000000.847001.100178</a:t>
            </a:r>
            <a:endParaRPr lang="en-US" dirty="0"/>
          </a:p>
        </p:txBody>
      </p:sp>
      <p:sp>
        <p:nvSpPr>
          <p:cNvPr id="6261" name="Rectangle 4"/>
          <p:cNvSpPr>
            <a:spLocks noChangeArrowheads="1"/>
          </p:cNvSpPr>
          <p:nvPr/>
        </p:nvSpPr>
        <p:spPr bwMode="auto">
          <a:xfrm>
            <a:off x="5918962" y="163650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62" name="TextBox 3"/>
          <p:cNvSpPr txBox="1"/>
          <p:nvPr/>
        </p:nvSpPr>
        <p:spPr>
          <a:xfrm>
            <a:off x="6382918" y="160770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6263" name="Rectangle 4"/>
          <p:cNvSpPr>
            <a:spLocks noChangeArrowheads="1"/>
          </p:cNvSpPr>
          <p:nvPr/>
        </p:nvSpPr>
        <p:spPr bwMode="auto">
          <a:xfrm>
            <a:off x="6566408" y="163650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64" name="TextBox 3"/>
          <p:cNvSpPr txBox="1"/>
          <p:nvPr/>
        </p:nvSpPr>
        <p:spPr>
          <a:xfrm>
            <a:off x="6719671" y="160770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459,210</a:t>
            </a:r>
            <a:endParaRPr lang="en-US" dirty="0"/>
          </a:p>
        </p:txBody>
      </p:sp>
      <p:sp>
        <p:nvSpPr>
          <p:cNvPr id="6265" name="Rectangle 4"/>
          <p:cNvSpPr>
            <a:spLocks noChangeArrowheads="1"/>
          </p:cNvSpPr>
          <p:nvPr/>
        </p:nvSpPr>
        <p:spPr bwMode="auto">
          <a:xfrm>
            <a:off x="7213854" y="163650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66" name="TextBox 3"/>
          <p:cNvSpPr txBox="1"/>
          <p:nvPr/>
        </p:nvSpPr>
        <p:spPr>
          <a:xfrm>
            <a:off x="7367118" y="160770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459,202</a:t>
            </a:r>
            <a:endParaRPr lang="en-US" dirty="0"/>
          </a:p>
        </p:txBody>
      </p:sp>
      <p:sp>
        <p:nvSpPr>
          <p:cNvPr id="6267" name="Rectangle 4"/>
          <p:cNvSpPr>
            <a:spLocks noChangeArrowheads="1"/>
          </p:cNvSpPr>
          <p:nvPr/>
        </p:nvSpPr>
        <p:spPr bwMode="auto">
          <a:xfrm>
            <a:off x="7861300" y="1636509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68" name="Rectangle 4"/>
          <p:cNvSpPr>
            <a:spLocks noChangeArrowheads="1"/>
          </p:cNvSpPr>
          <p:nvPr/>
        </p:nvSpPr>
        <p:spPr bwMode="auto">
          <a:xfrm>
            <a:off x="8094497" y="1636509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69" name="Rectangle 4"/>
          <p:cNvSpPr>
            <a:spLocks noChangeArrowheads="1"/>
          </p:cNvSpPr>
          <p:nvPr/>
        </p:nvSpPr>
        <p:spPr bwMode="auto">
          <a:xfrm>
            <a:off x="8333384" y="1636509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70" name="TextBox 3"/>
          <p:cNvSpPr txBox="1"/>
          <p:nvPr/>
        </p:nvSpPr>
        <p:spPr>
          <a:xfrm>
            <a:off x="8650986" y="160770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</a:t>
            </a:r>
            <a:endParaRPr lang="en-US" dirty="0"/>
          </a:p>
        </p:txBody>
      </p:sp>
      <p:sp>
        <p:nvSpPr>
          <p:cNvPr id="6271" name="Rectangle 4"/>
          <p:cNvSpPr>
            <a:spLocks noChangeArrowheads="1"/>
          </p:cNvSpPr>
          <p:nvPr/>
        </p:nvSpPr>
        <p:spPr bwMode="auto">
          <a:xfrm>
            <a:off x="878255" y="1914271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72" name="TextBox 3"/>
          <p:cNvSpPr txBox="1"/>
          <p:nvPr/>
        </p:nvSpPr>
        <p:spPr>
          <a:xfrm>
            <a:off x="827455" y="188546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8470415</a:t>
            </a:r>
            <a:endParaRPr lang="en-US" dirty="0"/>
          </a:p>
        </p:txBody>
      </p:sp>
      <p:sp>
        <p:nvSpPr>
          <p:cNvPr id="6273" name="Rectangle 4"/>
          <p:cNvSpPr>
            <a:spLocks noChangeArrowheads="1"/>
          </p:cNvSpPr>
          <p:nvPr/>
        </p:nvSpPr>
        <p:spPr bwMode="auto">
          <a:xfrm>
            <a:off x="1365758" y="1914271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74" name="TextBox 3"/>
          <p:cNvSpPr txBox="1"/>
          <p:nvPr/>
        </p:nvSpPr>
        <p:spPr>
          <a:xfrm>
            <a:off x="1314958" y="1885467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6275" name="TextBox 3"/>
          <p:cNvSpPr txBox="1"/>
          <p:nvPr/>
        </p:nvSpPr>
        <p:spPr>
          <a:xfrm>
            <a:off x="1314958" y="2002917"/>
            <a:ext cx="63500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Chemistry</a:t>
            </a:r>
            <a:endParaRPr lang="en-US" dirty="0"/>
          </a:p>
        </p:txBody>
      </p:sp>
      <p:sp>
        <p:nvSpPr>
          <p:cNvPr id="6276" name="Rectangle 4"/>
          <p:cNvSpPr>
            <a:spLocks noChangeArrowheads="1"/>
          </p:cNvSpPr>
          <p:nvPr/>
        </p:nvSpPr>
        <p:spPr bwMode="auto">
          <a:xfrm>
            <a:off x="2163546" y="1914271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77" name="TextBox 3"/>
          <p:cNvSpPr txBox="1"/>
          <p:nvPr/>
        </p:nvSpPr>
        <p:spPr>
          <a:xfrm>
            <a:off x="2112746" y="188546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6278" name="Rectangle 4"/>
          <p:cNvSpPr>
            <a:spLocks noChangeArrowheads="1"/>
          </p:cNvSpPr>
          <p:nvPr/>
        </p:nvSpPr>
        <p:spPr bwMode="auto">
          <a:xfrm>
            <a:off x="2622702" y="1914271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79" name="TextBox 3"/>
          <p:cNvSpPr txBox="1"/>
          <p:nvPr/>
        </p:nvSpPr>
        <p:spPr>
          <a:xfrm>
            <a:off x="2571902" y="1885467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6280" name="TextBox 3"/>
          <p:cNvSpPr txBox="1"/>
          <p:nvPr/>
        </p:nvSpPr>
        <p:spPr>
          <a:xfrm>
            <a:off x="2571902" y="2002917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6281" name="Rectangle 4"/>
          <p:cNvSpPr>
            <a:spLocks noChangeArrowheads="1"/>
          </p:cNvSpPr>
          <p:nvPr/>
        </p:nvSpPr>
        <p:spPr bwMode="auto">
          <a:xfrm>
            <a:off x="3680282" y="1914271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82" name="TextBox 3"/>
          <p:cNvSpPr txBox="1"/>
          <p:nvPr/>
        </p:nvSpPr>
        <p:spPr>
          <a:xfrm>
            <a:off x="3629482" y="188546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847.8470415.1.416310.000000.847001.100178</a:t>
            </a:r>
            <a:endParaRPr lang="en-US" dirty="0"/>
          </a:p>
        </p:txBody>
      </p:sp>
      <p:sp>
        <p:nvSpPr>
          <p:cNvPr id="6283" name="Rectangle 4"/>
          <p:cNvSpPr>
            <a:spLocks noChangeArrowheads="1"/>
          </p:cNvSpPr>
          <p:nvPr/>
        </p:nvSpPr>
        <p:spPr bwMode="auto">
          <a:xfrm>
            <a:off x="5918962" y="191427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84" name="TextBox 3"/>
          <p:cNvSpPr txBox="1"/>
          <p:nvPr/>
        </p:nvSpPr>
        <p:spPr>
          <a:xfrm>
            <a:off x="6072225" y="188546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548,111</a:t>
            </a:r>
            <a:endParaRPr lang="en-US" dirty="0"/>
          </a:p>
        </p:txBody>
      </p:sp>
      <p:sp>
        <p:nvSpPr>
          <p:cNvPr id="6285" name="Rectangle 4"/>
          <p:cNvSpPr>
            <a:spLocks noChangeArrowheads="1"/>
          </p:cNvSpPr>
          <p:nvPr/>
        </p:nvSpPr>
        <p:spPr bwMode="auto">
          <a:xfrm>
            <a:off x="6566408" y="191427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86" name="TextBox 3"/>
          <p:cNvSpPr txBox="1"/>
          <p:nvPr/>
        </p:nvSpPr>
        <p:spPr>
          <a:xfrm>
            <a:off x="6719671" y="188546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366,331</a:t>
            </a:r>
            <a:endParaRPr lang="en-US" dirty="0"/>
          </a:p>
        </p:txBody>
      </p:sp>
      <p:sp>
        <p:nvSpPr>
          <p:cNvPr id="6287" name="Rectangle 4"/>
          <p:cNvSpPr>
            <a:spLocks noChangeArrowheads="1"/>
          </p:cNvSpPr>
          <p:nvPr/>
        </p:nvSpPr>
        <p:spPr bwMode="auto">
          <a:xfrm>
            <a:off x="7213854" y="191427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88" name="TextBox 3"/>
          <p:cNvSpPr txBox="1"/>
          <p:nvPr/>
        </p:nvSpPr>
        <p:spPr>
          <a:xfrm>
            <a:off x="7367118" y="188546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366,326</a:t>
            </a:r>
            <a:endParaRPr lang="en-US" dirty="0"/>
          </a:p>
        </p:txBody>
      </p:sp>
      <p:sp>
        <p:nvSpPr>
          <p:cNvPr id="6289" name="Rectangle 4"/>
          <p:cNvSpPr>
            <a:spLocks noChangeArrowheads="1"/>
          </p:cNvSpPr>
          <p:nvPr/>
        </p:nvSpPr>
        <p:spPr bwMode="auto">
          <a:xfrm>
            <a:off x="7861300" y="1914271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90" name="Rectangle 4"/>
          <p:cNvSpPr>
            <a:spLocks noChangeArrowheads="1"/>
          </p:cNvSpPr>
          <p:nvPr/>
        </p:nvSpPr>
        <p:spPr bwMode="auto">
          <a:xfrm>
            <a:off x="8094497" y="1914271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91" name="Rectangle 4"/>
          <p:cNvSpPr>
            <a:spLocks noChangeArrowheads="1"/>
          </p:cNvSpPr>
          <p:nvPr/>
        </p:nvSpPr>
        <p:spPr bwMode="auto">
          <a:xfrm>
            <a:off x="8333384" y="1914271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292" name="TextBox 3"/>
          <p:cNvSpPr txBox="1"/>
          <p:nvPr/>
        </p:nvSpPr>
        <p:spPr>
          <a:xfrm>
            <a:off x="8650986" y="188546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</a:t>
            </a:r>
            <a:endParaRPr lang="en-US" dirty="0"/>
          </a:p>
        </p:txBody>
      </p:sp>
      <p:sp>
        <p:nvSpPr>
          <p:cNvPr id="6293" name="Rectangle 4"/>
          <p:cNvSpPr>
            <a:spLocks noChangeArrowheads="1"/>
          </p:cNvSpPr>
          <p:nvPr/>
        </p:nvSpPr>
        <p:spPr bwMode="auto">
          <a:xfrm>
            <a:off x="878255" y="2192032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294" name="TextBox 3"/>
          <p:cNvSpPr txBox="1"/>
          <p:nvPr/>
        </p:nvSpPr>
        <p:spPr>
          <a:xfrm>
            <a:off x="827455" y="216322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8470415</a:t>
            </a:r>
            <a:endParaRPr lang="en-US" dirty="0"/>
          </a:p>
        </p:txBody>
      </p:sp>
      <p:sp>
        <p:nvSpPr>
          <p:cNvPr id="6295" name="TextBox 3"/>
          <p:cNvSpPr txBox="1"/>
          <p:nvPr/>
        </p:nvSpPr>
        <p:spPr>
          <a:xfrm>
            <a:off x="827455" y="2280678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6296" name="Rectangle 4"/>
          <p:cNvSpPr>
            <a:spLocks noChangeArrowheads="1"/>
          </p:cNvSpPr>
          <p:nvPr/>
        </p:nvSpPr>
        <p:spPr bwMode="auto">
          <a:xfrm>
            <a:off x="1365758" y="2192032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297" name="Rectangle 4"/>
          <p:cNvSpPr>
            <a:spLocks noChangeArrowheads="1"/>
          </p:cNvSpPr>
          <p:nvPr/>
        </p:nvSpPr>
        <p:spPr bwMode="auto">
          <a:xfrm>
            <a:off x="2163546" y="2192032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298" name="Rectangle 4"/>
          <p:cNvSpPr>
            <a:spLocks noChangeArrowheads="1"/>
          </p:cNvSpPr>
          <p:nvPr/>
        </p:nvSpPr>
        <p:spPr bwMode="auto">
          <a:xfrm>
            <a:off x="2622702" y="2192032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299" name="Rectangle 4"/>
          <p:cNvSpPr>
            <a:spLocks noChangeArrowheads="1"/>
          </p:cNvSpPr>
          <p:nvPr/>
        </p:nvSpPr>
        <p:spPr bwMode="auto">
          <a:xfrm>
            <a:off x="3680282" y="2192032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300" name="Rectangle 4"/>
          <p:cNvSpPr>
            <a:spLocks noChangeArrowheads="1"/>
          </p:cNvSpPr>
          <p:nvPr/>
        </p:nvSpPr>
        <p:spPr bwMode="auto">
          <a:xfrm>
            <a:off x="5918962" y="2192032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301" name="TextBox 3"/>
          <p:cNvSpPr txBox="1"/>
          <p:nvPr/>
        </p:nvSpPr>
        <p:spPr>
          <a:xfrm>
            <a:off x="5931001" y="2163229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17,065,520</a:t>
            </a:r>
            <a:endParaRPr lang="en-US" dirty="0"/>
          </a:p>
        </p:txBody>
      </p:sp>
      <p:sp>
        <p:nvSpPr>
          <p:cNvPr id="6302" name="Rectangle 4"/>
          <p:cNvSpPr>
            <a:spLocks noChangeArrowheads="1"/>
          </p:cNvSpPr>
          <p:nvPr/>
        </p:nvSpPr>
        <p:spPr bwMode="auto">
          <a:xfrm>
            <a:off x="6566408" y="2192032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303" name="TextBox 3"/>
          <p:cNvSpPr txBox="1"/>
          <p:nvPr/>
        </p:nvSpPr>
        <p:spPr>
          <a:xfrm>
            <a:off x="6578447" y="2163229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16,261,567</a:t>
            </a:r>
            <a:endParaRPr lang="en-US" dirty="0"/>
          </a:p>
        </p:txBody>
      </p:sp>
      <p:sp>
        <p:nvSpPr>
          <p:cNvPr id="6304" name="Rectangle 4"/>
          <p:cNvSpPr>
            <a:spLocks noChangeArrowheads="1"/>
          </p:cNvSpPr>
          <p:nvPr/>
        </p:nvSpPr>
        <p:spPr bwMode="auto">
          <a:xfrm>
            <a:off x="7213854" y="2192032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305" name="TextBox 3"/>
          <p:cNvSpPr txBox="1"/>
          <p:nvPr/>
        </p:nvSpPr>
        <p:spPr>
          <a:xfrm>
            <a:off x="7225894" y="2163229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16,260,522</a:t>
            </a:r>
            <a:endParaRPr lang="en-US" dirty="0"/>
          </a:p>
        </p:txBody>
      </p:sp>
      <p:sp>
        <p:nvSpPr>
          <p:cNvPr id="6306" name="Rectangle 4"/>
          <p:cNvSpPr>
            <a:spLocks noChangeArrowheads="1"/>
          </p:cNvSpPr>
          <p:nvPr/>
        </p:nvSpPr>
        <p:spPr bwMode="auto">
          <a:xfrm>
            <a:off x="7861300" y="2192032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307" name="Rectangle 4"/>
          <p:cNvSpPr>
            <a:spLocks noChangeArrowheads="1"/>
          </p:cNvSpPr>
          <p:nvPr/>
        </p:nvSpPr>
        <p:spPr bwMode="auto">
          <a:xfrm>
            <a:off x="8094497" y="2192032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308" name="Rectangle 4"/>
          <p:cNvSpPr>
            <a:spLocks noChangeArrowheads="1"/>
          </p:cNvSpPr>
          <p:nvPr/>
        </p:nvSpPr>
        <p:spPr bwMode="auto">
          <a:xfrm>
            <a:off x="8333384" y="2192032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309" name="TextBox 3"/>
          <p:cNvSpPr txBox="1"/>
          <p:nvPr/>
        </p:nvSpPr>
        <p:spPr>
          <a:xfrm>
            <a:off x="8453272" y="2163229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1,045</a:t>
            </a:r>
            <a:endParaRPr lang="en-US" dirty="0"/>
          </a:p>
        </p:txBody>
      </p:sp>
      <p:sp>
        <p:nvSpPr>
          <p:cNvPr id="6310" name="Rectangle 4"/>
          <p:cNvSpPr>
            <a:spLocks noChangeArrowheads="1"/>
          </p:cNvSpPr>
          <p:nvPr/>
        </p:nvSpPr>
        <p:spPr bwMode="auto">
          <a:xfrm>
            <a:off x="878255" y="2469794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11" name="TextBox 3"/>
          <p:cNvSpPr txBox="1"/>
          <p:nvPr/>
        </p:nvSpPr>
        <p:spPr>
          <a:xfrm>
            <a:off x="827455" y="244099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8470425</a:t>
            </a:r>
            <a:endParaRPr lang="en-US" dirty="0"/>
          </a:p>
        </p:txBody>
      </p:sp>
      <p:sp>
        <p:nvSpPr>
          <p:cNvPr id="6312" name="Rectangle 4"/>
          <p:cNvSpPr>
            <a:spLocks noChangeArrowheads="1"/>
          </p:cNvSpPr>
          <p:nvPr/>
        </p:nvSpPr>
        <p:spPr bwMode="auto">
          <a:xfrm>
            <a:off x="1365758" y="2469794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13" name="TextBox 3"/>
          <p:cNvSpPr txBox="1"/>
          <p:nvPr/>
        </p:nvSpPr>
        <p:spPr>
          <a:xfrm>
            <a:off x="1314958" y="2440991"/>
            <a:ext cx="8891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Physics</a:t>
            </a:r>
            <a:endParaRPr lang="en-US" dirty="0"/>
          </a:p>
        </p:txBody>
      </p:sp>
      <p:sp>
        <p:nvSpPr>
          <p:cNvPr id="6314" name="Rectangle 4"/>
          <p:cNvSpPr>
            <a:spLocks noChangeArrowheads="1"/>
          </p:cNvSpPr>
          <p:nvPr/>
        </p:nvSpPr>
        <p:spPr bwMode="auto">
          <a:xfrm>
            <a:off x="2163546" y="2469794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15" name="TextBox 3"/>
          <p:cNvSpPr txBox="1"/>
          <p:nvPr/>
        </p:nvSpPr>
        <p:spPr>
          <a:xfrm>
            <a:off x="2112746" y="244099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6316" name="Rectangle 4"/>
          <p:cNvSpPr>
            <a:spLocks noChangeArrowheads="1"/>
          </p:cNvSpPr>
          <p:nvPr/>
        </p:nvSpPr>
        <p:spPr bwMode="auto">
          <a:xfrm>
            <a:off x="2622702" y="2469794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17" name="TextBox 3"/>
          <p:cNvSpPr txBox="1"/>
          <p:nvPr/>
        </p:nvSpPr>
        <p:spPr>
          <a:xfrm>
            <a:off x="2571902" y="2440991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6318" name="TextBox 3"/>
          <p:cNvSpPr txBox="1"/>
          <p:nvPr/>
        </p:nvSpPr>
        <p:spPr>
          <a:xfrm>
            <a:off x="2571902" y="2558440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6319" name="Rectangle 4"/>
          <p:cNvSpPr>
            <a:spLocks noChangeArrowheads="1"/>
          </p:cNvSpPr>
          <p:nvPr/>
        </p:nvSpPr>
        <p:spPr bwMode="auto">
          <a:xfrm>
            <a:off x="3680282" y="2469794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20" name="TextBox 3"/>
          <p:cNvSpPr txBox="1"/>
          <p:nvPr/>
        </p:nvSpPr>
        <p:spPr>
          <a:xfrm>
            <a:off x="3629482" y="244099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847.8470425.1.412121.000000.847001.100178</a:t>
            </a:r>
            <a:endParaRPr lang="en-US" dirty="0"/>
          </a:p>
        </p:txBody>
      </p:sp>
      <p:sp>
        <p:nvSpPr>
          <p:cNvPr id="6321" name="Rectangle 4"/>
          <p:cNvSpPr>
            <a:spLocks noChangeArrowheads="1"/>
          </p:cNvSpPr>
          <p:nvPr/>
        </p:nvSpPr>
        <p:spPr bwMode="auto">
          <a:xfrm>
            <a:off x="5918962" y="246979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22" name="TextBox 3"/>
          <p:cNvSpPr txBox="1"/>
          <p:nvPr/>
        </p:nvSpPr>
        <p:spPr>
          <a:xfrm>
            <a:off x="5987491" y="244099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8,133,381</a:t>
            </a:r>
            <a:endParaRPr lang="en-US" dirty="0"/>
          </a:p>
        </p:txBody>
      </p:sp>
      <p:sp>
        <p:nvSpPr>
          <p:cNvPr id="6323" name="Rectangle 4"/>
          <p:cNvSpPr>
            <a:spLocks noChangeArrowheads="1"/>
          </p:cNvSpPr>
          <p:nvPr/>
        </p:nvSpPr>
        <p:spPr bwMode="auto">
          <a:xfrm>
            <a:off x="6566408" y="246979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24" name="TextBox 3"/>
          <p:cNvSpPr txBox="1"/>
          <p:nvPr/>
        </p:nvSpPr>
        <p:spPr>
          <a:xfrm>
            <a:off x="6634937" y="244099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8,050,381</a:t>
            </a:r>
            <a:endParaRPr lang="en-US" dirty="0"/>
          </a:p>
        </p:txBody>
      </p:sp>
      <p:sp>
        <p:nvSpPr>
          <p:cNvPr id="6325" name="Rectangle 4"/>
          <p:cNvSpPr>
            <a:spLocks noChangeArrowheads="1"/>
          </p:cNvSpPr>
          <p:nvPr/>
        </p:nvSpPr>
        <p:spPr bwMode="auto">
          <a:xfrm>
            <a:off x="7213854" y="246979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26" name="TextBox 3"/>
          <p:cNvSpPr txBox="1"/>
          <p:nvPr/>
        </p:nvSpPr>
        <p:spPr>
          <a:xfrm>
            <a:off x="7282383" y="244099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8,050,316</a:t>
            </a:r>
            <a:endParaRPr lang="en-US" dirty="0"/>
          </a:p>
        </p:txBody>
      </p:sp>
      <p:sp>
        <p:nvSpPr>
          <p:cNvPr id="6327" name="Rectangle 4"/>
          <p:cNvSpPr>
            <a:spLocks noChangeArrowheads="1"/>
          </p:cNvSpPr>
          <p:nvPr/>
        </p:nvSpPr>
        <p:spPr bwMode="auto">
          <a:xfrm>
            <a:off x="7861300" y="2469794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28" name="Rectangle 4"/>
          <p:cNvSpPr>
            <a:spLocks noChangeArrowheads="1"/>
          </p:cNvSpPr>
          <p:nvPr/>
        </p:nvSpPr>
        <p:spPr bwMode="auto">
          <a:xfrm>
            <a:off x="8094497" y="2469794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29" name="Rectangle 4"/>
          <p:cNvSpPr>
            <a:spLocks noChangeArrowheads="1"/>
          </p:cNvSpPr>
          <p:nvPr/>
        </p:nvSpPr>
        <p:spPr bwMode="auto">
          <a:xfrm>
            <a:off x="8333384" y="2469794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30" name="TextBox 3"/>
          <p:cNvSpPr txBox="1"/>
          <p:nvPr/>
        </p:nvSpPr>
        <p:spPr>
          <a:xfrm>
            <a:off x="8594496" y="2440991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65</a:t>
            </a:r>
            <a:endParaRPr lang="en-US" dirty="0"/>
          </a:p>
        </p:txBody>
      </p:sp>
      <p:sp>
        <p:nvSpPr>
          <p:cNvPr id="6331" name="Rectangle 4"/>
          <p:cNvSpPr>
            <a:spLocks noChangeArrowheads="1"/>
          </p:cNvSpPr>
          <p:nvPr/>
        </p:nvSpPr>
        <p:spPr bwMode="auto">
          <a:xfrm>
            <a:off x="878255" y="2747556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32" name="TextBox 3"/>
          <p:cNvSpPr txBox="1"/>
          <p:nvPr/>
        </p:nvSpPr>
        <p:spPr>
          <a:xfrm>
            <a:off x="827455" y="271875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8470425</a:t>
            </a:r>
            <a:endParaRPr lang="en-US" dirty="0"/>
          </a:p>
        </p:txBody>
      </p:sp>
      <p:sp>
        <p:nvSpPr>
          <p:cNvPr id="6333" name="Rectangle 4"/>
          <p:cNvSpPr>
            <a:spLocks noChangeArrowheads="1"/>
          </p:cNvSpPr>
          <p:nvPr/>
        </p:nvSpPr>
        <p:spPr bwMode="auto">
          <a:xfrm>
            <a:off x="1365758" y="2747556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34" name="TextBox 3"/>
          <p:cNvSpPr txBox="1"/>
          <p:nvPr/>
        </p:nvSpPr>
        <p:spPr>
          <a:xfrm>
            <a:off x="1314958" y="2718752"/>
            <a:ext cx="8891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Physics</a:t>
            </a:r>
            <a:endParaRPr lang="en-US" dirty="0"/>
          </a:p>
        </p:txBody>
      </p:sp>
      <p:sp>
        <p:nvSpPr>
          <p:cNvPr id="6335" name="Rectangle 4"/>
          <p:cNvSpPr>
            <a:spLocks noChangeArrowheads="1"/>
          </p:cNvSpPr>
          <p:nvPr/>
        </p:nvSpPr>
        <p:spPr bwMode="auto">
          <a:xfrm>
            <a:off x="2163546" y="2747556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36" name="TextBox 3"/>
          <p:cNvSpPr txBox="1"/>
          <p:nvPr/>
        </p:nvSpPr>
        <p:spPr>
          <a:xfrm>
            <a:off x="2112746" y="271875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6337" name="Rectangle 4"/>
          <p:cNvSpPr>
            <a:spLocks noChangeArrowheads="1"/>
          </p:cNvSpPr>
          <p:nvPr/>
        </p:nvSpPr>
        <p:spPr bwMode="auto">
          <a:xfrm>
            <a:off x="2622702" y="2747556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38" name="TextBox 3"/>
          <p:cNvSpPr txBox="1"/>
          <p:nvPr/>
        </p:nvSpPr>
        <p:spPr>
          <a:xfrm>
            <a:off x="2571902" y="2718752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6339" name="TextBox 3"/>
          <p:cNvSpPr txBox="1"/>
          <p:nvPr/>
        </p:nvSpPr>
        <p:spPr>
          <a:xfrm>
            <a:off x="2571902" y="2836202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6340" name="TextBox 3"/>
          <p:cNvSpPr txBox="1"/>
          <p:nvPr/>
        </p:nvSpPr>
        <p:spPr>
          <a:xfrm>
            <a:off x="2571902" y="2953652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6341" name="Rectangle 4"/>
          <p:cNvSpPr>
            <a:spLocks noChangeArrowheads="1"/>
          </p:cNvSpPr>
          <p:nvPr/>
        </p:nvSpPr>
        <p:spPr bwMode="auto">
          <a:xfrm>
            <a:off x="3680282" y="2747556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42" name="TextBox 3"/>
          <p:cNvSpPr txBox="1"/>
          <p:nvPr/>
        </p:nvSpPr>
        <p:spPr>
          <a:xfrm>
            <a:off x="3629482" y="271875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847.8470425.1.412125.000000.847001.100178</a:t>
            </a:r>
            <a:endParaRPr lang="en-US" dirty="0"/>
          </a:p>
        </p:txBody>
      </p:sp>
      <p:sp>
        <p:nvSpPr>
          <p:cNvPr id="6343" name="Rectangle 4"/>
          <p:cNvSpPr>
            <a:spLocks noChangeArrowheads="1"/>
          </p:cNvSpPr>
          <p:nvPr/>
        </p:nvSpPr>
        <p:spPr bwMode="auto">
          <a:xfrm>
            <a:off x="5918962" y="274755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44" name="TextBox 3"/>
          <p:cNvSpPr txBox="1"/>
          <p:nvPr/>
        </p:nvSpPr>
        <p:spPr>
          <a:xfrm>
            <a:off x="5987491" y="271875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6,042,368</a:t>
            </a:r>
            <a:endParaRPr lang="en-US" dirty="0"/>
          </a:p>
        </p:txBody>
      </p:sp>
      <p:sp>
        <p:nvSpPr>
          <p:cNvPr id="6345" name="Rectangle 4"/>
          <p:cNvSpPr>
            <a:spLocks noChangeArrowheads="1"/>
          </p:cNvSpPr>
          <p:nvPr/>
        </p:nvSpPr>
        <p:spPr bwMode="auto">
          <a:xfrm>
            <a:off x="6566408" y="274755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46" name="TextBox 3"/>
          <p:cNvSpPr txBox="1"/>
          <p:nvPr/>
        </p:nvSpPr>
        <p:spPr>
          <a:xfrm>
            <a:off x="6634937" y="271875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6,820,258</a:t>
            </a:r>
            <a:endParaRPr lang="en-US" dirty="0"/>
          </a:p>
        </p:txBody>
      </p:sp>
      <p:sp>
        <p:nvSpPr>
          <p:cNvPr id="6347" name="Rectangle 4"/>
          <p:cNvSpPr>
            <a:spLocks noChangeArrowheads="1"/>
          </p:cNvSpPr>
          <p:nvPr/>
        </p:nvSpPr>
        <p:spPr bwMode="auto">
          <a:xfrm>
            <a:off x="7213854" y="274755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48" name="TextBox 3"/>
          <p:cNvSpPr txBox="1"/>
          <p:nvPr/>
        </p:nvSpPr>
        <p:spPr>
          <a:xfrm>
            <a:off x="7282383" y="271875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6,820,250</a:t>
            </a:r>
            <a:endParaRPr lang="en-US" dirty="0"/>
          </a:p>
        </p:txBody>
      </p:sp>
      <p:sp>
        <p:nvSpPr>
          <p:cNvPr id="6349" name="Rectangle 4"/>
          <p:cNvSpPr>
            <a:spLocks noChangeArrowheads="1"/>
          </p:cNvSpPr>
          <p:nvPr/>
        </p:nvSpPr>
        <p:spPr bwMode="auto">
          <a:xfrm>
            <a:off x="7861300" y="2747556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50" name="Rectangle 4"/>
          <p:cNvSpPr>
            <a:spLocks noChangeArrowheads="1"/>
          </p:cNvSpPr>
          <p:nvPr/>
        </p:nvSpPr>
        <p:spPr bwMode="auto">
          <a:xfrm>
            <a:off x="8094497" y="2747556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51" name="Rectangle 4"/>
          <p:cNvSpPr>
            <a:spLocks noChangeArrowheads="1"/>
          </p:cNvSpPr>
          <p:nvPr/>
        </p:nvSpPr>
        <p:spPr bwMode="auto">
          <a:xfrm>
            <a:off x="8333384" y="2747556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52" name="TextBox 3"/>
          <p:cNvSpPr txBox="1"/>
          <p:nvPr/>
        </p:nvSpPr>
        <p:spPr>
          <a:xfrm>
            <a:off x="8650986" y="271875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</a:t>
            </a:r>
            <a:endParaRPr lang="en-US" dirty="0"/>
          </a:p>
        </p:txBody>
      </p:sp>
      <p:sp>
        <p:nvSpPr>
          <p:cNvPr id="6353" name="Rectangle 4"/>
          <p:cNvSpPr>
            <a:spLocks noChangeArrowheads="1"/>
          </p:cNvSpPr>
          <p:nvPr/>
        </p:nvSpPr>
        <p:spPr bwMode="auto">
          <a:xfrm>
            <a:off x="878255" y="3142767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54" name="TextBox 3"/>
          <p:cNvSpPr txBox="1"/>
          <p:nvPr/>
        </p:nvSpPr>
        <p:spPr>
          <a:xfrm>
            <a:off x="827455" y="311396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8470425</a:t>
            </a:r>
            <a:endParaRPr lang="en-US" dirty="0"/>
          </a:p>
        </p:txBody>
      </p:sp>
      <p:sp>
        <p:nvSpPr>
          <p:cNvPr id="6355" name="Rectangle 4"/>
          <p:cNvSpPr>
            <a:spLocks noChangeArrowheads="1"/>
          </p:cNvSpPr>
          <p:nvPr/>
        </p:nvSpPr>
        <p:spPr bwMode="auto">
          <a:xfrm>
            <a:off x="1365758" y="3142767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56" name="TextBox 3"/>
          <p:cNvSpPr txBox="1"/>
          <p:nvPr/>
        </p:nvSpPr>
        <p:spPr>
          <a:xfrm>
            <a:off x="1314958" y="3113964"/>
            <a:ext cx="8891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Physics</a:t>
            </a:r>
            <a:endParaRPr lang="en-US" dirty="0"/>
          </a:p>
        </p:txBody>
      </p:sp>
      <p:sp>
        <p:nvSpPr>
          <p:cNvPr id="6357" name="Rectangle 4"/>
          <p:cNvSpPr>
            <a:spLocks noChangeArrowheads="1"/>
          </p:cNvSpPr>
          <p:nvPr/>
        </p:nvSpPr>
        <p:spPr bwMode="auto">
          <a:xfrm>
            <a:off x="2163546" y="3142767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58" name="TextBox 3"/>
          <p:cNvSpPr txBox="1"/>
          <p:nvPr/>
        </p:nvSpPr>
        <p:spPr>
          <a:xfrm>
            <a:off x="2112746" y="311396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412521</a:t>
            </a:r>
            <a:endParaRPr lang="en-US" dirty="0"/>
          </a:p>
        </p:txBody>
      </p:sp>
      <p:sp>
        <p:nvSpPr>
          <p:cNvPr id="6359" name="Rectangle 4"/>
          <p:cNvSpPr>
            <a:spLocks noChangeArrowheads="1"/>
          </p:cNvSpPr>
          <p:nvPr/>
        </p:nvSpPr>
        <p:spPr bwMode="auto">
          <a:xfrm>
            <a:off x="2622702" y="3142767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60" name="TextBox 3"/>
          <p:cNvSpPr txBox="1"/>
          <p:nvPr/>
        </p:nvSpPr>
        <p:spPr>
          <a:xfrm>
            <a:off x="2571902" y="3113964"/>
            <a:ext cx="8496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 </a:t>
            </a:r>
            <a:endParaRPr lang="en-US" dirty="0"/>
          </a:p>
        </p:txBody>
      </p:sp>
      <p:sp>
        <p:nvSpPr>
          <p:cNvPr id="6361" name="TextBox 3"/>
          <p:cNvSpPr txBox="1"/>
          <p:nvPr/>
        </p:nvSpPr>
        <p:spPr>
          <a:xfrm>
            <a:off x="2571902" y="3231413"/>
            <a:ext cx="1120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 (including </a:t>
            </a:r>
            <a:endParaRPr lang="en-US" dirty="0"/>
          </a:p>
        </p:txBody>
      </p:sp>
      <p:sp>
        <p:nvSpPr>
          <p:cNvPr id="6362" name="TextBox 3"/>
          <p:cNvSpPr txBox="1"/>
          <p:nvPr/>
        </p:nvSpPr>
        <p:spPr>
          <a:xfrm>
            <a:off x="2571902" y="3348863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Mansab)</a:t>
            </a:r>
            <a:endParaRPr lang="en-US" dirty="0"/>
          </a:p>
        </p:txBody>
      </p:sp>
      <p:sp>
        <p:nvSpPr>
          <p:cNvPr id="6363" name="Rectangle 4"/>
          <p:cNvSpPr>
            <a:spLocks noChangeArrowheads="1"/>
          </p:cNvSpPr>
          <p:nvPr/>
        </p:nvSpPr>
        <p:spPr bwMode="auto">
          <a:xfrm>
            <a:off x="3680282" y="3142767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64" name="TextBox 3"/>
          <p:cNvSpPr txBox="1"/>
          <p:nvPr/>
        </p:nvSpPr>
        <p:spPr>
          <a:xfrm>
            <a:off x="3629482" y="311396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847.8470425.1.412521.000000.847001.100178</a:t>
            </a:r>
            <a:endParaRPr lang="en-US" dirty="0"/>
          </a:p>
        </p:txBody>
      </p:sp>
      <p:sp>
        <p:nvSpPr>
          <p:cNvPr id="6365" name="Rectangle 4"/>
          <p:cNvSpPr>
            <a:spLocks noChangeArrowheads="1"/>
          </p:cNvSpPr>
          <p:nvPr/>
        </p:nvSpPr>
        <p:spPr bwMode="auto">
          <a:xfrm>
            <a:off x="5918962" y="314276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66" name="TextBox 3"/>
          <p:cNvSpPr txBox="1"/>
          <p:nvPr/>
        </p:nvSpPr>
        <p:spPr>
          <a:xfrm>
            <a:off x="6072225" y="311396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171,879</a:t>
            </a:r>
            <a:endParaRPr lang="en-US" dirty="0"/>
          </a:p>
        </p:txBody>
      </p:sp>
      <p:sp>
        <p:nvSpPr>
          <p:cNvPr id="6367" name="Rectangle 4"/>
          <p:cNvSpPr>
            <a:spLocks noChangeArrowheads="1"/>
          </p:cNvSpPr>
          <p:nvPr/>
        </p:nvSpPr>
        <p:spPr bwMode="auto">
          <a:xfrm>
            <a:off x="6566408" y="314276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68" name="TextBox 3"/>
          <p:cNvSpPr txBox="1"/>
          <p:nvPr/>
        </p:nvSpPr>
        <p:spPr>
          <a:xfrm>
            <a:off x="6719671" y="311396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165,019</a:t>
            </a:r>
            <a:endParaRPr lang="en-US" dirty="0"/>
          </a:p>
        </p:txBody>
      </p:sp>
      <p:sp>
        <p:nvSpPr>
          <p:cNvPr id="6369" name="Rectangle 4"/>
          <p:cNvSpPr>
            <a:spLocks noChangeArrowheads="1"/>
          </p:cNvSpPr>
          <p:nvPr/>
        </p:nvSpPr>
        <p:spPr bwMode="auto">
          <a:xfrm>
            <a:off x="7213854" y="314276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70" name="TextBox 3"/>
          <p:cNvSpPr txBox="1"/>
          <p:nvPr/>
        </p:nvSpPr>
        <p:spPr>
          <a:xfrm>
            <a:off x="7367118" y="311396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164,890</a:t>
            </a:r>
            <a:endParaRPr lang="en-US" dirty="0"/>
          </a:p>
        </p:txBody>
      </p:sp>
      <p:sp>
        <p:nvSpPr>
          <p:cNvPr id="6371" name="Rectangle 4"/>
          <p:cNvSpPr>
            <a:spLocks noChangeArrowheads="1"/>
          </p:cNvSpPr>
          <p:nvPr/>
        </p:nvSpPr>
        <p:spPr bwMode="auto">
          <a:xfrm>
            <a:off x="7861300" y="3142767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72" name="Rectangle 4"/>
          <p:cNvSpPr>
            <a:spLocks noChangeArrowheads="1"/>
          </p:cNvSpPr>
          <p:nvPr/>
        </p:nvSpPr>
        <p:spPr bwMode="auto">
          <a:xfrm>
            <a:off x="8094497" y="3142767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73" name="Rectangle 4"/>
          <p:cNvSpPr>
            <a:spLocks noChangeArrowheads="1"/>
          </p:cNvSpPr>
          <p:nvPr/>
        </p:nvSpPr>
        <p:spPr bwMode="auto">
          <a:xfrm>
            <a:off x="8333384" y="3142767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74" name="TextBox 3"/>
          <p:cNvSpPr txBox="1"/>
          <p:nvPr/>
        </p:nvSpPr>
        <p:spPr>
          <a:xfrm>
            <a:off x="8538006" y="3113964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129</a:t>
            </a:r>
            <a:endParaRPr lang="en-US" dirty="0"/>
          </a:p>
        </p:txBody>
      </p:sp>
      <p:sp>
        <p:nvSpPr>
          <p:cNvPr id="6375" name="Rectangle 4"/>
          <p:cNvSpPr>
            <a:spLocks noChangeArrowheads="1"/>
          </p:cNvSpPr>
          <p:nvPr/>
        </p:nvSpPr>
        <p:spPr bwMode="auto">
          <a:xfrm>
            <a:off x="878255" y="3537978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76" name="TextBox 3"/>
          <p:cNvSpPr txBox="1"/>
          <p:nvPr/>
        </p:nvSpPr>
        <p:spPr>
          <a:xfrm>
            <a:off x="827455" y="350917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8470425</a:t>
            </a:r>
            <a:endParaRPr lang="en-US" dirty="0"/>
          </a:p>
        </p:txBody>
      </p:sp>
      <p:sp>
        <p:nvSpPr>
          <p:cNvPr id="6377" name="Rectangle 4"/>
          <p:cNvSpPr>
            <a:spLocks noChangeArrowheads="1"/>
          </p:cNvSpPr>
          <p:nvPr/>
        </p:nvSpPr>
        <p:spPr bwMode="auto">
          <a:xfrm>
            <a:off x="1365758" y="3537978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78" name="TextBox 3"/>
          <p:cNvSpPr txBox="1"/>
          <p:nvPr/>
        </p:nvSpPr>
        <p:spPr>
          <a:xfrm>
            <a:off x="1314958" y="3509175"/>
            <a:ext cx="8891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Physics</a:t>
            </a:r>
            <a:endParaRPr lang="en-US" dirty="0"/>
          </a:p>
        </p:txBody>
      </p:sp>
      <p:sp>
        <p:nvSpPr>
          <p:cNvPr id="6379" name="Rectangle 4"/>
          <p:cNvSpPr>
            <a:spLocks noChangeArrowheads="1"/>
          </p:cNvSpPr>
          <p:nvPr/>
        </p:nvSpPr>
        <p:spPr bwMode="auto">
          <a:xfrm>
            <a:off x="2163546" y="3537978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80" name="TextBox 3"/>
          <p:cNvSpPr txBox="1"/>
          <p:nvPr/>
        </p:nvSpPr>
        <p:spPr>
          <a:xfrm>
            <a:off x="2112746" y="350917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6381" name="Rectangle 4"/>
          <p:cNvSpPr>
            <a:spLocks noChangeArrowheads="1"/>
          </p:cNvSpPr>
          <p:nvPr/>
        </p:nvSpPr>
        <p:spPr bwMode="auto">
          <a:xfrm>
            <a:off x="2622702" y="3537978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82" name="TextBox 3"/>
          <p:cNvSpPr txBox="1"/>
          <p:nvPr/>
        </p:nvSpPr>
        <p:spPr>
          <a:xfrm>
            <a:off x="2571902" y="3509175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6383" name="TextBox 3"/>
          <p:cNvSpPr txBox="1"/>
          <p:nvPr/>
        </p:nvSpPr>
        <p:spPr>
          <a:xfrm>
            <a:off x="2571902" y="3626624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6384" name="Rectangle 4"/>
          <p:cNvSpPr>
            <a:spLocks noChangeArrowheads="1"/>
          </p:cNvSpPr>
          <p:nvPr/>
        </p:nvSpPr>
        <p:spPr bwMode="auto">
          <a:xfrm>
            <a:off x="3680282" y="3537978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85" name="TextBox 3"/>
          <p:cNvSpPr txBox="1"/>
          <p:nvPr/>
        </p:nvSpPr>
        <p:spPr>
          <a:xfrm>
            <a:off x="3629482" y="350917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847.8470425.1.412534.000000.847001.100178</a:t>
            </a:r>
            <a:endParaRPr lang="en-US" dirty="0"/>
          </a:p>
        </p:txBody>
      </p:sp>
      <p:sp>
        <p:nvSpPr>
          <p:cNvPr id="6386" name="Rectangle 4"/>
          <p:cNvSpPr>
            <a:spLocks noChangeArrowheads="1"/>
          </p:cNvSpPr>
          <p:nvPr/>
        </p:nvSpPr>
        <p:spPr bwMode="auto">
          <a:xfrm>
            <a:off x="5918962" y="353797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87" name="TextBox 3"/>
          <p:cNvSpPr txBox="1"/>
          <p:nvPr/>
        </p:nvSpPr>
        <p:spPr>
          <a:xfrm>
            <a:off x="5987491" y="350917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1,068,243</a:t>
            </a:r>
            <a:endParaRPr lang="en-US" dirty="0"/>
          </a:p>
        </p:txBody>
      </p:sp>
      <p:sp>
        <p:nvSpPr>
          <p:cNvPr id="6388" name="Rectangle 4"/>
          <p:cNvSpPr>
            <a:spLocks noChangeArrowheads="1"/>
          </p:cNvSpPr>
          <p:nvPr/>
        </p:nvSpPr>
        <p:spPr bwMode="auto">
          <a:xfrm>
            <a:off x="6566408" y="353797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89" name="TextBox 3"/>
          <p:cNvSpPr txBox="1"/>
          <p:nvPr/>
        </p:nvSpPr>
        <p:spPr>
          <a:xfrm>
            <a:off x="6634937" y="350917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1,220,224</a:t>
            </a:r>
            <a:endParaRPr lang="en-US" dirty="0"/>
          </a:p>
        </p:txBody>
      </p:sp>
      <p:sp>
        <p:nvSpPr>
          <p:cNvPr id="6390" name="Rectangle 4"/>
          <p:cNvSpPr>
            <a:spLocks noChangeArrowheads="1"/>
          </p:cNvSpPr>
          <p:nvPr/>
        </p:nvSpPr>
        <p:spPr bwMode="auto">
          <a:xfrm>
            <a:off x="7213854" y="353797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91" name="TextBox 3"/>
          <p:cNvSpPr txBox="1"/>
          <p:nvPr/>
        </p:nvSpPr>
        <p:spPr>
          <a:xfrm>
            <a:off x="7282383" y="350917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1,220,224</a:t>
            </a:r>
            <a:endParaRPr lang="en-US" dirty="0"/>
          </a:p>
        </p:txBody>
      </p:sp>
      <p:sp>
        <p:nvSpPr>
          <p:cNvPr id="6392" name="Rectangle 4"/>
          <p:cNvSpPr>
            <a:spLocks noChangeArrowheads="1"/>
          </p:cNvSpPr>
          <p:nvPr/>
        </p:nvSpPr>
        <p:spPr bwMode="auto">
          <a:xfrm>
            <a:off x="7861300" y="3537978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93" name="Rectangle 4"/>
          <p:cNvSpPr>
            <a:spLocks noChangeArrowheads="1"/>
          </p:cNvSpPr>
          <p:nvPr/>
        </p:nvSpPr>
        <p:spPr bwMode="auto">
          <a:xfrm>
            <a:off x="8094497" y="3537978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94" name="Rectangle 4"/>
          <p:cNvSpPr>
            <a:spLocks noChangeArrowheads="1"/>
          </p:cNvSpPr>
          <p:nvPr/>
        </p:nvSpPr>
        <p:spPr bwMode="auto">
          <a:xfrm>
            <a:off x="8333384" y="3537978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95" name="TextBox 3"/>
          <p:cNvSpPr txBox="1"/>
          <p:nvPr/>
        </p:nvSpPr>
        <p:spPr>
          <a:xfrm>
            <a:off x="8650986" y="350917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6396" name="Rectangle 4"/>
          <p:cNvSpPr>
            <a:spLocks noChangeArrowheads="1"/>
          </p:cNvSpPr>
          <p:nvPr/>
        </p:nvSpPr>
        <p:spPr bwMode="auto">
          <a:xfrm>
            <a:off x="878255" y="3815740"/>
            <a:ext cx="487502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97" name="TextBox 3"/>
          <p:cNvSpPr txBox="1"/>
          <p:nvPr/>
        </p:nvSpPr>
        <p:spPr>
          <a:xfrm>
            <a:off x="827455" y="378693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8470425</a:t>
            </a:r>
            <a:endParaRPr lang="en-US" dirty="0"/>
          </a:p>
        </p:txBody>
      </p:sp>
      <p:sp>
        <p:nvSpPr>
          <p:cNvPr id="6398" name="Rectangle 4"/>
          <p:cNvSpPr>
            <a:spLocks noChangeArrowheads="1"/>
          </p:cNvSpPr>
          <p:nvPr/>
        </p:nvSpPr>
        <p:spPr bwMode="auto">
          <a:xfrm>
            <a:off x="1365758" y="3815740"/>
            <a:ext cx="797788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399" name="TextBox 3"/>
          <p:cNvSpPr txBox="1"/>
          <p:nvPr/>
        </p:nvSpPr>
        <p:spPr>
          <a:xfrm>
            <a:off x="1314958" y="3786936"/>
            <a:ext cx="8891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Physics</a:t>
            </a:r>
            <a:endParaRPr lang="en-US" dirty="0"/>
          </a:p>
        </p:txBody>
      </p:sp>
      <p:sp>
        <p:nvSpPr>
          <p:cNvPr id="6400" name="Rectangle 4"/>
          <p:cNvSpPr>
            <a:spLocks noChangeArrowheads="1"/>
          </p:cNvSpPr>
          <p:nvPr/>
        </p:nvSpPr>
        <p:spPr bwMode="auto">
          <a:xfrm>
            <a:off x="2163546" y="3815740"/>
            <a:ext cx="459155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01" name="TextBox 3"/>
          <p:cNvSpPr txBox="1"/>
          <p:nvPr/>
        </p:nvSpPr>
        <p:spPr>
          <a:xfrm>
            <a:off x="2112746" y="378693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6402" name="Rectangle 4"/>
          <p:cNvSpPr>
            <a:spLocks noChangeArrowheads="1"/>
          </p:cNvSpPr>
          <p:nvPr/>
        </p:nvSpPr>
        <p:spPr bwMode="auto">
          <a:xfrm>
            <a:off x="2622702" y="3815740"/>
            <a:ext cx="10575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03" name="TextBox 3"/>
          <p:cNvSpPr txBox="1"/>
          <p:nvPr/>
        </p:nvSpPr>
        <p:spPr>
          <a:xfrm>
            <a:off x="2571902" y="3786936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6404" name="Rectangle 4"/>
          <p:cNvSpPr>
            <a:spLocks noChangeArrowheads="1"/>
          </p:cNvSpPr>
          <p:nvPr/>
        </p:nvSpPr>
        <p:spPr bwMode="auto">
          <a:xfrm>
            <a:off x="3680282" y="3815740"/>
            <a:ext cx="22386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05" name="TextBox 3"/>
          <p:cNvSpPr txBox="1"/>
          <p:nvPr/>
        </p:nvSpPr>
        <p:spPr>
          <a:xfrm>
            <a:off x="3629482" y="378693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847.8470425.1.412546.000000.847001.100178</a:t>
            </a:r>
            <a:endParaRPr lang="en-US" dirty="0"/>
          </a:p>
        </p:txBody>
      </p:sp>
      <p:sp>
        <p:nvSpPr>
          <p:cNvPr id="6406" name="Rectangle 4"/>
          <p:cNvSpPr>
            <a:spLocks noChangeArrowheads="1"/>
          </p:cNvSpPr>
          <p:nvPr/>
        </p:nvSpPr>
        <p:spPr bwMode="auto">
          <a:xfrm>
            <a:off x="5918962" y="3815740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07" name="TextBox 3"/>
          <p:cNvSpPr txBox="1"/>
          <p:nvPr/>
        </p:nvSpPr>
        <p:spPr>
          <a:xfrm>
            <a:off x="6128715" y="378693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30,898</a:t>
            </a:r>
            <a:endParaRPr lang="en-US" dirty="0"/>
          </a:p>
        </p:txBody>
      </p:sp>
      <p:sp>
        <p:nvSpPr>
          <p:cNvPr id="6408" name="Rectangle 4"/>
          <p:cNvSpPr>
            <a:spLocks noChangeArrowheads="1"/>
          </p:cNvSpPr>
          <p:nvPr/>
        </p:nvSpPr>
        <p:spPr bwMode="auto">
          <a:xfrm>
            <a:off x="6566408" y="3815740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09" name="TextBox 3"/>
          <p:cNvSpPr txBox="1"/>
          <p:nvPr/>
        </p:nvSpPr>
        <p:spPr>
          <a:xfrm>
            <a:off x="6776161" y="378693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32,138</a:t>
            </a:r>
            <a:endParaRPr lang="en-US" dirty="0"/>
          </a:p>
        </p:txBody>
      </p:sp>
      <p:sp>
        <p:nvSpPr>
          <p:cNvPr id="6410" name="Rectangle 4"/>
          <p:cNvSpPr>
            <a:spLocks noChangeArrowheads="1"/>
          </p:cNvSpPr>
          <p:nvPr/>
        </p:nvSpPr>
        <p:spPr bwMode="auto">
          <a:xfrm>
            <a:off x="7213854" y="3815740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11" name="TextBox 3"/>
          <p:cNvSpPr txBox="1"/>
          <p:nvPr/>
        </p:nvSpPr>
        <p:spPr>
          <a:xfrm>
            <a:off x="7423607" y="378693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32,135</a:t>
            </a:r>
            <a:endParaRPr lang="en-US" dirty="0"/>
          </a:p>
        </p:txBody>
      </p:sp>
      <p:sp>
        <p:nvSpPr>
          <p:cNvPr id="6412" name="Rectangle 4"/>
          <p:cNvSpPr>
            <a:spLocks noChangeArrowheads="1"/>
          </p:cNvSpPr>
          <p:nvPr/>
        </p:nvSpPr>
        <p:spPr bwMode="auto">
          <a:xfrm>
            <a:off x="7861300" y="3815740"/>
            <a:ext cx="233197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13" name="Rectangle 4"/>
          <p:cNvSpPr>
            <a:spLocks noChangeArrowheads="1"/>
          </p:cNvSpPr>
          <p:nvPr/>
        </p:nvSpPr>
        <p:spPr bwMode="auto">
          <a:xfrm>
            <a:off x="8094497" y="3815740"/>
            <a:ext cx="23888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14" name="Rectangle 4"/>
          <p:cNvSpPr>
            <a:spLocks noChangeArrowheads="1"/>
          </p:cNvSpPr>
          <p:nvPr/>
        </p:nvSpPr>
        <p:spPr bwMode="auto">
          <a:xfrm>
            <a:off x="8333384" y="3815740"/>
            <a:ext cx="501091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15" name="TextBox 3"/>
          <p:cNvSpPr txBox="1"/>
          <p:nvPr/>
        </p:nvSpPr>
        <p:spPr>
          <a:xfrm>
            <a:off x="8650986" y="378693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</a:t>
            </a:r>
            <a:endParaRPr lang="en-US" dirty="0"/>
          </a:p>
        </p:txBody>
      </p:sp>
      <p:sp>
        <p:nvSpPr>
          <p:cNvPr id="6416" name="Rectangle 4"/>
          <p:cNvSpPr>
            <a:spLocks noChangeArrowheads="1"/>
          </p:cNvSpPr>
          <p:nvPr/>
        </p:nvSpPr>
        <p:spPr bwMode="auto">
          <a:xfrm>
            <a:off x="878255" y="3976052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17" name="TextBox 3"/>
          <p:cNvSpPr txBox="1"/>
          <p:nvPr/>
        </p:nvSpPr>
        <p:spPr>
          <a:xfrm>
            <a:off x="827455" y="394724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8470425</a:t>
            </a:r>
            <a:endParaRPr lang="en-US" dirty="0"/>
          </a:p>
        </p:txBody>
      </p:sp>
      <p:sp>
        <p:nvSpPr>
          <p:cNvPr id="6418" name="Rectangle 4"/>
          <p:cNvSpPr>
            <a:spLocks noChangeArrowheads="1"/>
          </p:cNvSpPr>
          <p:nvPr/>
        </p:nvSpPr>
        <p:spPr bwMode="auto">
          <a:xfrm>
            <a:off x="1365758" y="3976052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19" name="TextBox 3"/>
          <p:cNvSpPr txBox="1"/>
          <p:nvPr/>
        </p:nvSpPr>
        <p:spPr>
          <a:xfrm>
            <a:off x="1314958" y="3947249"/>
            <a:ext cx="8891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Physics</a:t>
            </a:r>
            <a:endParaRPr lang="en-US" dirty="0"/>
          </a:p>
        </p:txBody>
      </p:sp>
      <p:sp>
        <p:nvSpPr>
          <p:cNvPr id="6420" name="Rectangle 4"/>
          <p:cNvSpPr>
            <a:spLocks noChangeArrowheads="1"/>
          </p:cNvSpPr>
          <p:nvPr/>
        </p:nvSpPr>
        <p:spPr bwMode="auto">
          <a:xfrm>
            <a:off x="2163546" y="3976052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21" name="TextBox 3"/>
          <p:cNvSpPr txBox="1"/>
          <p:nvPr/>
        </p:nvSpPr>
        <p:spPr>
          <a:xfrm>
            <a:off x="2112746" y="394724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414120</a:t>
            </a:r>
            <a:endParaRPr lang="en-US" dirty="0"/>
          </a:p>
        </p:txBody>
      </p:sp>
      <p:sp>
        <p:nvSpPr>
          <p:cNvPr id="6422" name="Rectangle 4"/>
          <p:cNvSpPr>
            <a:spLocks noChangeArrowheads="1"/>
          </p:cNvSpPr>
          <p:nvPr/>
        </p:nvSpPr>
        <p:spPr bwMode="auto">
          <a:xfrm>
            <a:off x="2622702" y="3976052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23" name="TextBox 3"/>
          <p:cNvSpPr txBox="1"/>
          <p:nvPr/>
        </p:nvSpPr>
        <p:spPr>
          <a:xfrm>
            <a:off x="2571902" y="3947249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Gratuity - Non-</a:t>
            </a:r>
            <a:endParaRPr lang="en-US" dirty="0"/>
          </a:p>
        </p:txBody>
      </p:sp>
      <p:sp>
        <p:nvSpPr>
          <p:cNvPr id="6424" name="TextBox 3"/>
          <p:cNvSpPr txBox="1"/>
          <p:nvPr/>
        </p:nvSpPr>
        <p:spPr>
          <a:xfrm>
            <a:off x="2571902" y="4064698"/>
            <a:ext cx="7538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pensionable </a:t>
            </a:r>
            <a:endParaRPr lang="en-US" dirty="0"/>
          </a:p>
        </p:txBody>
      </p:sp>
      <p:sp>
        <p:nvSpPr>
          <p:cNvPr id="6425" name="TextBox 3"/>
          <p:cNvSpPr txBox="1"/>
          <p:nvPr/>
        </p:nvSpPr>
        <p:spPr>
          <a:xfrm>
            <a:off x="2571902" y="4182148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6426" name="Rectangle 4"/>
          <p:cNvSpPr>
            <a:spLocks noChangeArrowheads="1"/>
          </p:cNvSpPr>
          <p:nvPr/>
        </p:nvSpPr>
        <p:spPr bwMode="auto">
          <a:xfrm>
            <a:off x="3680282" y="3976052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27" name="TextBox 3"/>
          <p:cNvSpPr txBox="1"/>
          <p:nvPr/>
        </p:nvSpPr>
        <p:spPr>
          <a:xfrm>
            <a:off x="3629482" y="394724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847.8470425.1.414120.000000.847001.100178</a:t>
            </a:r>
            <a:endParaRPr lang="en-US" dirty="0"/>
          </a:p>
        </p:txBody>
      </p:sp>
      <p:sp>
        <p:nvSpPr>
          <p:cNvPr id="6428" name="Rectangle 4"/>
          <p:cNvSpPr>
            <a:spLocks noChangeArrowheads="1"/>
          </p:cNvSpPr>
          <p:nvPr/>
        </p:nvSpPr>
        <p:spPr bwMode="auto">
          <a:xfrm>
            <a:off x="5918962" y="397605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29" name="TextBox 3"/>
          <p:cNvSpPr txBox="1"/>
          <p:nvPr/>
        </p:nvSpPr>
        <p:spPr>
          <a:xfrm>
            <a:off x="6128715" y="394724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47,096</a:t>
            </a:r>
            <a:endParaRPr lang="en-US" dirty="0"/>
          </a:p>
        </p:txBody>
      </p:sp>
      <p:sp>
        <p:nvSpPr>
          <p:cNvPr id="6430" name="Rectangle 4"/>
          <p:cNvSpPr>
            <a:spLocks noChangeArrowheads="1"/>
          </p:cNvSpPr>
          <p:nvPr/>
        </p:nvSpPr>
        <p:spPr bwMode="auto">
          <a:xfrm>
            <a:off x="6566408" y="397605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31" name="TextBox 3"/>
          <p:cNvSpPr txBox="1"/>
          <p:nvPr/>
        </p:nvSpPr>
        <p:spPr>
          <a:xfrm>
            <a:off x="7030365" y="394724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</a:t>
            </a:r>
            <a:endParaRPr lang="en-US" dirty="0"/>
          </a:p>
        </p:txBody>
      </p:sp>
      <p:sp>
        <p:nvSpPr>
          <p:cNvPr id="6432" name="Rectangle 4"/>
          <p:cNvSpPr>
            <a:spLocks noChangeArrowheads="1"/>
          </p:cNvSpPr>
          <p:nvPr/>
        </p:nvSpPr>
        <p:spPr bwMode="auto">
          <a:xfrm>
            <a:off x="7213854" y="397605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33" name="Rectangle 4"/>
          <p:cNvSpPr>
            <a:spLocks noChangeArrowheads="1"/>
          </p:cNvSpPr>
          <p:nvPr/>
        </p:nvSpPr>
        <p:spPr bwMode="auto">
          <a:xfrm>
            <a:off x="7861300" y="3976052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34" name="Rectangle 4"/>
          <p:cNvSpPr>
            <a:spLocks noChangeArrowheads="1"/>
          </p:cNvSpPr>
          <p:nvPr/>
        </p:nvSpPr>
        <p:spPr bwMode="auto">
          <a:xfrm>
            <a:off x="8094497" y="3976052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35" name="Rectangle 4"/>
          <p:cNvSpPr>
            <a:spLocks noChangeArrowheads="1"/>
          </p:cNvSpPr>
          <p:nvPr/>
        </p:nvSpPr>
        <p:spPr bwMode="auto">
          <a:xfrm>
            <a:off x="8333384" y="3976052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36" name="TextBox 3"/>
          <p:cNvSpPr txBox="1"/>
          <p:nvPr/>
        </p:nvSpPr>
        <p:spPr>
          <a:xfrm>
            <a:off x="8650986" y="394724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</a:t>
            </a:r>
            <a:endParaRPr lang="en-US" dirty="0"/>
          </a:p>
        </p:txBody>
      </p:sp>
      <p:sp>
        <p:nvSpPr>
          <p:cNvPr id="6437" name="Rectangle 4"/>
          <p:cNvSpPr>
            <a:spLocks noChangeArrowheads="1"/>
          </p:cNvSpPr>
          <p:nvPr/>
        </p:nvSpPr>
        <p:spPr bwMode="auto">
          <a:xfrm>
            <a:off x="878255" y="4371264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38" name="TextBox 3"/>
          <p:cNvSpPr txBox="1"/>
          <p:nvPr/>
        </p:nvSpPr>
        <p:spPr>
          <a:xfrm>
            <a:off x="827455" y="434246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8470425</a:t>
            </a:r>
            <a:endParaRPr lang="en-US" dirty="0"/>
          </a:p>
        </p:txBody>
      </p:sp>
      <p:sp>
        <p:nvSpPr>
          <p:cNvPr id="6439" name="Rectangle 4"/>
          <p:cNvSpPr>
            <a:spLocks noChangeArrowheads="1"/>
          </p:cNvSpPr>
          <p:nvPr/>
        </p:nvSpPr>
        <p:spPr bwMode="auto">
          <a:xfrm>
            <a:off x="1365758" y="4371264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40" name="TextBox 3"/>
          <p:cNvSpPr txBox="1"/>
          <p:nvPr/>
        </p:nvSpPr>
        <p:spPr>
          <a:xfrm>
            <a:off x="1314958" y="4342460"/>
            <a:ext cx="8891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Physics</a:t>
            </a:r>
            <a:endParaRPr lang="en-US" dirty="0"/>
          </a:p>
        </p:txBody>
      </p:sp>
      <p:sp>
        <p:nvSpPr>
          <p:cNvPr id="6441" name="Rectangle 4"/>
          <p:cNvSpPr>
            <a:spLocks noChangeArrowheads="1"/>
          </p:cNvSpPr>
          <p:nvPr/>
        </p:nvSpPr>
        <p:spPr bwMode="auto">
          <a:xfrm>
            <a:off x="2163546" y="4371264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42" name="TextBox 3"/>
          <p:cNvSpPr txBox="1"/>
          <p:nvPr/>
        </p:nvSpPr>
        <p:spPr>
          <a:xfrm>
            <a:off x="2112746" y="434246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6443" name="Rectangle 4"/>
          <p:cNvSpPr>
            <a:spLocks noChangeArrowheads="1"/>
          </p:cNvSpPr>
          <p:nvPr/>
        </p:nvSpPr>
        <p:spPr bwMode="auto">
          <a:xfrm>
            <a:off x="2622702" y="4371264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44" name="TextBox 3"/>
          <p:cNvSpPr txBox="1"/>
          <p:nvPr/>
        </p:nvSpPr>
        <p:spPr>
          <a:xfrm>
            <a:off x="2571902" y="4342460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6445" name="TextBox 3"/>
          <p:cNvSpPr txBox="1"/>
          <p:nvPr/>
        </p:nvSpPr>
        <p:spPr>
          <a:xfrm>
            <a:off x="2571902" y="4459909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6446" name="Rectangle 4"/>
          <p:cNvSpPr>
            <a:spLocks noChangeArrowheads="1"/>
          </p:cNvSpPr>
          <p:nvPr/>
        </p:nvSpPr>
        <p:spPr bwMode="auto">
          <a:xfrm>
            <a:off x="3680282" y="4371264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47" name="TextBox 3"/>
          <p:cNvSpPr txBox="1"/>
          <p:nvPr/>
        </p:nvSpPr>
        <p:spPr>
          <a:xfrm>
            <a:off x="3629482" y="434246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847.8470425.1.415110.000000.847001.100178</a:t>
            </a:r>
            <a:endParaRPr lang="en-US" dirty="0"/>
          </a:p>
        </p:txBody>
      </p:sp>
      <p:sp>
        <p:nvSpPr>
          <p:cNvPr id="6448" name="Rectangle 4"/>
          <p:cNvSpPr>
            <a:spLocks noChangeArrowheads="1"/>
          </p:cNvSpPr>
          <p:nvPr/>
        </p:nvSpPr>
        <p:spPr bwMode="auto">
          <a:xfrm>
            <a:off x="5918962" y="437126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49" name="TextBox 3"/>
          <p:cNvSpPr txBox="1"/>
          <p:nvPr/>
        </p:nvSpPr>
        <p:spPr>
          <a:xfrm>
            <a:off x="6072225" y="434246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134,609</a:t>
            </a:r>
            <a:endParaRPr lang="en-US" dirty="0"/>
          </a:p>
        </p:txBody>
      </p:sp>
      <p:sp>
        <p:nvSpPr>
          <p:cNvPr id="6450" name="Rectangle 4"/>
          <p:cNvSpPr>
            <a:spLocks noChangeArrowheads="1"/>
          </p:cNvSpPr>
          <p:nvPr/>
        </p:nvSpPr>
        <p:spPr bwMode="auto">
          <a:xfrm>
            <a:off x="6566408" y="437126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51" name="TextBox 3"/>
          <p:cNvSpPr txBox="1"/>
          <p:nvPr/>
        </p:nvSpPr>
        <p:spPr>
          <a:xfrm>
            <a:off x="6719671" y="434246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134,609</a:t>
            </a:r>
            <a:endParaRPr lang="en-US" dirty="0"/>
          </a:p>
        </p:txBody>
      </p:sp>
      <p:sp>
        <p:nvSpPr>
          <p:cNvPr id="6452" name="Rectangle 4"/>
          <p:cNvSpPr>
            <a:spLocks noChangeArrowheads="1"/>
          </p:cNvSpPr>
          <p:nvPr/>
        </p:nvSpPr>
        <p:spPr bwMode="auto">
          <a:xfrm>
            <a:off x="7213854" y="437126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53" name="TextBox 3"/>
          <p:cNvSpPr txBox="1"/>
          <p:nvPr/>
        </p:nvSpPr>
        <p:spPr>
          <a:xfrm>
            <a:off x="7367118" y="434246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133,825</a:t>
            </a:r>
            <a:endParaRPr lang="en-US" dirty="0"/>
          </a:p>
        </p:txBody>
      </p:sp>
      <p:sp>
        <p:nvSpPr>
          <p:cNvPr id="6454" name="Rectangle 4"/>
          <p:cNvSpPr>
            <a:spLocks noChangeArrowheads="1"/>
          </p:cNvSpPr>
          <p:nvPr/>
        </p:nvSpPr>
        <p:spPr bwMode="auto">
          <a:xfrm>
            <a:off x="7861300" y="4371264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55" name="Rectangle 4"/>
          <p:cNvSpPr>
            <a:spLocks noChangeArrowheads="1"/>
          </p:cNvSpPr>
          <p:nvPr/>
        </p:nvSpPr>
        <p:spPr bwMode="auto">
          <a:xfrm>
            <a:off x="8094497" y="4371264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56" name="Rectangle 4"/>
          <p:cNvSpPr>
            <a:spLocks noChangeArrowheads="1"/>
          </p:cNvSpPr>
          <p:nvPr/>
        </p:nvSpPr>
        <p:spPr bwMode="auto">
          <a:xfrm>
            <a:off x="8333384" y="4371264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57" name="TextBox 3"/>
          <p:cNvSpPr txBox="1"/>
          <p:nvPr/>
        </p:nvSpPr>
        <p:spPr>
          <a:xfrm>
            <a:off x="8538006" y="4342460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784</a:t>
            </a:r>
            <a:endParaRPr lang="en-US" dirty="0"/>
          </a:p>
        </p:txBody>
      </p:sp>
      <p:sp>
        <p:nvSpPr>
          <p:cNvPr id="6458" name="Rectangle 4"/>
          <p:cNvSpPr>
            <a:spLocks noChangeArrowheads="1"/>
          </p:cNvSpPr>
          <p:nvPr/>
        </p:nvSpPr>
        <p:spPr bwMode="auto">
          <a:xfrm>
            <a:off x="878255" y="4649025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59" name="TextBox 3"/>
          <p:cNvSpPr txBox="1"/>
          <p:nvPr/>
        </p:nvSpPr>
        <p:spPr>
          <a:xfrm>
            <a:off x="827455" y="462022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8470425</a:t>
            </a:r>
            <a:endParaRPr lang="en-US" dirty="0"/>
          </a:p>
        </p:txBody>
      </p:sp>
      <p:sp>
        <p:nvSpPr>
          <p:cNvPr id="6460" name="Rectangle 4"/>
          <p:cNvSpPr>
            <a:spLocks noChangeArrowheads="1"/>
          </p:cNvSpPr>
          <p:nvPr/>
        </p:nvSpPr>
        <p:spPr bwMode="auto">
          <a:xfrm>
            <a:off x="1365758" y="4649025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61" name="TextBox 3"/>
          <p:cNvSpPr txBox="1"/>
          <p:nvPr/>
        </p:nvSpPr>
        <p:spPr>
          <a:xfrm>
            <a:off x="1314958" y="4620222"/>
            <a:ext cx="8891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Physics</a:t>
            </a:r>
            <a:endParaRPr lang="en-US" dirty="0"/>
          </a:p>
        </p:txBody>
      </p:sp>
      <p:sp>
        <p:nvSpPr>
          <p:cNvPr id="6462" name="Rectangle 4"/>
          <p:cNvSpPr>
            <a:spLocks noChangeArrowheads="1"/>
          </p:cNvSpPr>
          <p:nvPr/>
        </p:nvSpPr>
        <p:spPr bwMode="auto">
          <a:xfrm>
            <a:off x="2163546" y="4649025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63" name="TextBox 3"/>
          <p:cNvSpPr txBox="1"/>
          <p:nvPr/>
        </p:nvSpPr>
        <p:spPr>
          <a:xfrm>
            <a:off x="2112746" y="462022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6464" name="Rectangle 4"/>
          <p:cNvSpPr>
            <a:spLocks noChangeArrowheads="1"/>
          </p:cNvSpPr>
          <p:nvPr/>
        </p:nvSpPr>
        <p:spPr bwMode="auto">
          <a:xfrm>
            <a:off x="2622702" y="4649025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65" name="TextBox 3"/>
          <p:cNvSpPr txBox="1"/>
          <p:nvPr/>
        </p:nvSpPr>
        <p:spPr>
          <a:xfrm>
            <a:off x="2571902" y="4620222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6466" name="TextBox 3"/>
          <p:cNvSpPr txBox="1"/>
          <p:nvPr/>
        </p:nvSpPr>
        <p:spPr>
          <a:xfrm>
            <a:off x="2571902" y="4737671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6467" name="Rectangle 4"/>
          <p:cNvSpPr>
            <a:spLocks noChangeArrowheads="1"/>
          </p:cNvSpPr>
          <p:nvPr/>
        </p:nvSpPr>
        <p:spPr bwMode="auto">
          <a:xfrm>
            <a:off x="3680282" y="4649025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68" name="TextBox 3"/>
          <p:cNvSpPr txBox="1"/>
          <p:nvPr/>
        </p:nvSpPr>
        <p:spPr>
          <a:xfrm>
            <a:off x="3629482" y="462022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847.8470425.1.416110.000000.847001.100178</a:t>
            </a:r>
            <a:endParaRPr lang="en-US" dirty="0"/>
          </a:p>
        </p:txBody>
      </p:sp>
      <p:sp>
        <p:nvSpPr>
          <p:cNvPr id="6469" name="Rectangle 4"/>
          <p:cNvSpPr>
            <a:spLocks noChangeArrowheads="1"/>
          </p:cNvSpPr>
          <p:nvPr/>
        </p:nvSpPr>
        <p:spPr bwMode="auto">
          <a:xfrm>
            <a:off x="5918962" y="464902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70" name="TextBox 3"/>
          <p:cNvSpPr txBox="1"/>
          <p:nvPr/>
        </p:nvSpPr>
        <p:spPr>
          <a:xfrm>
            <a:off x="6382918" y="462022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6471" name="Rectangle 4"/>
          <p:cNvSpPr>
            <a:spLocks noChangeArrowheads="1"/>
          </p:cNvSpPr>
          <p:nvPr/>
        </p:nvSpPr>
        <p:spPr bwMode="auto">
          <a:xfrm>
            <a:off x="6566408" y="464902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72" name="TextBox 3"/>
          <p:cNvSpPr txBox="1"/>
          <p:nvPr/>
        </p:nvSpPr>
        <p:spPr>
          <a:xfrm>
            <a:off x="6719671" y="462022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393,050</a:t>
            </a:r>
            <a:endParaRPr lang="en-US" dirty="0"/>
          </a:p>
        </p:txBody>
      </p:sp>
      <p:sp>
        <p:nvSpPr>
          <p:cNvPr id="6473" name="Rectangle 4"/>
          <p:cNvSpPr>
            <a:spLocks noChangeArrowheads="1"/>
          </p:cNvSpPr>
          <p:nvPr/>
        </p:nvSpPr>
        <p:spPr bwMode="auto">
          <a:xfrm>
            <a:off x="7213854" y="464902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74" name="TextBox 3"/>
          <p:cNvSpPr txBox="1"/>
          <p:nvPr/>
        </p:nvSpPr>
        <p:spPr>
          <a:xfrm>
            <a:off x="7367118" y="462022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393,040</a:t>
            </a:r>
            <a:endParaRPr lang="en-US" dirty="0"/>
          </a:p>
        </p:txBody>
      </p:sp>
      <p:sp>
        <p:nvSpPr>
          <p:cNvPr id="6475" name="Rectangle 4"/>
          <p:cNvSpPr>
            <a:spLocks noChangeArrowheads="1"/>
          </p:cNvSpPr>
          <p:nvPr/>
        </p:nvSpPr>
        <p:spPr bwMode="auto">
          <a:xfrm>
            <a:off x="7861300" y="4649025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76" name="Rectangle 4"/>
          <p:cNvSpPr>
            <a:spLocks noChangeArrowheads="1"/>
          </p:cNvSpPr>
          <p:nvPr/>
        </p:nvSpPr>
        <p:spPr bwMode="auto">
          <a:xfrm>
            <a:off x="8094497" y="4649025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77" name="Rectangle 4"/>
          <p:cNvSpPr>
            <a:spLocks noChangeArrowheads="1"/>
          </p:cNvSpPr>
          <p:nvPr/>
        </p:nvSpPr>
        <p:spPr bwMode="auto">
          <a:xfrm>
            <a:off x="8333384" y="4649025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78" name="TextBox 3"/>
          <p:cNvSpPr txBox="1"/>
          <p:nvPr/>
        </p:nvSpPr>
        <p:spPr>
          <a:xfrm>
            <a:off x="8594496" y="4620222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</a:t>
            </a:r>
            <a:endParaRPr lang="en-US" dirty="0"/>
          </a:p>
        </p:txBody>
      </p:sp>
      <p:sp>
        <p:nvSpPr>
          <p:cNvPr id="6479" name="Rectangle 4"/>
          <p:cNvSpPr>
            <a:spLocks noChangeArrowheads="1"/>
          </p:cNvSpPr>
          <p:nvPr/>
        </p:nvSpPr>
        <p:spPr bwMode="auto">
          <a:xfrm>
            <a:off x="878255" y="4926787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80" name="TextBox 3"/>
          <p:cNvSpPr txBox="1"/>
          <p:nvPr/>
        </p:nvSpPr>
        <p:spPr>
          <a:xfrm>
            <a:off x="827455" y="489798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8470425</a:t>
            </a:r>
            <a:endParaRPr lang="en-US" dirty="0"/>
          </a:p>
        </p:txBody>
      </p:sp>
      <p:sp>
        <p:nvSpPr>
          <p:cNvPr id="6481" name="Rectangle 4"/>
          <p:cNvSpPr>
            <a:spLocks noChangeArrowheads="1"/>
          </p:cNvSpPr>
          <p:nvPr/>
        </p:nvSpPr>
        <p:spPr bwMode="auto">
          <a:xfrm>
            <a:off x="1365758" y="4926787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82" name="TextBox 3"/>
          <p:cNvSpPr txBox="1"/>
          <p:nvPr/>
        </p:nvSpPr>
        <p:spPr>
          <a:xfrm>
            <a:off x="1314958" y="4897983"/>
            <a:ext cx="8891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Physics</a:t>
            </a:r>
            <a:endParaRPr lang="en-US" dirty="0"/>
          </a:p>
        </p:txBody>
      </p:sp>
      <p:sp>
        <p:nvSpPr>
          <p:cNvPr id="6483" name="Rectangle 4"/>
          <p:cNvSpPr>
            <a:spLocks noChangeArrowheads="1"/>
          </p:cNvSpPr>
          <p:nvPr/>
        </p:nvSpPr>
        <p:spPr bwMode="auto">
          <a:xfrm>
            <a:off x="2163546" y="4926787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84" name="TextBox 3"/>
          <p:cNvSpPr txBox="1"/>
          <p:nvPr/>
        </p:nvSpPr>
        <p:spPr>
          <a:xfrm>
            <a:off x="2112746" y="489798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6485" name="Rectangle 4"/>
          <p:cNvSpPr>
            <a:spLocks noChangeArrowheads="1"/>
          </p:cNvSpPr>
          <p:nvPr/>
        </p:nvSpPr>
        <p:spPr bwMode="auto">
          <a:xfrm>
            <a:off x="2622702" y="4926787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86" name="TextBox 3"/>
          <p:cNvSpPr txBox="1"/>
          <p:nvPr/>
        </p:nvSpPr>
        <p:spPr>
          <a:xfrm>
            <a:off x="2571902" y="4897983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6487" name="TextBox 3"/>
          <p:cNvSpPr txBox="1"/>
          <p:nvPr/>
        </p:nvSpPr>
        <p:spPr>
          <a:xfrm>
            <a:off x="2571902" y="5015433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6488" name="Rectangle 4"/>
          <p:cNvSpPr>
            <a:spLocks noChangeArrowheads="1"/>
          </p:cNvSpPr>
          <p:nvPr/>
        </p:nvSpPr>
        <p:spPr bwMode="auto">
          <a:xfrm>
            <a:off x="3680282" y="4926787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89" name="TextBox 3"/>
          <p:cNvSpPr txBox="1"/>
          <p:nvPr/>
        </p:nvSpPr>
        <p:spPr>
          <a:xfrm>
            <a:off x="3629482" y="489798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847.8470425.1.416310.000000.847001.100178</a:t>
            </a:r>
            <a:endParaRPr lang="en-US" dirty="0"/>
          </a:p>
        </p:txBody>
      </p:sp>
      <p:sp>
        <p:nvSpPr>
          <p:cNvPr id="6490" name="Rectangle 4"/>
          <p:cNvSpPr>
            <a:spLocks noChangeArrowheads="1"/>
          </p:cNvSpPr>
          <p:nvPr/>
        </p:nvSpPr>
        <p:spPr bwMode="auto">
          <a:xfrm>
            <a:off x="5918962" y="492678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91" name="TextBox 3"/>
          <p:cNvSpPr txBox="1"/>
          <p:nvPr/>
        </p:nvSpPr>
        <p:spPr>
          <a:xfrm>
            <a:off x="6072225" y="489798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545,213</a:t>
            </a:r>
            <a:endParaRPr lang="en-US" dirty="0"/>
          </a:p>
        </p:txBody>
      </p:sp>
      <p:sp>
        <p:nvSpPr>
          <p:cNvPr id="6492" name="Rectangle 4"/>
          <p:cNvSpPr>
            <a:spLocks noChangeArrowheads="1"/>
          </p:cNvSpPr>
          <p:nvPr/>
        </p:nvSpPr>
        <p:spPr bwMode="auto">
          <a:xfrm>
            <a:off x="6566408" y="492678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93" name="TextBox 3"/>
          <p:cNvSpPr txBox="1"/>
          <p:nvPr/>
        </p:nvSpPr>
        <p:spPr>
          <a:xfrm>
            <a:off x="6719671" y="489798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356,413</a:t>
            </a:r>
            <a:endParaRPr lang="en-US" dirty="0"/>
          </a:p>
        </p:txBody>
      </p:sp>
      <p:sp>
        <p:nvSpPr>
          <p:cNvPr id="6494" name="Rectangle 4"/>
          <p:cNvSpPr>
            <a:spLocks noChangeArrowheads="1"/>
          </p:cNvSpPr>
          <p:nvPr/>
        </p:nvSpPr>
        <p:spPr bwMode="auto">
          <a:xfrm>
            <a:off x="7213854" y="492678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95" name="TextBox 3"/>
          <p:cNvSpPr txBox="1"/>
          <p:nvPr/>
        </p:nvSpPr>
        <p:spPr>
          <a:xfrm>
            <a:off x="7367118" y="489798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356,353</a:t>
            </a:r>
            <a:endParaRPr lang="en-US" dirty="0"/>
          </a:p>
        </p:txBody>
      </p:sp>
      <p:sp>
        <p:nvSpPr>
          <p:cNvPr id="6496" name="Rectangle 4"/>
          <p:cNvSpPr>
            <a:spLocks noChangeArrowheads="1"/>
          </p:cNvSpPr>
          <p:nvPr/>
        </p:nvSpPr>
        <p:spPr bwMode="auto">
          <a:xfrm>
            <a:off x="7861300" y="4926787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97" name="Rectangle 4"/>
          <p:cNvSpPr>
            <a:spLocks noChangeArrowheads="1"/>
          </p:cNvSpPr>
          <p:nvPr/>
        </p:nvSpPr>
        <p:spPr bwMode="auto">
          <a:xfrm>
            <a:off x="8094497" y="4926787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98" name="Rectangle 4"/>
          <p:cNvSpPr>
            <a:spLocks noChangeArrowheads="1"/>
          </p:cNvSpPr>
          <p:nvPr/>
        </p:nvSpPr>
        <p:spPr bwMode="auto">
          <a:xfrm>
            <a:off x="8333384" y="4926787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499" name="TextBox 3"/>
          <p:cNvSpPr txBox="1"/>
          <p:nvPr/>
        </p:nvSpPr>
        <p:spPr>
          <a:xfrm>
            <a:off x="8594496" y="4897983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60</a:t>
            </a:r>
            <a:endParaRPr lang="en-US" dirty="0"/>
          </a:p>
        </p:txBody>
      </p:sp>
      <p:sp>
        <p:nvSpPr>
          <p:cNvPr id="6500" name="Rectangle 4"/>
          <p:cNvSpPr>
            <a:spLocks noChangeArrowheads="1"/>
          </p:cNvSpPr>
          <p:nvPr/>
        </p:nvSpPr>
        <p:spPr bwMode="auto">
          <a:xfrm>
            <a:off x="878255" y="5204549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501" name="TextBox 3"/>
          <p:cNvSpPr txBox="1"/>
          <p:nvPr/>
        </p:nvSpPr>
        <p:spPr>
          <a:xfrm>
            <a:off x="827455" y="517574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8470425</a:t>
            </a:r>
            <a:endParaRPr lang="en-US" dirty="0"/>
          </a:p>
        </p:txBody>
      </p:sp>
      <p:sp>
        <p:nvSpPr>
          <p:cNvPr id="6502" name="TextBox 3"/>
          <p:cNvSpPr txBox="1"/>
          <p:nvPr/>
        </p:nvSpPr>
        <p:spPr>
          <a:xfrm>
            <a:off x="827455" y="5293195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6503" name="Rectangle 4"/>
          <p:cNvSpPr>
            <a:spLocks noChangeArrowheads="1"/>
          </p:cNvSpPr>
          <p:nvPr/>
        </p:nvSpPr>
        <p:spPr bwMode="auto">
          <a:xfrm>
            <a:off x="1365758" y="5204549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504" name="Rectangle 4"/>
          <p:cNvSpPr>
            <a:spLocks noChangeArrowheads="1"/>
          </p:cNvSpPr>
          <p:nvPr/>
        </p:nvSpPr>
        <p:spPr bwMode="auto">
          <a:xfrm>
            <a:off x="2163546" y="5204549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505" name="Rectangle 4"/>
          <p:cNvSpPr>
            <a:spLocks noChangeArrowheads="1"/>
          </p:cNvSpPr>
          <p:nvPr/>
        </p:nvSpPr>
        <p:spPr bwMode="auto">
          <a:xfrm>
            <a:off x="2622702" y="5204549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506" name="Rectangle 4"/>
          <p:cNvSpPr>
            <a:spLocks noChangeArrowheads="1"/>
          </p:cNvSpPr>
          <p:nvPr/>
        </p:nvSpPr>
        <p:spPr bwMode="auto">
          <a:xfrm>
            <a:off x="3680282" y="5204549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507" name="Rectangle 4"/>
          <p:cNvSpPr>
            <a:spLocks noChangeArrowheads="1"/>
          </p:cNvSpPr>
          <p:nvPr/>
        </p:nvSpPr>
        <p:spPr bwMode="auto">
          <a:xfrm>
            <a:off x="5918962" y="5204549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508" name="TextBox 3"/>
          <p:cNvSpPr txBox="1"/>
          <p:nvPr/>
        </p:nvSpPr>
        <p:spPr>
          <a:xfrm>
            <a:off x="5931001" y="5175745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16,173,687</a:t>
            </a:r>
            <a:endParaRPr lang="en-US" dirty="0"/>
          </a:p>
        </p:txBody>
      </p:sp>
      <p:sp>
        <p:nvSpPr>
          <p:cNvPr id="6509" name="Rectangle 4"/>
          <p:cNvSpPr>
            <a:spLocks noChangeArrowheads="1"/>
          </p:cNvSpPr>
          <p:nvPr/>
        </p:nvSpPr>
        <p:spPr bwMode="auto">
          <a:xfrm>
            <a:off x="6566408" y="5204549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510" name="TextBox 3"/>
          <p:cNvSpPr txBox="1"/>
          <p:nvPr/>
        </p:nvSpPr>
        <p:spPr>
          <a:xfrm>
            <a:off x="6578447" y="5175745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17,172,098</a:t>
            </a:r>
            <a:endParaRPr lang="en-US" dirty="0"/>
          </a:p>
        </p:txBody>
      </p:sp>
      <p:sp>
        <p:nvSpPr>
          <p:cNvPr id="6511" name="Rectangle 4"/>
          <p:cNvSpPr>
            <a:spLocks noChangeArrowheads="1"/>
          </p:cNvSpPr>
          <p:nvPr/>
        </p:nvSpPr>
        <p:spPr bwMode="auto">
          <a:xfrm>
            <a:off x="7213854" y="5204549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512" name="TextBox 3"/>
          <p:cNvSpPr txBox="1"/>
          <p:nvPr/>
        </p:nvSpPr>
        <p:spPr>
          <a:xfrm>
            <a:off x="7225894" y="5175745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17,171,033</a:t>
            </a:r>
            <a:endParaRPr lang="en-US" dirty="0"/>
          </a:p>
        </p:txBody>
      </p:sp>
      <p:sp>
        <p:nvSpPr>
          <p:cNvPr id="6513" name="Rectangle 4"/>
          <p:cNvSpPr>
            <a:spLocks noChangeArrowheads="1"/>
          </p:cNvSpPr>
          <p:nvPr/>
        </p:nvSpPr>
        <p:spPr bwMode="auto">
          <a:xfrm>
            <a:off x="7861300" y="5204549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514" name="Rectangle 4"/>
          <p:cNvSpPr>
            <a:spLocks noChangeArrowheads="1"/>
          </p:cNvSpPr>
          <p:nvPr/>
        </p:nvSpPr>
        <p:spPr bwMode="auto">
          <a:xfrm>
            <a:off x="8094497" y="5204549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515" name="Rectangle 4"/>
          <p:cNvSpPr>
            <a:spLocks noChangeArrowheads="1"/>
          </p:cNvSpPr>
          <p:nvPr/>
        </p:nvSpPr>
        <p:spPr bwMode="auto">
          <a:xfrm>
            <a:off x="8333384" y="5204549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516" name="TextBox 3"/>
          <p:cNvSpPr txBox="1"/>
          <p:nvPr/>
        </p:nvSpPr>
        <p:spPr>
          <a:xfrm>
            <a:off x="8453272" y="5175745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1,065</a:t>
            </a:r>
            <a:endParaRPr lang="en-US" dirty="0"/>
          </a:p>
        </p:txBody>
      </p:sp>
      <p:sp>
        <p:nvSpPr>
          <p:cNvPr id="6517" name="Rectangle 4"/>
          <p:cNvSpPr>
            <a:spLocks noChangeArrowheads="1"/>
          </p:cNvSpPr>
          <p:nvPr/>
        </p:nvSpPr>
        <p:spPr bwMode="auto">
          <a:xfrm>
            <a:off x="878255" y="5482310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18" name="TextBox 3"/>
          <p:cNvSpPr txBox="1"/>
          <p:nvPr/>
        </p:nvSpPr>
        <p:spPr>
          <a:xfrm>
            <a:off x="827455" y="545350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8470430</a:t>
            </a:r>
            <a:endParaRPr lang="en-US" dirty="0"/>
          </a:p>
        </p:txBody>
      </p:sp>
      <p:sp>
        <p:nvSpPr>
          <p:cNvPr id="6519" name="Rectangle 4"/>
          <p:cNvSpPr>
            <a:spLocks noChangeArrowheads="1"/>
          </p:cNvSpPr>
          <p:nvPr/>
        </p:nvSpPr>
        <p:spPr bwMode="auto">
          <a:xfrm>
            <a:off x="1365758" y="5482310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20" name="TextBox 3"/>
          <p:cNvSpPr txBox="1"/>
          <p:nvPr/>
        </p:nvSpPr>
        <p:spPr>
          <a:xfrm>
            <a:off x="1314958" y="5453507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6521" name="TextBox 3"/>
          <p:cNvSpPr txBox="1"/>
          <p:nvPr/>
        </p:nvSpPr>
        <p:spPr>
          <a:xfrm>
            <a:off x="1314958" y="5570956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Preparatory </a:t>
            </a:r>
            <a:endParaRPr lang="en-US" dirty="0"/>
          </a:p>
        </p:txBody>
      </p:sp>
      <p:sp>
        <p:nvSpPr>
          <p:cNvPr id="6522" name="TextBox 3"/>
          <p:cNvSpPr txBox="1"/>
          <p:nvPr/>
        </p:nvSpPr>
        <p:spPr>
          <a:xfrm>
            <a:off x="1314958" y="5688406"/>
            <a:ext cx="5673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Program</a:t>
            </a:r>
            <a:endParaRPr lang="en-US" dirty="0"/>
          </a:p>
        </p:txBody>
      </p:sp>
      <p:sp>
        <p:nvSpPr>
          <p:cNvPr id="6523" name="Rectangle 4"/>
          <p:cNvSpPr>
            <a:spLocks noChangeArrowheads="1"/>
          </p:cNvSpPr>
          <p:nvPr/>
        </p:nvSpPr>
        <p:spPr bwMode="auto">
          <a:xfrm>
            <a:off x="2163546" y="5482310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24" name="TextBox 3"/>
          <p:cNvSpPr txBox="1"/>
          <p:nvPr/>
        </p:nvSpPr>
        <p:spPr>
          <a:xfrm>
            <a:off x="2112746" y="545350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6525" name="Rectangle 4"/>
          <p:cNvSpPr>
            <a:spLocks noChangeArrowheads="1"/>
          </p:cNvSpPr>
          <p:nvPr/>
        </p:nvSpPr>
        <p:spPr bwMode="auto">
          <a:xfrm>
            <a:off x="2622702" y="5482310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26" name="TextBox 3"/>
          <p:cNvSpPr txBox="1"/>
          <p:nvPr/>
        </p:nvSpPr>
        <p:spPr>
          <a:xfrm>
            <a:off x="2571902" y="5453507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6527" name="TextBox 3"/>
          <p:cNvSpPr txBox="1"/>
          <p:nvPr/>
        </p:nvSpPr>
        <p:spPr>
          <a:xfrm>
            <a:off x="2571902" y="5570956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6528" name="Rectangle 4"/>
          <p:cNvSpPr>
            <a:spLocks noChangeArrowheads="1"/>
          </p:cNvSpPr>
          <p:nvPr/>
        </p:nvSpPr>
        <p:spPr bwMode="auto">
          <a:xfrm>
            <a:off x="3680282" y="5482310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29" name="TextBox 3"/>
          <p:cNvSpPr txBox="1"/>
          <p:nvPr/>
        </p:nvSpPr>
        <p:spPr>
          <a:xfrm>
            <a:off x="3629482" y="545350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847.8470430.1.412121.000000.847001.100178</a:t>
            </a:r>
            <a:endParaRPr lang="en-US" dirty="0"/>
          </a:p>
        </p:txBody>
      </p:sp>
      <p:sp>
        <p:nvSpPr>
          <p:cNvPr id="6530" name="Rectangle 4"/>
          <p:cNvSpPr>
            <a:spLocks noChangeArrowheads="1"/>
          </p:cNvSpPr>
          <p:nvPr/>
        </p:nvSpPr>
        <p:spPr bwMode="auto">
          <a:xfrm>
            <a:off x="5918962" y="548231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31" name="TextBox 3"/>
          <p:cNvSpPr txBox="1"/>
          <p:nvPr/>
        </p:nvSpPr>
        <p:spPr>
          <a:xfrm>
            <a:off x="5987491" y="545350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4,835,601</a:t>
            </a:r>
            <a:endParaRPr lang="en-US" dirty="0"/>
          </a:p>
        </p:txBody>
      </p:sp>
      <p:sp>
        <p:nvSpPr>
          <p:cNvPr id="6532" name="Rectangle 4"/>
          <p:cNvSpPr>
            <a:spLocks noChangeArrowheads="1"/>
          </p:cNvSpPr>
          <p:nvPr/>
        </p:nvSpPr>
        <p:spPr bwMode="auto">
          <a:xfrm>
            <a:off x="6566408" y="548231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33" name="TextBox 3"/>
          <p:cNvSpPr txBox="1"/>
          <p:nvPr/>
        </p:nvSpPr>
        <p:spPr>
          <a:xfrm>
            <a:off x="6634937" y="545350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4,701,901</a:t>
            </a:r>
            <a:endParaRPr lang="en-US" dirty="0"/>
          </a:p>
        </p:txBody>
      </p:sp>
      <p:sp>
        <p:nvSpPr>
          <p:cNvPr id="6534" name="Rectangle 4"/>
          <p:cNvSpPr>
            <a:spLocks noChangeArrowheads="1"/>
          </p:cNvSpPr>
          <p:nvPr/>
        </p:nvSpPr>
        <p:spPr bwMode="auto">
          <a:xfrm>
            <a:off x="7213854" y="548231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35" name="TextBox 3"/>
          <p:cNvSpPr txBox="1"/>
          <p:nvPr/>
        </p:nvSpPr>
        <p:spPr>
          <a:xfrm>
            <a:off x="7282383" y="545350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4,701,812</a:t>
            </a:r>
            <a:endParaRPr lang="en-US" dirty="0"/>
          </a:p>
        </p:txBody>
      </p:sp>
      <p:sp>
        <p:nvSpPr>
          <p:cNvPr id="6536" name="Rectangle 4"/>
          <p:cNvSpPr>
            <a:spLocks noChangeArrowheads="1"/>
          </p:cNvSpPr>
          <p:nvPr/>
        </p:nvSpPr>
        <p:spPr bwMode="auto">
          <a:xfrm>
            <a:off x="7861300" y="5482310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37" name="Rectangle 4"/>
          <p:cNvSpPr>
            <a:spLocks noChangeArrowheads="1"/>
          </p:cNvSpPr>
          <p:nvPr/>
        </p:nvSpPr>
        <p:spPr bwMode="auto">
          <a:xfrm>
            <a:off x="8094497" y="5482310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38" name="Rectangle 4"/>
          <p:cNvSpPr>
            <a:spLocks noChangeArrowheads="1"/>
          </p:cNvSpPr>
          <p:nvPr/>
        </p:nvSpPr>
        <p:spPr bwMode="auto">
          <a:xfrm>
            <a:off x="8333384" y="5482310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39" name="TextBox 3"/>
          <p:cNvSpPr txBox="1"/>
          <p:nvPr/>
        </p:nvSpPr>
        <p:spPr>
          <a:xfrm>
            <a:off x="8594496" y="5453507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90</a:t>
            </a:r>
            <a:endParaRPr lang="en-US" dirty="0"/>
          </a:p>
        </p:txBody>
      </p:sp>
      <p:sp>
        <p:nvSpPr>
          <p:cNvPr id="6540" name="Rectangle 4"/>
          <p:cNvSpPr>
            <a:spLocks noChangeArrowheads="1"/>
          </p:cNvSpPr>
          <p:nvPr/>
        </p:nvSpPr>
        <p:spPr bwMode="auto">
          <a:xfrm>
            <a:off x="878255" y="5877522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41" name="TextBox 3"/>
          <p:cNvSpPr txBox="1"/>
          <p:nvPr/>
        </p:nvSpPr>
        <p:spPr>
          <a:xfrm>
            <a:off x="827455" y="584871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8470430</a:t>
            </a:r>
            <a:endParaRPr lang="en-US" dirty="0"/>
          </a:p>
        </p:txBody>
      </p:sp>
      <p:sp>
        <p:nvSpPr>
          <p:cNvPr id="6542" name="Rectangle 4"/>
          <p:cNvSpPr>
            <a:spLocks noChangeArrowheads="1"/>
          </p:cNvSpPr>
          <p:nvPr/>
        </p:nvSpPr>
        <p:spPr bwMode="auto">
          <a:xfrm>
            <a:off x="1365758" y="5877522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43" name="TextBox 3"/>
          <p:cNvSpPr txBox="1"/>
          <p:nvPr/>
        </p:nvSpPr>
        <p:spPr>
          <a:xfrm>
            <a:off x="1314958" y="5848718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6544" name="TextBox 3"/>
          <p:cNvSpPr txBox="1"/>
          <p:nvPr/>
        </p:nvSpPr>
        <p:spPr>
          <a:xfrm>
            <a:off x="1314958" y="5966168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Preparatory </a:t>
            </a:r>
            <a:endParaRPr lang="en-US" dirty="0"/>
          </a:p>
        </p:txBody>
      </p:sp>
      <p:sp>
        <p:nvSpPr>
          <p:cNvPr id="6545" name="TextBox 3"/>
          <p:cNvSpPr txBox="1"/>
          <p:nvPr/>
        </p:nvSpPr>
        <p:spPr>
          <a:xfrm>
            <a:off x="1314958" y="6083617"/>
            <a:ext cx="5673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Program</a:t>
            </a:r>
            <a:endParaRPr lang="en-US" dirty="0"/>
          </a:p>
        </p:txBody>
      </p:sp>
      <p:sp>
        <p:nvSpPr>
          <p:cNvPr id="6546" name="Rectangle 4"/>
          <p:cNvSpPr>
            <a:spLocks noChangeArrowheads="1"/>
          </p:cNvSpPr>
          <p:nvPr/>
        </p:nvSpPr>
        <p:spPr bwMode="auto">
          <a:xfrm>
            <a:off x="2163546" y="5877522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47" name="TextBox 3"/>
          <p:cNvSpPr txBox="1"/>
          <p:nvPr/>
        </p:nvSpPr>
        <p:spPr>
          <a:xfrm>
            <a:off x="2112746" y="584871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6548" name="Rectangle 4"/>
          <p:cNvSpPr>
            <a:spLocks noChangeArrowheads="1"/>
          </p:cNvSpPr>
          <p:nvPr/>
        </p:nvSpPr>
        <p:spPr bwMode="auto">
          <a:xfrm>
            <a:off x="2622702" y="5877522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49" name="TextBox 3"/>
          <p:cNvSpPr txBox="1"/>
          <p:nvPr/>
        </p:nvSpPr>
        <p:spPr>
          <a:xfrm>
            <a:off x="2571902" y="5848718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6550" name="TextBox 3"/>
          <p:cNvSpPr txBox="1"/>
          <p:nvPr/>
        </p:nvSpPr>
        <p:spPr>
          <a:xfrm>
            <a:off x="2571902" y="5966168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6551" name="TextBox 3"/>
          <p:cNvSpPr txBox="1"/>
          <p:nvPr/>
        </p:nvSpPr>
        <p:spPr>
          <a:xfrm>
            <a:off x="2571902" y="6083617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6552" name="Rectangle 4"/>
          <p:cNvSpPr>
            <a:spLocks noChangeArrowheads="1"/>
          </p:cNvSpPr>
          <p:nvPr/>
        </p:nvSpPr>
        <p:spPr bwMode="auto">
          <a:xfrm>
            <a:off x="3680282" y="5877522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53" name="TextBox 3"/>
          <p:cNvSpPr txBox="1"/>
          <p:nvPr/>
        </p:nvSpPr>
        <p:spPr>
          <a:xfrm>
            <a:off x="3629482" y="584871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847.8470430.1.412125.000000.847001.100178</a:t>
            </a:r>
            <a:endParaRPr lang="en-US" dirty="0"/>
          </a:p>
        </p:txBody>
      </p:sp>
      <p:sp>
        <p:nvSpPr>
          <p:cNvPr id="6554" name="Rectangle 4"/>
          <p:cNvSpPr>
            <a:spLocks noChangeArrowheads="1"/>
          </p:cNvSpPr>
          <p:nvPr/>
        </p:nvSpPr>
        <p:spPr bwMode="auto">
          <a:xfrm>
            <a:off x="5918962" y="587752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55" name="TextBox 3"/>
          <p:cNvSpPr txBox="1"/>
          <p:nvPr/>
        </p:nvSpPr>
        <p:spPr>
          <a:xfrm>
            <a:off x="5987491" y="584871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4,951,046</a:t>
            </a:r>
            <a:endParaRPr lang="en-US" dirty="0"/>
          </a:p>
        </p:txBody>
      </p:sp>
      <p:sp>
        <p:nvSpPr>
          <p:cNvPr id="6556" name="Rectangle 4"/>
          <p:cNvSpPr>
            <a:spLocks noChangeArrowheads="1"/>
          </p:cNvSpPr>
          <p:nvPr/>
        </p:nvSpPr>
        <p:spPr bwMode="auto">
          <a:xfrm>
            <a:off x="6566408" y="587752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57" name="TextBox 3"/>
          <p:cNvSpPr txBox="1"/>
          <p:nvPr/>
        </p:nvSpPr>
        <p:spPr>
          <a:xfrm>
            <a:off x="6634937" y="584871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5,397,046</a:t>
            </a:r>
            <a:endParaRPr lang="en-US" dirty="0"/>
          </a:p>
        </p:txBody>
      </p:sp>
      <p:sp>
        <p:nvSpPr>
          <p:cNvPr id="6558" name="Rectangle 4"/>
          <p:cNvSpPr>
            <a:spLocks noChangeArrowheads="1"/>
          </p:cNvSpPr>
          <p:nvPr/>
        </p:nvSpPr>
        <p:spPr bwMode="auto">
          <a:xfrm>
            <a:off x="7213854" y="587752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59" name="TextBox 3"/>
          <p:cNvSpPr txBox="1"/>
          <p:nvPr/>
        </p:nvSpPr>
        <p:spPr>
          <a:xfrm>
            <a:off x="7282383" y="584871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5,396,998</a:t>
            </a:r>
            <a:endParaRPr lang="en-US" dirty="0"/>
          </a:p>
        </p:txBody>
      </p:sp>
      <p:sp>
        <p:nvSpPr>
          <p:cNvPr id="6560" name="Rectangle 4"/>
          <p:cNvSpPr>
            <a:spLocks noChangeArrowheads="1"/>
          </p:cNvSpPr>
          <p:nvPr/>
        </p:nvSpPr>
        <p:spPr bwMode="auto">
          <a:xfrm>
            <a:off x="7861300" y="5877522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61" name="Rectangle 4"/>
          <p:cNvSpPr>
            <a:spLocks noChangeArrowheads="1"/>
          </p:cNvSpPr>
          <p:nvPr/>
        </p:nvSpPr>
        <p:spPr bwMode="auto">
          <a:xfrm>
            <a:off x="8094497" y="5877522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62" name="Rectangle 4"/>
          <p:cNvSpPr>
            <a:spLocks noChangeArrowheads="1"/>
          </p:cNvSpPr>
          <p:nvPr/>
        </p:nvSpPr>
        <p:spPr bwMode="auto">
          <a:xfrm>
            <a:off x="8333384" y="5877522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63" name="TextBox 3"/>
          <p:cNvSpPr txBox="1"/>
          <p:nvPr/>
        </p:nvSpPr>
        <p:spPr>
          <a:xfrm>
            <a:off x="8594496" y="5848718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48</a:t>
            </a:r>
            <a:endParaRPr lang="en-US" dirty="0"/>
          </a:p>
        </p:txBody>
      </p:sp>
      <p:sp>
        <p:nvSpPr>
          <p:cNvPr id="6564" name="Rectangle 4"/>
          <p:cNvSpPr>
            <a:spLocks noChangeArrowheads="1"/>
          </p:cNvSpPr>
          <p:nvPr/>
        </p:nvSpPr>
        <p:spPr bwMode="auto">
          <a:xfrm>
            <a:off x="878255" y="627273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65" name="TextBox 3"/>
          <p:cNvSpPr txBox="1"/>
          <p:nvPr/>
        </p:nvSpPr>
        <p:spPr>
          <a:xfrm>
            <a:off x="827455" y="624392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8470430</a:t>
            </a:r>
            <a:endParaRPr lang="en-US" dirty="0"/>
          </a:p>
        </p:txBody>
      </p:sp>
      <p:sp>
        <p:nvSpPr>
          <p:cNvPr id="6566" name="Rectangle 4"/>
          <p:cNvSpPr>
            <a:spLocks noChangeArrowheads="1"/>
          </p:cNvSpPr>
          <p:nvPr/>
        </p:nvSpPr>
        <p:spPr bwMode="auto">
          <a:xfrm>
            <a:off x="1365758" y="627273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67" name="TextBox 3"/>
          <p:cNvSpPr txBox="1"/>
          <p:nvPr/>
        </p:nvSpPr>
        <p:spPr>
          <a:xfrm>
            <a:off x="1314958" y="6243929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6568" name="TextBox 3"/>
          <p:cNvSpPr txBox="1"/>
          <p:nvPr/>
        </p:nvSpPr>
        <p:spPr>
          <a:xfrm>
            <a:off x="1314958" y="6361378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Preparatory </a:t>
            </a:r>
            <a:endParaRPr lang="en-US" dirty="0"/>
          </a:p>
        </p:txBody>
      </p:sp>
      <p:sp>
        <p:nvSpPr>
          <p:cNvPr id="6569" name="TextBox 3"/>
          <p:cNvSpPr txBox="1"/>
          <p:nvPr/>
        </p:nvSpPr>
        <p:spPr>
          <a:xfrm>
            <a:off x="1314958" y="6478828"/>
            <a:ext cx="5673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Program</a:t>
            </a:r>
            <a:endParaRPr lang="en-US" dirty="0"/>
          </a:p>
        </p:txBody>
      </p:sp>
      <p:sp>
        <p:nvSpPr>
          <p:cNvPr id="6570" name="Rectangle 4"/>
          <p:cNvSpPr>
            <a:spLocks noChangeArrowheads="1"/>
          </p:cNvSpPr>
          <p:nvPr/>
        </p:nvSpPr>
        <p:spPr bwMode="auto">
          <a:xfrm>
            <a:off x="2163546" y="627273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71" name="TextBox 3"/>
          <p:cNvSpPr txBox="1"/>
          <p:nvPr/>
        </p:nvSpPr>
        <p:spPr>
          <a:xfrm>
            <a:off x="2112746" y="624392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412521</a:t>
            </a:r>
            <a:endParaRPr lang="en-US" dirty="0"/>
          </a:p>
        </p:txBody>
      </p:sp>
      <p:sp>
        <p:nvSpPr>
          <p:cNvPr id="6572" name="Rectangle 4"/>
          <p:cNvSpPr>
            <a:spLocks noChangeArrowheads="1"/>
          </p:cNvSpPr>
          <p:nvPr/>
        </p:nvSpPr>
        <p:spPr bwMode="auto">
          <a:xfrm>
            <a:off x="2622702" y="627273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73" name="TextBox 3"/>
          <p:cNvSpPr txBox="1"/>
          <p:nvPr/>
        </p:nvSpPr>
        <p:spPr>
          <a:xfrm>
            <a:off x="2571902" y="6243929"/>
            <a:ext cx="8496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 </a:t>
            </a:r>
            <a:endParaRPr lang="en-US" dirty="0"/>
          </a:p>
        </p:txBody>
      </p:sp>
      <p:sp>
        <p:nvSpPr>
          <p:cNvPr id="6574" name="TextBox 3"/>
          <p:cNvSpPr txBox="1"/>
          <p:nvPr/>
        </p:nvSpPr>
        <p:spPr>
          <a:xfrm>
            <a:off x="2571902" y="6361378"/>
            <a:ext cx="1120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 (including </a:t>
            </a:r>
            <a:endParaRPr lang="en-US" dirty="0"/>
          </a:p>
        </p:txBody>
      </p:sp>
      <p:sp>
        <p:nvSpPr>
          <p:cNvPr id="6575" name="TextBox 3"/>
          <p:cNvSpPr txBox="1"/>
          <p:nvPr/>
        </p:nvSpPr>
        <p:spPr>
          <a:xfrm>
            <a:off x="2571902" y="647882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Mansab)</a:t>
            </a:r>
            <a:endParaRPr lang="en-US" dirty="0"/>
          </a:p>
        </p:txBody>
      </p:sp>
      <p:sp>
        <p:nvSpPr>
          <p:cNvPr id="6576" name="Rectangle 4"/>
          <p:cNvSpPr>
            <a:spLocks noChangeArrowheads="1"/>
          </p:cNvSpPr>
          <p:nvPr/>
        </p:nvSpPr>
        <p:spPr bwMode="auto">
          <a:xfrm>
            <a:off x="3680282" y="627273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77" name="TextBox 3"/>
          <p:cNvSpPr txBox="1"/>
          <p:nvPr/>
        </p:nvSpPr>
        <p:spPr>
          <a:xfrm>
            <a:off x="3629482" y="624392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847.8470430.1.412521.000000.847001.100178</a:t>
            </a:r>
            <a:endParaRPr lang="en-US" dirty="0"/>
          </a:p>
        </p:txBody>
      </p:sp>
      <p:sp>
        <p:nvSpPr>
          <p:cNvPr id="6578" name="Rectangle 4"/>
          <p:cNvSpPr>
            <a:spLocks noChangeArrowheads="1"/>
          </p:cNvSpPr>
          <p:nvPr/>
        </p:nvSpPr>
        <p:spPr bwMode="auto">
          <a:xfrm>
            <a:off x="5918962" y="627273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79" name="TextBox 3"/>
          <p:cNvSpPr txBox="1"/>
          <p:nvPr/>
        </p:nvSpPr>
        <p:spPr>
          <a:xfrm>
            <a:off x="6128715" y="624392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24,734</a:t>
            </a:r>
            <a:endParaRPr lang="en-US" dirty="0"/>
          </a:p>
        </p:txBody>
      </p:sp>
      <p:sp>
        <p:nvSpPr>
          <p:cNvPr id="6580" name="Rectangle 4"/>
          <p:cNvSpPr>
            <a:spLocks noChangeArrowheads="1"/>
          </p:cNvSpPr>
          <p:nvPr/>
        </p:nvSpPr>
        <p:spPr bwMode="auto">
          <a:xfrm>
            <a:off x="6566408" y="627273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81" name="TextBox 3"/>
          <p:cNvSpPr txBox="1"/>
          <p:nvPr/>
        </p:nvSpPr>
        <p:spPr>
          <a:xfrm>
            <a:off x="6776161" y="624392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21,684</a:t>
            </a:r>
            <a:endParaRPr lang="en-US" dirty="0"/>
          </a:p>
        </p:txBody>
      </p:sp>
      <p:sp>
        <p:nvSpPr>
          <p:cNvPr id="6582" name="Rectangle 4"/>
          <p:cNvSpPr>
            <a:spLocks noChangeArrowheads="1"/>
          </p:cNvSpPr>
          <p:nvPr/>
        </p:nvSpPr>
        <p:spPr bwMode="auto">
          <a:xfrm>
            <a:off x="7213854" y="627273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83" name="TextBox 3"/>
          <p:cNvSpPr txBox="1"/>
          <p:nvPr/>
        </p:nvSpPr>
        <p:spPr>
          <a:xfrm>
            <a:off x="7423607" y="624392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20,046</a:t>
            </a:r>
            <a:endParaRPr lang="en-US" dirty="0"/>
          </a:p>
        </p:txBody>
      </p:sp>
      <p:sp>
        <p:nvSpPr>
          <p:cNvPr id="6584" name="Rectangle 4"/>
          <p:cNvSpPr>
            <a:spLocks noChangeArrowheads="1"/>
          </p:cNvSpPr>
          <p:nvPr/>
        </p:nvSpPr>
        <p:spPr bwMode="auto">
          <a:xfrm>
            <a:off x="7861300" y="627273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85" name="Rectangle 4"/>
          <p:cNvSpPr>
            <a:spLocks noChangeArrowheads="1"/>
          </p:cNvSpPr>
          <p:nvPr/>
        </p:nvSpPr>
        <p:spPr bwMode="auto">
          <a:xfrm>
            <a:off x="8094497" y="627273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86" name="Rectangle 4"/>
          <p:cNvSpPr>
            <a:spLocks noChangeArrowheads="1"/>
          </p:cNvSpPr>
          <p:nvPr/>
        </p:nvSpPr>
        <p:spPr bwMode="auto">
          <a:xfrm>
            <a:off x="8333384" y="627273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87" name="TextBox 3"/>
          <p:cNvSpPr txBox="1"/>
          <p:nvPr/>
        </p:nvSpPr>
        <p:spPr>
          <a:xfrm>
            <a:off x="8453272" y="6243929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1,638</a:t>
            </a:r>
            <a:endParaRPr lang="en-US" dirty="0"/>
          </a:p>
        </p:txBody>
      </p:sp>
      <p:sp>
        <p:nvSpPr>
          <p:cNvPr id="6588" name="Rectangle 4"/>
          <p:cNvSpPr>
            <a:spLocks noChangeArrowheads="1"/>
          </p:cNvSpPr>
          <p:nvPr/>
        </p:nvSpPr>
        <p:spPr bwMode="auto">
          <a:xfrm>
            <a:off x="878255" y="6667944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89" name="TextBox 3"/>
          <p:cNvSpPr txBox="1"/>
          <p:nvPr/>
        </p:nvSpPr>
        <p:spPr>
          <a:xfrm>
            <a:off x="827455" y="663914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8470430</a:t>
            </a:r>
            <a:endParaRPr lang="en-US" dirty="0"/>
          </a:p>
        </p:txBody>
      </p:sp>
      <p:sp>
        <p:nvSpPr>
          <p:cNvPr id="6590" name="Rectangle 4"/>
          <p:cNvSpPr>
            <a:spLocks noChangeArrowheads="1"/>
          </p:cNvSpPr>
          <p:nvPr/>
        </p:nvSpPr>
        <p:spPr bwMode="auto">
          <a:xfrm>
            <a:off x="1365758" y="6667944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91" name="TextBox 3"/>
          <p:cNvSpPr txBox="1"/>
          <p:nvPr/>
        </p:nvSpPr>
        <p:spPr>
          <a:xfrm>
            <a:off x="1314958" y="6639140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6592" name="TextBox 3"/>
          <p:cNvSpPr txBox="1"/>
          <p:nvPr/>
        </p:nvSpPr>
        <p:spPr>
          <a:xfrm>
            <a:off x="1314958" y="6756590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Preparatory </a:t>
            </a:r>
            <a:endParaRPr lang="en-US" dirty="0"/>
          </a:p>
        </p:txBody>
      </p:sp>
      <p:sp>
        <p:nvSpPr>
          <p:cNvPr id="6593" name="TextBox 3"/>
          <p:cNvSpPr txBox="1"/>
          <p:nvPr/>
        </p:nvSpPr>
        <p:spPr>
          <a:xfrm>
            <a:off x="1314958" y="6874040"/>
            <a:ext cx="5673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Program</a:t>
            </a:r>
            <a:endParaRPr lang="en-US" dirty="0"/>
          </a:p>
        </p:txBody>
      </p:sp>
      <p:sp>
        <p:nvSpPr>
          <p:cNvPr id="6594" name="Rectangle 4"/>
          <p:cNvSpPr>
            <a:spLocks noChangeArrowheads="1"/>
          </p:cNvSpPr>
          <p:nvPr/>
        </p:nvSpPr>
        <p:spPr bwMode="auto">
          <a:xfrm>
            <a:off x="2163546" y="6667944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95" name="TextBox 3"/>
          <p:cNvSpPr txBox="1"/>
          <p:nvPr/>
        </p:nvSpPr>
        <p:spPr>
          <a:xfrm>
            <a:off x="2112746" y="663914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6596" name="Rectangle 4"/>
          <p:cNvSpPr>
            <a:spLocks noChangeArrowheads="1"/>
          </p:cNvSpPr>
          <p:nvPr/>
        </p:nvSpPr>
        <p:spPr bwMode="auto">
          <a:xfrm>
            <a:off x="2622702" y="6667944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597" name="TextBox 3"/>
          <p:cNvSpPr txBox="1"/>
          <p:nvPr/>
        </p:nvSpPr>
        <p:spPr>
          <a:xfrm>
            <a:off x="2571902" y="6639140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6598" name="TextBox 3"/>
          <p:cNvSpPr txBox="1"/>
          <p:nvPr/>
        </p:nvSpPr>
        <p:spPr>
          <a:xfrm>
            <a:off x="2571902" y="6756590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6599" name="Rectangle 4"/>
          <p:cNvSpPr>
            <a:spLocks noChangeArrowheads="1"/>
          </p:cNvSpPr>
          <p:nvPr/>
        </p:nvSpPr>
        <p:spPr bwMode="auto">
          <a:xfrm>
            <a:off x="3680282" y="6667944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600" name="TextBox 3"/>
          <p:cNvSpPr txBox="1"/>
          <p:nvPr/>
        </p:nvSpPr>
        <p:spPr>
          <a:xfrm>
            <a:off x="3629482" y="663914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847.8470430.1.412534.000000.847001.100178</a:t>
            </a:r>
            <a:endParaRPr lang="en-US" dirty="0"/>
          </a:p>
        </p:txBody>
      </p:sp>
      <p:sp>
        <p:nvSpPr>
          <p:cNvPr id="6601" name="Rectangle 4"/>
          <p:cNvSpPr>
            <a:spLocks noChangeArrowheads="1"/>
          </p:cNvSpPr>
          <p:nvPr/>
        </p:nvSpPr>
        <p:spPr bwMode="auto">
          <a:xfrm>
            <a:off x="5918962" y="666794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602" name="TextBox 3"/>
          <p:cNvSpPr txBox="1"/>
          <p:nvPr/>
        </p:nvSpPr>
        <p:spPr>
          <a:xfrm>
            <a:off x="6072225" y="663914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640,107</a:t>
            </a:r>
            <a:endParaRPr lang="en-US" dirty="0"/>
          </a:p>
        </p:txBody>
      </p:sp>
      <p:sp>
        <p:nvSpPr>
          <p:cNvPr id="6603" name="Rectangle 4"/>
          <p:cNvSpPr>
            <a:spLocks noChangeArrowheads="1"/>
          </p:cNvSpPr>
          <p:nvPr/>
        </p:nvSpPr>
        <p:spPr bwMode="auto">
          <a:xfrm>
            <a:off x="6566408" y="666794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604" name="TextBox 3"/>
          <p:cNvSpPr txBox="1"/>
          <p:nvPr/>
        </p:nvSpPr>
        <p:spPr>
          <a:xfrm>
            <a:off x="6719671" y="663914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795,507</a:t>
            </a:r>
            <a:endParaRPr lang="en-US" dirty="0"/>
          </a:p>
        </p:txBody>
      </p:sp>
      <p:sp>
        <p:nvSpPr>
          <p:cNvPr id="6605" name="Rectangle 4"/>
          <p:cNvSpPr>
            <a:spLocks noChangeArrowheads="1"/>
          </p:cNvSpPr>
          <p:nvPr/>
        </p:nvSpPr>
        <p:spPr bwMode="auto">
          <a:xfrm>
            <a:off x="7213854" y="666794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606" name="TextBox 3"/>
          <p:cNvSpPr txBox="1"/>
          <p:nvPr/>
        </p:nvSpPr>
        <p:spPr>
          <a:xfrm>
            <a:off x="7367118" y="663914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795,428</a:t>
            </a:r>
            <a:endParaRPr lang="en-US" dirty="0"/>
          </a:p>
        </p:txBody>
      </p:sp>
      <p:sp>
        <p:nvSpPr>
          <p:cNvPr id="6607" name="Rectangle 4"/>
          <p:cNvSpPr>
            <a:spLocks noChangeArrowheads="1"/>
          </p:cNvSpPr>
          <p:nvPr/>
        </p:nvSpPr>
        <p:spPr bwMode="auto">
          <a:xfrm>
            <a:off x="7861300" y="6667944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608" name="Rectangle 4"/>
          <p:cNvSpPr>
            <a:spLocks noChangeArrowheads="1"/>
          </p:cNvSpPr>
          <p:nvPr/>
        </p:nvSpPr>
        <p:spPr bwMode="auto">
          <a:xfrm>
            <a:off x="8094497" y="6667944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609" name="Rectangle 4"/>
          <p:cNvSpPr>
            <a:spLocks noChangeArrowheads="1"/>
          </p:cNvSpPr>
          <p:nvPr/>
        </p:nvSpPr>
        <p:spPr bwMode="auto">
          <a:xfrm>
            <a:off x="8333384" y="6667944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610" name="TextBox 3"/>
          <p:cNvSpPr txBox="1"/>
          <p:nvPr/>
        </p:nvSpPr>
        <p:spPr>
          <a:xfrm>
            <a:off x="8594496" y="6639140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79</a:t>
            </a:r>
            <a:endParaRPr lang="en-US" dirty="0"/>
          </a:p>
        </p:txBody>
      </p:sp>
      <p:sp>
        <p:nvSpPr>
          <p:cNvPr id="6611" name="Rectangle 4"/>
          <p:cNvSpPr>
            <a:spLocks noChangeArrowheads="1"/>
          </p:cNvSpPr>
          <p:nvPr/>
        </p:nvSpPr>
        <p:spPr bwMode="auto">
          <a:xfrm>
            <a:off x="878255" y="7063155"/>
            <a:ext cx="487502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612" name="TextBox 3"/>
          <p:cNvSpPr txBox="1"/>
          <p:nvPr/>
        </p:nvSpPr>
        <p:spPr>
          <a:xfrm>
            <a:off x="827455" y="703435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8470430</a:t>
            </a:r>
            <a:endParaRPr lang="en-US" dirty="0"/>
          </a:p>
        </p:txBody>
      </p:sp>
      <p:sp>
        <p:nvSpPr>
          <p:cNvPr id="6613" name="Rectangle 4"/>
          <p:cNvSpPr>
            <a:spLocks noChangeArrowheads="1"/>
          </p:cNvSpPr>
          <p:nvPr/>
        </p:nvSpPr>
        <p:spPr bwMode="auto">
          <a:xfrm>
            <a:off x="1365758" y="7063155"/>
            <a:ext cx="797788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614" name="TextBox 3"/>
          <p:cNvSpPr txBox="1"/>
          <p:nvPr/>
        </p:nvSpPr>
        <p:spPr>
          <a:xfrm>
            <a:off x="1314958" y="7034352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6615" name="Rectangle 4"/>
          <p:cNvSpPr>
            <a:spLocks noChangeArrowheads="1"/>
          </p:cNvSpPr>
          <p:nvPr/>
        </p:nvSpPr>
        <p:spPr bwMode="auto">
          <a:xfrm>
            <a:off x="2163546" y="7063155"/>
            <a:ext cx="459155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616" name="TextBox 3"/>
          <p:cNvSpPr txBox="1"/>
          <p:nvPr/>
        </p:nvSpPr>
        <p:spPr>
          <a:xfrm>
            <a:off x="2112746" y="703435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414120</a:t>
            </a:r>
            <a:endParaRPr lang="en-US" dirty="0"/>
          </a:p>
        </p:txBody>
      </p:sp>
      <p:sp>
        <p:nvSpPr>
          <p:cNvPr id="6617" name="Rectangle 4"/>
          <p:cNvSpPr>
            <a:spLocks noChangeArrowheads="1"/>
          </p:cNvSpPr>
          <p:nvPr/>
        </p:nvSpPr>
        <p:spPr bwMode="auto">
          <a:xfrm>
            <a:off x="2622702" y="7063155"/>
            <a:ext cx="10575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618" name="TextBox 3"/>
          <p:cNvSpPr txBox="1"/>
          <p:nvPr/>
        </p:nvSpPr>
        <p:spPr>
          <a:xfrm>
            <a:off x="2571902" y="7034352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Gratuity - Non-</a:t>
            </a:r>
            <a:endParaRPr lang="en-US" dirty="0"/>
          </a:p>
        </p:txBody>
      </p:sp>
      <p:sp>
        <p:nvSpPr>
          <p:cNvPr id="6619" name="Rectangle 4"/>
          <p:cNvSpPr>
            <a:spLocks noChangeArrowheads="1"/>
          </p:cNvSpPr>
          <p:nvPr/>
        </p:nvSpPr>
        <p:spPr bwMode="auto">
          <a:xfrm>
            <a:off x="3680282" y="7063155"/>
            <a:ext cx="22386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620" name="TextBox 3"/>
          <p:cNvSpPr txBox="1"/>
          <p:nvPr/>
        </p:nvSpPr>
        <p:spPr>
          <a:xfrm>
            <a:off x="3629482" y="703435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847.8470430.1.414120.000000.847001.100178</a:t>
            </a:r>
            <a:endParaRPr lang="en-US" dirty="0"/>
          </a:p>
        </p:txBody>
      </p:sp>
      <p:sp>
        <p:nvSpPr>
          <p:cNvPr id="6621" name="Rectangle 4"/>
          <p:cNvSpPr>
            <a:spLocks noChangeArrowheads="1"/>
          </p:cNvSpPr>
          <p:nvPr/>
        </p:nvSpPr>
        <p:spPr bwMode="auto">
          <a:xfrm>
            <a:off x="5918962" y="7063155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622" name="TextBox 3"/>
          <p:cNvSpPr txBox="1"/>
          <p:nvPr/>
        </p:nvSpPr>
        <p:spPr>
          <a:xfrm>
            <a:off x="6382918" y="703435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6623" name="Rectangle 4"/>
          <p:cNvSpPr>
            <a:spLocks noChangeArrowheads="1"/>
          </p:cNvSpPr>
          <p:nvPr/>
        </p:nvSpPr>
        <p:spPr bwMode="auto">
          <a:xfrm>
            <a:off x="6566408" y="7063155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624" name="TextBox 3"/>
          <p:cNvSpPr txBox="1"/>
          <p:nvPr/>
        </p:nvSpPr>
        <p:spPr>
          <a:xfrm>
            <a:off x="6776161" y="703435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39,416</a:t>
            </a:r>
            <a:endParaRPr lang="en-US" dirty="0"/>
          </a:p>
        </p:txBody>
      </p:sp>
      <p:sp>
        <p:nvSpPr>
          <p:cNvPr id="6625" name="Rectangle 4"/>
          <p:cNvSpPr>
            <a:spLocks noChangeArrowheads="1"/>
          </p:cNvSpPr>
          <p:nvPr/>
        </p:nvSpPr>
        <p:spPr bwMode="auto">
          <a:xfrm>
            <a:off x="7213854" y="7063155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626" name="TextBox 3"/>
          <p:cNvSpPr txBox="1"/>
          <p:nvPr/>
        </p:nvSpPr>
        <p:spPr>
          <a:xfrm>
            <a:off x="7423607" y="703435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39,415</a:t>
            </a:r>
            <a:endParaRPr lang="en-US" dirty="0"/>
          </a:p>
        </p:txBody>
      </p:sp>
      <p:sp>
        <p:nvSpPr>
          <p:cNvPr id="6627" name="Rectangle 4"/>
          <p:cNvSpPr>
            <a:spLocks noChangeArrowheads="1"/>
          </p:cNvSpPr>
          <p:nvPr/>
        </p:nvSpPr>
        <p:spPr bwMode="auto">
          <a:xfrm>
            <a:off x="7861300" y="7063155"/>
            <a:ext cx="233197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628" name="Rectangle 4"/>
          <p:cNvSpPr>
            <a:spLocks noChangeArrowheads="1"/>
          </p:cNvSpPr>
          <p:nvPr/>
        </p:nvSpPr>
        <p:spPr bwMode="auto">
          <a:xfrm>
            <a:off x="8094497" y="7063155"/>
            <a:ext cx="23888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629" name="Rectangle 4"/>
          <p:cNvSpPr>
            <a:spLocks noChangeArrowheads="1"/>
          </p:cNvSpPr>
          <p:nvPr/>
        </p:nvSpPr>
        <p:spPr bwMode="auto">
          <a:xfrm>
            <a:off x="8333384" y="7063155"/>
            <a:ext cx="501091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630" name="TextBox 3"/>
          <p:cNvSpPr txBox="1"/>
          <p:nvPr/>
        </p:nvSpPr>
        <p:spPr>
          <a:xfrm>
            <a:off x="8650986" y="703435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6631" name="Rectangle 4"/>
          <p:cNvSpPr>
            <a:spLocks noChangeArrowheads="1"/>
          </p:cNvSpPr>
          <p:nvPr/>
        </p:nvSpPr>
        <p:spPr bwMode="auto">
          <a:xfrm>
            <a:off x="466725" y="917498"/>
            <a:ext cx="6350" cy="6309144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6632" name="Rectangle 4"/>
          <p:cNvSpPr>
            <a:spLocks noChangeArrowheads="1"/>
          </p:cNvSpPr>
          <p:nvPr/>
        </p:nvSpPr>
        <p:spPr bwMode="auto">
          <a:xfrm>
            <a:off x="7213854" y="492202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33" name="Rectangle 4"/>
          <p:cNvSpPr>
            <a:spLocks noChangeArrowheads="1"/>
          </p:cNvSpPr>
          <p:nvPr/>
        </p:nvSpPr>
        <p:spPr bwMode="auto">
          <a:xfrm>
            <a:off x="878255" y="492202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34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35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36" name="Rectangle 4"/>
          <p:cNvSpPr>
            <a:spLocks noChangeArrowheads="1"/>
          </p:cNvSpPr>
          <p:nvPr/>
        </p:nvSpPr>
        <p:spPr bwMode="auto">
          <a:xfrm>
            <a:off x="469900" y="7223467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37" name="Rectangle 4"/>
          <p:cNvSpPr>
            <a:spLocks noChangeArrowheads="1"/>
          </p:cNvSpPr>
          <p:nvPr/>
        </p:nvSpPr>
        <p:spPr bwMode="auto">
          <a:xfrm>
            <a:off x="7213854" y="246503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38" name="Rectangle 4"/>
          <p:cNvSpPr>
            <a:spLocks noChangeArrowheads="1"/>
          </p:cNvSpPr>
          <p:nvPr/>
        </p:nvSpPr>
        <p:spPr bwMode="auto">
          <a:xfrm>
            <a:off x="878255" y="246503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39" name="Rectangle 4"/>
          <p:cNvSpPr>
            <a:spLocks noChangeArrowheads="1"/>
          </p:cNvSpPr>
          <p:nvPr/>
        </p:nvSpPr>
        <p:spPr bwMode="auto">
          <a:xfrm>
            <a:off x="7213854" y="587275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40" name="Rectangle 4"/>
          <p:cNvSpPr>
            <a:spLocks noChangeArrowheads="1"/>
          </p:cNvSpPr>
          <p:nvPr/>
        </p:nvSpPr>
        <p:spPr bwMode="auto">
          <a:xfrm>
            <a:off x="878255" y="587275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41" name="Rectangle 4"/>
          <p:cNvSpPr>
            <a:spLocks noChangeArrowheads="1"/>
          </p:cNvSpPr>
          <p:nvPr/>
        </p:nvSpPr>
        <p:spPr bwMode="auto">
          <a:xfrm>
            <a:off x="7213854" y="163174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42" name="Rectangle 4"/>
          <p:cNvSpPr>
            <a:spLocks noChangeArrowheads="1"/>
          </p:cNvSpPr>
          <p:nvPr/>
        </p:nvSpPr>
        <p:spPr bwMode="auto">
          <a:xfrm>
            <a:off x="878255" y="163174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43" name="Rectangle 4"/>
          <p:cNvSpPr>
            <a:spLocks noChangeArrowheads="1"/>
          </p:cNvSpPr>
          <p:nvPr/>
        </p:nvSpPr>
        <p:spPr bwMode="auto">
          <a:xfrm>
            <a:off x="7213854" y="705839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44" name="Rectangle 4"/>
          <p:cNvSpPr>
            <a:spLocks noChangeArrowheads="1"/>
          </p:cNvSpPr>
          <p:nvPr/>
        </p:nvSpPr>
        <p:spPr bwMode="auto">
          <a:xfrm>
            <a:off x="878255" y="705839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45" name="Rectangle 4"/>
          <p:cNvSpPr>
            <a:spLocks noChangeArrowheads="1"/>
          </p:cNvSpPr>
          <p:nvPr/>
        </p:nvSpPr>
        <p:spPr bwMode="auto">
          <a:xfrm>
            <a:off x="7213854" y="519978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46" name="Rectangle 4"/>
          <p:cNvSpPr>
            <a:spLocks noChangeArrowheads="1"/>
          </p:cNvSpPr>
          <p:nvPr/>
        </p:nvSpPr>
        <p:spPr bwMode="auto">
          <a:xfrm>
            <a:off x="878255" y="519978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47" name="Rectangle 4"/>
          <p:cNvSpPr>
            <a:spLocks noChangeArrowheads="1"/>
          </p:cNvSpPr>
          <p:nvPr/>
        </p:nvSpPr>
        <p:spPr bwMode="auto">
          <a:xfrm>
            <a:off x="7213854" y="436650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48" name="Rectangle 4"/>
          <p:cNvSpPr>
            <a:spLocks noChangeArrowheads="1"/>
          </p:cNvSpPr>
          <p:nvPr/>
        </p:nvSpPr>
        <p:spPr bwMode="auto">
          <a:xfrm>
            <a:off x="878255" y="436650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49" name="Rectangle 4"/>
          <p:cNvSpPr>
            <a:spLocks noChangeArrowheads="1"/>
          </p:cNvSpPr>
          <p:nvPr/>
        </p:nvSpPr>
        <p:spPr bwMode="auto">
          <a:xfrm>
            <a:off x="7213854" y="353321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0" name="Rectangle 4"/>
          <p:cNvSpPr>
            <a:spLocks noChangeArrowheads="1"/>
          </p:cNvSpPr>
          <p:nvPr/>
        </p:nvSpPr>
        <p:spPr bwMode="auto">
          <a:xfrm>
            <a:off x="878255" y="353321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1" name="Rectangle 4"/>
          <p:cNvSpPr>
            <a:spLocks noChangeArrowheads="1"/>
          </p:cNvSpPr>
          <p:nvPr/>
        </p:nvSpPr>
        <p:spPr bwMode="auto">
          <a:xfrm>
            <a:off x="466725" y="7220292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6652" name="Rectangle 4"/>
          <p:cNvSpPr>
            <a:spLocks noChangeArrowheads="1"/>
          </p:cNvSpPr>
          <p:nvPr/>
        </p:nvSpPr>
        <p:spPr bwMode="auto">
          <a:xfrm>
            <a:off x="466725" y="917498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6653" name="Rectangle 4"/>
          <p:cNvSpPr>
            <a:spLocks noChangeArrowheads="1"/>
          </p:cNvSpPr>
          <p:nvPr/>
        </p:nvSpPr>
        <p:spPr bwMode="auto">
          <a:xfrm>
            <a:off x="7213854" y="218727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4" name="Rectangle 4"/>
          <p:cNvSpPr>
            <a:spLocks noChangeArrowheads="1"/>
          </p:cNvSpPr>
          <p:nvPr/>
        </p:nvSpPr>
        <p:spPr bwMode="auto">
          <a:xfrm>
            <a:off x="878255" y="218727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5" name="Rectangle 4"/>
          <p:cNvSpPr>
            <a:spLocks noChangeArrowheads="1"/>
          </p:cNvSpPr>
          <p:nvPr/>
        </p:nvSpPr>
        <p:spPr bwMode="auto">
          <a:xfrm>
            <a:off x="7213854" y="666318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" name="Rectangle 4"/>
          <p:cNvSpPr>
            <a:spLocks noChangeArrowheads="1"/>
          </p:cNvSpPr>
          <p:nvPr/>
        </p:nvSpPr>
        <p:spPr bwMode="auto">
          <a:xfrm>
            <a:off x="878255" y="666318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7" name="Rectangle 4"/>
          <p:cNvSpPr>
            <a:spLocks noChangeArrowheads="1"/>
          </p:cNvSpPr>
          <p:nvPr/>
        </p:nvSpPr>
        <p:spPr bwMode="auto">
          <a:xfrm>
            <a:off x="7213854" y="107622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8" name="Rectangle 4"/>
          <p:cNvSpPr>
            <a:spLocks noChangeArrowheads="1"/>
          </p:cNvSpPr>
          <p:nvPr/>
        </p:nvSpPr>
        <p:spPr bwMode="auto">
          <a:xfrm>
            <a:off x="878255" y="107622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9" name="Rectangle 4"/>
          <p:cNvSpPr>
            <a:spLocks noChangeArrowheads="1"/>
          </p:cNvSpPr>
          <p:nvPr/>
        </p:nvSpPr>
        <p:spPr bwMode="auto">
          <a:xfrm>
            <a:off x="7213854" y="626797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60" name="Rectangle 4"/>
          <p:cNvSpPr>
            <a:spLocks noChangeArrowheads="1"/>
          </p:cNvSpPr>
          <p:nvPr/>
        </p:nvSpPr>
        <p:spPr bwMode="auto">
          <a:xfrm>
            <a:off x="878255" y="626797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61" name="Rectangle 4"/>
          <p:cNvSpPr>
            <a:spLocks noChangeArrowheads="1"/>
          </p:cNvSpPr>
          <p:nvPr/>
        </p:nvSpPr>
        <p:spPr bwMode="auto">
          <a:xfrm>
            <a:off x="7213854" y="547754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62" name="Rectangle 4"/>
          <p:cNvSpPr>
            <a:spLocks noChangeArrowheads="1"/>
          </p:cNvSpPr>
          <p:nvPr/>
        </p:nvSpPr>
        <p:spPr bwMode="auto">
          <a:xfrm>
            <a:off x="878255" y="547754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63" name="Rectangle 4"/>
          <p:cNvSpPr>
            <a:spLocks noChangeArrowheads="1"/>
          </p:cNvSpPr>
          <p:nvPr/>
        </p:nvSpPr>
        <p:spPr bwMode="auto">
          <a:xfrm>
            <a:off x="7213854" y="464426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64" name="Rectangle 4"/>
          <p:cNvSpPr>
            <a:spLocks noChangeArrowheads="1"/>
          </p:cNvSpPr>
          <p:nvPr/>
        </p:nvSpPr>
        <p:spPr bwMode="auto">
          <a:xfrm>
            <a:off x="878255" y="464426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65" name="Rectangle 4"/>
          <p:cNvSpPr>
            <a:spLocks noChangeArrowheads="1"/>
          </p:cNvSpPr>
          <p:nvPr/>
        </p:nvSpPr>
        <p:spPr bwMode="auto">
          <a:xfrm>
            <a:off x="7213854" y="381097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66" name="Rectangle 4"/>
          <p:cNvSpPr>
            <a:spLocks noChangeArrowheads="1"/>
          </p:cNvSpPr>
          <p:nvPr/>
        </p:nvSpPr>
        <p:spPr bwMode="auto">
          <a:xfrm>
            <a:off x="878255" y="381097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67" name="Rectangle 4"/>
          <p:cNvSpPr>
            <a:spLocks noChangeArrowheads="1"/>
          </p:cNvSpPr>
          <p:nvPr/>
        </p:nvSpPr>
        <p:spPr bwMode="auto">
          <a:xfrm>
            <a:off x="7213854" y="313800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68" name="Rectangle 4"/>
          <p:cNvSpPr>
            <a:spLocks noChangeArrowheads="1"/>
          </p:cNvSpPr>
          <p:nvPr/>
        </p:nvSpPr>
        <p:spPr bwMode="auto">
          <a:xfrm>
            <a:off x="878255" y="313800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69" name="Rectangle 4"/>
          <p:cNvSpPr>
            <a:spLocks noChangeArrowheads="1"/>
          </p:cNvSpPr>
          <p:nvPr/>
        </p:nvSpPr>
        <p:spPr bwMode="auto">
          <a:xfrm>
            <a:off x="7213854" y="274279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70" name="Rectangle 4"/>
          <p:cNvSpPr>
            <a:spLocks noChangeArrowheads="1"/>
          </p:cNvSpPr>
          <p:nvPr/>
        </p:nvSpPr>
        <p:spPr bwMode="auto">
          <a:xfrm>
            <a:off x="878255" y="274279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71" name="Rectangle 4"/>
          <p:cNvSpPr>
            <a:spLocks noChangeArrowheads="1"/>
          </p:cNvSpPr>
          <p:nvPr/>
        </p:nvSpPr>
        <p:spPr bwMode="auto">
          <a:xfrm>
            <a:off x="7213854" y="721870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72" name="Rectangle 4"/>
          <p:cNvSpPr>
            <a:spLocks noChangeArrowheads="1"/>
          </p:cNvSpPr>
          <p:nvPr/>
        </p:nvSpPr>
        <p:spPr bwMode="auto">
          <a:xfrm>
            <a:off x="878255" y="721870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73" name="Rectangle 4"/>
          <p:cNvSpPr>
            <a:spLocks noChangeArrowheads="1"/>
          </p:cNvSpPr>
          <p:nvPr/>
        </p:nvSpPr>
        <p:spPr bwMode="auto">
          <a:xfrm>
            <a:off x="7213854" y="190950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74" name="Rectangle 4"/>
          <p:cNvSpPr>
            <a:spLocks noChangeArrowheads="1"/>
          </p:cNvSpPr>
          <p:nvPr/>
        </p:nvSpPr>
        <p:spPr bwMode="auto">
          <a:xfrm>
            <a:off x="878255" y="190950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75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76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77" name="Rectangle 4"/>
          <p:cNvSpPr>
            <a:spLocks noChangeArrowheads="1"/>
          </p:cNvSpPr>
          <p:nvPr/>
        </p:nvSpPr>
        <p:spPr bwMode="auto">
          <a:xfrm>
            <a:off x="7213854" y="135398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78" name="Rectangle 4"/>
          <p:cNvSpPr>
            <a:spLocks noChangeArrowheads="1"/>
          </p:cNvSpPr>
          <p:nvPr/>
        </p:nvSpPr>
        <p:spPr bwMode="auto">
          <a:xfrm>
            <a:off x="878255" y="135398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79" name="Rectangle 4"/>
          <p:cNvSpPr>
            <a:spLocks noChangeArrowheads="1"/>
          </p:cNvSpPr>
          <p:nvPr/>
        </p:nvSpPr>
        <p:spPr bwMode="auto">
          <a:xfrm>
            <a:off x="7213854" y="397129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80" name="Rectangle 4"/>
          <p:cNvSpPr>
            <a:spLocks noChangeArrowheads="1"/>
          </p:cNvSpPr>
          <p:nvPr/>
        </p:nvSpPr>
        <p:spPr bwMode="auto">
          <a:xfrm>
            <a:off x="878255" y="397129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1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682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6683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6684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685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6686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6687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6688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689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6690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6691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692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6693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6694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695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6696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697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6698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699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6700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6701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702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6703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6704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705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6706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6707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708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6709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710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6711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712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6713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6714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24879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15" name="TextBox 3"/>
          <p:cNvSpPr txBox="1"/>
          <p:nvPr/>
        </p:nvSpPr>
        <p:spPr>
          <a:xfrm>
            <a:off x="422275" y="895045"/>
            <a:ext cx="47701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</a:t>
            </a:r>
            <a:endParaRPr lang="en-US" dirty="0"/>
          </a:p>
        </p:txBody>
      </p:sp>
      <p:sp>
        <p:nvSpPr>
          <p:cNvPr id="6716" name="TextBox 3"/>
          <p:cNvSpPr txBox="1"/>
          <p:nvPr/>
        </p:nvSpPr>
        <p:spPr>
          <a:xfrm>
            <a:off x="422275" y="1012494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6717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18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19" name="TextBox 3"/>
          <p:cNvSpPr txBox="1"/>
          <p:nvPr/>
        </p:nvSpPr>
        <p:spPr>
          <a:xfrm>
            <a:off x="1314958" y="891870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Preparatory </a:t>
            </a:r>
            <a:endParaRPr lang="en-US" dirty="0"/>
          </a:p>
        </p:txBody>
      </p:sp>
      <p:sp>
        <p:nvSpPr>
          <p:cNvPr id="6720" name="TextBox 3"/>
          <p:cNvSpPr txBox="1"/>
          <p:nvPr/>
        </p:nvSpPr>
        <p:spPr>
          <a:xfrm>
            <a:off x="1314958" y="1009319"/>
            <a:ext cx="5673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Program</a:t>
            </a:r>
            <a:endParaRPr lang="en-US" dirty="0"/>
          </a:p>
        </p:txBody>
      </p:sp>
      <p:sp>
        <p:nvSpPr>
          <p:cNvPr id="6721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22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23" name="TextBox 3"/>
          <p:cNvSpPr txBox="1"/>
          <p:nvPr/>
        </p:nvSpPr>
        <p:spPr>
          <a:xfrm>
            <a:off x="2571902" y="891870"/>
            <a:ext cx="7538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pensionable </a:t>
            </a:r>
            <a:endParaRPr lang="en-US" dirty="0"/>
          </a:p>
        </p:txBody>
      </p:sp>
      <p:sp>
        <p:nvSpPr>
          <p:cNvPr id="6724" name="TextBox 3"/>
          <p:cNvSpPr txBox="1"/>
          <p:nvPr/>
        </p:nvSpPr>
        <p:spPr>
          <a:xfrm>
            <a:off x="2571902" y="1009319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6725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26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27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28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29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30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31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32" name="Rectangle 4"/>
          <p:cNvSpPr>
            <a:spLocks noChangeArrowheads="1"/>
          </p:cNvSpPr>
          <p:nvPr/>
        </p:nvSpPr>
        <p:spPr bwMode="auto">
          <a:xfrm>
            <a:off x="878255" y="1198435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33" name="TextBox 3"/>
          <p:cNvSpPr txBox="1"/>
          <p:nvPr/>
        </p:nvSpPr>
        <p:spPr>
          <a:xfrm>
            <a:off x="827455" y="116963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8470430</a:t>
            </a:r>
            <a:endParaRPr lang="en-US" dirty="0"/>
          </a:p>
        </p:txBody>
      </p:sp>
      <p:sp>
        <p:nvSpPr>
          <p:cNvPr id="6734" name="Rectangle 4"/>
          <p:cNvSpPr>
            <a:spLocks noChangeArrowheads="1"/>
          </p:cNvSpPr>
          <p:nvPr/>
        </p:nvSpPr>
        <p:spPr bwMode="auto">
          <a:xfrm>
            <a:off x="1365758" y="1198435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35" name="TextBox 3"/>
          <p:cNvSpPr txBox="1"/>
          <p:nvPr/>
        </p:nvSpPr>
        <p:spPr>
          <a:xfrm>
            <a:off x="1314958" y="116963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6736" name="TextBox 3"/>
          <p:cNvSpPr txBox="1"/>
          <p:nvPr/>
        </p:nvSpPr>
        <p:spPr>
          <a:xfrm>
            <a:off x="1314958" y="1287081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Preparatory </a:t>
            </a:r>
            <a:endParaRPr lang="en-US" dirty="0"/>
          </a:p>
        </p:txBody>
      </p:sp>
      <p:sp>
        <p:nvSpPr>
          <p:cNvPr id="6737" name="TextBox 3"/>
          <p:cNvSpPr txBox="1"/>
          <p:nvPr/>
        </p:nvSpPr>
        <p:spPr>
          <a:xfrm>
            <a:off x="1314958" y="1404531"/>
            <a:ext cx="5673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Program</a:t>
            </a:r>
            <a:endParaRPr lang="en-US" dirty="0"/>
          </a:p>
        </p:txBody>
      </p:sp>
      <p:sp>
        <p:nvSpPr>
          <p:cNvPr id="6738" name="Rectangle 4"/>
          <p:cNvSpPr>
            <a:spLocks noChangeArrowheads="1"/>
          </p:cNvSpPr>
          <p:nvPr/>
        </p:nvSpPr>
        <p:spPr bwMode="auto">
          <a:xfrm>
            <a:off x="2163546" y="1198435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39" name="TextBox 3"/>
          <p:cNvSpPr txBox="1"/>
          <p:nvPr/>
        </p:nvSpPr>
        <p:spPr>
          <a:xfrm>
            <a:off x="2112746" y="116963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6740" name="Rectangle 4"/>
          <p:cNvSpPr>
            <a:spLocks noChangeArrowheads="1"/>
          </p:cNvSpPr>
          <p:nvPr/>
        </p:nvSpPr>
        <p:spPr bwMode="auto">
          <a:xfrm>
            <a:off x="2622702" y="1198435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41" name="TextBox 3"/>
          <p:cNvSpPr txBox="1"/>
          <p:nvPr/>
        </p:nvSpPr>
        <p:spPr>
          <a:xfrm>
            <a:off x="2571902" y="1169631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6742" name="TextBox 3"/>
          <p:cNvSpPr txBox="1"/>
          <p:nvPr/>
        </p:nvSpPr>
        <p:spPr>
          <a:xfrm>
            <a:off x="2571902" y="1287081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6743" name="Rectangle 4"/>
          <p:cNvSpPr>
            <a:spLocks noChangeArrowheads="1"/>
          </p:cNvSpPr>
          <p:nvPr/>
        </p:nvSpPr>
        <p:spPr bwMode="auto">
          <a:xfrm>
            <a:off x="3680282" y="1198435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44" name="TextBox 3"/>
          <p:cNvSpPr txBox="1"/>
          <p:nvPr/>
        </p:nvSpPr>
        <p:spPr>
          <a:xfrm>
            <a:off x="3629482" y="116963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847.8470430.1.416110.000000.847001.100178</a:t>
            </a:r>
            <a:endParaRPr lang="en-US" dirty="0"/>
          </a:p>
        </p:txBody>
      </p:sp>
      <p:sp>
        <p:nvSpPr>
          <p:cNvPr id="6745" name="Rectangle 4"/>
          <p:cNvSpPr>
            <a:spLocks noChangeArrowheads="1"/>
          </p:cNvSpPr>
          <p:nvPr/>
        </p:nvSpPr>
        <p:spPr bwMode="auto">
          <a:xfrm>
            <a:off x="5918962" y="119843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46" name="TextBox 3"/>
          <p:cNvSpPr txBox="1"/>
          <p:nvPr/>
        </p:nvSpPr>
        <p:spPr>
          <a:xfrm>
            <a:off x="6072225" y="116963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570,964</a:t>
            </a:r>
            <a:endParaRPr lang="en-US" dirty="0"/>
          </a:p>
        </p:txBody>
      </p:sp>
      <p:sp>
        <p:nvSpPr>
          <p:cNvPr id="6747" name="Rectangle 4"/>
          <p:cNvSpPr>
            <a:spLocks noChangeArrowheads="1"/>
          </p:cNvSpPr>
          <p:nvPr/>
        </p:nvSpPr>
        <p:spPr bwMode="auto">
          <a:xfrm>
            <a:off x="6566408" y="119843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48" name="TextBox 3"/>
          <p:cNvSpPr txBox="1"/>
          <p:nvPr/>
        </p:nvSpPr>
        <p:spPr>
          <a:xfrm>
            <a:off x="6719671" y="116963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363,104</a:t>
            </a:r>
            <a:endParaRPr lang="en-US" dirty="0"/>
          </a:p>
        </p:txBody>
      </p:sp>
      <p:sp>
        <p:nvSpPr>
          <p:cNvPr id="6749" name="Rectangle 4"/>
          <p:cNvSpPr>
            <a:spLocks noChangeArrowheads="1"/>
          </p:cNvSpPr>
          <p:nvPr/>
        </p:nvSpPr>
        <p:spPr bwMode="auto">
          <a:xfrm>
            <a:off x="7213854" y="119843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50" name="TextBox 3"/>
          <p:cNvSpPr txBox="1"/>
          <p:nvPr/>
        </p:nvSpPr>
        <p:spPr>
          <a:xfrm>
            <a:off x="7367118" y="116963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363,101</a:t>
            </a:r>
            <a:endParaRPr lang="en-US" dirty="0"/>
          </a:p>
        </p:txBody>
      </p:sp>
      <p:sp>
        <p:nvSpPr>
          <p:cNvPr id="6751" name="Rectangle 4"/>
          <p:cNvSpPr>
            <a:spLocks noChangeArrowheads="1"/>
          </p:cNvSpPr>
          <p:nvPr/>
        </p:nvSpPr>
        <p:spPr bwMode="auto">
          <a:xfrm>
            <a:off x="7861300" y="1198435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52" name="Rectangle 4"/>
          <p:cNvSpPr>
            <a:spLocks noChangeArrowheads="1"/>
          </p:cNvSpPr>
          <p:nvPr/>
        </p:nvSpPr>
        <p:spPr bwMode="auto">
          <a:xfrm>
            <a:off x="8094497" y="1198435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53" name="Rectangle 4"/>
          <p:cNvSpPr>
            <a:spLocks noChangeArrowheads="1"/>
          </p:cNvSpPr>
          <p:nvPr/>
        </p:nvSpPr>
        <p:spPr bwMode="auto">
          <a:xfrm>
            <a:off x="8333384" y="1198435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54" name="TextBox 3"/>
          <p:cNvSpPr txBox="1"/>
          <p:nvPr/>
        </p:nvSpPr>
        <p:spPr>
          <a:xfrm>
            <a:off x="8650986" y="116963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</a:t>
            </a:r>
            <a:endParaRPr lang="en-US" dirty="0"/>
          </a:p>
        </p:txBody>
      </p:sp>
      <p:sp>
        <p:nvSpPr>
          <p:cNvPr id="6755" name="Rectangle 4"/>
          <p:cNvSpPr>
            <a:spLocks noChangeArrowheads="1"/>
          </p:cNvSpPr>
          <p:nvPr/>
        </p:nvSpPr>
        <p:spPr bwMode="auto">
          <a:xfrm>
            <a:off x="878255" y="1593646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56" name="TextBox 3"/>
          <p:cNvSpPr txBox="1"/>
          <p:nvPr/>
        </p:nvSpPr>
        <p:spPr>
          <a:xfrm>
            <a:off x="827455" y="156484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8470430</a:t>
            </a:r>
            <a:endParaRPr lang="en-US" dirty="0"/>
          </a:p>
        </p:txBody>
      </p:sp>
      <p:sp>
        <p:nvSpPr>
          <p:cNvPr id="6757" name="Rectangle 4"/>
          <p:cNvSpPr>
            <a:spLocks noChangeArrowheads="1"/>
          </p:cNvSpPr>
          <p:nvPr/>
        </p:nvSpPr>
        <p:spPr bwMode="auto">
          <a:xfrm>
            <a:off x="1365758" y="1593646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58" name="TextBox 3"/>
          <p:cNvSpPr txBox="1"/>
          <p:nvPr/>
        </p:nvSpPr>
        <p:spPr>
          <a:xfrm>
            <a:off x="1314958" y="156484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6759" name="TextBox 3"/>
          <p:cNvSpPr txBox="1"/>
          <p:nvPr/>
        </p:nvSpPr>
        <p:spPr>
          <a:xfrm>
            <a:off x="1314958" y="1682292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Preparatory </a:t>
            </a:r>
            <a:endParaRPr lang="en-US" dirty="0"/>
          </a:p>
        </p:txBody>
      </p:sp>
      <p:sp>
        <p:nvSpPr>
          <p:cNvPr id="6760" name="TextBox 3"/>
          <p:cNvSpPr txBox="1"/>
          <p:nvPr/>
        </p:nvSpPr>
        <p:spPr>
          <a:xfrm>
            <a:off x="1314958" y="1799742"/>
            <a:ext cx="5673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Program</a:t>
            </a:r>
            <a:endParaRPr lang="en-US" dirty="0"/>
          </a:p>
        </p:txBody>
      </p:sp>
      <p:sp>
        <p:nvSpPr>
          <p:cNvPr id="6761" name="Rectangle 4"/>
          <p:cNvSpPr>
            <a:spLocks noChangeArrowheads="1"/>
          </p:cNvSpPr>
          <p:nvPr/>
        </p:nvSpPr>
        <p:spPr bwMode="auto">
          <a:xfrm>
            <a:off x="2163546" y="1593646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62" name="TextBox 3"/>
          <p:cNvSpPr txBox="1"/>
          <p:nvPr/>
        </p:nvSpPr>
        <p:spPr>
          <a:xfrm>
            <a:off x="2112746" y="156484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6763" name="Rectangle 4"/>
          <p:cNvSpPr>
            <a:spLocks noChangeArrowheads="1"/>
          </p:cNvSpPr>
          <p:nvPr/>
        </p:nvSpPr>
        <p:spPr bwMode="auto">
          <a:xfrm>
            <a:off x="2622702" y="1593646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64" name="TextBox 3"/>
          <p:cNvSpPr txBox="1"/>
          <p:nvPr/>
        </p:nvSpPr>
        <p:spPr>
          <a:xfrm>
            <a:off x="2571902" y="1564843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6765" name="TextBox 3"/>
          <p:cNvSpPr txBox="1"/>
          <p:nvPr/>
        </p:nvSpPr>
        <p:spPr>
          <a:xfrm>
            <a:off x="2571902" y="1682292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6766" name="Rectangle 4"/>
          <p:cNvSpPr>
            <a:spLocks noChangeArrowheads="1"/>
          </p:cNvSpPr>
          <p:nvPr/>
        </p:nvSpPr>
        <p:spPr bwMode="auto">
          <a:xfrm>
            <a:off x="3680282" y="1593646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67" name="TextBox 3"/>
          <p:cNvSpPr txBox="1"/>
          <p:nvPr/>
        </p:nvSpPr>
        <p:spPr>
          <a:xfrm>
            <a:off x="3629482" y="156484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847.8470430.1.416310.000000.847001.100178</a:t>
            </a:r>
            <a:endParaRPr lang="en-US" dirty="0"/>
          </a:p>
        </p:txBody>
      </p:sp>
      <p:sp>
        <p:nvSpPr>
          <p:cNvPr id="6768" name="Rectangle 4"/>
          <p:cNvSpPr>
            <a:spLocks noChangeArrowheads="1"/>
          </p:cNvSpPr>
          <p:nvPr/>
        </p:nvSpPr>
        <p:spPr bwMode="auto">
          <a:xfrm>
            <a:off x="5918962" y="159364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69" name="TextBox 3"/>
          <p:cNvSpPr txBox="1"/>
          <p:nvPr/>
        </p:nvSpPr>
        <p:spPr>
          <a:xfrm>
            <a:off x="6072225" y="156484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566,390</a:t>
            </a:r>
            <a:endParaRPr lang="en-US" dirty="0"/>
          </a:p>
        </p:txBody>
      </p:sp>
      <p:sp>
        <p:nvSpPr>
          <p:cNvPr id="6770" name="Rectangle 4"/>
          <p:cNvSpPr>
            <a:spLocks noChangeArrowheads="1"/>
          </p:cNvSpPr>
          <p:nvPr/>
        </p:nvSpPr>
        <p:spPr bwMode="auto">
          <a:xfrm>
            <a:off x="6566408" y="159364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71" name="TextBox 3"/>
          <p:cNvSpPr txBox="1"/>
          <p:nvPr/>
        </p:nvSpPr>
        <p:spPr>
          <a:xfrm>
            <a:off x="6719671" y="156484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378,580</a:t>
            </a:r>
            <a:endParaRPr lang="en-US" dirty="0"/>
          </a:p>
        </p:txBody>
      </p:sp>
      <p:sp>
        <p:nvSpPr>
          <p:cNvPr id="6772" name="Rectangle 4"/>
          <p:cNvSpPr>
            <a:spLocks noChangeArrowheads="1"/>
          </p:cNvSpPr>
          <p:nvPr/>
        </p:nvSpPr>
        <p:spPr bwMode="auto">
          <a:xfrm>
            <a:off x="7213854" y="159364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73" name="TextBox 3"/>
          <p:cNvSpPr txBox="1"/>
          <p:nvPr/>
        </p:nvSpPr>
        <p:spPr>
          <a:xfrm>
            <a:off x="7367118" y="156484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378,580</a:t>
            </a:r>
            <a:endParaRPr lang="en-US" dirty="0"/>
          </a:p>
        </p:txBody>
      </p:sp>
      <p:sp>
        <p:nvSpPr>
          <p:cNvPr id="6774" name="Rectangle 4"/>
          <p:cNvSpPr>
            <a:spLocks noChangeArrowheads="1"/>
          </p:cNvSpPr>
          <p:nvPr/>
        </p:nvSpPr>
        <p:spPr bwMode="auto">
          <a:xfrm>
            <a:off x="7861300" y="1593646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75" name="Rectangle 4"/>
          <p:cNvSpPr>
            <a:spLocks noChangeArrowheads="1"/>
          </p:cNvSpPr>
          <p:nvPr/>
        </p:nvSpPr>
        <p:spPr bwMode="auto">
          <a:xfrm>
            <a:off x="8094497" y="1593646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76" name="Rectangle 4"/>
          <p:cNvSpPr>
            <a:spLocks noChangeArrowheads="1"/>
          </p:cNvSpPr>
          <p:nvPr/>
        </p:nvSpPr>
        <p:spPr bwMode="auto">
          <a:xfrm>
            <a:off x="8333384" y="1593646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77" name="TextBox 3"/>
          <p:cNvSpPr txBox="1"/>
          <p:nvPr/>
        </p:nvSpPr>
        <p:spPr>
          <a:xfrm>
            <a:off x="8650986" y="156484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6778" name="Rectangle 4"/>
          <p:cNvSpPr>
            <a:spLocks noChangeArrowheads="1"/>
          </p:cNvSpPr>
          <p:nvPr/>
        </p:nvSpPr>
        <p:spPr bwMode="auto">
          <a:xfrm>
            <a:off x="878255" y="1988858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779" name="TextBox 3"/>
          <p:cNvSpPr txBox="1"/>
          <p:nvPr/>
        </p:nvSpPr>
        <p:spPr>
          <a:xfrm>
            <a:off x="827455" y="196005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8470430</a:t>
            </a:r>
            <a:endParaRPr lang="en-US" dirty="0"/>
          </a:p>
        </p:txBody>
      </p:sp>
      <p:sp>
        <p:nvSpPr>
          <p:cNvPr id="6780" name="TextBox 3"/>
          <p:cNvSpPr txBox="1"/>
          <p:nvPr/>
        </p:nvSpPr>
        <p:spPr>
          <a:xfrm>
            <a:off x="827455" y="2077504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6781" name="Rectangle 4"/>
          <p:cNvSpPr>
            <a:spLocks noChangeArrowheads="1"/>
          </p:cNvSpPr>
          <p:nvPr/>
        </p:nvSpPr>
        <p:spPr bwMode="auto">
          <a:xfrm>
            <a:off x="1365758" y="1988858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782" name="Rectangle 4"/>
          <p:cNvSpPr>
            <a:spLocks noChangeArrowheads="1"/>
          </p:cNvSpPr>
          <p:nvPr/>
        </p:nvSpPr>
        <p:spPr bwMode="auto">
          <a:xfrm>
            <a:off x="2163546" y="1988858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783" name="Rectangle 4"/>
          <p:cNvSpPr>
            <a:spLocks noChangeArrowheads="1"/>
          </p:cNvSpPr>
          <p:nvPr/>
        </p:nvSpPr>
        <p:spPr bwMode="auto">
          <a:xfrm>
            <a:off x="2622702" y="1988858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784" name="Rectangle 4"/>
          <p:cNvSpPr>
            <a:spLocks noChangeArrowheads="1"/>
          </p:cNvSpPr>
          <p:nvPr/>
        </p:nvSpPr>
        <p:spPr bwMode="auto">
          <a:xfrm>
            <a:off x="3680282" y="1988858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785" name="Rectangle 4"/>
          <p:cNvSpPr>
            <a:spLocks noChangeArrowheads="1"/>
          </p:cNvSpPr>
          <p:nvPr/>
        </p:nvSpPr>
        <p:spPr bwMode="auto">
          <a:xfrm>
            <a:off x="5918962" y="1988858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786" name="TextBox 3"/>
          <p:cNvSpPr txBox="1"/>
          <p:nvPr/>
        </p:nvSpPr>
        <p:spPr>
          <a:xfrm>
            <a:off x="5931001" y="1960054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11,588,842</a:t>
            </a:r>
            <a:endParaRPr lang="en-US" dirty="0"/>
          </a:p>
        </p:txBody>
      </p:sp>
      <p:sp>
        <p:nvSpPr>
          <p:cNvPr id="6787" name="Rectangle 4"/>
          <p:cNvSpPr>
            <a:spLocks noChangeArrowheads="1"/>
          </p:cNvSpPr>
          <p:nvPr/>
        </p:nvSpPr>
        <p:spPr bwMode="auto">
          <a:xfrm>
            <a:off x="6566408" y="1988858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788" name="TextBox 3"/>
          <p:cNvSpPr txBox="1"/>
          <p:nvPr/>
        </p:nvSpPr>
        <p:spPr>
          <a:xfrm>
            <a:off x="6578447" y="1960054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11,697,238</a:t>
            </a:r>
            <a:endParaRPr lang="en-US" dirty="0"/>
          </a:p>
        </p:txBody>
      </p:sp>
      <p:sp>
        <p:nvSpPr>
          <p:cNvPr id="6789" name="Rectangle 4"/>
          <p:cNvSpPr>
            <a:spLocks noChangeArrowheads="1"/>
          </p:cNvSpPr>
          <p:nvPr/>
        </p:nvSpPr>
        <p:spPr bwMode="auto">
          <a:xfrm>
            <a:off x="7213854" y="1988858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790" name="TextBox 3"/>
          <p:cNvSpPr txBox="1"/>
          <p:nvPr/>
        </p:nvSpPr>
        <p:spPr>
          <a:xfrm>
            <a:off x="7225894" y="1960054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11,695,380</a:t>
            </a:r>
            <a:endParaRPr lang="en-US" dirty="0"/>
          </a:p>
        </p:txBody>
      </p:sp>
      <p:sp>
        <p:nvSpPr>
          <p:cNvPr id="6791" name="Rectangle 4"/>
          <p:cNvSpPr>
            <a:spLocks noChangeArrowheads="1"/>
          </p:cNvSpPr>
          <p:nvPr/>
        </p:nvSpPr>
        <p:spPr bwMode="auto">
          <a:xfrm>
            <a:off x="7861300" y="1988858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792" name="Rectangle 4"/>
          <p:cNvSpPr>
            <a:spLocks noChangeArrowheads="1"/>
          </p:cNvSpPr>
          <p:nvPr/>
        </p:nvSpPr>
        <p:spPr bwMode="auto">
          <a:xfrm>
            <a:off x="8094497" y="1988858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793" name="Rectangle 4"/>
          <p:cNvSpPr>
            <a:spLocks noChangeArrowheads="1"/>
          </p:cNvSpPr>
          <p:nvPr/>
        </p:nvSpPr>
        <p:spPr bwMode="auto">
          <a:xfrm>
            <a:off x="8333384" y="1988858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6794" name="TextBox 3"/>
          <p:cNvSpPr txBox="1"/>
          <p:nvPr/>
        </p:nvSpPr>
        <p:spPr>
          <a:xfrm>
            <a:off x="8453272" y="1960054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1,858</a:t>
            </a:r>
            <a:endParaRPr lang="en-US" dirty="0"/>
          </a:p>
        </p:txBody>
      </p:sp>
      <p:sp>
        <p:nvSpPr>
          <p:cNvPr id="6795" name="Rectangle 4"/>
          <p:cNvSpPr>
            <a:spLocks noChangeArrowheads="1"/>
          </p:cNvSpPr>
          <p:nvPr/>
        </p:nvSpPr>
        <p:spPr bwMode="auto">
          <a:xfrm>
            <a:off x="878255" y="226661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96" name="TextBox 3"/>
          <p:cNvSpPr txBox="1"/>
          <p:nvPr/>
        </p:nvSpPr>
        <p:spPr>
          <a:xfrm>
            <a:off x="827455" y="223781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8470435</a:t>
            </a:r>
            <a:endParaRPr lang="en-US" dirty="0"/>
          </a:p>
        </p:txBody>
      </p:sp>
      <p:sp>
        <p:nvSpPr>
          <p:cNvPr id="6797" name="Rectangle 4"/>
          <p:cNvSpPr>
            <a:spLocks noChangeArrowheads="1"/>
          </p:cNvSpPr>
          <p:nvPr/>
        </p:nvSpPr>
        <p:spPr bwMode="auto">
          <a:xfrm>
            <a:off x="1365758" y="226661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798" name="TextBox 3"/>
          <p:cNvSpPr txBox="1"/>
          <p:nvPr/>
        </p:nvSpPr>
        <p:spPr>
          <a:xfrm>
            <a:off x="1314958" y="2237816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6799" name="TextBox 3"/>
          <p:cNvSpPr txBox="1"/>
          <p:nvPr/>
        </p:nvSpPr>
        <p:spPr>
          <a:xfrm>
            <a:off x="1314958" y="2355266"/>
            <a:ext cx="8497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Department of </a:t>
            </a:r>
            <a:endParaRPr lang="en-US" dirty="0"/>
          </a:p>
        </p:txBody>
      </p:sp>
      <p:sp>
        <p:nvSpPr>
          <p:cNvPr id="6800" name="TextBox 3"/>
          <p:cNvSpPr txBox="1"/>
          <p:nvPr/>
        </p:nvSpPr>
        <p:spPr>
          <a:xfrm>
            <a:off x="1314958" y="2472715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English</a:t>
            </a:r>
            <a:endParaRPr lang="en-US" dirty="0"/>
          </a:p>
        </p:txBody>
      </p:sp>
      <p:sp>
        <p:nvSpPr>
          <p:cNvPr id="6801" name="Rectangle 4"/>
          <p:cNvSpPr>
            <a:spLocks noChangeArrowheads="1"/>
          </p:cNvSpPr>
          <p:nvPr/>
        </p:nvSpPr>
        <p:spPr bwMode="auto">
          <a:xfrm>
            <a:off x="2163546" y="226661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02" name="TextBox 3"/>
          <p:cNvSpPr txBox="1"/>
          <p:nvPr/>
        </p:nvSpPr>
        <p:spPr>
          <a:xfrm>
            <a:off x="2112746" y="223781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6803" name="Rectangle 4"/>
          <p:cNvSpPr>
            <a:spLocks noChangeArrowheads="1"/>
          </p:cNvSpPr>
          <p:nvPr/>
        </p:nvSpPr>
        <p:spPr bwMode="auto">
          <a:xfrm>
            <a:off x="2622702" y="226661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04" name="TextBox 3"/>
          <p:cNvSpPr txBox="1"/>
          <p:nvPr/>
        </p:nvSpPr>
        <p:spPr>
          <a:xfrm>
            <a:off x="2571902" y="2237816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6805" name="TextBox 3"/>
          <p:cNvSpPr txBox="1"/>
          <p:nvPr/>
        </p:nvSpPr>
        <p:spPr>
          <a:xfrm>
            <a:off x="2571902" y="2355266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6806" name="Rectangle 4"/>
          <p:cNvSpPr>
            <a:spLocks noChangeArrowheads="1"/>
          </p:cNvSpPr>
          <p:nvPr/>
        </p:nvSpPr>
        <p:spPr bwMode="auto">
          <a:xfrm>
            <a:off x="3680282" y="226661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07" name="TextBox 3"/>
          <p:cNvSpPr txBox="1"/>
          <p:nvPr/>
        </p:nvSpPr>
        <p:spPr>
          <a:xfrm>
            <a:off x="3629482" y="223781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847.8470435.1.412121.000000.847001.100178</a:t>
            </a:r>
            <a:endParaRPr lang="en-US" dirty="0"/>
          </a:p>
        </p:txBody>
      </p:sp>
      <p:sp>
        <p:nvSpPr>
          <p:cNvPr id="6808" name="Rectangle 4"/>
          <p:cNvSpPr>
            <a:spLocks noChangeArrowheads="1"/>
          </p:cNvSpPr>
          <p:nvPr/>
        </p:nvSpPr>
        <p:spPr bwMode="auto">
          <a:xfrm>
            <a:off x="5918962" y="226661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09" name="TextBox 3"/>
          <p:cNvSpPr txBox="1"/>
          <p:nvPr/>
        </p:nvSpPr>
        <p:spPr>
          <a:xfrm>
            <a:off x="5987491" y="223781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6,925,828</a:t>
            </a:r>
            <a:endParaRPr lang="en-US" dirty="0"/>
          </a:p>
        </p:txBody>
      </p:sp>
      <p:sp>
        <p:nvSpPr>
          <p:cNvPr id="6810" name="Rectangle 4"/>
          <p:cNvSpPr>
            <a:spLocks noChangeArrowheads="1"/>
          </p:cNvSpPr>
          <p:nvPr/>
        </p:nvSpPr>
        <p:spPr bwMode="auto">
          <a:xfrm>
            <a:off x="6566408" y="226661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11" name="TextBox 3"/>
          <p:cNvSpPr txBox="1"/>
          <p:nvPr/>
        </p:nvSpPr>
        <p:spPr>
          <a:xfrm>
            <a:off x="6634937" y="223781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6,507,844</a:t>
            </a:r>
            <a:endParaRPr lang="en-US" dirty="0"/>
          </a:p>
        </p:txBody>
      </p:sp>
      <p:sp>
        <p:nvSpPr>
          <p:cNvPr id="6812" name="Rectangle 4"/>
          <p:cNvSpPr>
            <a:spLocks noChangeArrowheads="1"/>
          </p:cNvSpPr>
          <p:nvPr/>
        </p:nvSpPr>
        <p:spPr bwMode="auto">
          <a:xfrm>
            <a:off x="7213854" y="226661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13" name="TextBox 3"/>
          <p:cNvSpPr txBox="1"/>
          <p:nvPr/>
        </p:nvSpPr>
        <p:spPr>
          <a:xfrm>
            <a:off x="7282383" y="223781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6,507,844</a:t>
            </a:r>
            <a:endParaRPr lang="en-US" dirty="0"/>
          </a:p>
        </p:txBody>
      </p:sp>
      <p:sp>
        <p:nvSpPr>
          <p:cNvPr id="6814" name="Rectangle 4"/>
          <p:cNvSpPr>
            <a:spLocks noChangeArrowheads="1"/>
          </p:cNvSpPr>
          <p:nvPr/>
        </p:nvSpPr>
        <p:spPr bwMode="auto">
          <a:xfrm>
            <a:off x="7861300" y="226661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15" name="Rectangle 4"/>
          <p:cNvSpPr>
            <a:spLocks noChangeArrowheads="1"/>
          </p:cNvSpPr>
          <p:nvPr/>
        </p:nvSpPr>
        <p:spPr bwMode="auto">
          <a:xfrm>
            <a:off x="8094497" y="226661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16" name="Rectangle 4"/>
          <p:cNvSpPr>
            <a:spLocks noChangeArrowheads="1"/>
          </p:cNvSpPr>
          <p:nvPr/>
        </p:nvSpPr>
        <p:spPr bwMode="auto">
          <a:xfrm>
            <a:off x="8333384" y="226661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17" name="TextBox 3"/>
          <p:cNvSpPr txBox="1"/>
          <p:nvPr/>
        </p:nvSpPr>
        <p:spPr>
          <a:xfrm>
            <a:off x="8650986" y="223781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6818" name="Rectangle 4"/>
          <p:cNvSpPr>
            <a:spLocks noChangeArrowheads="1"/>
          </p:cNvSpPr>
          <p:nvPr/>
        </p:nvSpPr>
        <p:spPr bwMode="auto">
          <a:xfrm>
            <a:off x="878255" y="2661831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19" name="TextBox 3"/>
          <p:cNvSpPr txBox="1"/>
          <p:nvPr/>
        </p:nvSpPr>
        <p:spPr>
          <a:xfrm>
            <a:off x="827455" y="263302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8470435</a:t>
            </a:r>
            <a:endParaRPr lang="en-US" dirty="0"/>
          </a:p>
        </p:txBody>
      </p:sp>
      <p:sp>
        <p:nvSpPr>
          <p:cNvPr id="6820" name="Rectangle 4"/>
          <p:cNvSpPr>
            <a:spLocks noChangeArrowheads="1"/>
          </p:cNvSpPr>
          <p:nvPr/>
        </p:nvSpPr>
        <p:spPr bwMode="auto">
          <a:xfrm>
            <a:off x="1365758" y="2661831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21" name="TextBox 3"/>
          <p:cNvSpPr txBox="1"/>
          <p:nvPr/>
        </p:nvSpPr>
        <p:spPr>
          <a:xfrm>
            <a:off x="1314958" y="2633027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6822" name="TextBox 3"/>
          <p:cNvSpPr txBox="1"/>
          <p:nvPr/>
        </p:nvSpPr>
        <p:spPr>
          <a:xfrm>
            <a:off x="1314958" y="2750477"/>
            <a:ext cx="8497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Department of </a:t>
            </a:r>
            <a:endParaRPr lang="en-US" dirty="0"/>
          </a:p>
        </p:txBody>
      </p:sp>
      <p:sp>
        <p:nvSpPr>
          <p:cNvPr id="6823" name="TextBox 3"/>
          <p:cNvSpPr txBox="1"/>
          <p:nvPr/>
        </p:nvSpPr>
        <p:spPr>
          <a:xfrm>
            <a:off x="1314958" y="2867927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English</a:t>
            </a:r>
            <a:endParaRPr lang="en-US" dirty="0"/>
          </a:p>
        </p:txBody>
      </p:sp>
      <p:sp>
        <p:nvSpPr>
          <p:cNvPr id="6824" name="Rectangle 4"/>
          <p:cNvSpPr>
            <a:spLocks noChangeArrowheads="1"/>
          </p:cNvSpPr>
          <p:nvPr/>
        </p:nvSpPr>
        <p:spPr bwMode="auto">
          <a:xfrm>
            <a:off x="2163546" y="2661831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25" name="TextBox 3"/>
          <p:cNvSpPr txBox="1"/>
          <p:nvPr/>
        </p:nvSpPr>
        <p:spPr>
          <a:xfrm>
            <a:off x="2112746" y="263302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412123</a:t>
            </a:r>
            <a:endParaRPr lang="en-US" dirty="0"/>
          </a:p>
        </p:txBody>
      </p:sp>
      <p:sp>
        <p:nvSpPr>
          <p:cNvPr id="6826" name="Rectangle 4"/>
          <p:cNvSpPr>
            <a:spLocks noChangeArrowheads="1"/>
          </p:cNvSpPr>
          <p:nvPr/>
        </p:nvSpPr>
        <p:spPr bwMode="auto">
          <a:xfrm>
            <a:off x="2622702" y="2661831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27" name="TextBox 3"/>
          <p:cNvSpPr txBox="1"/>
          <p:nvPr/>
        </p:nvSpPr>
        <p:spPr>
          <a:xfrm>
            <a:off x="2571902" y="2633027"/>
            <a:ext cx="11320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Nationality allowance</a:t>
            </a:r>
            <a:endParaRPr lang="en-US" dirty="0"/>
          </a:p>
        </p:txBody>
      </p:sp>
      <p:sp>
        <p:nvSpPr>
          <p:cNvPr id="6828" name="TextBox 3"/>
          <p:cNvSpPr txBox="1"/>
          <p:nvPr/>
        </p:nvSpPr>
        <p:spPr>
          <a:xfrm>
            <a:off x="2571902" y="2750477"/>
            <a:ext cx="10021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- Regular situation</a:t>
            </a:r>
            <a:endParaRPr lang="en-US" dirty="0"/>
          </a:p>
        </p:txBody>
      </p:sp>
      <p:sp>
        <p:nvSpPr>
          <p:cNvPr id="6829" name="Rectangle 4"/>
          <p:cNvSpPr>
            <a:spLocks noChangeArrowheads="1"/>
          </p:cNvSpPr>
          <p:nvPr/>
        </p:nvSpPr>
        <p:spPr bwMode="auto">
          <a:xfrm>
            <a:off x="3680282" y="2661831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30" name="TextBox 3"/>
          <p:cNvSpPr txBox="1"/>
          <p:nvPr/>
        </p:nvSpPr>
        <p:spPr>
          <a:xfrm>
            <a:off x="3629482" y="263302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847.8470435.1.412123.000000.847001.100178</a:t>
            </a:r>
            <a:endParaRPr lang="en-US" dirty="0"/>
          </a:p>
        </p:txBody>
      </p:sp>
      <p:sp>
        <p:nvSpPr>
          <p:cNvPr id="6831" name="Rectangle 4"/>
          <p:cNvSpPr>
            <a:spLocks noChangeArrowheads="1"/>
          </p:cNvSpPr>
          <p:nvPr/>
        </p:nvSpPr>
        <p:spPr bwMode="auto">
          <a:xfrm>
            <a:off x="5918962" y="266183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32" name="TextBox 3"/>
          <p:cNvSpPr txBox="1"/>
          <p:nvPr/>
        </p:nvSpPr>
        <p:spPr>
          <a:xfrm>
            <a:off x="6185204" y="2633027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8,400</a:t>
            </a:r>
            <a:endParaRPr lang="en-US" dirty="0"/>
          </a:p>
        </p:txBody>
      </p:sp>
      <p:sp>
        <p:nvSpPr>
          <p:cNvPr id="6833" name="Rectangle 4"/>
          <p:cNvSpPr>
            <a:spLocks noChangeArrowheads="1"/>
          </p:cNvSpPr>
          <p:nvPr/>
        </p:nvSpPr>
        <p:spPr bwMode="auto">
          <a:xfrm>
            <a:off x="6566408" y="266183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34" name="TextBox 3"/>
          <p:cNvSpPr txBox="1"/>
          <p:nvPr/>
        </p:nvSpPr>
        <p:spPr>
          <a:xfrm>
            <a:off x="6832651" y="2633027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8,400</a:t>
            </a:r>
            <a:endParaRPr lang="en-US" dirty="0"/>
          </a:p>
        </p:txBody>
      </p:sp>
      <p:sp>
        <p:nvSpPr>
          <p:cNvPr id="6835" name="Rectangle 4"/>
          <p:cNvSpPr>
            <a:spLocks noChangeArrowheads="1"/>
          </p:cNvSpPr>
          <p:nvPr/>
        </p:nvSpPr>
        <p:spPr bwMode="auto">
          <a:xfrm>
            <a:off x="7213854" y="266183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36" name="TextBox 3"/>
          <p:cNvSpPr txBox="1"/>
          <p:nvPr/>
        </p:nvSpPr>
        <p:spPr>
          <a:xfrm>
            <a:off x="7480096" y="2633027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8,400</a:t>
            </a:r>
            <a:endParaRPr lang="en-US" dirty="0"/>
          </a:p>
        </p:txBody>
      </p:sp>
      <p:sp>
        <p:nvSpPr>
          <p:cNvPr id="6837" name="Rectangle 4"/>
          <p:cNvSpPr>
            <a:spLocks noChangeArrowheads="1"/>
          </p:cNvSpPr>
          <p:nvPr/>
        </p:nvSpPr>
        <p:spPr bwMode="auto">
          <a:xfrm>
            <a:off x="7861300" y="2661831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38" name="Rectangle 4"/>
          <p:cNvSpPr>
            <a:spLocks noChangeArrowheads="1"/>
          </p:cNvSpPr>
          <p:nvPr/>
        </p:nvSpPr>
        <p:spPr bwMode="auto">
          <a:xfrm>
            <a:off x="8094497" y="2661831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39" name="Rectangle 4"/>
          <p:cNvSpPr>
            <a:spLocks noChangeArrowheads="1"/>
          </p:cNvSpPr>
          <p:nvPr/>
        </p:nvSpPr>
        <p:spPr bwMode="auto">
          <a:xfrm>
            <a:off x="8333384" y="2661831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40" name="TextBox 3"/>
          <p:cNvSpPr txBox="1"/>
          <p:nvPr/>
        </p:nvSpPr>
        <p:spPr>
          <a:xfrm>
            <a:off x="8650986" y="263302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6841" name="Rectangle 4"/>
          <p:cNvSpPr>
            <a:spLocks noChangeArrowheads="1"/>
          </p:cNvSpPr>
          <p:nvPr/>
        </p:nvSpPr>
        <p:spPr bwMode="auto">
          <a:xfrm>
            <a:off x="878255" y="3057042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42" name="TextBox 3"/>
          <p:cNvSpPr txBox="1"/>
          <p:nvPr/>
        </p:nvSpPr>
        <p:spPr>
          <a:xfrm>
            <a:off x="827455" y="302823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8470435</a:t>
            </a:r>
            <a:endParaRPr lang="en-US" dirty="0"/>
          </a:p>
        </p:txBody>
      </p:sp>
      <p:sp>
        <p:nvSpPr>
          <p:cNvPr id="6843" name="Rectangle 4"/>
          <p:cNvSpPr>
            <a:spLocks noChangeArrowheads="1"/>
          </p:cNvSpPr>
          <p:nvPr/>
        </p:nvSpPr>
        <p:spPr bwMode="auto">
          <a:xfrm>
            <a:off x="1365758" y="3057042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44" name="TextBox 3"/>
          <p:cNvSpPr txBox="1"/>
          <p:nvPr/>
        </p:nvSpPr>
        <p:spPr>
          <a:xfrm>
            <a:off x="1314958" y="3028239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6845" name="TextBox 3"/>
          <p:cNvSpPr txBox="1"/>
          <p:nvPr/>
        </p:nvSpPr>
        <p:spPr>
          <a:xfrm>
            <a:off x="1314958" y="3145688"/>
            <a:ext cx="8497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Department of </a:t>
            </a:r>
            <a:endParaRPr lang="en-US" dirty="0"/>
          </a:p>
        </p:txBody>
      </p:sp>
      <p:sp>
        <p:nvSpPr>
          <p:cNvPr id="6846" name="TextBox 3"/>
          <p:cNvSpPr txBox="1"/>
          <p:nvPr/>
        </p:nvSpPr>
        <p:spPr>
          <a:xfrm>
            <a:off x="1314958" y="326313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English</a:t>
            </a:r>
            <a:endParaRPr lang="en-US" dirty="0"/>
          </a:p>
        </p:txBody>
      </p:sp>
      <p:sp>
        <p:nvSpPr>
          <p:cNvPr id="6847" name="Rectangle 4"/>
          <p:cNvSpPr>
            <a:spLocks noChangeArrowheads="1"/>
          </p:cNvSpPr>
          <p:nvPr/>
        </p:nvSpPr>
        <p:spPr bwMode="auto">
          <a:xfrm>
            <a:off x="2163546" y="3057042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48" name="TextBox 3"/>
          <p:cNvSpPr txBox="1"/>
          <p:nvPr/>
        </p:nvSpPr>
        <p:spPr>
          <a:xfrm>
            <a:off x="2112746" y="302823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6849" name="Rectangle 4"/>
          <p:cNvSpPr>
            <a:spLocks noChangeArrowheads="1"/>
          </p:cNvSpPr>
          <p:nvPr/>
        </p:nvSpPr>
        <p:spPr bwMode="auto">
          <a:xfrm>
            <a:off x="2622702" y="3057042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50" name="TextBox 3"/>
          <p:cNvSpPr txBox="1"/>
          <p:nvPr/>
        </p:nvSpPr>
        <p:spPr>
          <a:xfrm>
            <a:off x="2571902" y="3028239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6851" name="TextBox 3"/>
          <p:cNvSpPr txBox="1"/>
          <p:nvPr/>
        </p:nvSpPr>
        <p:spPr>
          <a:xfrm>
            <a:off x="2571902" y="3145688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6852" name="TextBox 3"/>
          <p:cNvSpPr txBox="1"/>
          <p:nvPr/>
        </p:nvSpPr>
        <p:spPr>
          <a:xfrm>
            <a:off x="2571902" y="3263138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6853" name="Rectangle 4"/>
          <p:cNvSpPr>
            <a:spLocks noChangeArrowheads="1"/>
          </p:cNvSpPr>
          <p:nvPr/>
        </p:nvSpPr>
        <p:spPr bwMode="auto">
          <a:xfrm>
            <a:off x="3680282" y="3057042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54" name="TextBox 3"/>
          <p:cNvSpPr txBox="1"/>
          <p:nvPr/>
        </p:nvSpPr>
        <p:spPr>
          <a:xfrm>
            <a:off x="3629482" y="302823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847.8470435.1.412125.000000.847001.100178</a:t>
            </a:r>
            <a:endParaRPr lang="en-US" dirty="0"/>
          </a:p>
        </p:txBody>
      </p:sp>
      <p:sp>
        <p:nvSpPr>
          <p:cNvPr id="6855" name="Rectangle 4"/>
          <p:cNvSpPr>
            <a:spLocks noChangeArrowheads="1"/>
          </p:cNvSpPr>
          <p:nvPr/>
        </p:nvSpPr>
        <p:spPr bwMode="auto">
          <a:xfrm>
            <a:off x="5918962" y="305704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56" name="TextBox 3"/>
          <p:cNvSpPr txBox="1"/>
          <p:nvPr/>
        </p:nvSpPr>
        <p:spPr>
          <a:xfrm>
            <a:off x="5987491" y="302823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5,133,885</a:t>
            </a:r>
            <a:endParaRPr lang="en-US" dirty="0"/>
          </a:p>
        </p:txBody>
      </p:sp>
      <p:sp>
        <p:nvSpPr>
          <p:cNvPr id="6857" name="Rectangle 4"/>
          <p:cNvSpPr>
            <a:spLocks noChangeArrowheads="1"/>
          </p:cNvSpPr>
          <p:nvPr/>
        </p:nvSpPr>
        <p:spPr bwMode="auto">
          <a:xfrm>
            <a:off x="6566408" y="305704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58" name="TextBox 3"/>
          <p:cNvSpPr txBox="1"/>
          <p:nvPr/>
        </p:nvSpPr>
        <p:spPr>
          <a:xfrm>
            <a:off x="6634937" y="302823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5,637,166</a:t>
            </a:r>
            <a:endParaRPr lang="en-US" dirty="0"/>
          </a:p>
        </p:txBody>
      </p:sp>
      <p:sp>
        <p:nvSpPr>
          <p:cNvPr id="6859" name="Rectangle 4"/>
          <p:cNvSpPr>
            <a:spLocks noChangeArrowheads="1"/>
          </p:cNvSpPr>
          <p:nvPr/>
        </p:nvSpPr>
        <p:spPr bwMode="auto">
          <a:xfrm>
            <a:off x="7213854" y="305704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60" name="TextBox 3"/>
          <p:cNvSpPr txBox="1"/>
          <p:nvPr/>
        </p:nvSpPr>
        <p:spPr>
          <a:xfrm>
            <a:off x="7282383" y="302823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5,637,165</a:t>
            </a:r>
            <a:endParaRPr lang="en-US" dirty="0"/>
          </a:p>
        </p:txBody>
      </p:sp>
      <p:sp>
        <p:nvSpPr>
          <p:cNvPr id="6861" name="Rectangle 4"/>
          <p:cNvSpPr>
            <a:spLocks noChangeArrowheads="1"/>
          </p:cNvSpPr>
          <p:nvPr/>
        </p:nvSpPr>
        <p:spPr bwMode="auto">
          <a:xfrm>
            <a:off x="7861300" y="3057042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62" name="Rectangle 4"/>
          <p:cNvSpPr>
            <a:spLocks noChangeArrowheads="1"/>
          </p:cNvSpPr>
          <p:nvPr/>
        </p:nvSpPr>
        <p:spPr bwMode="auto">
          <a:xfrm>
            <a:off x="8094497" y="3057042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63" name="Rectangle 4"/>
          <p:cNvSpPr>
            <a:spLocks noChangeArrowheads="1"/>
          </p:cNvSpPr>
          <p:nvPr/>
        </p:nvSpPr>
        <p:spPr bwMode="auto">
          <a:xfrm>
            <a:off x="8333384" y="3057042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64" name="TextBox 3"/>
          <p:cNvSpPr txBox="1"/>
          <p:nvPr/>
        </p:nvSpPr>
        <p:spPr>
          <a:xfrm>
            <a:off x="8650986" y="302823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6865" name="Rectangle 4"/>
          <p:cNvSpPr>
            <a:spLocks noChangeArrowheads="1"/>
          </p:cNvSpPr>
          <p:nvPr/>
        </p:nvSpPr>
        <p:spPr bwMode="auto">
          <a:xfrm>
            <a:off x="878255" y="345225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66" name="TextBox 3"/>
          <p:cNvSpPr txBox="1"/>
          <p:nvPr/>
        </p:nvSpPr>
        <p:spPr>
          <a:xfrm>
            <a:off x="827455" y="342345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8470435</a:t>
            </a:r>
            <a:endParaRPr lang="en-US" dirty="0"/>
          </a:p>
        </p:txBody>
      </p:sp>
      <p:sp>
        <p:nvSpPr>
          <p:cNvPr id="6867" name="Rectangle 4"/>
          <p:cNvSpPr>
            <a:spLocks noChangeArrowheads="1"/>
          </p:cNvSpPr>
          <p:nvPr/>
        </p:nvSpPr>
        <p:spPr bwMode="auto">
          <a:xfrm>
            <a:off x="1365758" y="345225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68" name="TextBox 3"/>
          <p:cNvSpPr txBox="1"/>
          <p:nvPr/>
        </p:nvSpPr>
        <p:spPr>
          <a:xfrm>
            <a:off x="1314958" y="3423450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6869" name="TextBox 3"/>
          <p:cNvSpPr txBox="1"/>
          <p:nvPr/>
        </p:nvSpPr>
        <p:spPr>
          <a:xfrm>
            <a:off x="1314958" y="3540899"/>
            <a:ext cx="8497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Department of </a:t>
            </a:r>
            <a:endParaRPr lang="en-US" dirty="0"/>
          </a:p>
        </p:txBody>
      </p:sp>
      <p:sp>
        <p:nvSpPr>
          <p:cNvPr id="6870" name="TextBox 3"/>
          <p:cNvSpPr txBox="1"/>
          <p:nvPr/>
        </p:nvSpPr>
        <p:spPr>
          <a:xfrm>
            <a:off x="1314958" y="3658349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English</a:t>
            </a:r>
            <a:endParaRPr lang="en-US" dirty="0"/>
          </a:p>
        </p:txBody>
      </p:sp>
      <p:sp>
        <p:nvSpPr>
          <p:cNvPr id="6871" name="Rectangle 4"/>
          <p:cNvSpPr>
            <a:spLocks noChangeArrowheads="1"/>
          </p:cNvSpPr>
          <p:nvPr/>
        </p:nvSpPr>
        <p:spPr bwMode="auto">
          <a:xfrm>
            <a:off x="2163546" y="345225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72" name="TextBox 3"/>
          <p:cNvSpPr txBox="1"/>
          <p:nvPr/>
        </p:nvSpPr>
        <p:spPr>
          <a:xfrm>
            <a:off x="2112746" y="342345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412511</a:t>
            </a:r>
            <a:endParaRPr lang="en-US" dirty="0"/>
          </a:p>
        </p:txBody>
      </p:sp>
      <p:sp>
        <p:nvSpPr>
          <p:cNvPr id="6873" name="Rectangle 4"/>
          <p:cNvSpPr>
            <a:spLocks noChangeArrowheads="1"/>
          </p:cNvSpPr>
          <p:nvPr/>
        </p:nvSpPr>
        <p:spPr bwMode="auto">
          <a:xfrm>
            <a:off x="2622702" y="345225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74" name="TextBox 3"/>
          <p:cNvSpPr txBox="1"/>
          <p:nvPr/>
        </p:nvSpPr>
        <p:spPr>
          <a:xfrm>
            <a:off x="2571902" y="3423450"/>
            <a:ext cx="798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Consolidated </a:t>
            </a:r>
            <a:endParaRPr lang="en-US" dirty="0"/>
          </a:p>
        </p:txBody>
      </p:sp>
      <p:sp>
        <p:nvSpPr>
          <p:cNvPr id="6875" name="TextBox 3"/>
          <p:cNvSpPr txBox="1"/>
          <p:nvPr/>
        </p:nvSpPr>
        <p:spPr>
          <a:xfrm>
            <a:off x="2571902" y="3540899"/>
            <a:ext cx="1081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allowances: Emirati </a:t>
            </a:r>
            <a:endParaRPr lang="en-US" dirty="0"/>
          </a:p>
        </p:txBody>
      </p:sp>
      <p:sp>
        <p:nvSpPr>
          <p:cNvPr id="6876" name="TextBox 3"/>
          <p:cNvSpPr txBox="1"/>
          <p:nvPr/>
        </p:nvSpPr>
        <p:spPr>
          <a:xfrm>
            <a:off x="2571902" y="3658349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6877" name="Rectangle 4"/>
          <p:cNvSpPr>
            <a:spLocks noChangeArrowheads="1"/>
          </p:cNvSpPr>
          <p:nvPr/>
        </p:nvSpPr>
        <p:spPr bwMode="auto">
          <a:xfrm>
            <a:off x="3680282" y="345225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78" name="TextBox 3"/>
          <p:cNvSpPr txBox="1"/>
          <p:nvPr/>
        </p:nvSpPr>
        <p:spPr>
          <a:xfrm>
            <a:off x="3629482" y="342345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847.8470435.1.412511.000000.847001.100178</a:t>
            </a:r>
            <a:endParaRPr lang="en-US" dirty="0"/>
          </a:p>
        </p:txBody>
      </p:sp>
      <p:sp>
        <p:nvSpPr>
          <p:cNvPr id="6879" name="Rectangle 4"/>
          <p:cNvSpPr>
            <a:spLocks noChangeArrowheads="1"/>
          </p:cNvSpPr>
          <p:nvPr/>
        </p:nvSpPr>
        <p:spPr bwMode="auto">
          <a:xfrm>
            <a:off x="5918962" y="345225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80" name="TextBox 3"/>
          <p:cNvSpPr txBox="1"/>
          <p:nvPr/>
        </p:nvSpPr>
        <p:spPr>
          <a:xfrm>
            <a:off x="6128715" y="342345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85,920</a:t>
            </a:r>
            <a:endParaRPr lang="en-US" dirty="0"/>
          </a:p>
        </p:txBody>
      </p:sp>
      <p:sp>
        <p:nvSpPr>
          <p:cNvPr id="6881" name="Rectangle 4"/>
          <p:cNvSpPr>
            <a:spLocks noChangeArrowheads="1"/>
          </p:cNvSpPr>
          <p:nvPr/>
        </p:nvSpPr>
        <p:spPr bwMode="auto">
          <a:xfrm>
            <a:off x="6566408" y="345225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82" name="TextBox 3"/>
          <p:cNvSpPr txBox="1"/>
          <p:nvPr/>
        </p:nvSpPr>
        <p:spPr>
          <a:xfrm>
            <a:off x="6776161" y="342345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85,920</a:t>
            </a:r>
            <a:endParaRPr lang="en-US" dirty="0"/>
          </a:p>
        </p:txBody>
      </p:sp>
      <p:sp>
        <p:nvSpPr>
          <p:cNvPr id="6883" name="Rectangle 4"/>
          <p:cNvSpPr>
            <a:spLocks noChangeArrowheads="1"/>
          </p:cNvSpPr>
          <p:nvPr/>
        </p:nvSpPr>
        <p:spPr bwMode="auto">
          <a:xfrm>
            <a:off x="7213854" y="345225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84" name="TextBox 3"/>
          <p:cNvSpPr txBox="1"/>
          <p:nvPr/>
        </p:nvSpPr>
        <p:spPr>
          <a:xfrm>
            <a:off x="7423607" y="342345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85,920</a:t>
            </a:r>
            <a:endParaRPr lang="en-US" dirty="0"/>
          </a:p>
        </p:txBody>
      </p:sp>
      <p:sp>
        <p:nvSpPr>
          <p:cNvPr id="6885" name="Rectangle 4"/>
          <p:cNvSpPr>
            <a:spLocks noChangeArrowheads="1"/>
          </p:cNvSpPr>
          <p:nvPr/>
        </p:nvSpPr>
        <p:spPr bwMode="auto">
          <a:xfrm>
            <a:off x="7861300" y="345225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86" name="Rectangle 4"/>
          <p:cNvSpPr>
            <a:spLocks noChangeArrowheads="1"/>
          </p:cNvSpPr>
          <p:nvPr/>
        </p:nvSpPr>
        <p:spPr bwMode="auto">
          <a:xfrm>
            <a:off x="8094497" y="345225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87" name="Rectangle 4"/>
          <p:cNvSpPr>
            <a:spLocks noChangeArrowheads="1"/>
          </p:cNvSpPr>
          <p:nvPr/>
        </p:nvSpPr>
        <p:spPr bwMode="auto">
          <a:xfrm>
            <a:off x="8333384" y="345225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88" name="TextBox 3"/>
          <p:cNvSpPr txBox="1"/>
          <p:nvPr/>
        </p:nvSpPr>
        <p:spPr>
          <a:xfrm>
            <a:off x="8650986" y="342345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6889" name="Rectangle 4"/>
          <p:cNvSpPr>
            <a:spLocks noChangeArrowheads="1"/>
          </p:cNvSpPr>
          <p:nvPr/>
        </p:nvSpPr>
        <p:spPr bwMode="auto">
          <a:xfrm>
            <a:off x="878255" y="3847465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90" name="TextBox 3"/>
          <p:cNvSpPr txBox="1"/>
          <p:nvPr/>
        </p:nvSpPr>
        <p:spPr>
          <a:xfrm>
            <a:off x="827455" y="381866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8470435</a:t>
            </a:r>
            <a:endParaRPr lang="en-US" dirty="0"/>
          </a:p>
        </p:txBody>
      </p:sp>
      <p:sp>
        <p:nvSpPr>
          <p:cNvPr id="6891" name="Rectangle 4"/>
          <p:cNvSpPr>
            <a:spLocks noChangeArrowheads="1"/>
          </p:cNvSpPr>
          <p:nvPr/>
        </p:nvSpPr>
        <p:spPr bwMode="auto">
          <a:xfrm>
            <a:off x="1365758" y="3847465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92" name="TextBox 3"/>
          <p:cNvSpPr txBox="1"/>
          <p:nvPr/>
        </p:nvSpPr>
        <p:spPr>
          <a:xfrm>
            <a:off x="1314958" y="381866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6893" name="TextBox 3"/>
          <p:cNvSpPr txBox="1"/>
          <p:nvPr/>
        </p:nvSpPr>
        <p:spPr>
          <a:xfrm>
            <a:off x="1314958" y="3936110"/>
            <a:ext cx="8497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Department of </a:t>
            </a:r>
            <a:endParaRPr lang="en-US" dirty="0"/>
          </a:p>
        </p:txBody>
      </p:sp>
      <p:sp>
        <p:nvSpPr>
          <p:cNvPr id="6894" name="TextBox 3"/>
          <p:cNvSpPr txBox="1"/>
          <p:nvPr/>
        </p:nvSpPr>
        <p:spPr>
          <a:xfrm>
            <a:off x="1314958" y="4053560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English</a:t>
            </a:r>
            <a:endParaRPr lang="en-US" dirty="0"/>
          </a:p>
        </p:txBody>
      </p:sp>
      <p:sp>
        <p:nvSpPr>
          <p:cNvPr id="6895" name="Rectangle 4"/>
          <p:cNvSpPr>
            <a:spLocks noChangeArrowheads="1"/>
          </p:cNvSpPr>
          <p:nvPr/>
        </p:nvSpPr>
        <p:spPr bwMode="auto">
          <a:xfrm>
            <a:off x="2163546" y="3847465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96" name="TextBox 3"/>
          <p:cNvSpPr txBox="1"/>
          <p:nvPr/>
        </p:nvSpPr>
        <p:spPr>
          <a:xfrm>
            <a:off x="2112746" y="381866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412521</a:t>
            </a:r>
            <a:endParaRPr lang="en-US" dirty="0"/>
          </a:p>
        </p:txBody>
      </p:sp>
      <p:sp>
        <p:nvSpPr>
          <p:cNvPr id="6897" name="Rectangle 4"/>
          <p:cNvSpPr>
            <a:spLocks noChangeArrowheads="1"/>
          </p:cNvSpPr>
          <p:nvPr/>
        </p:nvSpPr>
        <p:spPr bwMode="auto">
          <a:xfrm>
            <a:off x="2622702" y="3847465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898" name="TextBox 3"/>
          <p:cNvSpPr txBox="1"/>
          <p:nvPr/>
        </p:nvSpPr>
        <p:spPr>
          <a:xfrm>
            <a:off x="2571902" y="3818661"/>
            <a:ext cx="8496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 </a:t>
            </a:r>
            <a:endParaRPr lang="en-US" dirty="0"/>
          </a:p>
        </p:txBody>
      </p:sp>
      <p:sp>
        <p:nvSpPr>
          <p:cNvPr id="6899" name="TextBox 3"/>
          <p:cNvSpPr txBox="1"/>
          <p:nvPr/>
        </p:nvSpPr>
        <p:spPr>
          <a:xfrm>
            <a:off x="2571902" y="3936110"/>
            <a:ext cx="1120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 (including </a:t>
            </a:r>
            <a:endParaRPr lang="en-US" dirty="0"/>
          </a:p>
        </p:txBody>
      </p:sp>
      <p:sp>
        <p:nvSpPr>
          <p:cNvPr id="6900" name="TextBox 3"/>
          <p:cNvSpPr txBox="1"/>
          <p:nvPr/>
        </p:nvSpPr>
        <p:spPr>
          <a:xfrm>
            <a:off x="2571902" y="4053560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Mansab)</a:t>
            </a:r>
            <a:endParaRPr lang="en-US" dirty="0"/>
          </a:p>
        </p:txBody>
      </p:sp>
      <p:sp>
        <p:nvSpPr>
          <p:cNvPr id="6901" name="Rectangle 4"/>
          <p:cNvSpPr>
            <a:spLocks noChangeArrowheads="1"/>
          </p:cNvSpPr>
          <p:nvPr/>
        </p:nvSpPr>
        <p:spPr bwMode="auto">
          <a:xfrm>
            <a:off x="3680282" y="3847465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02" name="TextBox 3"/>
          <p:cNvSpPr txBox="1"/>
          <p:nvPr/>
        </p:nvSpPr>
        <p:spPr>
          <a:xfrm>
            <a:off x="3629482" y="381866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847.8470435.1.412521.000000.847001.100178</a:t>
            </a:r>
            <a:endParaRPr lang="en-US" dirty="0"/>
          </a:p>
        </p:txBody>
      </p:sp>
      <p:sp>
        <p:nvSpPr>
          <p:cNvPr id="6903" name="Rectangle 4"/>
          <p:cNvSpPr>
            <a:spLocks noChangeArrowheads="1"/>
          </p:cNvSpPr>
          <p:nvPr/>
        </p:nvSpPr>
        <p:spPr bwMode="auto">
          <a:xfrm>
            <a:off x="5918962" y="384746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04" name="TextBox 3"/>
          <p:cNvSpPr txBox="1"/>
          <p:nvPr/>
        </p:nvSpPr>
        <p:spPr>
          <a:xfrm>
            <a:off x="6072225" y="381866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220,777</a:t>
            </a:r>
            <a:endParaRPr lang="en-US" dirty="0"/>
          </a:p>
        </p:txBody>
      </p:sp>
      <p:sp>
        <p:nvSpPr>
          <p:cNvPr id="6905" name="Rectangle 4"/>
          <p:cNvSpPr>
            <a:spLocks noChangeArrowheads="1"/>
          </p:cNvSpPr>
          <p:nvPr/>
        </p:nvSpPr>
        <p:spPr bwMode="auto">
          <a:xfrm>
            <a:off x="6566408" y="384746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06" name="TextBox 3"/>
          <p:cNvSpPr txBox="1"/>
          <p:nvPr/>
        </p:nvSpPr>
        <p:spPr>
          <a:xfrm>
            <a:off x="6719671" y="381866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124,313</a:t>
            </a:r>
            <a:endParaRPr lang="en-US" dirty="0"/>
          </a:p>
        </p:txBody>
      </p:sp>
      <p:sp>
        <p:nvSpPr>
          <p:cNvPr id="6907" name="Rectangle 4"/>
          <p:cNvSpPr>
            <a:spLocks noChangeArrowheads="1"/>
          </p:cNvSpPr>
          <p:nvPr/>
        </p:nvSpPr>
        <p:spPr bwMode="auto">
          <a:xfrm>
            <a:off x="7213854" y="384746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08" name="TextBox 3"/>
          <p:cNvSpPr txBox="1"/>
          <p:nvPr/>
        </p:nvSpPr>
        <p:spPr>
          <a:xfrm>
            <a:off x="7367118" y="381866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124,130</a:t>
            </a:r>
            <a:endParaRPr lang="en-US" dirty="0"/>
          </a:p>
        </p:txBody>
      </p:sp>
      <p:sp>
        <p:nvSpPr>
          <p:cNvPr id="6909" name="Rectangle 4"/>
          <p:cNvSpPr>
            <a:spLocks noChangeArrowheads="1"/>
          </p:cNvSpPr>
          <p:nvPr/>
        </p:nvSpPr>
        <p:spPr bwMode="auto">
          <a:xfrm>
            <a:off x="7861300" y="3847465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10" name="Rectangle 4"/>
          <p:cNvSpPr>
            <a:spLocks noChangeArrowheads="1"/>
          </p:cNvSpPr>
          <p:nvPr/>
        </p:nvSpPr>
        <p:spPr bwMode="auto">
          <a:xfrm>
            <a:off x="8094497" y="3847465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11" name="Rectangle 4"/>
          <p:cNvSpPr>
            <a:spLocks noChangeArrowheads="1"/>
          </p:cNvSpPr>
          <p:nvPr/>
        </p:nvSpPr>
        <p:spPr bwMode="auto">
          <a:xfrm>
            <a:off x="8333384" y="3847465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12" name="TextBox 3"/>
          <p:cNvSpPr txBox="1"/>
          <p:nvPr/>
        </p:nvSpPr>
        <p:spPr>
          <a:xfrm>
            <a:off x="8538006" y="3818661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183</a:t>
            </a:r>
            <a:endParaRPr lang="en-US" dirty="0"/>
          </a:p>
        </p:txBody>
      </p:sp>
      <p:sp>
        <p:nvSpPr>
          <p:cNvPr id="6913" name="Rectangle 4"/>
          <p:cNvSpPr>
            <a:spLocks noChangeArrowheads="1"/>
          </p:cNvSpPr>
          <p:nvPr/>
        </p:nvSpPr>
        <p:spPr bwMode="auto">
          <a:xfrm>
            <a:off x="878255" y="4242676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14" name="TextBox 3"/>
          <p:cNvSpPr txBox="1"/>
          <p:nvPr/>
        </p:nvSpPr>
        <p:spPr>
          <a:xfrm>
            <a:off x="827455" y="421387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8470435</a:t>
            </a:r>
            <a:endParaRPr lang="en-US" dirty="0"/>
          </a:p>
        </p:txBody>
      </p:sp>
      <p:sp>
        <p:nvSpPr>
          <p:cNvPr id="6915" name="Rectangle 4"/>
          <p:cNvSpPr>
            <a:spLocks noChangeArrowheads="1"/>
          </p:cNvSpPr>
          <p:nvPr/>
        </p:nvSpPr>
        <p:spPr bwMode="auto">
          <a:xfrm>
            <a:off x="1365758" y="4242676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16" name="TextBox 3"/>
          <p:cNvSpPr txBox="1"/>
          <p:nvPr/>
        </p:nvSpPr>
        <p:spPr>
          <a:xfrm>
            <a:off x="1314958" y="4213872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6917" name="TextBox 3"/>
          <p:cNvSpPr txBox="1"/>
          <p:nvPr/>
        </p:nvSpPr>
        <p:spPr>
          <a:xfrm>
            <a:off x="1314958" y="4331322"/>
            <a:ext cx="8497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Department of </a:t>
            </a:r>
            <a:endParaRPr lang="en-US" dirty="0"/>
          </a:p>
        </p:txBody>
      </p:sp>
      <p:sp>
        <p:nvSpPr>
          <p:cNvPr id="6918" name="TextBox 3"/>
          <p:cNvSpPr txBox="1"/>
          <p:nvPr/>
        </p:nvSpPr>
        <p:spPr>
          <a:xfrm>
            <a:off x="1314958" y="4448772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English</a:t>
            </a:r>
            <a:endParaRPr lang="en-US" dirty="0"/>
          </a:p>
        </p:txBody>
      </p:sp>
      <p:sp>
        <p:nvSpPr>
          <p:cNvPr id="6919" name="Rectangle 4"/>
          <p:cNvSpPr>
            <a:spLocks noChangeArrowheads="1"/>
          </p:cNvSpPr>
          <p:nvPr/>
        </p:nvSpPr>
        <p:spPr bwMode="auto">
          <a:xfrm>
            <a:off x="2163546" y="4242676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20" name="TextBox 3"/>
          <p:cNvSpPr txBox="1"/>
          <p:nvPr/>
        </p:nvSpPr>
        <p:spPr>
          <a:xfrm>
            <a:off x="2112746" y="421387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412526</a:t>
            </a:r>
            <a:endParaRPr lang="en-US" dirty="0"/>
          </a:p>
        </p:txBody>
      </p:sp>
      <p:sp>
        <p:nvSpPr>
          <p:cNvPr id="6921" name="Rectangle 4"/>
          <p:cNvSpPr>
            <a:spLocks noChangeArrowheads="1"/>
          </p:cNvSpPr>
          <p:nvPr/>
        </p:nvSpPr>
        <p:spPr bwMode="auto">
          <a:xfrm>
            <a:off x="2622702" y="4242676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22" name="TextBox 3"/>
          <p:cNvSpPr txBox="1"/>
          <p:nvPr/>
        </p:nvSpPr>
        <p:spPr>
          <a:xfrm>
            <a:off x="2571902" y="4213872"/>
            <a:ext cx="10304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Housing allowance</a:t>
            </a:r>
            <a:endParaRPr lang="en-US" dirty="0"/>
          </a:p>
        </p:txBody>
      </p:sp>
      <p:sp>
        <p:nvSpPr>
          <p:cNvPr id="6923" name="Rectangle 4"/>
          <p:cNvSpPr>
            <a:spLocks noChangeArrowheads="1"/>
          </p:cNvSpPr>
          <p:nvPr/>
        </p:nvSpPr>
        <p:spPr bwMode="auto">
          <a:xfrm>
            <a:off x="3680282" y="4242676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24" name="TextBox 3"/>
          <p:cNvSpPr txBox="1"/>
          <p:nvPr/>
        </p:nvSpPr>
        <p:spPr>
          <a:xfrm>
            <a:off x="3629482" y="421387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847.8470435.1.412526.000000.847001.100178</a:t>
            </a:r>
            <a:endParaRPr lang="en-US" dirty="0"/>
          </a:p>
        </p:txBody>
      </p:sp>
      <p:sp>
        <p:nvSpPr>
          <p:cNvPr id="6925" name="Rectangle 4"/>
          <p:cNvSpPr>
            <a:spLocks noChangeArrowheads="1"/>
          </p:cNvSpPr>
          <p:nvPr/>
        </p:nvSpPr>
        <p:spPr bwMode="auto">
          <a:xfrm>
            <a:off x="5918962" y="424267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26" name="TextBox 3"/>
          <p:cNvSpPr txBox="1"/>
          <p:nvPr/>
        </p:nvSpPr>
        <p:spPr>
          <a:xfrm>
            <a:off x="6072225" y="421387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264,000</a:t>
            </a:r>
            <a:endParaRPr lang="en-US" dirty="0"/>
          </a:p>
        </p:txBody>
      </p:sp>
      <p:sp>
        <p:nvSpPr>
          <p:cNvPr id="6927" name="Rectangle 4"/>
          <p:cNvSpPr>
            <a:spLocks noChangeArrowheads="1"/>
          </p:cNvSpPr>
          <p:nvPr/>
        </p:nvSpPr>
        <p:spPr bwMode="auto">
          <a:xfrm>
            <a:off x="6566408" y="424267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28" name="TextBox 3"/>
          <p:cNvSpPr txBox="1"/>
          <p:nvPr/>
        </p:nvSpPr>
        <p:spPr>
          <a:xfrm>
            <a:off x="6719671" y="421387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264,000</a:t>
            </a:r>
            <a:endParaRPr lang="en-US" dirty="0"/>
          </a:p>
        </p:txBody>
      </p:sp>
      <p:sp>
        <p:nvSpPr>
          <p:cNvPr id="6929" name="Rectangle 4"/>
          <p:cNvSpPr>
            <a:spLocks noChangeArrowheads="1"/>
          </p:cNvSpPr>
          <p:nvPr/>
        </p:nvSpPr>
        <p:spPr bwMode="auto">
          <a:xfrm>
            <a:off x="7213854" y="424267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30" name="TextBox 3"/>
          <p:cNvSpPr txBox="1"/>
          <p:nvPr/>
        </p:nvSpPr>
        <p:spPr>
          <a:xfrm>
            <a:off x="7367118" y="421387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264,000</a:t>
            </a:r>
            <a:endParaRPr lang="en-US" dirty="0"/>
          </a:p>
        </p:txBody>
      </p:sp>
      <p:sp>
        <p:nvSpPr>
          <p:cNvPr id="6931" name="Rectangle 4"/>
          <p:cNvSpPr>
            <a:spLocks noChangeArrowheads="1"/>
          </p:cNvSpPr>
          <p:nvPr/>
        </p:nvSpPr>
        <p:spPr bwMode="auto">
          <a:xfrm>
            <a:off x="7861300" y="4242676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32" name="Rectangle 4"/>
          <p:cNvSpPr>
            <a:spLocks noChangeArrowheads="1"/>
          </p:cNvSpPr>
          <p:nvPr/>
        </p:nvSpPr>
        <p:spPr bwMode="auto">
          <a:xfrm>
            <a:off x="8094497" y="4242676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33" name="Rectangle 4"/>
          <p:cNvSpPr>
            <a:spLocks noChangeArrowheads="1"/>
          </p:cNvSpPr>
          <p:nvPr/>
        </p:nvSpPr>
        <p:spPr bwMode="auto">
          <a:xfrm>
            <a:off x="8333384" y="4242676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34" name="TextBox 3"/>
          <p:cNvSpPr txBox="1"/>
          <p:nvPr/>
        </p:nvSpPr>
        <p:spPr>
          <a:xfrm>
            <a:off x="8650986" y="421387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6935" name="Rectangle 4"/>
          <p:cNvSpPr>
            <a:spLocks noChangeArrowheads="1"/>
          </p:cNvSpPr>
          <p:nvPr/>
        </p:nvSpPr>
        <p:spPr bwMode="auto">
          <a:xfrm>
            <a:off x="878255" y="4637887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36" name="TextBox 3"/>
          <p:cNvSpPr txBox="1"/>
          <p:nvPr/>
        </p:nvSpPr>
        <p:spPr>
          <a:xfrm>
            <a:off x="827455" y="460908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8470435</a:t>
            </a:r>
            <a:endParaRPr lang="en-US" dirty="0"/>
          </a:p>
        </p:txBody>
      </p:sp>
      <p:sp>
        <p:nvSpPr>
          <p:cNvPr id="6937" name="Rectangle 4"/>
          <p:cNvSpPr>
            <a:spLocks noChangeArrowheads="1"/>
          </p:cNvSpPr>
          <p:nvPr/>
        </p:nvSpPr>
        <p:spPr bwMode="auto">
          <a:xfrm>
            <a:off x="1365758" y="4637887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38" name="TextBox 3"/>
          <p:cNvSpPr txBox="1"/>
          <p:nvPr/>
        </p:nvSpPr>
        <p:spPr>
          <a:xfrm>
            <a:off x="1314958" y="460908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6939" name="TextBox 3"/>
          <p:cNvSpPr txBox="1"/>
          <p:nvPr/>
        </p:nvSpPr>
        <p:spPr>
          <a:xfrm>
            <a:off x="1314958" y="4726533"/>
            <a:ext cx="8497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Department of </a:t>
            </a:r>
            <a:endParaRPr lang="en-US" dirty="0"/>
          </a:p>
        </p:txBody>
      </p:sp>
      <p:sp>
        <p:nvSpPr>
          <p:cNvPr id="6940" name="TextBox 3"/>
          <p:cNvSpPr txBox="1"/>
          <p:nvPr/>
        </p:nvSpPr>
        <p:spPr>
          <a:xfrm>
            <a:off x="1314958" y="4843983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English</a:t>
            </a:r>
            <a:endParaRPr lang="en-US" dirty="0"/>
          </a:p>
        </p:txBody>
      </p:sp>
      <p:sp>
        <p:nvSpPr>
          <p:cNvPr id="6941" name="Rectangle 4"/>
          <p:cNvSpPr>
            <a:spLocks noChangeArrowheads="1"/>
          </p:cNvSpPr>
          <p:nvPr/>
        </p:nvSpPr>
        <p:spPr bwMode="auto">
          <a:xfrm>
            <a:off x="2163546" y="4637887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42" name="TextBox 3"/>
          <p:cNvSpPr txBox="1"/>
          <p:nvPr/>
        </p:nvSpPr>
        <p:spPr>
          <a:xfrm>
            <a:off x="2112746" y="460908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6943" name="Rectangle 4"/>
          <p:cNvSpPr>
            <a:spLocks noChangeArrowheads="1"/>
          </p:cNvSpPr>
          <p:nvPr/>
        </p:nvSpPr>
        <p:spPr bwMode="auto">
          <a:xfrm>
            <a:off x="2622702" y="4637887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44" name="TextBox 3"/>
          <p:cNvSpPr txBox="1"/>
          <p:nvPr/>
        </p:nvSpPr>
        <p:spPr>
          <a:xfrm>
            <a:off x="2571902" y="4609084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6945" name="TextBox 3"/>
          <p:cNvSpPr txBox="1"/>
          <p:nvPr/>
        </p:nvSpPr>
        <p:spPr>
          <a:xfrm>
            <a:off x="2571902" y="4726533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6946" name="Rectangle 4"/>
          <p:cNvSpPr>
            <a:spLocks noChangeArrowheads="1"/>
          </p:cNvSpPr>
          <p:nvPr/>
        </p:nvSpPr>
        <p:spPr bwMode="auto">
          <a:xfrm>
            <a:off x="3680282" y="4637887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47" name="TextBox 3"/>
          <p:cNvSpPr txBox="1"/>
          <p:nvPr/>
        </p:nvSpPr>
        <p:spPr>
          <a:xfrm>
            <a:off x="3629482" y="460908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847.8470435.1.412534.000000.847001.100178</a:t>
            </a:r>
            <a:endParaRPr lang="en-US" dirty="0"/>
          </a:p>
        </p:txBody>
      </p:sp>
      <p:sp>
        <p:nvSpPr>
          <p:cNvPr id="6948" name="Rectangle 4"/>
          <p:cNvSpPr>
            <a:spLocks noChangeArrowheads="1"/>
          </p:cNvSpPr>
          <p:nvPr/>
        </p:nvSpPr>
        <p:spPr bwMode="auto">
          <a:xfrm>
            <a:off x="5918962" y="463788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49" name="TextBox 3"/>
          <p:cNvSpPr txBox="1"/>
          <p:nvPr/>
        </p:nvSpPr>
        <p:spPr>
          <a:xfrm>
            <a:off x="6072225" y="460908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516,251</a:t>
            </a:r>
            <a:endParaRPr lang="en-US" dirty="0"/>
          </a:p>
        </p:txBody>
      </p:sp>
      <p:sp>
        <p:nvSpPr>
          <p:cNvPr id="6950" name="Rectangle 4"/>
          <p:cNvSpPr>
            <a:spLocks noChangeArrowheads="1"/>
          </p:cNvSpPr>
          <p:nvPr/>
        </p:nvSpPr>
        <p:spPr bwMode="auto">
          <a:xfrm>
            <a:off x="6566408" y="463788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51" name="TextBox 3"/>
          <p:cNvSpPr txBox="1"/>
          <p:nvPr/>
        </p:nvSpPr>
        <p:spPr>
          <a:xfrm>
            <a:off x="6719671" y="460908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478,821</a:t>
            </a:r>
            <a:endParaRPr lang="en-US" dirty="0"/>
          </a:p>
        </p:txBody>
      </p:sp>
      <p:sp>
        <p:nvSpPr>
          <p:cNvPr id="6952" name="Rectangle 4"/>
          <p:cNvSpPr>
            <a:spLocks noChangeArrowheads="1"/>
          </p:cNvSpPr>
          <p:nvPr/>
        </p:nvSpPr>
        <p:spPr bwMode="auto">
          <a:xfrm>
            <a:off x="7213854" y="463788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53" name="TextBox 3"/>
          <p:cNvSpPr txBox="1"/>
          <p:nvPr/>
        </p:nvSpPr>
        <p:spPr>
          <a:xfrm>
            <a:off x="7367118" y="460908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478,813</a:t>
            </a:r>
            <a:endParaRPr lang="en-US" dirty="0"/>
          </a:p>
        </p:txBody>
      </p:sp>
      <p:sp>
        <p:nvSpPr>
          <p:cNvPr id="6954" name="Rectangle 4"/>
          <p:cNvSpPr>
            <a:spLocks noChangeArrowheads="1"/>
          </p:cNvSpPr>
          <p:nvPr/>
        </p:nvSpPr>
        <p:spPr bwMode="auto">
          <a:xfrm>
            <a:off x="7861300" y="4637887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55" name="Rectangle 4"/>
          <p:cNvSpPr>
            <a:spLocks noChangeArrowheads="1"/>
          </p:cNvSpPr>
          <p:nvPr/>
        </p:nvSpPr>
        <p:spPr bwMode="auto">
          <a:xfrm>
            <a:off x="8094497" y="4637887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56" name="Rectangle 4"/>
          <p:cNvSpPr>
            <a:spLocks noChangeArrowheads="1"/>
          </p:cNvSpPr>
          <p:nvPr/>
        </p:nvSpPr>
        <p:spPr bwMode="auto">
          <a:xfrm>
            <a:off x="8333384" y="4637887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57" name="TextBox 3"/>
          <p:cNvSpPr txBox="1"/>
          <p:nvPr/>
        </p:nvSpPr>
        <p:spPr>
          <a:xfrm>
            <a:off x="8650986" y="460908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</a:t>
            </a:r>
            <a:endParaRPr lang="en-US" dirty="0"/>
          </a:p>
        </p:txBody>
      </p:sp>
      <p:sp>
        <p:nvSpPr>
          <p:cNvPr id="6958" name="Rectangle 4"/>
          <p:cNvSpPr>
            <a:spLocks noChangeArrowheads="1"/>
          </p:cNvSpPr>
          <p:nvPr/>
        </p:nvSpPr>
        <p:spPr bwMode="auto">
          <a:xfrm>
            <a:off x="878255" y="503309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59" name="TextBox 3"/>
          <p:cNvSpPr txBox="1"/>
          <p:nvPr/>
        </p:nvSpPr>
        <p:spPr>
          <a:xfrm>
            <a:off x="827455" y="500429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8470435</a:t>
            </a:r>
            <a:endParaRPr lang="en-US" dirty="0"/>
          </a:p>
        </p:txBody>
      </p:sp>
      <p:sp>
        <p:nvSpPr>
          <p:cNvPr id="6960" name="Rectangle 4"/>
          <p:cNvSpPr>
            <a:spLocks noChangeArrowheads="1"/>
          </p:cNvSpPr>
          <p:nvPr/>
        </p:nvSpPr>
        <p:spPr bwMode="auto">
          <a:xfrm>
            <a:off x="1365758" y="503309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61" name="TextBox 3"/>
          <p:cNvSpPr txBox="1"/>
          <p:nvPr/>
        </p:nvSpPr>
        <p:spPr>
          <a:xfrm>
            <a:off x="1314958" y="500429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6962" name="TextBox 3"/>
          <p:cNvSpPr txBox="1"/>
          <p:nvPr/>
        </p:nvSpPr>
        <p:spPr>
          <a:xfrm>
            <a:off x="1314958" y="5121745"/>
            <a:ext cx="8497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Department of </a:t>
            </a:r>
            <a:endParaRPr lang="en-US" dirty="0"/>
          </a:p>
        </p:txBody>
      </p:sp>
      <p:sp>
        <p:nvSpPr>
          <p:cNvPr id="6963" name="TextBox 3"/>
          <p:cNvSpPr txBox="1"/>
          <p:nvPr/>
        </p:nvSpPr>
        <p:spPr>
          <a:xfrm>
            <a:off x="1314958" y="5239194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English</a:t>
            </a:r>
            <a:endParaRPr lang="en-US" dirty="0"/>
          </a:p>
        </p:txBody>
      </p:sp>
      <p:sp>
        <p:nvSpPr>
          <p:cNvPr id="6964" name="Rectangle 4"/>
          <p:cNvSpPr>
            <a:spLocks noChangeArrowheads="1"/>
          </p:cNvSpPr>
          <p:nvPr/>
        </p:nvSpPr>
        <p:spPr bwMode="auto">
          <a:xfrm>
            <a:off x="2163546" y="503309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65" name="TextBox 3"/>
          <p:cNvSpPr txBox="1"/>
          <p:nvPr/>
        </p:nvSpPr>
        <p:spPr>
          <a:xfrm>
            <a:off x="2112746" y="500429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414120</a:t>
            </a:r>
            <a:endParaRPr lang="en-US" dirty="0"/>
          </a:p>
        </p:txBody>
      </p:sp>
      <p:sp>
        <p:nvSpPr>
          <p:cNvPr id="6966" name="Rectangle 4"/>
          <p:cNvSpPr>
            <a:spLocks noChangeArrowheads="1"/>
          </p:cNvSpPr>
          <p:nvPr/>
        </p:nvSpPr>
        <p:spPr bwMode="auto">
          <a:xfrm>
            <a:off x="2622702" y="503309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67" name="TextBox 3"/>
          <p:cNvSpPr txBox="1"/>
          <p:nvPr/>
        </p:nvSpPr>
        <p:spPr>
          <a:xfrm>
            <a:off x="2571902" y="5004295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Gratuity - Non-</a:t>
            </a:r>
            <a:endParaRPr lang="en-US" dirty="0"/>
          </a:p>
        </p:txBody>
      </p:sp>
      <p:sp>
        <p:nvSpPr>
          <p:cNvPr id="6968" name="TextBox 3"/>
          <p:cNvSpPr txBox="1"/>
          <p:nvPr/>
        </p:nvSpPr>
        <p:spPr>
          <a:xfrm>
            <a:off x="2571902" y="5121745"/>
            <a:ext cx="7538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pensionable </a:t>
            </a:r>
            <a:endParaRPr lang="en-US" dirty="0"/>
          </a:p>
        </p:txBody>
      </p:sp>
      <p:sp>
        <p:nvSpPr>
          <p:cNvPr id="6969" name="TextBox 3"/>
          <p:cNvSpPr txBox="1"/>
          <p:nvPr/>
        </p:nvSpPr>
        <p:spPr>
          <a:xfrm>
            <a:off x="2571902" y="5239194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6970" name="Rectangle 4"/>
          <p:cNvSpPr>
            <a:spLocks noChangeArrowheads="1"/>
          </p:cNvSpPr>
          <p:nvPr/>
        </p:nvSpPr>
        <p:spPr bwMode="auto">
          <a:xfrm>
            <a:off x="3680282" y="503309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71" name="TextBox 3"/>
          <p:cNvSpPr txBox="1"/>
          <p:nvPr/>
        </p:nvSpPr>
        <p:spPr>
          <a:xfrm>
            <a:off x="3629482" y="500429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847.8470435.1.414120.000000.847001.100178</a:t>
            </a:r>
            <a:endParaRPr lang="en-US" dirty="0"/>
          </a:p>
        </p:txBody>
      </p:sp>
      <p:sp>
        <p:nvSpPr>
          <p:cNvPr id="6972" name="Rectangle 4"/>
          <p:cNvSpPr>
            <a:spLocks noChangeArrowheads="1"/>
          </p:cNvSpPr>
          <p:nvPr/>
        </p:nvSpPr>
        <p:spPr bwMode="auto">
          <a:xfrm>
            <a:off x="5918962" y="503309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73" name="TextBox 3"/>
          <p:cNvSpPr txBox="1"/>
          <p:nvPr/>
        </p:nvSpPr>
        <p:spPr>
          <a:xfrm>
            <a:off x="6128715" y="500429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31,987</a:t>
            </a:r>
            <a:endParaRPr lang="en-US" dirty="0"/>
          </a:p>
        </p:txBody>
      </p:sp>
      <p:sp>
        <p:nvSpPr>
          <p:cNvPr id="6974" name="Rectangle 4"/>
          <p:cNvSpPr>
            <a:spLocks noChangeArrowheads="1"/>
          </p:cNvSpPr>
          <p:nvPr/>
        </p:nvSpPr>
        <p:spPr bwMode="auto">
          <a:xfrm>
            <a:off x="6566408" y="503309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75" name="TextBox 3"/>
          <p:cNvSpPr txBox="1"/>
          <p:nvPr/>
        </p:nvSpPr>
        <p:spPr>
          <a:xfrm>
            <a:off x="6719671" y="500429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124,152</a:t>
            </a:r>
            <a:endParaRPr lang="en-US" dirty="0"/>
          </a:p>
        </p:txBody>
      </p:sp>
      <p:sp>
        <p:nvSpPr>
          <p:cNvPr id="6976" name="Rectangle 4"/>
          <p:cNvSpPr>
            <a:spLocks noChangeArrowheads="1"/>
          </p:cNvSpPr>
          <p:nvPr/>
        </p:nvSpPr>
        <p:spPr bwMode="auto">
          <a:xfrm>
            <a:off x="7213854" y="503309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77" name="TextBox 3"/>
          <p:cNvSpPr txBox="1"/>
          <p:nvPr/>
        </p:nvSpPr>
        <p:spPr>
          <a:xfrm>
            <a:off x="7367118" y="500429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124,151</a:t>
            </a:r>
            <a:endParaRPr lang="en-US" dirty="0"/>
          </a:p>
        </p:txBody>
      </p:sp>
      <p:sp>
        <p:nvSpPr>
          <p:cNvPr id="6978" name="Rectangle 4"/>
          <p:cNvSpPr>
            <a:spLocks noChangeArrowheads="1"/>
          </p:cNvSpPr>
          <p:nvPr/>
        </p:nvSpPr>
        <p:spPr bwMode="auto">
          <a:xfrm>
            <a:off x="7861300" y="503309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79" name="Rectangle 4"/>
          <p:cNvSpPr>
            <a:spLocks noChangeArrowheads="1"/>
          </p:cNvSpPr>
          <p:nvPr/>
        </p:nvSpPr>
        <p:spPr bwMode="auto">
          <a:xfrm>
            <a:off x="8094497" y="503309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80" name="Rectangle 4"/>
          <p:cNvSpPr>
            <a:spLocks noChangeArrowheads="1"/>
          </p:cNvSpPr>
          <p:nvPr/>
        </p:nvSpPr>
        <p:spPr bwMode="auto">
          <a:xfrm>
            <a:off x="8333384" y="503309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81" name="TextBox 3"/>
          <p:cNvSpPr txBox="1"/>
          <p:nvPr/>
        </p:nvSpPr>
        <p:spPr>
          <a:xfrm>
            <a:off x="8650986" y="500429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6982" name="Rectangle 4"/>
          <p:cNvSpPr>
            <a:spLocks noChangeArrowheads="1"/>
          </p:cNvSpPr>
          <p:nvPr/>
        </p:nvSpPr>
        <p:spPr bwMode="auto">
          <a:xfrm>
            <a:off x="878255" y="5428310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83" name="TextBox 3"/>
          <p:cNvSpPr txBox="1"/>
          <p:nvPr/>
        </p:nvSpPr>
        <p:spPr>
          <a:xfrm>
            <a:off x="827455" y="539950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8470435</a:t>
            </a:r>
            <a:endParaRPr lang="en-US" dirty="0"/>
          </a:p>
        </p:txBody>
      </p:sp>
      <p:sp>
        <p:nvSpPr>
          <p:cNvPr id="6984" name="Rectangle 4"/>
          <p:cNvSpPr>
            <a:spLocks noChangeArrowheads="1"/>
          </p:cNvSpPr>
          <p:nvPr/>
        </p:nvSpPr>
        <p:spPr bwMode="auto">
          <a:xfrm>
            <a:off x="1365758" y="5428310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85" name="TextBox 3"/>
          <p:cNvSpPr txBox="1"/>
          <p:nvPr/>
        </p:nvSpPr>
        <p:spPr>
          <a:xfrm>
            <a:off x="1314958" y="5399506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6986" name="TextBox 3"/>
          <p:cNvSpPr txBox="1"/>
          <p:nvPr/>
        </p:nvSpPr>
        <p:spPr>
          <a:xfrm>
            <a:off x="1314958" y="5516956"/>
            <a:ext cx="8497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Department of </a:t>
            </a:r>
            <a:endParaRPr lang="en-US" dirty="0"/>
          </a:p>
        </p:txBody>
      </p:sp>
      <p:sp>
        <p:nvSpPr>
          <p:cNvPr id="6987" name="TextBox 3"/>
          <p:cNvSpPr txBox="1"/>
          <p:nvPr/>
        </p:nvSpPr>
        <p:spPr>
          <a:xfrm>
            <a:off x="1314958" y="5634405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English</a:t>
            </a:r>
            <a:endParaRPr lang="en-US" dirty="0"/>
          </a:p>
        </p:txBody>
      </p:sp>
      <p:sp>
        <p:nvSpPr>
          <p:cNvPr id="6988" name="Rectangle 4"/>
          <p:cNvSpPr>
            <a:spLocks noChangeArrowheads="1"/>
          </p:cNvSpPr>
          <p:nvPr/>
        </p:nvSpPr>
        <p:spPr bwMode="auto">
          <a:xfrm>
            <a:off x="2163546" y="5428310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89" name="TextBox 3"/>
          <p:cNvSpPr txBox="1"/>
          <p:nvPr/>
        </p:nvSpPr>
        <p:spPr>
          <a:xfrm>
            <a:off x="2112746" y="539950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6990" name="Rectangle 4"/>
          <p:cNvSpPr>
            <a:spLocks noChangeArrowheads="1"/>
          </p:cNvSpPr>
          <p:nvPr/>
        </p:nvSpPr>
        <p:spPr bwMode="auto">
          <a:xfrm>
            <a:off x="2622702" y="5428310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91" name="TextBox 3"/>
          <p:cNvSpPr txBox="1"/>
          <p:nvPr/>
        </p:nvSpPr>
        <p:spPr>
          <a:xfrm>
            <a:off x="2571902" y="5399506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6992" name="TextBox 3"/>
          <p:cNvSpPr txBox="1"/>
          <p:nvPr/>
        </p:nvSpPr>
        <p:spPr>
          <a:xfrm>
            <a:off x="2571902" y="5516956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6993" name="Rectangle 4"/>
          <p:cNvSpPr>
            <a:spLocks noChangeArrowheads="1"/>
          </p:cNvSpPr>
          <p:nvPr/>
        </p:nvSpPr>
        <p:spPr bwMode="auto">
          <a:xfrm>
            <a:off x="3680282" y="5428310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94" name="TextBox 3"/>
          <p:cNvSpPr txBox="1"/>
          <p:nvPr/>
        </p:nvSpPr>
        <p:spPr>
          <a:xfrm>
            <a:off x="3629482" y="539950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847.8470435.1.415110.000000.847001.100178</a:t>
            </a:r>
            <a:endParaRPr lang="en-US" dirty="0"/>
          </a:p>
        </p:txBody>
      </p:sp>
      <p:sp>
        <p:nvSpPr>
          <p:cNvPr id="6995" name="Rectangle 4"/>
          <p:cNvSpPr>
            <a:spLocks noChangeArrowheads="1"/>
          </p:cNvSpPr>
          <p:nvPr/>
        </p:nvSpPr>
        <p:spPr bwMode="auto">
          <a:xfrm>
            <a:off x="5918962" y="542831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96" name="TextBox 3"/>
          <p:cNvSpPr txBox="1"/>
          <p:nvPr/>
        </p:nvSpPr>
        <p:spPr>
          <a:xfrm>
            <a:off x="6128715" y="539950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76,613</a:t>
            </a:r>
            <a:endParaRPr lang="en-US" dirty="0"/>
          </a:p>
        </p:txBody>
      </p:sp>
      <p:sp>
        <p:nvSpPr>
          <p:cNvPr id="6997" name="Rectangle 4"/>
          <p:cNvSpPr>
            <a:spLocks noChangeArrowheads="1"/>
          </p:cNvSpPr>
          <p:nvPr/>
        </p:nvSpPr>
        <p:spPr bwMode="auto">
          <a:xfrm>
            <a:off x="6566408" y="542831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6998" name="TextBox 3"/>
          <p:cNvSpPr txBox="1"/>
          <p:nvPr/>
        </p:nvSpPr>
        <p:spPr>
          <a:xfrm>
            <a:off x="6776161" y="539950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76,613</a:t>
            </a:r>
            <a:endParaRPr lang="en-US" dirty="0"/>
          </a:p>
        </p:txBody>
      </p:sp>
      <p:sp>
        <p:nvSpPr>
          <p:cNvPr id="6999" name="Rectangle 4"/>
          <p:cNvSpPr>
            <a:spLocks noChangeArrowheads="1"/>
          </p:cNvSpPr>
          <p:nvPr/>
        </p:nvSpPr>
        <p:spPr bwMode="auto">
          <a:xfrm>
            <a:off x="7213854" y="542831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00" name="TextBox 3"/>
          <p:cNvSpPr txBox="1"/>
          <p:nvPr/>
        </p:nvSpPr>
        <p:spPr>
          <a:xfrm>
            <a:off x="7423607" y="539950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76,284</a:t>
            </a:r>
            <a:endParaRPr lang="en-US" dirty="0"/>
          </a:p>
        </p:txBody>
      </p:sp>
      <p:sp>
        <p:nvSpPr>
          <p:cNvPr id="7001" name="Rectangle 4"/>
          <p:cNvSpPr>
            <a:spLocks noChangeArrowheads="1"/>
          </p:cNvSpPr>
          <p:nvPr/>
        </p:nvSpPr>
        <p:spPr bwMode="auto">
          <a:xfrm>
            <a:off x="7861300" y="5428310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02" name="Rectangle 4"/>
          <p:cNvSpPr>
            <a:spLocks noChangeArrowheads="1"/>
          </p:cNvSpPr>
          <p:nvPr/>
        </p:nvSpPr>
        <p:spPr bwMode="auto">
          <a:xfrm>
            <a:off x="8094497" y="5428310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03" name="Rectangle 4"/>
          <p:cNvSpPr>
            <a:spLocks noChangeArrowheads="1"/>
          </p:cNvSpPr>
          <p:nvPr/>
        </p:nvSpPr>
        <p:spPr bwMode="auto">
          <a:xfrm>
            <a:off x="8333384" y="5428310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04" name="TextBox 3"/>
          <p:cNvSpPr txBox="1"/>
          <p:nvPr/>
        </p:nvSpPr>
        <p:spPr>
          <a:xfrm>
            <a:off x="8538006" y="5399506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329</a:t>
            </a:r>
            <a:endParaRPr lang="en-US" dirty="0"/>
          </a:p>
        </p:txBody>
      </p:sp>
      <p:sp>
        <p:nvSpPr>
          <p:cNvPr id="7005" name="Rectangle 4"/>
          <p:cNvSpPr>
            <a:spLocks noChangeArrowheads="1"/>
          </p:cNvSpPr>
          <p:nvPr/>
        </p:nvSpPr>
        <p:spPr bwMode="auto">
          <a:xfrm>
            <a:off x="878255" y="5823522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06" name="TextBox 3"/>
          <p:cNvSpPr txBox="1"/>
          <p:nvPr/>
        </p:nvSpPr>
        <p:spPr>
          <a:xfrm>
            <a:off x="827455" y="579471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8470435</a:t>
            </a:r>
            <a:endParaRPr lang="en-US" dirty="0"/>
          </a:p>
        </p:txBody>
      </p:sp>
      <p:sp>
        <p:nvSpPr>
          <p:cNvPr id="7007" name="Rectangle 4"/>
          <p:cNvSpPr>
            <a:spLocks noChangeArrowheads="1"/>
          </p:cNvSpPr>
          <p:nvPr/>
        </p:nvSpPr>
        <p:spPr bwMode="auto">
          <a:xfrm>
            <a:off x="1365758" y="5823522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08" name="TextBox 3"/>
          <p:cNvSpPr txBox="1"/>
          <p:nvPr/>
        </p:nvSpPr>
        <p:spPr>
          <a:xfrm>
            <a:off x="1314958" y="5794718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7009" name="TextBox 3"/>
          <p:cNvSpPr txBox="1"/>
          <p:nvPr/>
        </p:nvSpPr>
        <p:spPr>
          <a:xfrm>
            <a:off x="1314958" y="5912167"/>
            <a:ext cx="8497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Department of </a:t>
            </a:r>
            <a:endParaRPr lang="en-US" dirty="0"/>
          </a:p>
        </p:txBody>
      </p:sp>
      <p:sp>
        <p:nvSpPr>
          <p:cNvPr id="7010" name="TextBox 3"/>
          <p:cNvSpPr txBox="1"/>
          <p:nvPr/>
        </p:nvSpPr>
        <p:spPr>
          <a:xfrm>
            <a:off x="1314958" y="6029616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English</a:t>
            </a:r>
            <a:endParaRPr lang="en-US" dirty="0"/>
          </a:p>
        </p:txBody>
      </p:sp>
      <p:sp>
        <p:nvSpPr>
          <p:cNvPr id="7011" name="Rectangle 4"/>
          <p:cNvSpPr>
            <a:spLocks noChangeArrowheads="1"/>
          </p:cNvSpPr>
          <p:nvPr/>
        </p:nvSpPr>
        <p:spPr bwMode="auto">
          <a:xfrm>
            <a:off x="2163546" y="5823522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12" name="TextBox 3"/>
          <p:cNvSpPr txBox="1"/>
          <p:nvPr/>
        </p:nvSpPr>
        <p:spPr>
          <a:xfrm>
            <a:off x="2112746" y="579471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7013" name="Rectangle 4"/>
          <p:cNvSpPr>
            <a:spLocks noChangeArrowheads="1"/>
          </p:cNvSpPr>
          <p:nvPr/>
        </p:nvSpPr>
        <p:spPr bwMode="auto">
          <a:xfrm>
            <a:off x="2622702" y="5823522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14" name="TextBox 3"/>
          <p:cNvSpPr txBox="1"/>
          <p:nvPr/>
        </p:nvSpPr>
        <p:spPr>
          <a:xfrm>
            <a:off x="2571902" y="5794718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7015" name="TextBox 3"/>
          <p:cNvSpPr txBox="1"/>
          <p:nvPr/>
        </p:nvSpPr>
        <p:spPr>
          <a:xfrm>
            <a:off x="2571902" y="5912167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7016" name="Rectangle 4"/>
          <p:cNvSpPr>
            <a:spLocks noChangeArrowheads="1"/>
          </p:cNvSpPr>
          <p:nvPr/>
        </p:nvSpPr>
        <p:spPr bwMode="auto">
          <a:xfrm>
            <a:off x="3680282" y="5823522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17" name="TextBox 3"/>
          <p:cNvSpPr txBox="1"/>
          <p:nvPr/>
        </p:nvSpPr>
        <p:spPr>
          <a:xfrm>
            <a:off x="3629482" y="579471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847.8470435.1.416110.000000.847001.100178</a:t>
            </a:r>
            <a:endParaRPr lang="en-US" dirty="0"/>
          </a:p>
        </p:txBody>
      </p:sp>
      <p:sp>
        <p:nvSpPr>
          <p:cNvPr id="7018" name="Rectangle 4"/>
          <p:cNvSpPr>
            <a:spLocks noChangeArrowheads="1"/>
          </p:cNvSpPr>
          <p:nvPr/>
        </p:nvSpPr>
        <p:spPr bwMode="auto">
          <a:xfrm>
            <a:off x="5918962" y="582352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19" name="TextBox 3"/>
          <p:cNvSpPr txBox="1"/>
          <p:nvPr/>
        </p:nvSpPr>
        <p:spPr>
          <a:xfrm>
            <a:off x="6072225" y="579471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446,764</a:t>
            </a:r>
            <a:endParaRPr lang="en-US" dirty="0"/>
          </a:p>
        </p:txBody>
      </p:sp>
      <p:sp>
        <p:nvSpPr>
          <p:cNvPr id="7020" name="Rectangle 4"/>
          <p:cNvSpPr>
            <a:spLocks noChangeArrowheads="1"/>
          </p:cNvSpPr>
          <p:nvPr/>
        </p:nvSpPr>
        <p:spPr bwMode="auto">
          <a:xfrm>
            <a:off x="6566408" y="582352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21" name="TextBox 3"/>
          <p:cNvSpPr txBox="1"/>
          <p:nvPr/>
        </p:nvSpPr>
        <p:spPr>
          <a:xfrm>
            <a:off x="6719671" y="579471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265,805</a:t>
            </a:r>
            <a:endParaRPr lang="en-US" dirty="0"/>
          </a:p>
        </p:txBody>
      </p:sp>
      <p:sp>
        <p:nvSpPr>
          <p:cNvPr id="7022" name="Rectangle 4"/>
          <p:cNvSpPr>
            <a:spLocks noChangeArrowheads="1"/>
          </p:cNvSpPr>
          <p:nvPr/>
        </p:nvSpPr>
        <p:spPr bwMode="auto">
          <a:xfrm>
            <a:off x="7213854" y="582352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23" name="TextBox 3"/>
          <p:cNvSpPr txBox="1"/>
          <p:nvPr/>
        </p:nvSpPr>
        <p:spPr>
          <a:xfrm>
            <a:off x="7367118" y="579471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265,805</a:t>
            </a:r>
            <a:endParaRPr lang="en-US" dirty="0"/>
          </a:p>
        </p:txBody>
      </p:sp>
      <p:sp>
        <p:nvSpPr>
          <p:cNvPr id="7024" name="Rectangle 4"/>
          <p:cNvSpPr>
            <a:spLocks noChangeArrowheads="1"/>
          </p:cNvSpPr>
          <p:nvPr/>
        </p:nvSpPr>
        <p:spPr bwMode="auto">
          <a:xfrm>
            <a:off x="7861300" y="5823522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25" name="Rectangle 4"/>
          <p:cNvSpPr>
            <a:spLocks noChangeArrowheads="1"/>
          </p:cNvSpPr>
          <p:nvPr/>
        </p:nvSpPr>
        <p:spPr bwMode="auto">
          <a:xfrm>
            <a:off x="8094497" y="5823522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26" name="Rectangle 4"/>
          <p:cNvSpPr>
            <a:spLocks noChangeArrowheads="1"/>
          </p:cNvSpPr>
          <p:nvPr/>
        </p:nvSpPr>
        <p:spPr bwMode="auto">
          <a:xfrm>
            <a:off x="8333384" y="5823522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27" name="TextBox 3"/>
          <p:cNvSpPr txBox="1"/>
          <p:nvPr/>
        </p:nvSpPr>
        <p:spPr>
          <a:xfrm>
            <a:off x="8650986" y="579471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7028" name="Rectangle 4"/>
          <p:cNvSpPr>
            <a:spLocks noChangeArrowheads="1"/>
          </p:cNvSpPr>
          <p:nvPr/>
        </p:nvSpPr>
        <p:spPr bwMode="auto">
          <a:xfrm>
            <a:off x="878255" y="621873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29" name="TextBox 3"/>
          <p:cNvSpPr txBox="1"/>
          <p:nvPr/>
        </p:nvSpPr>
        <p:spPr>
          <a:xfrm>
            <a:off x="827455" y="618992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8470435</a:t>
            </a:r>
            <a:endParaRPr lang="en-US" dirty="0"/>
          </a:p>
        </p:txBody>
      </p:sp>
      <p:sp>
        <p:nvSpPr>
          <p:cNvPr id="7030" name="Rectangle 4"/>
          <p:cNvSpPr>
            <a:spLocks noChangeArrowheads="1"/>
          </p:cNvSpPr>
          <p:nvPr/>
        </p:nvSpPr>
        <p:spPr bwMode="auto">
          <a:xfrm>
            <a:off x="1365758" y="621873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31" name="TextBox 3"/>
          <p:cNvSpPr txBox="1"/>
          <p:nvPr/>
        </p:nvSpPr>
        <p:spPr>
          <a:xfrm>
            <a:off x="1314958" y="6189929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7032" name="TextBox 3"/>
          <p:cNvSpPr txBox="1"/>
          <p:nvPr/>
        </p:nvSpPr>
        <p:spPr>
          <a:xfrm>
            <a:off x="1314958" y="6307378"/>
            <a:ext cx="8497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Department of </a:t>
            </a:r>
            <a:endParaRPr lang="en-US" dirty="0"/>
          </a:p>
        </p:txBody>
      </p:sp>
      <p:sp>
        <p:nvSpPr>
          <p:cNvPr id="7033" name="TextBox 3"/>
          <p:cNvSpPr txBox="1"/>
          <p:nvPr/>
        </p:nvSpPr>
        <p:spPr>
          <a:xfrm>
            <a:off x="1314958" y="642482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English</a:t>
            </a:r>
            <a:endParaRPr lang="en-US" dirty="0"/>
          </a:p>
        </p:txBody>
      </p:sp>
      <p:sp>
        <p:nvSpPr>
          <p:cNvPr id="7034" name="Rectangle 4"/>
          <p:cNvSpPr>
            <a:spLocks noChangeArrowheads="1"/>
          </p:cNvSpPr>
          <p:nvPr/>
        </p:nvSpPr>
        <p:spPr bwMode="auto">
          <a:xfrm>
            <a:off x="2163546" y="621873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35" name="TextBox 3"/>
          <p:cNvSpPr txBox="1"/>
          <p:nvPr/>
        </p:nvSpPr>
        <p:spPr>
          <a:xfrm>
            <a:off x="2112746" y="618992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7036" name="Rectangle 4"/>
          <p:cNvSpPr>
            <a:spLocks noChangeArrowheads="1"/>
          </p:cNvSpPr>
          <p:nvPr/>
        </p:nvSpPr>
        <p:spPr bwMode="auto">
          <a:xfrm>
            <a:off x="2622702" y="621873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37" name="TextBox 3"/>
          <p:cNvSpPr txBox="1"/>
          <p:nvPr/>
        </p:nvSpPr>
        <p:spPr>
          <a:xfrm>
            <a:off x="2571902" y="6189929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7038" name="TextBox 3"/>
          <p:cNvSpPr txBox="1"/>
          <p:nvPr/>
        </p:nvSpPr>
        <p:spPr>
          <a:xfrm>
            <a:off x="2571902" y="6307378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7039" name="Rectangle 4"/>
          <p:cNvSpPr>
            <a:spLocks noChangeArrowheads="1"/>
          </p:cNvSpPr>
          <p:nvPr/>
        </p:nvSpPr>
        <p:spPr bwMode="auto">
          <a:xfrm>
            <a:off x="3680282" y="621873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40" name="TextBox 3"/>
          <p:cNvSpPr txBox="1"/>
          <p:nvPr/>
        </p:nvSpPr>
        <p:spPr>
          <a:xfrm>
            <a:off x="3629482" y="618992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847.8470435.1.416310.000000.847001.100178</a:t>
            </a:r>
            <a:endParaRPr lang="en-US" dirty="0"/>
          </a:p>
        </p:txBody>
      </p:sp>
      <p:sp>
        <p:nvSpPr>
          <p:cNvPr id="7041" name="Rectangle 4"/>
          <p:cNvSpPr>
            <a:spLocks noChangeArrowheads="1"/>
          </p:cNvSpPr>
          <p:nvPr/>
        </p:nvSpPr>
        <p:spPr bwMode="auto">
          <a:xfrm>
            <a:off x="5918962" y="621873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42" name="TextBox 3"/>
          <p:cNvSpPr txBox="1"/>
          <p:nvPr/>
        </p:nvSpPr>
        <p:spPr>
          <a:xfrm>
            <a:off x="6072225" y="618992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487,588</a:t>
            </a:r>
            <a:endParaRPr lang="en-US" dirty="0"/>
          </a:p>
        </p:txBody>
      </p:sp>
      <p:sp>
        <p:nvSpPr>
          <p:cNvPr id="7043" name="Rectangle 4"/>
          <p:cNvSpPr>
            <a:spLocks noChangeArrowheads="1"/>
          </p:cNvSpPr>
          <p:nvPr/>
        </p:nvSpPr>
        <p:spPr bwMode="auto">
          <a:xfrm>
            <a:off x="6566408" y="621873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44" name="TextBox 3"/>
          <p:cNvSpPr txBox="1"/>
          <p:nvPr/>
        </p:nvSpPr>
        <p:spPr>
          <a:xfrm>
            <a:off x="6719671" y="618992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417,588</a:t>
            </a:r>
            <a:endParaRPr lang="en-US" dirty="0"/>
          </a:p>
        </p:txBody>
      </p:sp>
      <p:sp>
        <p:nvSpPr>
          <p:cNvPr id="7045" name="Rectangle 4"/>
          <p:cNvSpPr>
            <a:spLocks noChangeArrowheads="1"/>
          </p:cNvSpPr>
          <p:nvPr/>
        </p:nvSpPr>
        <p:spPr bwMode="auto">
          <a:xfrm>
            <a:off x="7213854" y="621873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46" name="TextBox 3"/>
          <p:cNvSpPr txBox="1"/>
          <p:nvPr/>
        </p:nvSpPr>
        <p:spPr>
          <a:xfrm>
            <a:off x="7367118" y="618992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417,588</a:t>
            </a:r>
            <a:endParaRPr lang="en-US" dirty="0"/>
          </a:p>
        </p:txBody>
      </p:sp>
      <p:sp>
        <p:nvSpPr>
          <p:cNvPr id="7047" name="Rectangle 4"/>
          <p:cNvSpPr>
            <a:spLocks noChangeArrowheads="1"/>
          </p:cNvSpPr>
          <p:nvPr/>
        </p:nvSpPr>
        <p:spPr bwMode="auto">
          <a:xfrm>
            <a:off x="7861300" y="621873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48" name="Rectangle 4"/>
          <p:cNvSpPr>
            <a:spLocks noChangeArrowheads="1"/>
          </p:cNvSpPr>
          <p:nvPr/>
        </p:nvSpPr>
        <p:spPr bwMode="auto">
          <a:xfrm>
            <a:off x="8094497" y="621873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49" name="Rectangle 4"/>
          <p:cNvSpPr>
            <a:spLocks noChangeArrowheads="1"/>
          </p:cNvSpPr>
          <p:nvPr/>
        </p:nvSpPr>
        <p:spPr bwMode="auto">
          <a:xfrm>
            <a:off x="8333384" y="621873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50" name="TextBox 3"/>
          <p:cNvSpPr txBox="1"/>
          <p:nvPr/>
        </p:nvSpPr>
        <p:spPr>
          <a:xfrm>
            <a:off x="8650986" y="618992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7051" name="Rectangle 4"/>
          <p:cNvSpPr>
            <a:spLocks noChangeArrowheads="1"/>
          </p:cNvSpPr>
          <p:nvPr/>
        </p:nvSpPr>
        <p:spPr bwMode="auto">
          <a:xfrm>
            <a:off x="878255" y="6613944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052" name="TextBox 3"/>
          <p:cNvSpPr txBox="1"/>
          <p:nvPr/>
        </p:nvSpPr>
        <p:spPr>
          <a:xfrm>
            <a:off x="827455" y="658514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8470435</a:t>
            </a:r>
            <a:endParaRPr lang="en-US" dirty="0"/>
          </a:p>
        </p:txBody>
      </p:sp>
      <p:sp>
        <p:nvSpPr>
          <p:cNvPr id="7053" name="TextBox 3"/>
          <p:cNvSpPr txBox="1"/>
          <p:nvPr/>
        </p:nvSpPr>
        <p:spPr>
          <a:xfrm>
            <a:off x="827455" y="6702590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7054" name="Rectangle 4"/>
          <p:cNvSpPr>
            <a:spLocks noChangeArrowheads="1"/>
          </p:cNvSpPr>
          <p:nvPr/>
        </p:nvSpPr>
        <p:spPr bwMode="auto">
          <a:xfrm>
            <a:off x="1365758" y="6613944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055" name="Rectangle 4"/>
          <p:cNvSpPr>
            <a:spLocks noChangeArrowheads="1"/>
          </p:cNvSpPr>
          <p:nvPr/>
        </p:nvSpPr>
        <p:spPr bwMode="auto">
          <a:xfrm>
            <a:off x="2163546" y="6613944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056" name="Rectangle 4"/>
          <p:cNvSpPr>
            <a:spLocks noChangeArrowheads="1"/>
          </p:cNvSpPr>
          <p:nvPr/>
        </p:nvSpPr>
        <p:spPr bwMode="auto">
          <a:xfrm>
            <a:off x="2622702" y="6613944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057" name="Rectangle 4"/>
          <p:cNvSpPr>
            <a:spLocks noChangeArrowheads="1"/>
          </p:cNvSpPr>
          <p:nvPr/>
        </p:nvSpPr>
        <p:spPr bwMode="auto">
          <a:xfrm>
            <a:off x="3680282" y="6613944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058" name="Rectangle 4"/>
          <p:cNvSpPr>
            <a:spLocks noChangeArrowheads="1"/>
          </p:cNvSpPr>
          <p:nvPr/>
        </p:nvSpPr>
        <p:spPr bwMode="auto">
          <a:xfrm>
            <a:off x="5918962" y="6613944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059" name="TextBox 3"/>
          <p:cNvSpPr txBox="1"/>
          <p:nvPr/>
        </p:nvSpPr>
        <p:spPr>
          <a:xfrm>
            <a:off x="5931001" y="6585140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14,198,013</a:t>
            </a:r>
            <a:endParaRPr lang="en-US" dirty="0"/>
          </a:p>
        </p:txBody>
      </p:sp>
      <p:sp>
        <p:nvSpPr>
          <p:cNvPr id="7060" name="Rectangle 4"/>
          <p:cNvSpPr>
            <a:spLocks noChangeArrowheads="1"/>
          </p:cNvSpPr>
          <p:nvPr/>
        </p:nvSpPr>
        <p:spPr bwMode="auto">
          <a:xfrm>
            <a:off x="6566408" y="6613944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061" name="TextBox 3"/>
          <p:cNvSpPr txBox="1"/>
          <p:nvPr/>
        </p:nvSpPr>
        <p:spPr>
          <a:xfrm>
            <a:off x="6578447" y="6585140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13,990,622</a:t>
            </a:r>
            <a:endParaRPr lang="en-US" dirty="0"/>
          </a:p>
        </p:txBody>
      </p:sp>
      <p:sp>
        <p:nvSpPr>
          <p:cNvPr id="7062" name="Rectangle 4"/>
          <p:cNvSpPr>
            <a:spLocks noChangeArrowheads="1"/>
          </p:cNvSpPr>
          <p:nvPr/>
        </p:nvSpPr>
        <p:spPr bwMode="auto">
          <a:xfrm>
            <a:off x="7213854" y="6613944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063" name="TextBox 3"/>
          <p:cNvSpPr txBox="1"/>
          <p:nvPr/>
        </p:nvSpPr>
        <p:spPr>
          <a:xfrm>
            <a:off x="7225894" y="6585140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13,990,100</a:t>
            </a:r>
            <a:endParaRPr lang="en-US" dirty="0"/>
          </a:p>
        </p:txBody>
      </p:sp>
      <p:sp>
        <p:nvSpPr>
          <p:cNvPr id="7064" name="Rectangle 4"/>
          <p:cNvSpPr>
            <a:spLocks noChangeArrowheads="1"/>
          </p:cNvSpPr>
          <p:nvPr/>
        </p:nvSpPr>
        <p:spPr bwMode="auto">
          <a:xfrm>
            <a:off x="7861300" y="6613944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065" name="Rectangle 4"/>
          <p:cNvSpPr>
            <a:spLocks noChangeArrowheads="1"/>
          </p:cNvSpPr>
          <p:nvPr/>
        </p:nvSpPr>
        <p:spPr bwMode="auto">
          <a:xfrm>
            <a:off x="8094497" y="6613944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066" name="Rectangle 4"/>
          <p:cNvSpPr>
            <a:spLocks noChangeArrowheads="1"/>
          </p:cNvSpPr>
          <p:nvPr/>
        </p:nvSpPr>
        <p:spPr bwMode="auto">
          <a:xfrm>
            <a:off x="8333384" y="6613944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067" name="TextBox 3"/>
          <p:cNvSpPr txBox="1"/>
          <p:nvPr/>
        </p:nvSpPr>
        <p:spPr>
          <a:xfrm>
            <a:off x="8538006" y="6585140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522</a:t>
            </a:r>
            <a:endParaRPr lang="en-US" dirty="0"/>
          </a:p>
        </p:txBody>
      </p:sp>
      <p:sp>
        <p:nvSpPr>
          <p:cNvPr id="7068" name="Rectangle 4"/>
          <p:cNvSpPr>
            <a:spLocks noChangeArrowheads="1"/>
          </p:cNvSpPr>
          <p:nvPr/>
        </p:nvSpPr>
        <p:spPr bwMode="auto">
          <a:xfrm>
            <a:off x="878255" y="6891705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69" name="TextBox 3"/>
          <p:cNvSpPr txBox="1"/>
          <p:nvPr/>
        </p:nvSpPr>
        <p:spPr>
          <a:xfrm>
            <a:off x="827455" y="686290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8470440</a:t>
            </a:r>
            <a:endParaRPr lang="en-US" dirty="0"/>
          </a:p>
        </p:txBody>
      </p:sp>
      <p:sp>
        <p:nvSpPr>
          <p:cNvPr id="7070" name="Rectangle 4"/>
          <p:cNvSpPr>
            <a:spLocks noChangeArrowheads="1"/>
          </p:cNvSpPr>
          <p:nvPr/>
        </p:nvSpPr>
        <p:spPr bwMode="auto">
          <a:xfrm>
            <a:off x="1365758" y="6891705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71" name="TextBox 3"/>
          <p:cNvSpPr txBox="1"/>
          <p:nvPr/>
        </p:nvSpPr>
        <p:spPr>
          <a:xfrm>
            <a:off x="1314958" y="6862902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Social </a:t>
            </a:r>
            <a:endParaRPr lang="en-US" dirty="0"/>
          </a:p>
        </p:txBody>
      </p:sp>
      <p:sp>
        <p:nvSpPr>
          <p:cNvPr id="7072" name="TextBox 3"/>
          <p:cNvSpPr txBox="1"/>
          <p:nvPr/>
        </p:nvSpPr>
        <p:spPr>
          <a:xfrm>
            <a:off x="1314958" y="6980351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Sciences</a:t>
            </a:r>
            <a:endParaRPr lang="en-US" dirty="0"/>
          </a:p>
        </p:txBody>
      </p:sp>
      <p:sp>
        <p:nvSpPr>
          <p:cNvPr id="7073" name="Rectangle 4"/>
          <p:cNvSpPr>
            <a:spLocks noChangeArrowheads="1"/>
          </p:cNvSpPr>
          <p:nvPr/>
        </p:nvSpPr>
        <p:spPr bwMode="auto">
          <a:xfrm>
            <a:off x="2163546" y="6891705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74" name="TextBox 3"/>
          <p:cNvSpPr txBox="1"/>
          <p:nvPr/>
        </p:nvSpPr>
        <p:spPr>
          <a:xfrm>
            <a:off x="2112746" y="686290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7075" name="Rectangle 4"/>
          <p:cNvSpPr>
            <a:spLocks noChangeArrowheads="1"/>
          </p:cNvSpPr>
          <p:nvPr/>
        </p:nvSpPr>
        <p:spPr bwMode="auto">
          <a:xfrm>
            <a:off x="2622702" y="6891705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76" name="TextBox 3"/>
          <p:cNvSpPr txBox="1"/>
          <p:nvPr/>
        </p:nvSpPr>
        <p:spPr>
          <a:xfrm>
            <a:off x="2571902" y="6862902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7077" name="TextBox 3"/>
          <p:cNvSpPr txBox="1"/>
          <p:nvPr/>
        </p:nvSpPr>
        <p:spPr>
          <a:xfrm>
            <a:off x="2571902" y="6980351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7078" name="Rectangle 4"/>
          <p:cNvSpPr>
            <a:spLocks noChangeArrowheads="1"/>
          </p:cNvSpPr>
          <p:nvPr/>
        </p:nvSpPr>
        <p:spPr bwMode="auto">
          <a:xfrm>
            <a:off x="3680282" y="6891705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79" name="TextBox 3"/>
          <p:cNvSpPr txBox="1"/>
          <p:nvPr/>
        </p:nvSpPr>
        <p:spPr>
          <a:xfrm>
            <a:off x="3629482" y="686290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847.8470440.1.412121.000000.847001.100178</a:t>
            </a:r>
            <a:endParaRPr lang="en-US" dirty="0"/>
          </a:p>
        </p:txBody>
      </p:sp>
      <p:sp>
        <p:nvSpPr>
          <p:cNvPr id="7080" name="Rectangle 4"/>
          <p:cNvSpPr>
            <a:spLocks noChangeArrowheads="1"/>
          </p:cNvSpPr>
          <p:nvPr/>
        </p:nvSpPr>
        <p:spPr bwMode="auto">
          <a:xfrm>
            <a:off x="5918962" y="689170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81" name="TextBox 3"/>
          <p:cNvSpPr txBox="1"/>
          <p:nvPr/>
        </p:nvSpPr>
        <p:spPr>
          <a:xfrm>
            <a:off x="5987491" y="686290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7,605,246</a:t>
            </a:r>
            <a:endParaRPr lang="en-US" dirty="0"/>
          </a:p>
        </p:txBody>
      </p:sp>
      <p:sp>
        <p:nvSpPr>
          <p:cNvPr id="7082" name="Rectangle 4"/>
          <p:cNvSpPr>
            <a:spLocks noChangeArrowheads="1"/>
          </p:cNvSpPr>
          <p:nvPr/>
        </p:nvSpPr>
        <p:spPr bwMode="auto">
          <a:xfrm>
            <a:off x="6566408" y="689170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83" name="TextBox 3"/>
          <p:cNvSpPr txBox="1"/>
          <p:nvPr/>
        </p:nvSpPr>
        <p:spPr>
          <a:xfrm>
            <a:off x="6634937" y="686290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7,099,446</a:t>
            </a:r>
            <a:endParaRPr lang="en-US" dirty="0"/>
          </a:p>
        </p:txBody>
      </p:sp>
      <p:sp>
        <p:nvSpPr>
          <p:cNvPr id="7084" name="Rectangle 4"/>
          <p:cNvSpPr>
            <a:spLocks noChangeArrowheads="1"/>
          </p:cNvSpPr>
          <p:nvPr/>
        </p:nvSpPr>
        <p:spPr bwMode="auto">
          <a:xfrm>
            <a:off x="7213854" y="689170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85" name="TextBox 3"/>
          <p:cNvSpPr txBox="1"/>
          <p:nvPr/>
        </p:nvSpPr>
        <p:spPr>
          <a:xfrm>
            <a:off x="7282383" y="686290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7,099,352</a:t>
            </a:r>
            <a:endParaRPr lang="en-US" dirty="0"/>
          </a:p>
        </p:txBody>
      </p:sp>
      <p:sp>
        <p:nvSpPr>
          <p:cNvPr id="7086" name="Rectangle 4"/>
          <p:cNvSpPr>
            <a:spLocks noChangeArrowheads="1"/>
          </p:cNvSpPr>
          <p:nvPr/>
        </p:nvSpPr>
        <p:spPr bwMode="auto">
          <a:xfrm>
            <a:off x="7861300" y="6891705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87" name="Rectangle 4"/>
          <p:cNvSpPr>
            <a:spLocks noChangeArrowheads="1"/>
          </p:cNvSpPr>
          <p:nvPr/>
        </p:nvSpPr>
        <p:spPr bwMode="auto">
          <a:xfrm>
            <a:off x="8094497" y="6891705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88" name="Rectangle 4"/>
          <p:cNvSpPr>
            <a:spLocks noChangeArrowheads="1"/>
          </p:cNvSpPr>
          <p:nvPr/>
        </p:nvSpPr>
        <p:spPr bwMode="auto">
          <a:xfrm>
            <a:off x="8333384" y="6891705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089" name="TextBox 3"/>
          <p:cNvSpPr txBox="1"/>
          <p:nvPr/>
        </p:nvSpPr>
        <p:spPr>
          <a:xfrm>
            <a:off x="8594496" y="6862902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94</a:t>
            </a:r>
            <a:endParaRPr lang="en-US" dirty="0"/>
          </a:p>
        </p:txBody>
      </p:sp>
      <p:sp>
        <p:nvSpPr>
          <p:cNvPr id="7090" name="Rectangle 4"/>
          <p:cNvSpPr>
            <a:spLocks noChangeArrowheads="1"/>
          </p:cNvSpPr>
          <p:nvPr/>
        </p:nvSpPr>
        <p:spPr bwMode="auto">
          <a:xfrm>
            <a:off x="466725" y="917498"/>
            <a:ext cx="6350" cy="6255143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7091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92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93" name="Rectangle 4"/>
          <p:cNvSpPr>
            <a:spLocks noChangeArrowheads="1"/>
          </p:cNvSpPr>
          <p:nvPr/>
        </p:nvSpPr>
        <p:spPr bwMode="auto">
          <a:xfrm>
            <a:off x="7213854" y="158888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94" name="Rectangle 4"/>
          <p:cNvSpPr>
            <a:spLocks noChangeArrowheads="1"/>
          </p:cNvSpPr>
          <p:nvPr/>
        </p:nvSpPr>
        <p:spPr bwMode="auto">
          <a:xfrm>
            <a:off x="878255" y="158888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95" name="Rectangle 4"/>
          <p:cNvSpPr>
            <a:spLocks noChangeArrowheads="1"/>
          </p:cNvSpPr>
          <p:nvPr/>
        </p:nvSpPr>
        <p:spPr bwMode="auto">
          <a:xfrm>
            <a:off x="7213854" y="198409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96" name="Rectangle 4"/>
          <p:cNvSpPr>
            <a:spLocks noChangeArrowheads="1"/>
          </p:cNvSpPr>
          <p:nvPr/>
        </p:nvSpPr>
        <p:spPr bwMode="auto">
          <a:xfrm>
            <a:off x="878255" y="198409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97" name="Rectangle 4"/>
          <p:cNvSpPr>
            <a:spLocks noChangeArrowheads="1"/>
          </p:cNvSpPr>
          <p:nvPr/>
        </p:nvSpPr>
        <p:spPr bwMode="auto">
          <a:xfrm>
            <a:off x="469900" y="7169468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98" name="Rectangle 4"/>
          <p:cNvSpPr>
            <a:spLocks noChangeArrowheads="1"/>
          </p:cNvSpPr>
          <p:nvPr/>
        </p:nvSpPr>
        <p:spPr bwMode="auto">
          <a:xfrm>
            <a:off x="7213854" y="119367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99" name="Rectangle 4"/>
          <p:cNvSpPr>
            <a:spLocks noChangeArrowheads="1"/>
          </p:cNvSpPr>
          <p:nvPr/>
        </p:nvSpPr>
        <p:spPr bwMode="auto">
          <a:xfrm>
            <a:off x="878255" y="119367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00" name="Rectangle 4"/>
          <p:cNvSpPr>
            <a:spLocks noChangeArrowheads="1"/>
          </p:cNvSpPr>
          <p:nvPr/>
        </p:nvSpPr>
        <p:spPr bwMode="auto">
          <a:xfrm>
            <a:off x="7213854" y="688694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01" name="Rectangle 4"/>
          <p:cNvSpPr>
            <a:spLocks noChangeArrowheads="1"/>
          </p:cNvSpPr>
          <p:nvPr/>
        </p:nvSpPr>
        <p:spPr bwMode="auto">
          <a:xfrm>
            <a:off x="878255" y="688694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02" name="Rectangle 4"/>
          <p:cNvSpPr>
            <a:spLocks noChangeArrowheads="1"/>
          </p:cNvSpPr>
          <p:nvPr/>
        </p:nvSpPr>
        <p:spPr bwMode="auto">
          <a:xfrm>
            <a:off x="7213854" y="581875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03" name="Rectangle 4"/>
          <p:cNvSpPr>
            <a:spLocks noChangeArrowheads="1"/>
          </p:cNvSpPr>
          <p:nvPr/>
        </p:nvSpPr>
        <p:spPr bwMode="auto">
          <a:xfrm>
            <a:off x="878255" y="581875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04" name="Rectangle 4"/>
          <p:cNvSpPr>
            <a:spLocks noChangeArrowheads="1"/>
          </p:cNvSpPr>
          <p:nvPr/>
        </p:nvSpPr>
        <p:spPr bwMode="auto">
          <a:xfrm>
            <a:off x="7213854" y="502833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05" name="Rectangle 4"/>
          <p:cNvSpPr>
            <a:spLocks noChangeArrowheads="1"/>
          </p:cNvSpPr>
          <p:nvPr/>
        </p:nvSpPr>
        <p:spPr bwMode="auto">
          <a:xfrm>
            <a:off x="878255" y="502833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06" name="Rectangle 4"/>
          <p:cNvSpPr>
            <a:spLocks noChangeArrowheads="1"/>
          </p:cNvSpPr>
          <p:nvPr/>
        </p:nvSpPr>
        <p:spPr bwMode="auto">
          <a:xfrm>
            <a:off x="7213854" y="423791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07" name="Rectangle 4"/>
          <p:cNvSpPr>
            <a:spLocks noChangeArrowheads="1"/>
          </p:cNvSpPr>
          <p:nvPr/>
        </p:nvSpPr>
        <p:spPr bwMode="auto">
          <a:xfrm>
            <a:off x="878255" y="423791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08" name="Rectangle 4"/>
          <p:cNvSpPr>
            <a:spLocks noChangeArrowheads="1"/>
          </p:cNvSpPr>
          <p:nvPr/>
        </p:nvSpPr>
        <p:spPr bwMode="auto">
          <a:xfrm>
            <a:off x="7213854" y="344749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09" name="Rectangle 4"/>
          <p:cNvSpPr>
            <a:spLocks noChangeArrowheads="1"/>
          </p:cNvSpPr>
          <p:nvPr/>
        </p:nvSpPr>
        <p:spPr bwMode="auto">
          <a:xfrm>
            <a:off x="878255" y="344749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10" name="Rectangle 4"/>
          <p:cNvSpPr>
            <a:spLocks noChangeArrowheads="1"/>
          </p:cNvSpPr>
          <p:nvPr/>
        </p:nvSpPr>
        <p:spPr bwMode="auto">
          <a:xfrm>
            <a:off x="466725" y="917498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7111" name="Rectangle 4"/>
          <p:cNvSpPr>
            <a:spLocks noChangeArrowheads="1"/>
          </p:cNvSpPr>
          <p:nvPr/>
        </p:nvSpPr>
        <p:spPr bwMode="auto">
          <a:xfrm>
            <a:off x="466725" y="7166292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7112" name="Rectangle 4"/>
          <p:cNvSpPr>
            <a:spLocks noChangeArrowheads="1"/>
          </p:cNvSpPr>
          <p:nvPr/>
        </p:nvSpPr>
        <p:spPr bwMode="auto">
          <a:xfrm>
            <a:off x="7213854" y="660918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13" name="Rectangle 4"/>
          <p:cNvSpPr>
            <a:spLocks noChangeArrowheads="1"/>
          </p:cNvSpPr>
          <p:nvPr/>
        </p:nvSpPr>
        <p:spPr bwMode="auto">
          <a:xfrm>
            <a:off x="878255" y="660918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14" name="Rectangle 4"/>
          <p:cNvSpPr>
            <a:spLocks noChangeArrowheads="1"/>
          </p:cNvSpPr>
          <p:nvPr/>
        </p:nvSpPr>
        <p:spPr bwMode="auto">
          <a:xfrm>
            <a:off x="7213854" y="305228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15" name="Rectangle 4"/>
          <p:cNvSpPr>
            <a:spLocks noChangeArrowheads="1"/>
          </p:cNvSpPr>
          <p:nvPr/>
        </p:nvSpPr>
        <p:spPr bwMode="auto">
          <a:xfrm>
            <a:off x="878255" y="305228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16" name="Rectangle 4"/>
          <p:cNvSpPr>
            <a:spLocks noChangeArrowheads="1"/>
          </p:cNvSpPr>
          <p:nvPr/>
        </p:nvSpPr>
        <p:spPr bwMode="auto">
          <a:xfrm>
            <a:off x="7213854" y="265706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17" name="Rectangle 4"/>
          <p:cNvSpPr>
            <a:spLocks noChangeArrowheads="1"/>
          </p:cNvSpPr>
          <p:nvPr/>
        </p:nvSpPr>
        <p:spPr bwMode="auto">
          <a:xfrm>
            <a:off x="878255" y="265706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18" name="Rectangle 4"/>
          <p:cNvSpPr>
            <a:spLocks noChangeArrowheads="1"/>
          </p:cNvSpPr>
          <p:nvPr/>
        </p:nvSpPr>
        <p:spPr bwMode="auto">
          <a:xfrm>
            <a:off x="7213854" y="621397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19" name="Rectangle 4"/>
          <p:cNvSpPr>
            <a:spLocks noChangeArrowheads="1"/>
          </p:cNvSpPr>
          <p:nvPr/>
        </p:nvSpPr>
        <p:spPr bwMode="auto">
          <a:xfrm>
            <a:off x="878255" y="621397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20" name="Rectangle 4"/>
          <p:cNvSpPr>
            <a:spLocks noChangeArrowheads="1"/>
          </p:cNvSpPr>
          <p:nvPr/>
        </p:nvSpPr>
        <p:spPr bwMode="auto">
          <a:xfrm>
            <a:off x="7213854" y="226185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21" name="Rectangle 4"/>
          <p:cNvSpPr>
            <a:spLocks noChangeArrowheads="1"/>
          </p:cNvSpPr>
          <p:nvPr/>
        </p:nvSpPr>
        <p:spPr bwMode="auto">
          <a:xfrm>
            <a:off x="878255" y="226185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22" name="Rectangle 4"/>
          <p:cNvSpPr>
            <a:spLocks noChangeArrowheads="1"/>
          </p:cNvSpPr>
          <p:nvPr/>
        </p:nvSpPr>
        <p:spPr bwMode="auto">
          <a:xfrm>
            <a:off x="7213854" y="542354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23" name="Rectangle 4"/>
          <p:cNvSpPr>
            <a:spLocks noChangeArrowheads="1"/>
          </p:cNvSpPr>
          <p:nvPr/>
        </p:nvSpPr>
        <p:spPr bwMode="auto">
          <a:xfrm>
            <a:off x="878255" y="542354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24" name="Rectangle 4"/>
          <p:cNvSpPr>
            <a:spLocks noChangeArrowheads="1"/>
          </p:cNvSpPr>
          <p:nvPr/>
        </p:nvSpPr>
        <p:spPr bwMode="auto">
          <a:xfrm>
            <a:off x="7213854" y="463312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25" name="Rectangle 4"/>
          <p:cNvSpPr>
            <a:spLocks noChangeArrowheads="1"/>
          </p:cNvSpPr>
          <p:nvPr/>
        </p:nvSpPr>
        <p:spPr bwMode="auto">
          <a:xfrm>
            <a:off x="878255" y="463312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26" name="Rectangle 4"/>
          <p:cNvSpPr>
            <a:spLocks noChangeArrowheads="1"/>
          </p:cNvSpPr>
          <p:nvPr/>
        </p:nvSpPr>
        <p:spPr bwMode="auto">
          <a:xfrm>
            <a:off x="7213854" y="384270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27" name="Rectangle 4"/>
          <p:cNvSpPr>
            <a:spLocks noChangeArrowheads="1"/>
          </p:cNvSpPr>
          <p:nvPr/>
        </p:nvSpPr>
        <p:spPr bwMode="auto">
          <a:xfrm>
            <a:off x="878255" y="384270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28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29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30" name="Rectangle 4"/>
          <p:cNvSpPr>
            <a:spLocks noChangeArrowheads="1"/>
          </p:cNvSpPr>
          <p:nvPr/>
        </p:nvSpPr>
        <p:spPr bwMode="auto">
          <a:xfrm>
            <a:off x="7213854" y="716470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31" name="Rectangle 4"/>
          <p:cNvSpPr>
            <a:spLocks noChangeArrowheads="1"/>
          </p:cNvSpPr>
          <p:nvPr/>
        </p:nvSpPr>
        <p:spPr bwMode="auto">
          <a:xfrm>
            <a:off x="878255" y="716470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2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133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7134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7135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136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7137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7138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7139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140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7141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7142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143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7144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7145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146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7147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148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7149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150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7151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7152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153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7154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7155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156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7157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7158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159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7160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161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7162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163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7164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7165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25993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166" name="TextBox 3"/>
          <p:cNvSpPr txBox="1"/>
          <p:nvPr/>
        </p:nvSpPr>
        <p:spPr>
          <a:xfrm>
            <a:off x="422275" y="895045"/>
            <a:ext cx="47701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</a:t>
            </a:r>
            <a:endParaRPr lang="en-US" dirty="0"/>
          </a:p>
        </p:txBody>
      </p:sp>
      <p:sp>
        <p:nvSpPr>
          <p:cNvPr id="7167" name="TextBox 3"/>
          <p:cNvSpPr txBox="1"/>
          <p:nvPr/>
        </p:nvSpPr>
        <p:spPr>
          <a:xfrm>
            <a:off x="422275" y="1012494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7168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169" name="TextBox 3"/>
          <p:cNvSpPr txBox="1"/>
          <p:nvPr/>
        </p:nvSpPr>
        <p:spPr>
          <a:xfrm>
            <a:off x="827455" y="89187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8470440</a:t>
            </a:r>
            <a:endParaRPr lang="en-US" dirty="0"/>
          </a:p>
        </p:txBody>
      </p:sp>
      <p:sp>
        <p:nvSpPr>
          <p:cNvPr id="7170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171" name="TextBox 3"/>
          <p:cNvSpPr txBox="1"/>
          <p:nvPr/>
        </p:nvSpPr>
        <p:spPr>
          <a:xfrm>
            <a:off x="1314958" y="891870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Social </a:t>
            </a:r>
            <a:endParaRPr lang="en-US" dirty="0"/>
          </a:p>
        </p:txBody>
      </p:sp>
      <p:sp>
        <p:nvSpPr>
          <p:cNvPr id="7172" name="TextBox 3"/>
          <p:cNvSpPr txBox="1"/>
          <p:nvPr/>
        </p:nvSpPr>
        <p:spPr>
          <a:xfrm>
            <a:off x="1314958" y="1009319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Sciences</a:t>
            </a:r>
            <a:endParaRPr lang="en-US" dirty="0"/>
          </a:p>
        </p:txBody>
      </p:sp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174" name="TextBox 3"/>
          <p:cNvSpPr txBox="1"/>
          <p:nvPr/>
        </p:nvSpPr>
        <p:spPr>
          <a:xfrm>
            <a:off x="2112746" y="89187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7175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176" name="TextBox 3"/>
          <p:cNvSpPr txBox="1"/>
          <p:nvPr/>
        </p:nvSpPr>
        <p:spPr>
          <a:xfrm>
            <a:off x="2571902" y="891870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7177" name="TextBox 3"/>
          <p:cNvSpPr txBox="1"/>
          <p:nvPr/>
        </p:nvSpPr>
        <p:spPr>
          <a:xfrm>
            <a:off x="2571902" y="1009319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7178" name="TextBox 3"/>
          <p:cNvSpPr txBox="1"/>
          <p:nvPr/>
        </p:nvSpPr>
        <p:spPr>
          <a:xfrm>
            <a:off x="2571902" y="1126769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7179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180" name="TextBox 3"/>
          <p:cNvSpPr txBox="1"/>
          <p:nvPr/>
        </p:nvSpPr>
        <p:spPr>
          <a:xfrm>
            <a:off x="3629482" y="89187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847.8470440.1.412125.000000.847001.100178</a:t>
            </a:r>
            <a:endParaRPr lang="en-US" dirty="0"/>
          </a:p>
        </p:txBody>
      </p:sp>
      <p:sp>
        <p:nvSpPr>
          <p:cNvPr id="7181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182" name="TextBox 3"/>
          <p:cNvSpPr txBox="1"/>
          <p:nvPr/>
        </p:nvSpPr>
        <p:spPr>
          <a:xfrm>
            <a:off x="5987491" y="89187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6,803,122</a:t>
            </a:r>
            <a:endParaRPr lang="en-US" dirty="0"/>
          </a:p>
        </p:txBody>
      </p:sp>
      <p:sp>
        <p:nvSpPr>
          <p:cNvPr id="7183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184" name="TextBox 3"/>
          <p:cNvSpPr txBox="1"/>
          <p:nvPr/>
        </p:nvSpPr>
        <p:spPr>
          <a:xfrm>
            <a:off x="6634937" y="89187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7,154,322</a:t>
            </a:r>
            <a:endParaRPr lang="en-US" dirty="0"/>
          </a:p>
        </p:txBody>
      </p:sp>
      <p:sp>
        <p:nvSpPr>
          <p:cNvPr id="7185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186" name="TextBox 3"/>
          <p:cNvSpPr txBox="1"/>
          <p:nvPr/>
        </p:nvSpPr>
        <p:spPr>
          <a:xfrm>
            <a:off x="7282383" y="89187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7,154,317</a:t>
            </a:r>
            <a:endParaRPr lang="en-US" dirty="0"/>
          </a:p>
        </p:txBody>
      </p:sp>
      <p:sp>
        <p:nvSpPr>
          <p:cNvPr id="7187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188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189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190" name="TextBox 3"/>
          <p:cNvSpPr txBox="1"/>
          <p:nvPr/>
        </p:nvSpPr>
        <p:spPr>
          <a:xfrm>
            <a:off x="8650986" y="89187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</a:t>
            </a:r>
            <a:endParaRPr lang="en-US" dirty="0"/>
          </a:p>
        </p:txBody>
      </p:sp>
      <p:sp>
        <p:nvSpPr>
          <p:cNvPr id="7191" name="Rectangle 4"/>
          <p:cNvSpPr>
            <a:spLocks noChangeArrowheads="1"/>
          </p:cNvSpPr>
          <p:nvPr/>
        </p:nvSpPr>
        <p:spPr bwMode="auto">
          <a:xfrm>
            <a:off x="878255" y="1315885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192" name="TextBox 3"/>
          <p:cNvSpPr txBox="1"/>
          <p:nvPr/>
        </p:nvSpPr>
        <p:spPr>
          <a:xfrm>
            <a:off x="827455" y="128708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8470440</a:t>
            </a:r>
            <a:endParaRPr lang="en-US" dirty="0"/>
          </a:p>
        </p:txBody>
      </p:sp>
      <p:sp>
        <p:nvSpPr>
          <p:cNvPr id="7193" name="Rectangle 4"/>
          <p:cNvSpPr>
            <a:spLocks noChangeArrowheads="1"/>
          </p:cNvSpPr>
          <p:nvPr/>
        </p:nvSpPr>
        <p:spPr bwMode="auto">
          <a:xfrm>
            <a:off x="1365758" y="1315885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194" name="TextBox 3"/>
          <p:cNvSpPr txBox="1"/>
          <p:nvPr/>
        </p:nvSpPr>
        <p:spPr>
          <a:xfrm>
            <a:off x="1314958" y="1287081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Social </a:t>
            </a:r>
            <a:endParaRPr lang="en-US" dirty="0"/>
          </a:p>
        </p:txBody>
      </p:sp>
      <p:sp>
        <p:nvSpPr>
          <p:cNvPr id="7195" name="TextBox 3"/>
          <p:cNvSpPr txBox="1"/>
          <p:nvPr/>
        </p:nvSpPr>
        <p:spPr>
          <a:xfrm>
            <a:off x="1314958" y="1404531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Sciences</a:t>
            </a:r>
            <a:endParaRPr lang="en-US" dirty="0"/>
          </a:p>
        </p:txBody>
      </p:sp>
      <p:sp>
        <p:nvSpPr>
          <p:cNvPr id="7196" name="Rectangle 4"/>
          <p:cNvSpPr>
            <a:spLocks noChangeArrowheads="1"/>
          </p:cNvSpPr>
          <p:nvPr/>
        </p:nvSpPr>
        <p:spPr bwMode="auto">
          <a:xfrm>
            <a:off x="2163546" y="1315885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197" name="TextBox 3"/>
          <p:cNvSpPr txBox="1"/>
          <p:nvPr/>
        </p:nvSpPr>
        <p:spPr>
          <a:xfrm>
            <a:off x="2112746" y="128708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412521</a:t>
            </a:r>
            <a:endParaRPr lang="en-US" dirty="0"/>
          </a:p>
        </p:txBody>
      </p:sp>
      <p:sp>
        <p:nvSpPr>
          <p:cNvPr id="7198" name="Rectangle 4"/>
          <p:cNvSpPr>
            <a:spLocks noChangeArrowheads="1"/>
          </p:cNvSpPr>
          <p:nvPr/>
        </p:nvSpPr>
        <p:spPr bwMode="auto">
          <a:xfrm>
            <a:off x="2622702" y="1315885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199" name="TextBox 3"/>
          <p:cNvSpPr txBox="1"/>
          <p:nvPr/>
        </p:nvSpPr>
        <p:spPr>
          <a:xfrm>
            <a:off x="2571902" y="1287081"/>
            <a:ext cx="8496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 </a:t>
            </a:r>
            <a:endParaRPr lang="en-US" dirty="0"/>
          </a:p>
        </p:txBody>
      </p:sp>
      <p:sp>
        <p:nvSpPr>
          <p:cNvPr id="7200" name="TextBox 3"/>
          <p:cNvSpPr txBox="1"/>
          <p:nvPr/>
        </p:nvSpPr>
        <p:spPr>
          <a:xfrm>
            <a:off x="2571902" y="1404531"/>
            <a:ext cx="1120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 (including </a:t>
            </a:r>
            <a:endParaRPr lang="en-US" dirty="0"/>
          </a:p>
        </p:txBody>
      </p:sp>
      <p:sp>
        <p:nvSpPr>
          <p:cNvPr id="7201" name="TextBox 3"/>
          <p:cNvSpPr txBox="1"/>
          <p:nvPr/>
        </p:nvSpPr>
        <p:spPr>
          <a:xfrm>
            <a:off x="2571902" y="1521980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Mansab)</a:t>
            </a:r>
            <a:endParaRPr lang="en-US" dirty="0"/>
          </a:p>
        </p:txBody>
      </p:sp>
      <p:sp>
        <p:nvSpPr>
          <p:cNvPr id="7202" name="Rectangle 4"/>
          <p:cNvSpPr>
            <a:spLocks noChangeArrowheads="1"/>
          </p:cNvSpPr>
          <p:nvPr/>
        </p:nvSpPr>
        <p:spPr bwMode="auto">
          <a:xfrm>
            <a:off x="3680282" y="1315885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03" name="TextBox 3"/>
          <p:cNvSpPr txBox="1"/>
          <p:nvPr/>
        </p:nvSpPr>
        <p:spPr>
          <a:xfrm>
            <a:off x="3629482" y="128708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847.8470440.1.412521.000000.847001.100178</a:t>
            </a:r>
            <a:endParaRPr lang="en-US" dirty="0"/>
          </a:p>
        </p:txBody>
      </p:sp>
      <p:sp>
        <p:nvSpPr>
          <p:cNvPr id="7204" name="Rectangle 4"/>
          <p:cNvSpPr>
            <a:spLocks noChangeArrowheads="1"/>
          </p:cNvSpPr>
          <p:nvPr/>
        </p:nvSpPr>
        <p:spPr bwMode="auto">
          <a:xfrm>
            <a:off x="5918962" y="131588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05" name="TextBox 3"/>
          <p:cNvSpPr txBox="1"/>
          <p:nvPr/>
        </p:nvSpPr>
        <p:spPr>
          <a:xfrm>
            <a:off x="6072225" y="128708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160,518</a:t>
            </a:r>
            <a:endParaRPr lang="en-US" dirty="0"/>
          </a:p>
        </p:txBody>
      </p:sp>
      <p:sp>
        <p:nvSpPr>
          <p:cNvPr id="7206" name="Rectangle 4"/>
          <p:cNvSpPr>
            <a:spLocks noChangeArrowheads="1"/>
          </p:cNvSpPr>
          <p:nvPr/>
        </p:nvSpPr>
        <p:spPr bwMode="auto">
          <a:xfrm>
            <a:off x="6566408" y="131588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07" name="TextBox 3"/>
          <p:cNvSpPr txBox="1"/>
          <p:nvPr/>
        </p:nvSpPr>
        <p:spPr>
          <a:xfrm>
            <a:off x="6776161" y="128708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68,518</a:t>
            </a:r>
            <a:endParaRPr lang="en-US" dirty="0"/>
          </a:p>
        </p:txBody>
      </p:sp>
      <p:sp>
        <p:nvSpPr>
          <p:cNvPr id="7208" name="Rectangle 4"/>
          <p:cNvSpPr>
            <a:spLocks noChangeArrowheads="1"/>
          </p:cNvSpPr>
          <p:nvPr/>
        </p:nvSpPr>
        <p:spPr bwMode="auto">
          <a:xfrm>
            <a:off x="7213854" y="131588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09" name="TextBox 3"/>
          <p:cNvSpPr txBox="1"/>
          <p:nvPr/>
        </p:nvSpPr>
        <p:spPr>
          <a:xfrm>
            <a:off x="7423607" y="128708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67,884</a:t>
            </a:r>
            <a:endParaRPr lang="en-US" dirty="0"/>
          </a:p>
        </p:txBody>
      </p:sp>
      <p:sp>
        <p:nvSpPr>
          <p:cNvPr id="7210" name="Rectangle 4"/>
          <p:cNvSpPr>
            <a:spLocks noChangeArrowheads="1"/>
          </p:cNvSpPr>
          <p:nvPr/>
        </p:nvSpPr>
        <p:spPr bwMode="auto">
          <a:xfrm>
            <a:off x="7861300" y="1315885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11" name="Rectangle 4"/>
          <p:cNvSpPr>
            <a:spLocks noChangeArrowheads="1"/>
          </p:cNvSpPr>
          <p:nvPr/>
        </p:nvSpPr>
        <p:spPr bwMode="auto">
          <a:xfrm>
            <a:off x="8094497" y="1315885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12" name="Rectangle 4"/>
          <p:cNvSpPr>
            <a:spLocks noChangeArrowheads="1"/>
          </p:cNvSpPr>
          <p:nvPr/>
        </p:nvSpPr>
        <p:spPr bwMode="auto">
          <a:xfrm>
            <a:off x="8333384" y="1315885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13" name="TextBox 3"/>
          <p:cNvSpPr txBox="1"/>
          <p:nvPr/>
        </p:nvSpPr>
        <p:spPr>
          <a:xfrm>
            <a:off x="8538006" y="1287081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634</a:t>
            </a:r>
            <a:endParaRPr lang="en-US" dirty="0"/>
          </a:p>
        </p:txBody>
      </p:sp>
      <p:sp>
        <p:nvSpPr>
          <p:cNvPr id="7214" name="Rectangle 4"/>
          <p:cNvSpPr>
            <a:spLocks noChangeArrowheads="1"/>
          </p:cNvSpPr>
          <p:nvPr/>
        </p:nvSpPr>
        <p:spPr bwMode="auto">
          <a:xfrm>
            <a:off x="878255" y="1711096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15" name="TextBox 3"/>
          <p:cNvSpPr txBox="1"/>
          <p:nvPr/>
        </p:nvSpPr>
        <p:spPr>
          <a:xfrm>
            <a:off x="827455" y="168229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8470440</a:t>
            </a:r>
            <a:endParaRPr lang="en-US" dirty="0"/>
          </a:p>
        </p:txBody>
      </p:sp>
      <p:sp>
        <p:nvSpPr>
          <p:cNvPr id="7216" name="Rectangle 4"/>
          <p:cNvSpPr>
            <a:spLocks noChangeArrowheads="1"/>
          </p:cNvSpPr>
          <p:nvPr/>
        </p:nvSpPr>
        <p:spPr bwMode="auto">
          <a:xfrm>
            <a:off x="1365758" y="1711096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17" name="TextBox 3"/>
          <p:cNvSpPr txBox="1"/>
          <p:nvPr/>
        </p:nvSpPr>
        <p:spPr>
          <a:xfrm>
            <a:off x="1314958" y="1682292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Social </a:t>
            </a:r>
            <a:endParaRPr lang="en-US" dirty="0"/>
          </a:p>
        </p:txBody>
      </p:sp>
      <p:sp>
        <p:nvSpPr>
          <p:cNvPr id="7218" name="TextBox 3"/>
          <p:cNvSpPr txBox="1"/>
          <p:nvPr/>
        </p:nvSpPr>
        <p:spPr>
          <a:xfrm>
            <a:off x="1314958" y="1799742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Sciences</a:t>
            </a:r>
            <a:endParaRPr lang="en-US" dirty="0"/>
          </a:p>
        </p:txBody>
      </p:sp>
      <p:sp>
        <p:nvSpPr>
          <p:cNvPr id="7219" name="Rectangle 4"/>
          <p:cNvSpPr>
            <a:spLocks noChangeArrowheads="1"/>
          </p:cNvSpPr>
          <p:nvPr/>
        </p:nvSpPr>
        <p:spPr bwMode="auto">
          <a:xfrm>
            <a:off x="2163546" y="1711096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20" name="TextBox 3"/>
          <p:cNvSpPr txBox="1"/>
          <p:nvPr/>
        </p:nvSpPr>
        <p:spPr>
          <a:xfrm>
            <a:off x="2112746" y="168229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7221" name="Rectangle 4"/>
          <p:cNvSpPr>
            <a:spLocks noChangeArrowheads="1"/>
          </p:cNvSpPr>
          <p:nvPr/>
        </p:nvSpPr>
        <p:spPr bwMode="auto">
          <a:xfrm>
            <a:off x="2622702" y="1711096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22" name="TextBox 3"/>
          <p:cNvSpPr txBox="1"/>
          <p:nvPr/>
        </p:nvSpPr>
        <p:spPr>
          <a:xfrm>
            <a:off x="2571902" y="1682292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7223" name="Rectangle 4"/>
          <p:cNvSpPr>
            <a:spLocks noChangeArrowheads="1"/>
          </p:cNvSpPr>
          <p:nvPr/>
        </p:nvSpPr>
        <p:spPr bwMode="auto">
          <a:xfrm>
            <a:off x="3680282" y="1711096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24" name="TextBox 3"/>
          <p:cNvSpPr txBox="1"/>
          <p:nvPr/>
        </p:nvSpPr>
        <p:spPr>
          <a:xfrm>
            <a:off x="3629482" y="168229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847.8470440.1.412523.000000.847001.100178</a:t>
            </a:r>
            <a:endParaRPr lang="en-US" dirty="0"/>
          </a:p>
        </p:txBody>
      </p:sp>
      <p:sp>
        <p:nvSpPr>
          <p:cNvPr id="7225" name="Rectangle 4"/>
          <p:cNvSpPr>
            <a:spLocks noChangeArrowheads="1"/>
          </p:cNvSpPr>
          <p:nvPr/>
        </p:nvSpPr>
        <p:spPr bwMode="auto">
          <a:xfrm>
            <a:off x="5918962" y="171109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26" name="TextBox 3"/>
          <p:cNvSpPr txBox="1"/>
          <p:nvPr/>
        </p:nvSpPr>
        <p:spPr>
          <a:xfrm>
            <a:off x="6128715" y="168229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57,600</a:t>
            </a:r>
            <a:endParaRPr lang="en-US" dirty="0"/>
          </a:p>
        </p:txBody>
      </p:sp>
      <p:sp>
        <p:nvSpPr>
          <p:cNvPr id="7227" name="Rectangle 4"/>
          <p:cNvSpPr>
            <a:spLocks noChangeArrowheads="1"/>
          </p:cNvSpPr>
          <p:nvPr/>
        </p:nvSpPr>
        <p:spPr bwMode="auto">
          <a:xfrm>
            <a:off x="6566408" y="171109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28" name="TextBox 3"/>
          <p:cNvSpPr txBox="1"/>
          <p:nvPr/>
        </p:nvSpPr>
        <p:spPr>
          <a:xfrm>
            <a:off x="6776161" y="168229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57,600</a:t>
            </a:r>
            <a:endParaRPr lang="en-US" dirty="0"/>
          </a:p>
        </p:txBody>
      </p:sp>
      <p:sp>
        <p:nvSpPr>
          <p:cNvPr id="7229" name="Rectangle 4"/>
          <p:cNvSpPr>
            <a:spLocks noChangeArrowheads="1"/>
          </p:cNvSpPr>
          <p:nvPr/>
        </p:nvSpPr>
        <p:spPr bwMode="auto">
          <a:xfrm>
            <a:off x="7213854" y="171109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30" name="TextBox 3"/>
          <p:cNvSpPr txBox="1"/>
          <p:nvPr/>
        </p:nvSpPr>
        <p:spPr>
          <a:xfrm>
            <a:off x="7423607" y="168229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57,600</a:t>
            </a:r>
            <a:endParaRPr lang="en-US" dirty="0"/>
          </a:p>
        </p:txBody>
      </p:sp>
      <p:sp>
        <p:nvSpPr>
          <p:cNvPr id="7231" name="Rectangle 4"/>
          <p:cNvSpPr>
            <a:spLocks noChangeArrowheads="1"/>
          </p:cNvSpPr>
          <p:nvPr/>
        </p:nvSpPr>
        <p:spPr bwMode="auto">
          <a:xfrm>
            <a:off x="7861300" y="1711096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32" name="Rectangle 4"/>
          <p:cNvSpPr>
            <a:spLocks noChangeArrowheads="1"/>
          </p:cNvSpPr>
          <p:nvPr/>
        </p:nvSpPr>
        <p:spPr bwMode="auto">
          <a:xfrm>
            <a:off x="8094497" y="1711096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33" name="Rectangle 4"/>
          <p:cNvSpPr>
            <a:spLocks noChangeArrowheads="1"/>
          </p:cNvSpPr>
          <p:nvPr/>
        </p:nvSpPr>
        <p:spPr bwMode="auto">
          <a:xfrm>
            <a:off x="8333384" y="1711096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34" name="TextBox 3"/>
          <p:cNvSpPr txBox="1"/>
          <p:nvPr/>
        </p:nvSpPr>
        <p:spPr>
          <a:xfrm>
            <a:off x="8650986" y="168229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7235" name="Rectangle 4"/>
          <p:cNvSpPr>
            <a:spLocks noChangeArrowheads="1"/>
          </p:cNvSpPr>
          <p:nvPr/>
        </p:nvSpPr>
        <p:spPr bwMode="auto">
          <a:xfrm>
            <a:off x="878255" y="1988858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36" name="TextBox 3"/>
          <p:cNvSpPr txBox="1"/>
          <p:nvPr/>
        </p:nvSpPr>
        <p:spPr>
          <a:xfrm>
            <a:off x="827455" y="196005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8470440</a:t>
            </a:r>
            <a:endParaRPr lang="en-US" dirty="0"/>
          </a:p>
        </p:txBody>
      </p:sp>
      <p:sp>
        <p:nvSpPr>
          <p:cNvPr id="7237" name="Rectangle 4"/>
          <p:cNvSpPr>
            <a:spLocks noChangeArrowheads="1"/>
          </p:cNvSpPr>
          <p:nvPr/>
        </p:nvSpPr>
        <p:spPr bwMode="auto">
          <a:xfrm>
            <a:off x="1365758" y="1988858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38" name="TextBox 3"/>
          <p:cNvSpPr txBox="1"/>
          <p:nvPr/>
        </p:nvSpPr>
        <p:spPr>
          <a:xfrm>
            <a:off x="1314958" y="1960054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Social </a:t>
            </a:r>
            <a:endParaRPr lang="en-US" dirty="0"/>
          </a:p>
        </p:txBody>
      </p:sp>
      <p:sp>
        <p:nvSpPr>
          <p:cNvPr id="7239" name="TextBox 3"/>
          <p:cNvSpPr txBox="1"/>
          <p:nvPr/>
        </p:nvSpPr>
        <p:spPr>
          <a:xfrm>
            <a:off x="1314958" y="2077504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Sciences</a:t>
            </a:r>
            <a:endParaRPr lang="en-US" dirty="0"/>
          </a:p>
        </p:txBody>
      </p:sp>
      <p:sp>
        <p:nvSpPr>
          <p:cNvPr id="7240" name="Rectangle 4"/>
          <p:cNvSpPr>
            <a:spLocks noChangeArrowheads="1"/>
          </p:cNvSpPr>
          <p:nvPr/>
        </p:nvSpPr>
        <p:spPr bwMode="auto">
          <a:xfrm>
            <a:off x="2163546" y="1988858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41" name="TextBox 3"/>
          <p:cNvSpPr txBox="1"/>
          <p:nvPr/>
        </p:nvSpPr>
        <p:spPr>
          <a:xfrm>
            <a:off x="2112746" y="196005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7242" name="Rectangle 4"/>
          <p:cNvSpPr>
            <a:spLocks noChangeArrowheads="1"/>
          </p:cNvSpPr>
          <p:nvPr/>
        </p:nvSpPr>
        <p:spPr bwMode="auto">
          <a:xfrm>
            <a:off x="2622702" y="1988858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43" name="TextBox 3"/>
          <p:cNvSpPr txBox="1"/>
          <p:nvPr/>
        </p:nvSpPr>
        <p:spPr>
          <a:xfrm>
            <a:off x="2571902" y="1960054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7244" name="TextBox 3"/>
          <p:cNvSpPr txBox="1"/>
          <p:nvPr/>
        </p:nvSpPr>
        <p:spPr>
          <a:xfrm>
            <a:off x="2571902" y="2077504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7245" name="Rectangle 4"/>
          <p:cNvSpPr>
            <a:spLocks noChangeArrowheads="1"/>
          </p:cNvSpPr>
          <p:nvPr/>
        </p:nvSpPr>
        <p:spPr bwMode="auto">
          <a:xfrm>
            <a:off x="3680282" y="1988858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46" name="TextBox 3"/>
          <p:cNvSpPr txBox="1"/>
          <p:nvPr/>
        </p:nvSpPr>
        <p:spPr>
          <a:xfrm>
            <a:off x="3629482" y="196005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847.8470440.1.412534.000000.847001.100178</a:t>
            </a:r>
            <a:endParaRPr lang="en-US" dirty="0"/>
          </a:p>
        </p:txBody>
      </p:sp>
      <p:sp>
        <p:nvSpPr>
          <p:cNvPr id="7247" name="Rectangle 4"/>
          <p:cNvSpPr>
            <a:spLocks noChangeArrowheads="1"/>
          </p:cNvSpPr>
          <p:nvPr/>
        </p:nvSpPr>
        <p:spPr bwMode="auto">
          <a:xfrm>
            <a:off x="5918962" y="198885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48" name="TextBox 3"/>
          <p:cNvSpPr txBox="1"/>
          <p:nvPr/>
        </p:nvSpPr>
        <p:spPr>
          <a:xfrm>
            <a:off x="6072225" y="196005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694,513</a:t>
            </a:r>
            <a:endParaRPr lang="en-US" dirty="0"/>
          </a:p>
        </p:txBody>
      </p:sp>
      <p:sp>
        <p:nvSpPr>
          <p:cNvPr id="7249" name="Rectangle 4"/>
          <p:cNvSpPr>
            <a:spLocks noChangeArrowheads="1"/>
          </p:cNvSpPr>
          <p:nvPr/>
        </p:nvSpPr>
        <p:spPr bwMode="auto">
          <a:xfrm>
            <a:off x="6566408" y="198885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50" name="TextBox 3"/>
          <p:cNvSpPr txBox="1"/>
          <p:nvPr/>
        </p:nvSpPr>
        <p:spPr>
          <a:xfrm>
            <a:off x="6719671" y="196005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668,480</a:t>
            </a:r>
            <a:endParaRPr lang="en-US" dirty="0"/>
          </a:p>
        </p:txBody>
      </p:sp>
      <p:sp>
        <p:nvSpPr>
          <p:cNvPr id="7251" name="Rectangle 4"/>
          <p:cNvSpPr>
            <a:spLocks noChangeArrowheads="1"/>
          </p:cNvSpPr>
          <p:nvPr/>
        </p:nvSpPr>
        <p:spPr bwMode="auto">
          <a:xfrm>
            <a:off x="7213854" y="198885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52" name="TextBox 3"/>
          <p:cNvSpPr txBox="1"/>
          <p:nvPr/>
        </p:nvSpPr>
        <p:spPr>
          <a:xfrm>
            <a:off x="7367118" y="196005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668,479</a:t>
            </a:r>
            <a:endParaRPr lang="en-US" dirty="0"/>
          </a:p>
        </p:txBody>
      </p:sp>
      <p:sp>
        <p:nvSpPr>
          <p:cNvPr id="7253" name="Rectangle 4"/>
          <p:cNvSpPr>
            <a:spLocks noChangeArrowheads="1"/>
          </p:cNvSpPr>
          <p:nvPr/>
        </p:nvSpPr>
        <p:spPr bwMode="auto">
          <a:xfrm>
            <a:off x="7861300" y="1988858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54" name="Rectangle 4"/>
          <p:cNvSpPr>
            <a:spLocks noChangeArrowheads="1"/>
          </p:cNvSpPr>
          <p:nvPr/>
        </p:nvSpPr>
        <p:spPr bwMode="auto">
          <a:xfrm>
            <a:off x="8094497" y="1988858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55" name="Rectangle 4"/>
          <p:cNvSpPr>
            <a:spLocks noChangeArrowheads="1"/>
          </p:cNvSpPr>
          <p:nvPr/>
        </p:nvSpPr>
        <p:spPr bwMode="auto">
          <a:xfrm>
            <a:off x="8333384" y="1988858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56" name="TextBox 3"/>
          <p:cNvSpPr txBox="1"/>
          <p:nvPr/>
        </p:nvSpPr>
        <p:spPr>
          <a:xfrm>
            <a:off x="8650986" y="196005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7257" name="Rectangle 4"/>
          <p:cNvSpPr>
            <a:spLocks noChangeArrowheads="1"/>
          </p:cNvSpPr>
          <p:nvPr/>
        </p:nvSpPr>
        <p:spPr bwMode="auto">
          <a:xfrm>
            <a:off x="878255" y="2266619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58" name="TextBox 3"/>
          <p:cNvSpPr txBox="1"/>
          <p:nvPr/>
        </p:nvSpPr>
        <p:spPr>
          <a:xfrm>
            <a:off x="827455" y="223781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8470440</a:t>
            </a:r>
            <a:endParaRPr lang="en-US" dirty="0"/>
          </a:p>
        </p:txBody>
      </p:sp>
      <p:sp>
        <p:nvSpPr>
          <p:cNvPr id="7259" name="Rectangle 4"/>
          <p:cNvSpPr>
            <a:spLocks noChangeArrowheads="1"/>
          </p:cNvSpPr>
          <p:nvPr/>
        </p:nvSpPr>
        <p:spPr bwMode="auto">
          <a:xfrm>
            <a:off x="1365758" y="2266619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60" name="TextBox 3"/>
          <p:cNvSpPr txBox="1"/>
          <p:nvPr/>
        </p:nvSpPr>
        <p:spPr>
          <a:xfrm>
            <a:off x="1314958" y="2237816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Social </a:t>
            </a:r>
            <a:endParaRPr lang="en-US" dirty="0"/>
          </a:p>
        </p:txBody>
      </p:sp>
      <p:sp>
        <p:nvSpPr>
          <p:cNvPr id="7261" name="TextBox 3"/>
          <p:cNvSpPr txBox="1"/>
          <p:nvPr/>
        </p:nvSpPr>
        <p:spPr>
          <a:xfrm>
            <a:off x="1314958" y="2355266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Sciences</a:t>
            </a:r>
            <a:endParaRPr lang="en-US" dirty="0"/>
          </a:p>
        </p:txBody>
      </p:sp>
      <p:sp>
        <p:nvSpPr>
          <p:cNvPr id="7262" name="Rectangle 4"/>
          <p:cNvSpPr>
            <a:spLocks noChangeArrowheads="1"/>
          </p:cNvSpPr>
          <p:nvPr/>
        </p:nvSpPr>
        <p:spPr bwMode="auto">
          <a:xfrm>
            <a:off x="2163546" y="2266619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63" name="TextBox 3"/>
          <p:cNvSpPr txBox="1"/>
          <p:nvPr/>
        </p:nvSpPr>
        <p:spPr>
          <a:xfrm>
            <a:off x="2112746" y="223781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7264" name="Rectangle 4"/>
          <p:cNvSpPr>
            <a:spLocks noChangeArrowheads="1"/>
          </p:cNvSpPr>
          <p:nvPr/>
        </p:nvSpPr>
        <p:spPr bwMode="auto">
          <a:xfrm>
            <a:off x="2622702" y="2266619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65" name="TextBox 3"/>
          <p:cNvSpPr txBox="1"/>
          <p:nvPr/>
        </p:nvSpPr>
        <p:spPr>
          <a:xfrm>
            <a:off x="2571902" y="2237816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7266" name="Rectangle 4"/>
          <p:cNvSpPr>
            <a:spLocks noChangeArrowheads="1"/>
          </p:cNvSpPr>
          <p:nvPr/>
        </p:nvSpPr>
        <p:spPr bwMode="auto">
          <a:xfrm>
            <a:off x="3680282" y="2266619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67" name="TextBox 3"/>
          <p:cNvSpPr txBox="1"/>
          <p:nvPr/>
        </p:nvSpPr>
        <p:spPr>
          <a:xfrm>
            <a:off x="3629482" y="223781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847.8470440.1.412546.000000.847001.100178</a:t>
            </a:r>
            <a:endParaRPr lang="en-US" dirty="0"/>
          </a:p>
        </p:txBody>
      </p:sp>
      <p:sp>
        <p:nvSpPr>
          <p:cNvPr id="7268" name="Rectangle 4"/>
          <p:cNvSpPr>
            <a:spLocks noChangeArrowheads="1"/>
          </p:cNvSpPr>
          <p:nvPr/>
        </p:nvSpPr>
        <p:spPr bwMode="auto">
          <a:xfrm>
            <a:off x="5918962" y="226661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69" name="TextBox 3"/>
          <p:cNvSpPr txBox="1"/>
          <p:nvPr/>
        </p:nvSpPr>
        <p:spPr>
          <a:xfrm>
            <a:off x="6128715" y="223781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49,499</a:t>
            </a:r>
            <a:endParaRPr lang="en-US" dirty="0"/>
          </a:p>
        </p:txBody>
      </p:sp>
      <p:sp>
        <p:nvSpPr>
          <p:cNvPr id="7270" name="Rectangle 4"/>
          <p:cNvSpPr>
            <a:spLocks noChangeArrowheads="1"/>
          </p:cNvSpPr>
          <p:nvPr/>
        </p:nvSpPr>
        <p:spPr bwMode="auto">
          <a:xfrm>
            <a:off x="6566408" y="226661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71" name="TextBox 3"/>
          <p:cNvSpPr txBox="1"/>
          <p:nvPr/>
        </p:nvSpPr>
        <p:spPr>
          <a:xfrm>
            <a:off x="6776161" y="223781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50,599</a:t>
            </a:r>
            <a:endParaRPr lang="en-US" dirty="0"/>
          </a:p>
        </p:txBody>
      </p:sp>
      <p:sp>
        <p:nvSpPr>
          <p:cNvPr id="7272" name="Rectangle 4"/>
          <p:cNvSpPr>
            <a:spLocks noChangeArrowheads="1"/>
          </p:cNvSpPr>
          <p:nvPr/>
        </p:nvSpPr>
        <p:spPr bwMode="auto">
          <a:xfrm>
            <a:off x="7213854" y="226661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73" name="TextBox 3"/>
          <p:cNvSpPr txBox="1"/>
          <p:nvPr/>
        </p:nvSpPr>
        <p:spPr>
          <a:xfrm>
            <a:off x="7423607" y="223781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50,591</a:t>
            </a:r>
            <a:endParaRPr lang="en-US" dirty="0"/>
          </a:p>
        </p:txBody>
      </p:sp>
      <p:sp>
        <p:nvSpPr>
          <p:cNvPr id="7274" name="Rectangle 4"/>
          <p:cNvSpPr>
            <a:spLocks noChangeArrowheads="1"/>
          </p:cNvSpPr>
          <p:nvPr/>
        </p:nvSpPr>
        <p:spPr bwMode="auto">
          <a:xfrm>
            <a:off x="7861300" y="2266619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75" name="Rectangle 4"/>
          <p:cNvSpPr>
            <a:spLocks noChangeArrowheads="1"/>
          </p:cNvSpPr>
          <p:nvPr/>
        </p:nvSpPr>
        <p:spPr bwMode="auto">
          <a:xfrm>
            <a:off x="8094497" y="2266619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76" name="Rectangle 4"/>
          <p:cNvSpPr>
            <a:spLocks noChangeArrowheads="1"/>
          </p:cNvSpPr>
          <p:nvPr/>
        </p:nvSpPr>
        <p:spPr bwMode="auto">
          <a:xfrm>
            <a:off x="8333384" y="2266619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77" name="TextBox 3"/>
          <p:cNvSpPr txBox="1"/>
          <p:nvPr/>
        </p:nvSpPr>
        <p:spPr>
          <a:xfrm>
            <a:off x="8650986" y="223781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</a:t>
            </a:r>
            <a:endParaRPr lang="en-US" dirty="0"/>
          </a:p>
        </p:txBody>
      </p:sp>
      <p:sp>
        <p:nvSpPr>
          <p:cNvPr id="7278" name="Rectangle 4"/>
          <p:cNvSpPr>
            <a:spLocks noChangeArrowheads="1"/>
          </p:cNvSpPr>
          <p:nvPr/>
        </p:nvSpPr>
        <p:spPr bwMode="auto">
          <a:xfrm>
            <a:off x="878255" y="2544381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79" name="TextBox 3"/>
          <p:cNvSpPr txBox="1"/>
          <p:nvPr/>
        </p:nvSpPr>
        <p:spPr>
          <a:xfrm>
            <a:off x="827455" y="251557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8470440</a:t>
            </a:r>
            <a:endParaRPr lang="en-US" dirty="0"/>
          </a:p>
        </p:txBody>
      </p:sp>
      <p:sp>
        <p:nvSpPr>
          <p:cNvPr id="7280" name="Rectangle 4"/>
          <p:cNvSpPr>
            <a:spLocks noChangeArrowheads="1"/>
          </p:cNvSpPr>
          <p:nvPr/>
        </p:nvSpPr>
        <p:spPr bwMode="auto">
          <a:xfrm>
            <a:off x="1365758" y="2544381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81" name="TextBox 3"/>
          <p:cNvSpPr txBox="1"/>
          <p:nvPr/>
        </p:nvSpPr>
        <p:spPr>
          <a:xfrm>
            <a:off x="1314958" y="2515578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Social </a:t>
            </a:r>
            <a:endParaRPr lang="en-US" dirty="0"/>
          </a:p>
        </p:txBody>
      </p:sp>
      <p:sp>
        <p:nvSpPr>
          <p:cNvPr id="7282" name="TextBox 3"/>
          <p:cNvSpPr txBox="1"/>
          <p:nvPr/>
        </p:nvSpPr>
        <p:spPr>
          <a:xfrm>
            <a:off x="1314958" y="2633027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Sciences</a:t>
            </a:r>
            <a:endParaRPr lang="en-US" dirty="0"/>
          </a:p>
        </p:txBody>
      </p:sp>
      <p:sp>
        <p:nvSpPr>
          <p:cNvPr id="7283" name="Rectangle 4"/>
          <p:cNvSpPr>
            <a:spLocks noChangeArrowheads="1"/>
          </p:cNvSpPr>
          <p:nvPr/>
        </p:nvSpPr>
        <p:spPr bwMode="auto">
          <a:xfrm>
            <a:off x="2163546" y="2544381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84" name="TextBox 3"/>
          <p:cNvSpPr txBox="1"/>
          <p:nvPr/>
        </p:nvSpPr>
        <p:spPr>
          <a:xfrm>
            <a:off x="2112746" y="251557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414120</a:t>
            </a:r>
            <a:endParaRPr lang="en-US" dirty="0"/>
          </a:p>
        </p:txBody>
      </p:sp>
      <p:sp>
        <p:nvSpPr>
          <p:cNvPr id="7285" name="Rectangle 4"/>
          <p:cNvSpPr>
            <a:spLocks noChangeArrowheads="1"/>
          </p:cNvSpPr>
          <p:nvPr/>
        </p:nvSpPr>
        <p:spPr bwMode="auto">
          <a:xfrm>
            <a:off x="2622702" y="2544381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86" name="TextBox 3"/>
          <p:cNvSpPr txBox="1"/>
          <p:nvPr/>
        </p:nvSpPr>
        <p:spPr>
          <a:xfrm>
            <a:off x="2571902" y="2515578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Gratuity - Non-</a:t>
            </a:r>
            <a:endParaRPr lang="en-US" dirty="0"/>
          </a:p>
        </p:txBody>
      </p:sp>
      <p:sp>
        <p:nvSpPr>
          <p:cNvPr id="7287" name="TextBox 3"/>
          <p:cNvSpPr txBox="1"/>
          <p:nvPr/>
        </p:nvSpPr>
        <p:spPr>
          <a:xfrm>
            <a:off x="2571902" y="2633027"/>
            <a:ext cx="7538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pensionable </a:t>
            </a:r>
            <a:endParaRPr lang="en-US" dirty="0"/>
          </a:p>
        </p:txBody>
      </p:sp>
      <p:sp>
        <p:nvSpPr>
          <p:cNvPr id="7288" name="TextBox 3"/>
          <p:cNvSpPr txBox="1"/>
          <p:nvPr/>
        </p:nvSpPr>
        <p:spPr>
          <a:xfrm>
            <a:off x="2571902" y="2750477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7289" name="Rectangle 4"/>
          <p:cNvSpPr>
            <a:spLocks noChangeArrowheads="1"/>
          </p:cNvSpPr>
          <p:nvPr/>
        </p:nvSpPr>
        <p:spPr bwMode="auto">
          <a:xfrm>
            <a:off x="3680282" y="2544381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90" name="TextBox 3"/>
          <p:cNvSpPr txBox="1"/>
          <p:nvPr/>
        </p:nvSpPr>
        <p:spPr>
          <a:xfrm>
            <a:off x="3629482" y="251557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847.8470440.1.414120.000000.847001.100178</a:t>
            </a:r>
            <a:endParaRPr lang="en-US" dirty="0"/>
          </a:p>
        </p:txBody>
      </p:sp>
      <p:sp>
        <p:nvSpPr>
          <p:cNvPr id="7291" name="Rectangle 4"/>
          <p:cNvSpPr>
            <a:spLocks noChangeArrowheads="1"/>
          </p:cNvSpPr>
          <p:nvPr/>
        </p:nvSpPr>
        <p:spPr bwMode="auto">
          <a:xfrm>
            <a:off x="5918962" y="254438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92" name="TextBox 3"/>
          <p:cNvSpPr txBox="1"/>
          <p:nvPr/>
        </p:nvSpPr>
        <p:spPr>
          <a:xfrm>
            <a:off x="6128715" y="251557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53,260</a:t>
            </a:r>
            <a:endParaRPr lang="en-US" dirty="0"/>
          </a:p>
        </p:txBody>
      </p:sp>
      <p:sp>
        <p:nvSpPr>
          <p:cNvPr id="7293" name="Rectangle 4"/>
          <p:cNvSpPr>
            <a:spLocks noChangeArrowheads="1"/>
          </p:cNvSpPr>
          <p:nvPr/>
        </p:nvSpPr>
        <p:spPr bwMode="auto">
          <a:xfrm>
            <a:off x="6566408" y="254438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94" name="TextBox 3"/>
          <p:cNvSpPr txBox="1"/>
          <p:nvPr/>
        </p:nvSpPr>
        <p:spPr>
          <a:xfrm>
            <a:off x="6719671" y="251557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188,519</a:t>
            </a:r>
            <a:endParaRPr lang="en-US" dirty="0"/>
          </a:p>
        </p:txBody>
      </p:sp>
      <p:sp>
        <p:nvSpPr>
          <p:cNvPr id="7295" name="Rectangle 4"/>
          <p:cNvSpPr>
            <a:spLocks noChangeArrowheads="1"/>
          </p:cNvSpPr>
          <p:nvPr/>
        </p:nvSpPr>
        <p:spPr bwMode="auto">
          <a:xfrm>
            <a:off x="7213854" y="254438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96" name="TextBox 3"/>
          <p:cNvSpPr txBox="1"/>
          <p:nvPr/>
        </p:nvSpPr>
        <p:spPr>
          <a:xfrm>
            <a:off x="7367118" y="251557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188,410</a:t>
            </a:r>
            <a:endParaRPr lang="en-US" dirty="0"/>
          </a:p>
        </p:txBody>
      </p:sp>
      <p:sp>
        <p:nvSpPr>
          <p:cNvPr id="7297" name="Rectangle 4"/>
          <p:cNvSpPr>
            <a:spLocks noChangeArrowheads="1"/>
          </p:cNvSpPr>
          <p:nvPr/>
        </p:nvSpPr>
        <p:spPr bwMode="auto">
          <a:xfrm>
            <a:off x="7861300" y="2544381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98" name="Rectangle 4"/>
          <p:cNvSpPr>
            <a:spLocks noChangeArrowheads="1"/>
          </p:cNvSpPr>
          <p:nvPr/>
        </p:nvSpPr>
        <p:spPr bwMode="auto">
          <a:xfrm>
            <a:off x="8094497" y="2544381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299" name="Rectangle 4"/>
          <p:cNvSpPr>
            <a:spLocks noChangeArrowheads="1"/>
          </p:cNvSpPr>
          <p:nvPr/>
        </p:nvSpPr>
        <p:spPr bwMode="auto">
          <a:xfrm>
            <a:off x="8333384" y="2544381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00" name="TextBox 3"/>
          <p:cNvSpPr txBox="1"/>
          <p:nvPr/>
        </p:nvSpPr>
        <p:spPr>
          <a:xfrm>
            <a:off x="8538006" y="2515578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109</a:t>
            </a:r>
            <a:endParaRPr lang="en-US" dirty="0"/>
          </a:p>
        </p:txBody>
      </p:sp>
      <p:sp>
        <p:nvSpPr>
          <p:cNvPr id="7301" name="Rectangle 4"/>
          <p:cNvSpPr>
            <a:spLocks noChangeArrowheads="1"/>
          </p:cNvSpPr>
          <p:nvPr/>
        </p:nvSpPr>
        <p:spPr bwMode="auto">
          <a:xfrm>
            <a:off x="878255" y="2939593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02" name="TextBox 3"/>
          <p:cNvSpPr txBox="1"/>
          <p:nvPr/>
        </p:nvSpPr>
        <p:spPr>
          <a:xfrm>
            <a:off x="827455" y="291078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8470440</a:t>
            </a:r>
            <a:endParaRPr lang="en-US" dirty="0"/>
          </a:p>
        </p:txBody>
      </p:sp>
      <p:sp>
        <p:nvSpPr>
          <p:cNvPr id="7303" name="Rectangle 4"/>
          <p:cNvSpPr>
            <a:spLocks noChangeArrowheads="1"/>
          </p:cNvSpPr>
          <p:nvPr/>
        </p:nvSpPr>
        <p:spPr bwMode="auto">
          <a:xfrm>
            <a:off x="1365758" y="2939593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04" name="TextBox 3"/>
          <p:cNvSpPr txBox="1"/>
          <p:nvPr/>
        </p:nvSpPr>
        <p:spPr>
          <a:xfrm>
            <a:off x="1314958" y="2910789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Social </a:t>
            </a:r>
            <a:endParaRPr lang="en-US" dirty="0"/>
          </a:p>
        </p:txBody>
      </p:sp>
      <p:sp>
        <p:nvSpPr>
          <p:cNvPr id="7305" name="TextBox 3"/>
          <p:cNvSpPr txBox="1"/>
          <p:nvPr/>
        </p:nvSpPr>
        <p:spPr>
          <a:xfrm>
            <a:off x="1314958" y="3028239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Sciences</a:t>
            </a:r>
            <a:endParaRPr lang="en-US" dirty="0"/>
          </a:p>
        </p:txBody>
      </p:sp>
      <p:sp>
        <p:nvSpPr>
          <p:cNvPr id="7306" name="Rectangle 4"/>
          <p:cNvSpPr>
            <a:spLocks noChangeArrowheads="1"/>
          </p:cNvSpPr>
          <p:nvPr/>
        </p:nvSpPr>
        <p:spPr bwMode="auto">
          <a:xfrm>
            <a:off x="2163546" y="2939593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07" name="TextBox 3"/>
          <p:cNvSpPr txBox="1"/>
          <p:nvPr/>
        </p:nvSpPr>
        <p:spPr>
          <a:xfrm>
            <a:off x="2112746" y="291078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7308" name="Rectangle 4"/>
          <p:cNvSpPr>
            <a:spLocks noChangeArrowheads="1"/>
          </p:cNvSpPr>
          <p:nvPr/>
        </p:nvSpPr>
        <p:spPr bwMode="auto">
          <a:xfrm>
            <a:off x="2622702" y="2939593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09" name="TextBox 3"/>
          <p:cNvSpPr txBox="1"/>
          <p:nvPr/>
        </p:nvSpPr>
        <p:spPr>
          <a:xfrm>
            <a:off x="2571902" y="2910789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7310" name="TextBox 3"/>
          <p:cNvSpPr txBox="1"/>
          <p:nvPr/>
        </p:nvSpPr>
        <p:spPr>
          <a:xfrm>
            <a:off x="2571902" y="3028239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7311" name="Rectangle 4"/>
          <p:cNvSpPr>
            <a:spLocks noChangeArrowheads="1"/>
          </p:cNvSpPr>
          <p:nvPr/>
        </p:nvSpPr>
        <p:spPr bwMode="auto">
          <a:xfrm>
            <a:off x="3680282" y="2939593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12" name="TextBox 3"/>
          <p:cNvSpPr txBox="1"/>
          <p:nvPr/>
        </p:nvSpPr>
        <p:spPr>
          <a:xfrm>
            <a:off x="3629482" y="291078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847.8470440.1.415110.000000.847001.100178</a:t>
            </a:r>
            <a:endParaRPr lang="en-US" dirty="0"/>
          </a:p>
        </p:txBody>
      </p:sp>
      <p:sp>
        <p:nvSpPr>
          <p:cNvPr id="7313" name="Rectangle 4"/>
          <p:cNvSpPr>
            <a:spLocks noChangeArrowheads="1"/>
          </p:cNvSpPr>
          <p:nvPr/>
        </p:nvSpPr>
        <p:spPr bwMode="auto">
          <a:xfrm>
            <a:off x="5918962" y="293959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14" name="TextBox 3"/>
          <p:cNvSpPr txBox="1"/>
          <p:nvPr/>
        </p:nvSpPr>
        <p:spPr>
          <a:xfrm>
            <a:off x="6072225" y="291078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200,870</a:t>
            </a:r>
            <a:endParaRPr lang="en-US" dirty="0"/>
          </a:p>
        </p:txBody>
      </p:sp>
      <p:sp>
        <p:nvSpPr>
          <p:cNvPr id="7315" name="Rectangle 4"/>
          <p:cNvSpPr>
            <a:spLocks noChangeArrowheads="1"/>
          </p:cNvSpPr>
          <p:nvPr/>
        </p:nvSpPr>
        <p:spPr bwMode="auto">
          <a:xfrm>
            <a:off x="6566408" y="293959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16" name="TextBox 3"/>
          <p:cNvSpPr txBox="1"/>
          <p:nvPr/>
        </p:nvSpPr>
        <p:spPr>
          <a:xfrm>
            <a:off x="6719671" y="291078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228,870</a:t>
            </a:r>
            <a:endParaRPr lang="en-US" dirty="0"/>
          </a:p>
        </p:txBody>
      </p:sp>
      <p:sp>
        <p:nvSpPr>
          <p:cNvPr id="7317" name="Rectangle 4"/>
          <p:cNvSpPr>
            <a:spLocks noChangeArrowheads="1"/>
          </p:cNvSpPr>
          <p:nvPr/>
        </p:nvSpPr>
        <p:spPr bwMode="auto">
          <a:xfrm>
            <a:off x="7213854" y="293959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18" name="TextBox 3"/>
          <p:cNvSpPr txBox="1"/>
          <p:nvPr/>
        </p:nvSpPr>
        <p:spPr>
          <a:xfrm>
            <a:off x="7367118" y="291078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228,862</a:t>
            </a:r>
            <a:endParaRPr lang="en-US" dirty="0"/>
          </a:p>
        </p:txBody>
      </p:sp>
      <p:sp>
        <p:nvSpPr>
          <p:cNvPr id="7319" name="Rectangle 4"/>
          <p:cNvSpPr>
            <a:spLocks noChangeArrowheads="1"/>
          </p:cNvSpPr>
          <p:nvPr/>
        </p:nvSpPr>
        <p:spPr bwMode="auto">
          <a:xfrm>
            <a:off x="7861300" y="2939593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20" name="Rectangle 4"/>
          <p:cNvSpPr>
            <a:spLocks noChangeArrowheads="1"/>
          </p:cNvSpPr>
          <p:nvPr/>
        </p:nvSpPr>
        <p:spPr bwMode="auto">
          <a:xfrm>
            <a:off x="8094497" y="2939593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21" name="Rectangle 4"/>
          <p:cNvSpPr>
            <a:spLocks noChangeArrowheads="1"/>
          </p:cNvSpPr>
          <p:nvPr/>
        </p:nvSpPr>
        <p:spPr bwMode="auto">
          <a:xfrm>
            <a:off x="8333384" y="2939593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22" name="TextBox 3"/>
          <p:cNvSpPr txBox="1"/>
          <p:nvPr/>
        </p:nvSpPr>
        <p:spPr>
          <a:xfrm>
            <a:off x="8650986" y="291078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</a:t>
            </a:r>
            <a:endParaRPr lang="en-US" dirty="0"/>
          </a:p>
        </p:txBody>
      </p:sp>
      <p:sp>
        <p:nvSpPr>
          <p:cNvPr id="7323" name="Rectangle 4"/>
          <p:cNvSpPr>
            <a:spLocks noChangeArrowheads="1"/>
          </p:cNvSpPr>
          <p:nvPr/>
        </p:nvSpPr>
        <p:spPr bwMode="auto">
          <a:xfrm>
            <a:off x="878255" y="3217354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24" name="TextBox 3"/>
          <p:cNvSpPr txBox="1"/>
          <p:nvPr/>
        </p:nvSpPr>
        <p:spPr>
          <a:xfrm>
            <a:off x="827455" y="318855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8470440</a:t>
            </a:r>
            <a:endParaRPr lang="en-US" dirty="0"/>
          </a:p>
        </p:txBody>
      </p:sp>
      <p:sp>
        <p:nvSpPr>
          <p:cNvPr id="7325" name="Rectangle 4"/>
          <p:cNvSpPr>
            <a:spLocks noChangeArrowheads="1"/>
          </p:cNvSpPr>
          <p:nvPr/>
        </p:nvSpPr>
        <p:spPr bwMode="auto">
          <a:xfrm>
            <a:off x="1365758" y="3217354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26" name="TextBox 3"/>
          <p:cNvSpPr txBox="1"/>
          <p:nvPr/>
        </p:nvSpPr>
        <p:spPr>
          <a:xfrm>
            <a:off x="1314958" y="3188551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Social </a:t>
            </a:r>
            <a:endParaRPr lang="en-US" dirty="0"/>
          </a:p>
        </p:txBody>
      </p:sp>
      <p:sp>
        <p:nvSpPr>
          <p:cNvPr id="7327" name="TextBox 3"/>
          <p:cNvSpPr txBox="1"/>
          <p:nvPr/>
        </p:nvSpPr>
        <p:spPr>
          <a:xfrm>
            <a:off x="1314958" y="3306000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Sciences</a:t>
            </a:r>
            <a:endParaRPr lang="en-US" dirty="0"/>
          </a:p>
        </p:txBody>
      </p:sp>
      <p:sp>
        <p:nvSpPr>
          <p:cNvPr id="7328" name="Rectangle 4"/>
          <p:cNvSpPr>
            <a:spLocks noChangeArrowheads="1"/>
          </p:cNvSpPr>
          <p:nvPr/>
        </p:nvSpPr>
        <p:spPr bwMode="auto">
          <a:xfrm>
            <a:off x="2163546" y="3217354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29" name="TextBox 3"/>
          <p:cNvSpPr txBox="1"/>
          <p:nvPr/>
        </p:nvSpPr>
        <p:spPr>
          <a:xfrm>
            <a:off x="2112746" y="318855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7330" name="Rectangle 4"/>
          <p:cNvSpPr>
            <a:spLocks noChangeArrowheads="1"/>
          </p:cNvSpPr>
          <p:nvPr/>
        </p:nvSpPr>
        <p:spPr bwMode="auto">
          <a:xfrm>
            <a:off x="2622702" y="3217354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31" name="TextBox 3"/>
          <p:cNvSpPr txBox="1"/>
          <p:nvPr/>
        </p:nvSpPr>
        <p:spPr>
          <a:xfrm>
            <a:off x="2571902" y="3188551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7332" name="TextBox 3"/>
          <p:cNvSpPr txBox="1"/>
          <p:nvPr/>
        </p:nvSpPr>
        <p:spPr>
          <a:xfrm>
            <a:off x="2571902" y="3306000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7333" name="Rectangle 4"/>
          <p:cNvSpPr>
            <a:spLocks noChangeArrowheads="1"/>
          </p:cNvSpPr>
          <p:nvPr/>
        </p:nvSpPr>
        <p:spPr bwMode="auto">
          <a:xfrm>
            <a:off x="3680282" y="3217354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34" name="TextBox 3"/>
          <p:cNvSpPr txBox="1"/>
          <p:nvPr/>
        </p:nvSpPr>
        <p:spPr>
          <a:xfrm>
            <a:off x="3629482" y="318855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847.8470440.1.416110.000000.847001.100178</a:t>
            </a:r>
            <a:endParaRPr lang="en-US" dirty="0"/>
          </a:p>
        </p:txBody>
      </p:sp>
      <p:sp>
        <p:nvSpPr>
          <p:cNvPr id="7335" name="Rectangle 4"/>
          <p:cNvSpPr>
            <a:spLocks noChangeArrowheads="1"/>
          </p:cNvSpPr>
          <p:nvPr/>
        </p:nvSpPr>
        <p:spPr bwMode="auto">
          <a:xfrm>
            <a:off x="5918962" y="321735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36" name="TextBox 3"/>
          <p:cNvSpPr txBox="1"/>
          <p:nvPr/>
        </p:nvSpPr>
        <p:spPr>
          <a:xfrm>
            <a:off x="6072225" y="318855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480,733</a:t>
            </a:r>
            <a:endParaRPr lang="en-US" dirty="0"/>
          </a:p>
        </p:txBody>
      </p:sp>
      <p:sp>
        <p:nvSpPr>
          <p:cNvPr id="7337" name="Rectangle 4"/>
          <p:cNvSpPr>
            <a:spLocks noChangeArrowheads="1"/>
          </p:cNvSpPr>
          <p:nvPr/>
        </p:nvSpPr>
        <p:spPr bwMode="auto">
          <a:xfrm>
            <a:off x="6566408" y="321735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38" name="TextBox 3"/>
          <p:cNvSpPr txBox="1"/>
          <p:nvPr/>
        </p:nvSpPr>
        <p:spPr>
          <a:xfrm>
            <a:off x="6719671" y="318855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321,281</a:t>
            </a:r>
            <a:endParaRPr lang="en-US" dirty="0"/>
          </a:p>
        </p:txBody>
      </p:sp>
      <p:sp>
        <p:nvSpPr>
          <p:cNvPr id="7339" name="Rectangle 4"/>
          <p:cNvSpPr>
            <a:spLocks noChangeArrowheads="1"/>
          </p:cNvSpPr>
          <p:nvPr/>
        </p:nvSpPr>
        <p:spPr bwMode="auto">
          <a:xfrm>
            <a:off x="7213854" y="321735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40" name="TextBox 3"/>
          <p:cNvSpPr txBox="1"/>
          <p:nvPr/>
        </p:nvSpPr>
        <p:spPr>
          <a:xfrm>
            <a:off x="7367118" y="318855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321,271</a:t>
            </a:r>
            <a:endParaRPr lang="en-US" dirty="0"/>
          </a:p>
        </p:txBody>
      </p:sp>
      <p:sp>
        <p:nvSpPr>
          <p:cNvPr id="7341" name="Rectangle 4"/>
          <p:cNvSpPr>
            <a:spLocks noChangeArrowheads="1"/>
          </p:cNvSpPr>
          <p:nvPr/>
        </p:nvSpPr>
        <p:spPr bwMode="auto">
          <a:xfrm>
            <a:off x="7861300" y="3217354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42" name="Rectangle 4"/>
          <p:cNvSpPr>
            <a:spLocks noChangeArrowheads="1"/>
          </p:cNvSpPr>
          <p:nvPr/>
        </p:nvSpPr>
        <p:spPr bwMode="auto">
          <a:xfrm>
            <a:off x="8094497" y="3217354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43" name="Rectangle 4"/>
          <p:cNvSpPr>
            <a:spLocks noChangeArrowheads="1"/>
          </p:cNvSpPr>
          <p:nvPr/>
        </p:nvSpPr>
        <p:spPr bwMode="auto">
          <a:xfrm>
            <a:off x="8333384" y="3217354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44" name="TextBox 3"/>
          <p:cNvSpPr txBox="1"/>
          <p:nvPr/>
        </p:nvSpPr>
        <p:spPr>
          <a:xfrm>
            <a:off x="8594496" y="3188551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</a:t>
            </a:r>
            <a:endParaRPr lang="en-US" dirty="0"/>
          </a:p>
        </p:txBody>
      </p:sp>
      <p:sp>
        <p:nvSpPr>
          <p:cNvPr id="7345" name="Rectangle 4"/>
          <p:cNvSpPr>
            <a:spLocks noChangeArrowheads="1"/>
          </p:cNvSpPr>
          <p:nvPr/>
        </p:nvSpPr>
        <p:spPr bwMode="auto">
          <a:xfrm>
            <a:off x="878255" y="3495116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46" name="TextBox 3"/>
          <p:cNvSpPr txBox="1"/>
          <p:nvPr/>
        </p:nvSpPr>
        <p:spPr>
          <a:xfrm>
            <a:off x="827455" y="346631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8470440</a:t>
            </a:r>
            <a:endParaRPr lang="en-US" dirty="0"/>
          </a:p>
        </p:txBody>
      </p:sp>
      <p:sp>
        <p:nvSpPr>
          <p:cNvPr id="7347" name="Rectangle 4"/>
          <p:cNvSpPr>
            <a:spLocks noChangeArrowheads="1"/>
          </p:cNvSpPr>
          <p:nvPr/>
        </p:nvSpPr>
        <p:spPr bwMode="auto">
          <a:xfrm>
            <a:off x="1365758" y="3495116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48" name="TextBox 3"/>
          <p:cNvSpPr txBox="1"/>
          <p:nvPr/>
        </p:nvSpPr>
        <p:spPr>
          <a:xfrm>
            <a:off x="1314958" y="3466312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Social </a:t>
            </a:r>
            <a:endParaRPr lang="en-US" dirty="0"/>
          </a:p>
        </p:txBody>
      </p:sp>
      <p:sp>
        <p:nvSpPr>
          <p:cNvPr id="7349" name="TextBox 3"/>
          <p:cNvSpPr txBox="1"/>
          <p:nvPr/>
        </p:nvSpPr>
        <p:spPr>
          <a:xfrm>
            <a:off x="1314958" y="3583762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Sciences</a:t>
            </a:r>
            <a:endParaRPr lang="en-US" dirty="0"/>
          </a:p>
        </p:txBody>
      </p:sp>
      <p:sp>
        <p:nvSpPr>
          <p:cNvPr id="7350" name="Rectangle 4"/>
          <p:cNvSpPr>
            <a:spLocks noChangeArrowheads="1"/>
          </p:cNvSpPr>
          <p:nvPr/>
        </p:nvSpPr>
        <p:spPr bwMode="auto">
          <a:xfrm>
            <a:off x="2163546" y="3495116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51" name="TextBox 3"/>
          <p:cNvSpPr txBox="1"/>
          <p:nvPr/>
        </p:nvSpPr>
        <p:spPr>
          <a:xfrm>
            <a:off x="2112746" y="346631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7352" name="Rectangle 4"/>
          <p:cNvSpPr>
            <a:spLocks noChangeArrowheads="1"/>
          </p:cNvSpPr>
          <p:nvPr/>
        </p:nvSpPr>
        <p:spPr bwMode="auto">
          <a:xfrm>
            <a:off x="2622702" y="3495116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53" name="TextBox 3"/>
          <p:cNvSpPr txBox="1"/>
          <p:nvPr/>
        </p:nvSpPr>
        <p:spPr>
          <a:xfrm>
            <a:off x="2571902" y="3466312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7354" name="TextBox 3"/>
          <p:cNvSpPr txBox="1"/>
          <p:nvPr/>
        </p:nvSpPr>
        <p:spPr>
          <a:xfrm>
            <a:off x="2571902" y="3583762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7355" name="Rectangle 4"/>
          <p:cNvSpPr>
            <a:spLocks noChangeArrowheads="1"/>
          </p:cNvSpPr>
          <p:nvPr/>
        </p:nvSpPr>
        <p:spPr bwMode="auto">
          <a:xfrm>
            <a:off x="3680282" y="3495116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56" name="TextBox 3"/>
          <p:cNvSpPr txBox="1"/>
          <p:nvPr/>
        </p:nvSpPr>
        <p:spPr>
          <a:xfrm>
            <a:off x="3629482" y="346631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847.8470440.1.416310.000000.847001.100178</a:t>
            </a:r>
            <a:endParaRPr lang="en-US" dirty="0"/>
          </a:p>
        </p:txBody>
      </p:sp>
      <p:sp>
        <p:nvSpPr>
          <p:cNvPr id="7357" name="Rectangle 4"/>
          <p:cNvSpPr>
            <a:spLocks noChangeArrowheads="1"/>
          </p:cNvSpPr>
          <p:nvPr/>
        </p:nvSpPr>
        <p:spPr bwMode="auto">
          <a:xfrm>
            <a:off x="5918962" y="349511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58" name="TextBox 3"/>
          <p:cNvSpPr txBox="1"/>
          <p:nvPr/>
        </p:nvSpPr>
        <p:spPr>
          <a:xfrm>
            <a:off x="6072225" y="346631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512,496</a:t>
            </a:r>
            <a:endParaRPr lang="en-US" dirty="0"/>
          </a:p>
        </p:txBody>
      </p:sp>
      <p:sp>
        <p:nvSpPr>
          <p:cNvPr id="7359" name="Rectangle 4"/>
          <p:cNvSpPr>
            <a:spLocks noChangeArrowheads="1"/>
          </p:cNvSpPr>
          <p:nvPr/>
        </p:nvSpPr>
        <p:spPr bwMode="auto">
          <a:xfrm>
            <a:off x="6566408" y="349511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60" name="TextBox 3"/>
          <p:cNvSpPr txBox="1"/>
          <p:nvPr/>
        </p:nvSpPr>
        <p:spPr>
          <a:xfrm>
            <a:off x="6719671" y="346631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539,782</a:t>
            </a:r>
            <a:endParaRPr lang="en-US" dirty="0"/>
          </a:p>
        </p:txBody>
      </p:sp>
      <p:sp>
        <p:nvSpPr>
          <p:cNvPr id="7361" name="Rectangle 4"/>
          <p:cNvSpPr>
            <a:spLocks noChangeArrowheads="1"/>
          </p:cNvSpPr>
          <p:nvPr/>
        </p:nvSpPr>
        <p:spPr bwMode="auto">
          <a:xfrm>
            <a:off x="7213854" y="349511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62" name="TextBox 3"/>
          <p:cNvSpPr txBox="1"/>
          <p:nvPr/>
        </p:nvSpPr>
        <p:spPr>
          <a:xfrm>
            <a:off x="7367118" y="346631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539,781</a:t>
            </a:r>
            <a:endParaRPr lang="en-US" dirty="0"/>
          </a:p>
        </p:txBody>
      </p:sp>
      <p:sp>
        <p:nvSpPr>
          <p:cNvPr id="7363" name="Rectangle 4"/>
          <p:cNvSpPr>
            <a:spLocks noChangeArrowheads="1"/>
          </p:cNvSpPr>
          <p:nvPr/>
        </p:nvSpPr>
        <p:spPr bwMode="auto">
          <a:xfrm>
            <a:off x="7861300" y="3495116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64" name="Rectangle 4"/>
          <p:cNvSpPr>
            <a:spLocks noChangeArrowheads="1"/>
          </p:cNvSpPr>
          <p:nvPr/>
        </p:nvSpPr>
        <p:spPr bwMode="auto">
          <a:xfrm>
            <a:off x="8094497" y="3495116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65" name="Rectangle 4"/>
          <p:cNvSpPr>
            <a:spLocks noChangeArrowheads="1"/>
          </p:cNvSpPr>
          <p:nvPr/>
        </p:nvSpPr>
        <p:spPr bwMode="auto">
          <a:xfrm>
            <a:off x="8333384" y="3495116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66" name="TextBox 3"/>
          <p:cNvSpPr txBox="1"/>
          <p:nvPr/>
        </p:nvSpPr>
        <p:spPr>
          <a:xfrm>
            <a:off x="8650986" y="346631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7367" name="Rectangle 4"/>
          <p:cNvSpPr>
            <a:spLocks noChangeArrowheads="1"/>
          </p:cNvSpPr>
          <p:nvPr/>
        </p:nvSpPr>
        <p:spPr bwMode="auto">
          <a:xfrm>
            <a:off x="878255" y="3772878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368" name="TextBox 3"/>
          <p:cNvSpPr txBox="1"/>
          <p:nvPr/>
        </p:nvSpPr>
        <p:spPr>
          <a:xfrm>
            <a:off x="827455" y="374407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8470440</a:t>
            </a:r>
            <a:endParaRPr lang="en-US" dirty="0"/>
          </a:p>
        </p:txBody>
      </p:sp>
      <p:sp>
        <p:nvSpPr>
          <p:cNvPr id="7369" name="TextBox 3"/>
          <p:cNvSpPr txBox="1"/>
          <p:nvPr/>
        </p:nvSpPr>
        <p:spPr>
          <a:xfrm>
            <a:off x="827455" y="3861524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7370" name="Rectangle 4"/>
          <p:cNvSpPr>
            <a:spLocks noChangeArrowheads="1"/>
          </p:cNvSpPr>
          <p:nvPr/>
        </p:nvSpPr>
        <p:spPr bwMode="auto">
          <a:xfrm>
            <a:off x="1365758" y="3772878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371" name="Rectangle 4"/>
          <p:cNvSpPr>
            <a:spLocks noChangeArrowheads="1"/>
          </p:cNvSpPr>
          <p:nvPr/>
        </p:nvSpPr>
        <p:spPr bwMode="auto">
          <a:xfrm>
            <a:off x="2163546" y="3772878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372" name="Rectangle 4"/>
          <p:cNvSpPr>
            <a:spLocks noChangeArrowheads="1"/>
          </p:cNvSpPr>
          <p:nvPr/>
        </p:nvSpPr>
        <p:spPr bwMode="auto">
          <a:xfrm>
            <a:off x="2622702" y="3772878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373" name="Rectangle 4"/>
          <p:cNvSpPr>
            <a:spLocks noChangeArrowheads="1"/>
          </p:cNvSpPr>
          <p:nvPr/>
        </p:nvSpPr>
        <p:spPr bwMode="auto">
          <a:xfrm>
            <a:off x="3680282" y="3772878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374" name="Rectangle 4"/>
          <p:cNvSpPr>
            <a:spLocks noChangeArrowheads="1"/>
          </p:cNvSpPr>
          <p:nvPr/>
        </p:nvSpPr>
        <p:spPr bwMode="auto">
          <a:xfrm>
            <a:off x="5918962" y="3772878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375" name="TextBox 3"/>
          <p:cNvSpPr txBox="1"/>
          <p:nvPr/>
        </p:nvSpPr>
        <p:spPr>
          <a:xfrm>
            <a:off x="5931001" y="3744074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16,617,857</a:t>
            </a:r>
            <a:endParaRPr lang="en-US" dirty="0"/>
          </a:p>
        </p:txBody>
      </p:sp>
      <p:sp>
        <p:nvSpPr>
          <p:cNvPr id="7376" name="Rectangle 4"/>
          <p:cNvSpPr>
            <a:spLocks noChangeArrowheads="1"/>
          </p:cNvSpPr>
          <p:nvPr/>
        </p:nvSpPr>
        <p:spPr bwMode="auto">
          <a:xfrm>
            <a:off x="6566408" y="3772878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377" name="TextBox 3"/>
          <p:cNvSpPr txBox="1"/>
          <p:nvPr/>
        </p:nvSpPr>
        <p:spPr>
          <a:xfrm>
            <a:off x="6578447" y="3744074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16,377,417</a:t>
            </a:r>
            <a:endParaRPr lang="en-US" dirty="0"/>
          </a:p>
        </p:txBody>
      </p:sp>
      <p:sp>
        <p:nvSpPr>
          <p:cNvPr id="7378" name="Rectangle 4"/>
          <p:cNvSpPr>
            <a:spLocks noChangeArrowheads="1"/>
          </p:cNvSpPr>
          <p:nvPr/>
        </p:nvSpPr>
        <p:spPr bwMode="auto">
          <a:xfrm>
            <a:off x="7213854" y="3772878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379" name="TextBox 3"/>
          <p:cNvSpPr txBox="1"/>
          <p:nvPr/>
        </p:nvSpPr>
        <p:spPr>
          <a:xfrm>
            <a:off x="7225894" y="3744074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16,376,547</a:t>
            </a:r>
            <a:endParaRPr lang="en-US" dirty="0"/>
          </a:p>
        </p:txBody>
      </p:sp>
      <p:sp>
        <p:nvSpPr>
          <p:cNvPr id="7380" name="Rectangle 4"/>
          <p:cNvSpPr>
            <a:spLocks noChangeArrowheads="1"/>
          </p:cNvSpPr>
          <p:nvPr/>
        </p:nvSpPr>
        <p:spPr bwMode="auto">
          <a:xfrm>
            <a:off x="7861300" y="3772878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381" name="Rectangle 4"/>
          <p:cNvSpPr>
            <a:spLocks noChangeArrowheads="1"/>
          </p:cNvSpPr>
          <p:nvPr/>
        </p:nvSpPr>
        <p:spPr bwMode="auto">
          <a:xfrm>
            <a:off x="8094497" y="3772878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382" name="Rectangle 4"/>
          <p:cNvSpPr>
            <a:spLocks noChangeArrowheads="1"/>
          </p:cNvSpPr>
          <p:nvPr/>
        </p:nvSpPr>
        <p:spPr bwMode="auto">
          <a:xfrm>
            <a:off x="8333384" y="3772878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383" name="TextBox 3"/>
          <p:cNvSpPr txBox="1"/>
          <p:nvPr/>
        </p:nvSpPr>
        <p:spPr>
          <a:xfrm>
            <a:off x="8538006" y="3744074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870</a:t>
            </a:r>
            <a:endParaRPr lang="en-US" dirty="0"/>
          </a:p>
        </p:txBody>
      </p:sp>
      <p:sp>
        <p:nvSpPr>
          <p:cNvPr id="7384" name="Rectangle 4"/>
          <p:cNvSpPr>
            <a:spLocks noChangeArrowheads="1"/>
          </p:cNvSpPr>
          <p:nvPr/>
        </p:nvSpPr>
        <p:spPr bwMode="auto">
          <a:xfrm>
            <a:off x="878255" y="4050639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85" name="TextBox 3"/>
          <p:cNvSpPr txBox="1"/>
          <p:nvPr/>
        </p:nvSpPr>
        <p:spPr>
          <a:xfrm>
            <a:off x="827455" y="402183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8470445</a:t>
            </a:r>
            <a:endParaRPr lang="en-US" dirty="0"/>
          </a:p>
        </p:txBody>
      </p:sp>
      <p:sp>
        <p:nvSpPr>
          <p:cNvPr id="7386" name="Rectangle 4"/>
          <p:cNvSpPr>
            <a:spLocks noChangeArrowheads="1"/>
          </p:cNvSpPr>
          <p:nvPr/>
        </p:nvSpPr>
        <p:spPr bwMode="auto">
          <a:xfrm>
            <a:off x="1365758" y="4050639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87" name="TextBox 3"/>
          <p:cNvSpPr txBox="1"/>
          <p:nvPr/>
        </p:nvSpPr>
        <p:spPr>
          <a:xfrm>
            <a:off x="1314958" y="402183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7388" name="TextBox 3"/>
          <p:cNvSpPr txBox="1"/>
          <p:nvPr/>
        </p:nvSpPr>
        <p:spPr>
          <a:xfrm>
            <a:off x="1314958" y="4139285"/>
            <a:ext cx="7536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Mathematics</a:t>
            </a:r>
            <a:endParaRPr lang="en-US" dirty="0"/>
          </a:p>
        </p:txBody>
      </p:sp>
      <p:sp>
        <p:nvSpPr>
          <p:cNvPr id="7389" name="Rectangle 4"/>
          <p:cNvSpPr>
            <a:spLocks noChangeArrowheads="1"/>
          </p:cNvSpPr>
          <p:nvPr/>
        </p:nvSpPr>
        <p:spPr bwMode="auto">
          <a:xfrm>
            <a:off x="2163546" y="4050639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90" name="TextBox 3"/>
          <p:cNvSpPr txBox="1"/>
          <p:nvPr/>
        </p:nvSpPr>
        <p:spPr>
          <a:xfrm>
            <a:off x="2112746" y="402183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7391" name="Rectangle 4"/>
          <p:cNvSpPr>
            <a:spLocks noChangeArrowheads="1"/>
          </p:cNvSpPr>
          <p:nvPr/>
        </p:nvSpPr>
        <p:spPr bwMode="auto">
          <a:xfrm>
            <a:off x="2622702" y="4050639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92" name="TextBox 3"/>
          <p:cNvSpPr txBox="1"/>
          <p:nvPr/>
        </p:nvSpPr>
        <p:spPr>
          <a:xfrm>
            <a:off x="2571902" y="4021835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7393" name="TextBox 3"/>
          <p:cNvSpPr txBox="1"/>
          <p:nvPr/>
        </p:nvSpPr>
        <p:spPr>
          <a:xfrm>
            <a:off x="2571902" y="4139285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7394" name="Rectangle 4"/>
          <p:cNvSpPr>
            <a:spLocks noChangeArrowheads="1"/>
          </p:cNvSpPr>
          <p:nvPr/>
        </p:nvSpPr>
        <p:spPr bwMode="auto">
          <a:xfrm>
            <a:off x="3680282" y="4050639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95" name="TextBox 3"/>
          <p:cNvSpPr txBox="1"/>
          <p:nvPr/>
        </p:nvSpPr>
        <p:spPr>
          <a:xfrm>
            <a:off x="3629482" y="402183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847.8470445.1.412121.000000.847001.100178</a:t>
            </a:r>
            <a:endParaRPr lang="en-US" dirty="0"/>
          </a:p>
        </p:txBody>
      </p:sp>
      <p:sp>
        <p:nvSpPr>
          <p:cNvPr id="7396" name="Rectangle 4"/>
          <p:cNvSpPr>
            <a:spLocks noChangeArrowheads="1"/>
          </p:cNvSpPr>
          <p:nvPr/>
        </p:nvSpPr>
        <p:spPr bwMode="auto">
          <a:xfrm>
            <a:off x="5918962" y="405063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97" name="TextBox 3"/>
          <p:cNvSpPr txBox="1"/>
          <p:nvPr/>
        </p:nvSpPr>
        <p:spPr>
          <a:xfrm>
            <a:off x="5931001" y="4021835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12,908,067</a:t>
            </a:r>
            <a:endParaRPr lang="en-US" dirty="0"/>
          </a:p>
        </p:txBody>
      </p:sp>
      <p:sp>
        <p:nvSpPr>
          <p:cNvPr id="7398" name="Rectangle 4"/>
          <p:cNvSpPr>
            <a:spLocks noChangeArrowheads="1"/>
          </p:cNvSpPr>
          <p:nvPr/>
        </p:nvSpPr>
        <p:spPr bwMode="auto">
          <a:xfrm>
            <a:off x="6566408" y="405063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399" name="TextBox 3"/>
          <p:cNvSpPr txBox="1"/>
          <p:nvPr/>
        </p:nvSpPr>
        <p:spPr>
          <a:xfrm>
            <a:off x="6578447" y="4021835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12,821,713</a:t>
            </a:r>
            <a:endParaRPr lang="en-US" dirty="0"/>
          </a:p>
        </p:txBody>
      </p:sp>
      <p:sp>
        <p:nvSpPr>
          <p:cNvPr id="7400" name="Rectangle 4"/>
          <p:cNvSpPr>
            <a:spLocks noChangeArrowheads="1"/>
          </p:cNvSpPr>
          <p:nvPr/>
        </p:nvSpPr>
        <p:spPr bwMode="auto">
          <a:xfrm>
            <a:off x="7213854" y="405063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01" name="TextBox 3"/>
          <p:cNvSpPr txBox="1"/>
          <p:nvPr/>
        </p:nvSpPr>
        <p:spPr>
          <a:xfrm>
            <a:off x="7225894" y="4021835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12,821,709</a:t>
            </a:r>
            <a:endParaRPr lang="en-US" dirty="0"/>
          </a:p>
        </p:txBody>
      </p:sp>
      <p:sp>
        <p:nvSpPr>
          <p:cNvPr id="7402" name="Rectangle 4"/>
          <p:cNvSpPr>
            <a:spLocks noChangeArrowheads="1"/>
          </p:cNvSpPr>
          <p:nvPr/>
        </p:nvSpPr>
        <p:spPr bwMode="auto">
          <a:xfrm>
            <a:off x="7861300" y="4050639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03" name="Rectangle 4"/>
          <p:cNvSpPr>
            <a:spLocks noChangeArrowheads="1"/>
          </p:cNvSpPr>
          <p:nvPr/>
        </p:nvSpPr>
        <p:spPr bwMode="auto">
          <a:xfrm>
            <a:off x="8094497" y="4050639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04" name="Rectangle 4"/>
          <p:cNvSpPr>
            <a:spLocks noChangeArrowheads="1"/>
          </p:cNvSpPr>
          <p:nvPr/>
        </p:nvSpPr>
        <p:spPr bwMode="auto">
          <a:xfrm>
            <a:off x="8333384" y="4050639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05" name="TextBox 3"/>
          <p:cNvSpPr txBox="1"/>
          <p:nvPr/>
        </p:nvSpPr>
        <p:spPr>
          <a:xfrm>
            <a:off x="8650986" y="402183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</a:t>
            </a:r>
            <a:endParaRPr lang="en-US" dirty="0"/>
          </a:p>
        </p:txBody>
      </p:sp>
      <p:sp>
        <p:nvSpPr>
          <p:cNvPr id="7406" name="Rectangle 4"/>
          <p:cNvSpPr>
            <a:spLocks noChangeArrowheads="1"/>
          </p:cNvSpPr>
          <p:nvPr/>
        </p:nvSpPr>
        <p:spPr bwMode="auto">
          <a:xfrm>
            <a:off x="878255" y="4328401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07" name="TextBox 3"/>
          <p:cNvSpPr txBox="1"/>
          <p:nvPr/>
        </p:nvSpPr>
        <p:spPr>
          <a:xfrm>
            <a:off x="827455" y="429959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8470445</a:t>
            </a:r>
            <a:endParaRPr lang="en-US" dirty="0"/>
          </a:p>
        </p:txBody>
      </p:sp>
      <p:sp>
        <p:nvSpPr>
          <p:cNvPr id="7408" name="Rectangle 4"/>
          <p:cNvSpPr>
            <a:spLocks noChangeArrowheads="1"/>
          </p:cNvSpPr>
          <p:nvPr/>
        </p:nvSpPr>
        <p:spPr bwMode="auto">
          <a:xfrm>
            <a:off x="1365758" y="4328401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09" name="TextBox 3"/>
          <p:cNvSpPr txBox="1"/>
          <p:nvPr/>
        </p:nvSpPr>
        <p:spPr>
          <a:xfrm>
            <a:off x="1314958" y="4299597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7410" name="TextBox 3"/>
          <p:cNvSpPr txBox="1"/>
          <p:nvPr/>
        </p:nvSpPr>
        <p:spPr>
          <a:xfrm>
            <a:off x="1314958" y="4417047"/>
            <a:ext cx="7536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Mathematics</a:t>
            </a:r>
            <a:endParaRPr lang="en-US" dirty="0"/>
          </a:p>
        </p:txBody>
      </p:sp>
      <p:sp>
        <p:nvSpPr>
          <p:cNvPr id="7411" name="Rectangle 4"/>
          <p:cNvSpPr>
            <a:spLocks noChangeArrowheads="1"/>
          </p:cNvSpPr>
          <p:nvPr/>
        </p:nvSpPr>
        <p:spPr bwMode="auto">
          <a:xfrm>
            <a:off x="2163546" y="4328401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12" name="TextBox 3"/>
          <p:cNvSpPr txBox="1"/>
          <p:nvPr/>
        </p:nvSpPr>
        <p:spPr>
          <a:xfrm>
            <a:off x="2112746" y="429959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7413" name="Rectangle 4"/>
          <p:cNvSpPr>
            <a:spLocks noChangeArrowheads="1"/>
          </p:cNvSpPr>
          <p:nvPr/>
        </p:nvSpPr>
        <p:spPr bwMode="auto">
          <a:xfrm>
            <a:off x="2622702" y="4328401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14" name="TextBox 3"/>
          <p:cNvSpPr txBox="1"/>
          <p:nvPr/>
        </p:nvSpPr>
        <p:spPr>
          <a:xfrm>
            <a:off x="2571902" y="4299597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7415" name="TextBox 3"/>
          <p:cNvSpPr txBox="1"/>
          <p:nvPr/>
        </p:nvSpPr>
        <p:spPr>
          <a:xfrm>
            <a:off x="2571902" y="4417047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7416" name="TextBox 3"/>
          <p:cNvSpPr txBox="1"/>
          <p:nvPr/>
        </p:nvSpPr>
        <p:spPr>
          <a:xfrm>
            <a:off x="2571902" y="4534497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7417" name="Rectangle 4"/>
          <p:cNvSpPr>
            <a:spLocks noChangeArrowheads="1"/>
          </p:cNvSpPr>
          <p:nvPr/>
        </p:nvSpPr>
        <p:spPr bwMode="auto">
          <a:xfrm>
            <a:off x="3680282" y="4328401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18" name="TextBox 3"/>
          <p:cNvSpPr txBox="1"/>
          <p:nvPr/>
        </p:nvSpPr>
        <p:spPr>
          <a:xfrm>
            <a:off x="3629482" y="429959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847.8470445.1.412125.000000.847001.100178</a:t>
            </a:r>
            <a:endParaRPr lang="en-US" dirty="0"/>
          </a:p>
        </p:txBody>
      </p:sp>
      <p:sp>
        <p:nvSpPr>
          <p:cNvPr id="7419" name="Rectangle 4"/>
          <p:cNvSpPr>
            <a:spLocks noChangeArrowheads="1"/>
          </p:cNvSpPr>
          <p:nvPr/>
        </p:nvSpPr>
        <p:spPr bwMode="auto">
          <a:xfrm>
            <a:off x="5918962" y="432840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20" name="TextBox 3"/>
          <p:cNvSpPr txBox="1"/>
          <p:nvPr/>
        </p:nvSpPr>
        <p:spPr>
          <a:xfrm>
            <a:off x="5987491" y="429959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9,172,090</a:t>
            </a:r>
            <a:endParaRPr lang="en-US" dirty="0"/>
          </a:p>
        </p:txBody>
      </p:sp>
      <p:sp>
        <p:nvSpPr>
          <p:cNvPr id="7421" name="Rectangle 4"/>
          <p:cNvSpPr>
            <a:spLocks noChangeArrowheads="1"/>
          </p:cNvSpPr>
          <p:nvPr/>
        </p:nvSpPr>
        <p:spPr bwMode="auto">
          <a:xfrm>
            <a:off x="6566408" y="432840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22" name="TextBox 3"/>
          <p:cNvSpPr txBox="1"/>
          <p:nvPr/>
        </p:nvSpPr>
        <p:spPr>
          <a:xfrm>
            <a:off x="6634937" y="429959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9,883,699</a:t>
            </a:r>
            <a:endParaRPr lang="en-US" dirty="0"/>
          </a:p>
        </p:txBody>
      </p:sp>
      <p:sp>
        <p:nvSpPr>
          <p:cNvPr id="7423" name="Rectangle 4"/>
          <p:cNvSpPr>
            <a:spLocks noChangeArrowheads="1"/>
          </p:cNvSpPr>
          <p:nvPr/>
        </p:nvSpPr>
        <p:spPr bwMode="auto">
          <a:xfrm>
            <a:off x="7213854" y="432840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24" name="TextBox 3"/>
          <p:cNvSpPr txBox="1"/>
          <p:nvPr/>
        </p:nvSpPr>
        <p:spPr>
          <a:xfrm>
            <a:off x="7282383" y="429959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9,883,698</a:t>
            </a:r>
            <a:endParaRPr lang="en-US" dirty="0"/>
          </a:p>
        </p:txBody>
      </p:sp>
      <p:sp>
        <p:nvSpPr>
          <p:cNvPr id="7425" name="Rectangle 4"/>
          <p:cNvSpPr>
            <a:spLocks noChangeArrowheads="1"/>
          </p:cNvSpPr>
          <p:nvPr/>
        </p:nvSpPr>
        <p:spPr bwMode="auto">
          <a:xfrm>
            <a:off x="7861300" y="4328401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26" name="Rectangle 4"/>
          <p:cNvSpPr>
            <a:spLocks noChangeArrowheads="1"/>
          </p:cNvSpPr>
          <p:nvPr/>
        </p:nvSpPr>
        <p:spPr bwMode="auto">
          <a:xfrm>
            <a:off x="8094497" y="4328401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27" name="Rectangle 4"/>
          <p:cNvSpPr>
            <a:spLocks noChangeArrowheads="1"/>
          </p:cNvSpPr>
          <p:nvPr/>
        </p:nvSpPr>
        <p:spPr bwMode="auto">
          <a:xfrm>
            <a:off x="8333384" y="4328401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28" name="TextBox 3"/>
          <p:cNvSpPr txBox="1"/>
          <p:nvPr/>
        </p:nvSpPr>
        <p:spPr>
          <a:xfrm>
            <a:off x="8650986" y="429959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7429" name="Rectangle 4"/>
          <p:cNvSpPr>
            <a:spLocks noChangeArrowheads="1"/>
          </p:cNvSpPr>
          <p:nvPr/>
        </p:nvSpPr>
        <p:spPr bwMode="auto">
          <a:xfrm>
            <a:off x="878255" y="4723612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30" name="TextBox 3"/>
          <p:cNvSpPr txBox="1"/>
          <p:nvPr/>
        </p:nvSpPr>
        <p:spPr>
          <a:xfrm>
            <a:off x="827455" y="469480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8470445</a:t>
            </a:r>
            <a:endParaRPr lang="en-US" dirty="0"/>
          </a:p>
        </p:txBody>
      </p:sp>
      <p:sp>
        <p:nvSpPr>
          <p:cNvPr id="7431" name="Rectangle 4"/>
          <p:cNvSpPr>
            <a:spLocks noChangeArrowheads="1"/>
          </p:cNvSpPr>
          <p:nvPr/>
        </p:nvSpPr>
        <p:spPr bwMode="auto">
          <a:xfrm>
            <a:off x="1365758" y="4723612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32" name="TextBox 3"/>
          <p:cNvSpPr txBox="1"/>
          <p:nvPr/>
        </p:nvSpPr>
        <p:spPr>
          <a:xfrm>
            <a:off x="1314958" y="4694809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7433" name="TextBox 3"/>
          <p:cNvSpPr txBox="1"/>
          <p:nvPr/>
        </p:nvSpPr>
        <p:spPr>
          <a:xfrm>
            <a:off x="1314958" y="4812258"/>
            <a:ext cx="7536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Mathematics</a:t>
            </a:r>
            <a:endParaRPr lang="en-US" dirty="0"/>
          </a:p>
        </p:txBody>
      </p:sp>
      <p:sp>
        <p:nvSpPr>
          <p:cNvPr id="7434" name="Rectangle 4"/>
          <p:cNvSpPr>
            <a:spLocks noChangeArrowheads="1"/>
          </p:cNvSpPr>
          <p:nvPr/>
        </p:nvSpPr>
        <p:spPr bwMode="auto">
          <a:xfrm>
            <a:off x="2163546" y="4723612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35" name="TextBox 3"/>
          <p:cNvSpPr txBox="1"/>
          <p:nvPr/>
        </p:nvSpPr>
        <p:spPr>
          <a:xfrm>
            <a:off x="2112746" y="469480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412521</a:t>
            </a:r>
            <a:endParaRPr lang="en-US" dirty="0"/>
          </a:p>
        </p:txBody>
      </p:sp>
      <p:sp>
        <p:nvSpPr>
          <p:cNvPr id="7436" name="Rectangle 4"/>
          <p:cNvSpPr>
            <a:spLocks noChangeArrowheads="1"/>
          </p:cNvSpPr>
          <p:nvPr/>
        </p:nvSpPr>
        <p:spPr bwMode="auto">
          <a:xfrm>
            <a:off x="2622702" y="4723612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37" name="TextBox 3"/>
          <p:cNvSpPr txBox="1"/>
          <p:nvPr/>
        </p:nvSpPr>
        <p:spPr>
          <a:xfrm>
            <a:off x="2571902" y="4694809"/>
            <a:ext cx="8496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 </a:t>
            </a:r>
            <a:endParaRPr lang="en-US" dirty="0"/>
          </a:p>
        </p:txBody>
      </p:sp>
      <p:sp>
        <p:nvSpPr>
          <p:cNvPr id="7438" name="TextBox 3"/>
          <p:cNvSpPr txBox="1"/>
          <p:nvPr/>
        </p:nvSpPr>
        <p:spPr>
          <a:xfrm>
            <a:off x="2571902" y="4812258"/>
            <a:ext cx="1120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 (including </a:t>
            </a:r>
            <a:endParaRPr lang="en-US" dirty="0"/>
          </a:p>
        </p:txBody>
      </p:sp>
      <p:sp>
        <p:nvSpPr>
          <p:cNvPr id="7439" name="TextBox 3"/>
          <p:cNvSpPr txBox="1"/>
          <p:nvPr/>
        </p:nvSpPr>
        <p:spPr>
          <a:xfrm>
            <a:off x="2571902" y="492970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Mansab)</a:t>
            </a:r>
            <a:endParaRPr lang="en-US" dirty="0"/>
          </a:p>
        </p:txBody>
      </p:sp>
      <p:sp>
        <p:nvSpPr>
          <p:cNvPr id="7440" name="Rectangle 4"/>
          <p:cNvSpPr>
            <a:spLocks noChangeArrowheads="1"/>
          </p:cNvSpPr>
          <p:nvPr/>
        </p:nvSpPr>
        <p:spPr bwMode="auto">
          <a:xfrm>
            <a:off x="3680282" y="4723612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41" name="TextBox 3"/>
          <p:cNvSpPr txBox="1"/>
          <p:nvPr/>
        </p:nvSpPr>
        <p:spPr>
          <a:xfrm>
            <a:off x="3629482" y="469480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847.8470445.1.412521.000000.847001.100178</a:t>
            </a:r>
            <a:endParaRPr lang="en-US" dirty="0"/>
          </a:p>
        </p:txBody>
      </p:sp>
      <p:sp>
        <p:nvSpPr>
          <p:cNvPr id="7442" name="Rectangle 4"/>
          <p:cNvSpPr>
            <a:spLocks noChangeArrowheads="1"/>
          </p:cNvSpPr>
          <p:nvPr/>
        </p:nvSpPr>
        <p:spPr bwMode="auto">
          <a:xfrm>
            <a:off x="5918962" y="472361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43" name="TextBox 3"/>
          <p:cNvSpPr txBox="1"/>
          <p:nvPr/>
        </p:nvSpPr>
        <p:spPr>
          <a:xfrm>
            <a:off x="6072225" y="469480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120,518</a:t>
            </a:r>
            <a:endParaRPr lang="en-US" dirty="0"/>
          </a:p>
        </p:txBody>
      </p:sp>
      <p:sp>
        <p:nvSpPr>
          <p:cNvPr id="7444" name="Rectangle 4"/>
          <p:cNvSpPr>
            <a:spLocks noChangeArrowheads="1"/>
          </p:cNvSpPr>
          <p:nvPr/>
        </p:nvSpPr>
        <p:spPr bwMode="auto">
          <a:xfrm>
            <a:off x="6566408" y="472361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45" name="TextBox 3"/>
          <p:cNvSpPr txBox="1"/>
          <p:nvPr/>
        </p:nvSpPr>
        <p:spPr>
          <a:xfrm>
            <a:off x="6719671" y="469480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135,338</a:t>
            </a:r>
            <a:endParaRPr lang="en-US" dirty="0"/>
          </a:p>
        </p:txBody>
      </p:sp>
      <p:sp>
        <p:nvSpPr>
          <p:cNvPr id="7446" name="Rectangle 4"/>
          <p:cNvSpPr>
            <a:spLocks noChangeArrowheads="1"/>
          </p:cNvSpPr>
          <p:nvPr/>
        </p:nvSpPr>
        <p:spPr bwMode="auto">
          <a:xfrm>
            <a:off x="7213854" y="472361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47" name="TextBox 3"/>
          <p:cNvSpPr txBox="1"/>
          <p:nvPr/>
        </p:nvSpPr>
        <p:spPr>
          <a:xfrm>
            <a:off x="7367118" y="469480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135,333</a:t>
            </a:r>
            <a:endParaRPr lang="en-US" dirty="0"/>
          </a:p>
        </p:txBody>
      </p:sp>
      <p:sp>
        <p:nvSpPr>
          <p:cNvPr id="7448" name="Rectangle 4"/>
          <p:cNvSpPr>
            <a:spLocks noChangeArrowheads="1"/>
          </p:cNvSpPr>
          <p:nvPr/>
        </p:nvSpPr>
        <p:spPr bwMode="auto">
          <a:xfrm>
            <a:off x="7861300" y="4723612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49" name="Rectangle 4"/>
          <p:cNvSpPr>
            <a:spLocks noChangeArrowheads="1"/>
          </p:cNvSpPr>
          <p:nvPr/>
        </p:nvSpPr>
        <p:spPr bwMode="auto">
          <a:xfrm>
            <a:off x="8094497" y="4723612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50" name="Rectangle 4"/>
          <p:cNvSpPr>
            <a:spLocks noChangeArrowheads="1"/>
          </p:cNvSpPr>
          <p:nvPr/>
        </p:nvSpPr>
        <p:spPr bwMode="auto">
          <a:xfrm>
            <a:off x="8333384" y="4723612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51" name="TextBox 3"/>
          <p:cNvSpPr txBox="1"/>
          <p:nvPr/>
        </p:nvSpPr>
        <p:spPr>
          <a:xfrm>
            <a:off x="8650986" y="469480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</a:t>
            </a:r>
            <a:endParaRPr lang="en-US" dirty="0"/>
          </a:p>
        </p:txBody>
      </p:sp>
      <p:sp>
        <p:nvSpPr>
          <p:cNvPr id="7452" name="Rectangle 4"/>
          <p:cNvSpPr>
            <a:spLocks noChangeArrowheads="1"/>
          </p:cNvSpPr>
          <p:nvPr/>
        </p:nvSpPr>
        <p:spPr bwMode="auto">
          <a:xfrm>
            <a:off x="878255" y="5118824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53" name="TextBox 3"/>
          <p:cNvSpPr txBox="1"/>
          <p:nvPr/>
        </p:nvSpPr>
        <p:spPr>
          <a:xfrm>
            <a:off x="827455" y="509002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8470445</a:t>
            </a:r>
            <a:endParaRPr lang="en-US" dirty="0"/>
          </a:p>
        </p:txBody>
      </p:sp>
      <p:sp>
        <p:nvSpPr>
          <p:cNvPr id="7454" name="Rectangle 4"/>
          <p:cNvSpPr>
            <a:spLocks noChangeArrowheads="1"/>
          </p:cNvSpPr>
          <p:nvPr/>
        </p:nvSpPr>
        <p:spPr bwMode="auto">
          <a:xfrm>
            <a:off x="1365758" y="5118824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55" name="TextBox 3"/>
          <p:cNvSpPr txBox="1"/>
          <p:nvPr/>
        </p:nvSpPr>
        <p:spPr>
          <a:xfrm>
            <a:off x="1314958" y="5090020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7456" name="TextBox 3"/>
          <p:cNvSpPr txBox="1"/>
          <p:nvPr/>
        </p:nvSpPr>
        <p:spPr>
          <a:xfrm>
            <a:off x="1314958" y="5207470"/>
            <a:ext cx="7536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Mathematics</a:t>
            </a:r>
            <a:endParaRPr lang="en-US" dirty="0"/>
          </a:p>
        </p:txBody>
      </p:sp>
      <p:sp>
        <p:nvSpPr>
          <p:cNvPr id="7457" name="Rectangle 4"/>
          <p:cNvSpPr>
            <a:spLocks noChangeArrowheads="1"/>
          </p:cNvSpPr>
          <p:nvPr/>
        </p:nvSpPr>
        <p:spPr bwMode="auto">
          <a:xfrm>
            <a:off x="2163546" y="5118824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58" name="TextBox 3"/>
          <p:cNvSpPr txBox="1"/>
          <p:nvPr/>
        </p:nvSpPr>
        <p:spPr>
          <a:xfrm>
            <a:off x="2112746" y="509002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7459" name="Rectangle 4"/>
          <p:cNvSpPr>
            <a:spLocks noChangeArrowheads="1"/>
          </p:cNvSpPr>
          <p:nvPr/>
        </p:nvSpPr>
        <p:spPr bwMode="auto">
          <a:xfrm>
            <a:off x="2622702" y="5118824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60" name="TextBox 3"/>
          <p:cNvSpPr txBox="1"/>
          <p:nvPr/>
        </p:nvSpPr>
        <p:spPr>
          <a:xfrm>
            <a:off x="2571902" y="5090020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7461" name="TextBox 3"/>
          <p:cNvSpPr txBox="1"/>
          <p:nvPr/>
        </p:nvSpPr>
        <p:spPr>
          <a:xfrm>
            <a:off x="2571902" y="5207470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7462" name="Rectangle 4"/>
          <p:cNvSpPr>
            <a:spLocks noChangeArrowheads="1"/>
          </p:cNvSpPr>
          <p:nvPr/>
        </p:nvSpPr>
        <p:spPr bwMode="auto">
          <a:xfrm>
            <a:off x="3680282" y="5118824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63" name="TextBox 3"/>
          <p:cNvSpPr txBox="1"/>
          <p:nvPr/>
        </p:nvSpPr>
        <p:spPr>
          <a:xfrm>
            <a:off x="3629482" y="509002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847.8470445.1.412534.000000.847001.100178</a:t>
            </a:r>
            <a:endParaRPr lang="en-US" dirty="0"/>
          </a:p>
        </p:txBody>
      </p:sp>
      <p:sp>
        <p:nvSpPr>
          <p:cNvPr id="7464" name="Rectangle 4"/>
          <p:cNvSpPr>
            <a:spLocks noChangeArrowheads="1"/>
          </p:cNvSpPr>
          <p:nvPr/>
        </p:nvSpPr>
        <p:spPr bwMode="auto">
          <a:xfrm>
            <a:off x="5918962" y="511882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65" name="TextBox 3"/>
          <p:cNvSpPr txBox="1"/>
          <p:nvPr/>
        </p:nvSpPr>
        <p:spPr>
          <a:xfrm>
            <a:off x="5987491" y="509002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1,240,824</a:t>
            </a:r>
            <a:endParaRPr lang="en-US" dirty="0"/>
          </a:p>
        </p:txBody>
      </p:sp>
      <p:sp>
        <p:nvSpPr>
          <p:cNvPr id="7466" name="Rectangle 4"/>
          <p:cNvSpPr>
            <a:spLocks noChangeArrowheads="1"/>
          </p:cNvSpPr>
          <p:nvPr/>
        </p:nvSpPr>
        <p:spPr bwMode="auto">
          <a:xfrm>
            <a:off x="6566408" y="511882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67" name="TextBox 3"/>
          <p:cNvSpPr txBox="1"/>
          <p:nvPr/>
        </p:nvSpPr>
        <p:spPr>
          <a:xfrm>
            <a:off x="6634937" y="509002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1,231,024</a:t>
            </a:r>
            <a:endParaRPr lang="en-US" dirty="0"/>
          </a:p>
        </p:txBody>
      </p:sp>
      <p:sp>
        <p:nvSpPr>
          <p:cNvPr id="7468" name="Rectangle 4"/>
          <p:cNvSpPr>
            <a:spLocks noChangeArrowheads="1"/>
          </p:cNvSpPr>
          <p:nvPr/>
        </p:nvSpPr>
        <p:spPr bwMode="auto">
          <a:xfrm>
            <a:off x="7213854" y="511882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69" name="TextBox 3"/>
          <p:cNvSpPr txBox="1"/>
          <p:nvPr/>
        </p:nvSpPr>
        <p:spPr>
          <a:xfrm>
            <a:off x="7282383" y="509002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1,231,016</a:t>
            </a:r>
            <a:endParaRPr lang="en-US" dirty="0"/>
          </a:p>
        </p:txBody>
      </p:sp>
      <p:sp>
        <p:nvSpPr>
          <p:cNvPr id="7470" name="Rectangle 4"/>
          <p:cNvSpPr>
            <a:spLocks noChangeArrowheads="1"/>
          </p:cNvSpPr>
          <p:nvPr/>
        </p:nvSpPr>
        <p:spPr bwMode="auto">
          <a:xfrm>
            <a:off x="7861300" y="5118824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71" name="Rectangle 4"/>
          <p:cNvSpPr>
            <a:spLocks noChangeArrowheads="1"/>
          </p:cNvSpPr>
          <p:nvPr/>
        </p:nvSpPr>
        <p:spPr bwMode="auto">
          <a:xfrm>
            <a:off x="8094497" y="5118824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72" name="Rectangle 4"/>
          <p:cNvSpPr>
            <a:spLocks noChangeArrowheads="1"/>
          </p:cNvSpPr>
          <p:nvPr/>
        </p:nvSpPr>
        <p:spPr bwMode="auto">
          <a:xfrm>
            <a:off x="8333384" y="5118824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73" name="TextBox 3"/>
          <p:cNvSpPr txBox="1"/>
          <p:nvPr/>
        </p:nvSpPr>
        <p:spPr>
          <a:xfrm>
            <a:off x="8650986" y="509002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</a:t>
            </a:r>
            <a:endParaRPr lang="en-US" dirty="0"/>
          </a:p>
        </p:txBody>
      </p:sp>
      <p:sp>
        <p:nvSpPr>
          <p:cNvPr id="7474" name="Rectangle 4"/>
          <p:cNvSpPr>
            <a:spLocks noChangeArrowheads="1"/>
          </p:cNvSpPr>
          <p:nvPr/>
        </p:nvSpPr>
        <p:spPr bwMode="auto">
          <a:xfrm>
            <a:off x="878255" y="5396585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75" name="TextBox 3"/>
          <p:cNvSpPr txBox="1"/>
          <p:nvPr/>
        </p:nvSpPr>
        <p:spPr>
          <a:xfrm>
            <a:off x="827455" y="536778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8470445</a:t>
            </a:r>
            <a:endParaRPr lang="en-US" dirty="0"/>
          </a:p>
        </p:txBody>
      </p:sp>
      <p:sp>
        <p:nvSpPr>
          <p:cNvPr id="7476" name="Rectangle 4"/>
          <p:cNvSpPr>
            <a:spLocks noChangeArrowheads="1"/>
          </p:cNvSpPr>
          <p:nvPr/>
        </p:nvSpPr>
        <p:spPr bwMode="auto">
          <a:xfrm>
            <a:off x="1365758" y="5396585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77" name="TextBox 3"/>
          <p:cNvSpPr txBox="1"/>
          <p:nvPr/>
        </p:nvSpPr>
        <p:spPr>
          <a:xfrm>
            <a:off x="1314958" y="5367782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7478" name="TextBox 3"/>
          <p:cNvSpPr txBox="1"/>
          <p:nvPr/>
        </p:nvSpPr>
        <p:spPr>
          <a:xfrm>
            <a:off x="1314958" y="5485231"/>
            <a:ext cx="7536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Mathematics</a:t>
            </a:r>
            <a:endParaRPr lang="en-US" dirty="0"/>
          </a:p>
        </p:txBody>
      </p:sp>
      <p:sp>
        <p:nvSpPr>
          <p:cNvPr id="7479" name="Rectangle 4"/>
          <p:cNvSpPr>
            <a:spLocks noChangeArrowheads="1"/>
          </p:cNvSpPr>
          <p:nvPr/>
        </p:nvSpPr>
        <p:spPr bwMode="auto">
          <a:xfrm>
            <a:off x="2163546" y="5396585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80" name="TextBox 3"/>
          <p:cNvSpPr txBox="1"/>
          <p:nvPr/>
        </p:nvSpPr>
        <p:spPr>
          <a:xfrm>
            <a:off x="2112746" y="536778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7481" name="Rectangle 4"/>
          <p:cNvSpPr>
            <a:spLocks noChangeArrowheads="1"/>
          </p:cNvSpPr>
          <p:nvPr/>
        </p:nvSpPr>
        <p:spPr bwMode="auto">
          <a:xfrm>
            <a:off x="2622702" y="5396585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82" name="TextBox 3"/>
          <p:cNvSpPr txBox="1"/>
          <p:nvPr/>
        </p:nvSpPr>
        <p:spPr>
          <a:xfrm>
            <a:off x="2571902" y="5367782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7483" name="Rectangle 4"/>
          <p:cNvSpPr>
            <a:spLocks noChangeArrowheads="1"/>
          </p:cNvSpPr>
          <p:nvPr/>
        </p:nvSpPr>
        <p:spPr bwMode="auto">
          <a:xfrm>
            <a:off x="3680282" y="5396585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84" name="TextBox 3"/>
          <p:cNvSpPr txBox="1"/>
          <p:nvPr/>
        </p:nvSpPr>
        <p:spPr>
          <a:xfrm>
            <a:off x="3629482" y="536778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847.8470445.1.412546.000000.847001.100178</a:t>
            </a:r>
            <a:endParaRPr lang="en-US" dirty="0"/>
          </a:p>
        </p:txBody>
      </p:sp>
      <p:sp>
        <p:nvSpPr>
          <p:cNvPr id="7485" name="Rectangle 4"/>
          <p:cNvSpPr>
            <a:spLocks noChangeArrowheads="1"/>
          </p:cNvSpPr>
          <p:nvPr/>
        </p:nvSpPr>
        <p:spPr bwMode="auto">
          <a:xfrm>
            <a:off x="5918962" y="539658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86" name="TextBox 3"/>
          <p:cNvSpPr txBox="1"/>
          <p:nvPr/>
        </p:nvSpPr>
        <p:spPr>
          <a:xfrm>
            <a:off x="6128715" y="536778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16,162</a:t>
            </a:r>
            <a:endParaRPr lang="en-US" dirty="0"/>
          </a:p>
        </p:txBody>
      </p:sp>
      <p:sp>
        <p:nvSpPr>
          <p:cNvPr id="7487" name="Rectangle 4"/>
          <p:cNvSpPr>
            <a:spLocks noChangeArrowheads="1"/>
          </p:cNvSpPr>
          <p:nvPr/>
        </p:nvSpPr>
        <p:spPr bwMode="auto">
          <a:xfrm>
            <a:off x="6566408" y="539658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88" name="TextBox 3"/>
          <p:cNvSpPr txBox="1"/>
          <p:nvPr/>
        </p:nvSpPr>
        <p:spPr>
          <a:xfrm>
            <a:off x="6776161" y="536778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16,162</a:t>
            </a:r>
            <a:endParaRPr lang="en-US" dirty="0"/>
          </a:p>
        </p:txBody>
      </p:sp>
      <p:sp>
        <p:nvSpPr>
          <p:cNvPr id="7489" name="Rectangle 4"/>
          <p:cNvSpPr>
            <a:spLocks noChangeArrowheads="1"/>
          </p:cNvSpPr>
          <p:nvPr/>
        </p:nvSpPr>
        <p:spPr bwMode="auto">
          <a:xfrm>
            <a:off x="7213854" y="539658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90" name="TextBox 3"/>
          <p:cNvSpPr txBox="1"/>
          <p:nvPr/>
        </p:nvSpPr>
        <p:spPr>
          <a:xfrm>
            <a:off x="7423607" y="536778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16,092</a:t>
            </a:r>
            <a:endParaRPr lang="en-US" dirty="0"/>
          </a:p>
        </p:txBody>
      </p:sp>
      <p:sp>
        <p:nvSpPr>
          <p:cNvPr id="7491" name="Rectangle 4"/>
          <p:cNvSpPr>
            <a:spLocks noChangeArrowheads="1"/>
          </p:cNvSpPr>
          <p:nvPr/>
        </p:nvSpPr>
        <p:spPr bwMode="auto">
          <a:xfrm>
            <a:off x="7861300" y="5396585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92" name="Rectangle 4"/>
          <p:cNvSpPr>
            <a:spLocks noChangeArrowheads="1"/>
          </p:cNvSpPr>
          <p:nvPr/>
        </p:nvSpPr>
        <p:spPr bwMode="auto">
          <a:xfrm>
            <a:off x="8094497" y="5396585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93" name="Rectangle 4"/>
          <p:cNvSpPr>
            <a:spLocks noChangeArrowheads="1"/>
          </p:cNvSpPr>
          <p:nvPr/>
        </p:nvSpPr>
        <p:spPr bwMode="auto">
          <a:xfrm>
            <a:off x="8333384" y="5396585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94" name="TextBox 3"/>
          <p:cNvSpPr txBox="1"/>
          <p:nvPr/>
        </p:nvSpPr>
        <p:spPr>
          <a:xfrm>
            <a:off x="8594496" y="5367782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70</a:t>
            </a:r>
            <a:endParaRPr lang="en-US" dirty="0"/>
          </a:p>
        </p:txBody>
      </p:sp>
      <p:sp>
        <p:nvSpPr>
          <p:cNvPr id="7495" name="Rectangle 4"/>
          <p:cNvSpPr>
            <a:spLocks noChangeArrowheads="1"/>
          </p:cNvSpPr>
          <p:nvPr/>
        </p:nvSpPr>
        <p:spPr bwMode="auto">
          <a:xfrm>
            <a:off x="878255" y="5674347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96" name="TextBox 3"/>
          <p:cNvSpPr txBox="1"/>
          <p:nvPr/>
        </p:nvSpPr>
        <p:spPr>
          <a:xfrm>
            <a:off x="827455" y="564554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8470445</a:t>
            </a:r>
            <a:endParaRPr lang="en-US" dirty="0"/>
          </a:p>
        </p:txBody>
      </p:sp>
      <p:sp>
        <p:nvSpPr>
          <p:cNvPr id="7497" name="Rectangle 4"/>
          <p:cNvSpPr>
            <a:spLocks noChangeArrowheads="1"/>
          </p:cNvSpPr>
          <p:nvPr/>
        </p:nvSpPr>
        <p:spPr bwMode="auto">
          <a:xfrm>
            <a:off x="1365758" y="5674347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498" name="TextBox 3"/>
          <p:cNvSpPr txBox="1"/>
          <p:nvPr/>
        </p:nvSpPr>
        <p:spPr>
          <a:xfrm>
            <a:off x="1314958" y="564554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7499" name="TextBox 3"/>
          <p:cNvSpPr txBox="1"/>
          <p:nvPr/>
        </p:nvSpPr>
        <p:spPr>
          <a:xfrm>
            <a:off x="1314958" y="5762993"/>
            <a:ext cx="7536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Mathematics</a:t>
            </a:r>
            <a:endParaRPr lang="en-US" dirty="0"/>
          </a:p>
        </p:txBody>
      </p:sp>
      <p:sp>
        <p:nvSpPr>
          <p:cNvPr id="7500" name="Rectangle 4"/>
          <p:cNvSpPr>
            <a:spLocks noChangeArrowheads="1"/>
          </p:cNvSpPr>
          <p:nvPr/>
        </p:nvSpPr>
        <p:spPr bwMode="auto">
          <a:xfrm>
            <a:off x="2163546" y="5674347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01" name="TextBox 3"/>
          <p:cNvSpPr txBox="1"/>
          <p:nvPr/>
        </p:nvSpPr>
        <p:spPr>
          <a:xfrm>
            <a:off x="2112746" y="564554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414120</a:t>
            </a:r>
            <a:endParaRPr lang="en-US" dirty="0"/>
          </a:p>
        </p:txBody>
      </p:sp>
      <p:sp>
        <p:nvSpPr>
          <p:cNvPr id="7502" name="Rectangle 4"/>
          <p:cNvSpPr>
            <a:spLocks noChangeArrowheads="1"/>
          </p:cNvSpPr>
          <p:nvPr/>
        </p:nvSpPr>
        <p:spPr bwMode="auto">
          <a:xfrm>
            <a:off x="2622702" y="5674347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03" name="TextBox 3"/>
          <p:cNvSpPr txBox="1"/>
          <p:nvPr/>
        </p:nvSpPr>
        <p:spPr>
          <a:xfrm>
            <a:off x="2571902" y="5645544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Gratuity - Non-</a:t>
            </a:r>
            <a:endParaRPr lang="en-US" dirty="0"/>
          </a:p>
        </p:txBody>
      </p:sp>
      <p:sp>
        <p:nvSpPr>
          <p:cNvPr id="7504" name="TextBox 3"/>
          <p:cNvSpPr txBox="1"/>
          <p:nvPr/>
        </p:nvSpPr>
        <p:spPr>
          <a:xfrm>
            <a:off x="2571902" y="5762993"/>
            <a:ext cx="7538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pensionable </a:t>
            </a:r>
            <a:endParaRPr lang="en-US" dirty="0"/>
          </a:p>
        </p:txBody>
      </p:sp>
      <p:sp>
        <p:nvSpPr>
          <p:cNvPr id="7505" name="TextBox 3"/>
          <p:cNvSpPr txBox="1"/>
          <p:nvPr/>
        </p:nvSpPr>
        <p:spPr>
          <a:xfrm>
            <a:off x="2571902" y="5880443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7506" name="Rectangle 4"/>
          <p:cNvSpPr>
            <a:spLocks noChangeArrowheads="1"/>
          </p:cNvSpPr>
          <p:nvPr/>
        </p:nvSpPr>
        <p:spPr bwMode="auto">
          <a:xfrm>
            <a:off x="3680282" y="5674347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07" name="TextBox 3"/>
          <p:cNvSpPr txBox="1"/>
          <p:nvPr/>
        </p:nvSpPr>
        <p:spPr>
          <a:xfrm>
            <a:off x="3629482" y="564554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847.8470445.1.414120.000000.847001.100178</a:t>
            </a:r>
            <a:endParaRPr lang="en-US" dirty="0"/>
          </a:p>
        </p:txBody>
      </p:sp>
      <p:sp>
        <p:nvSpPr>
          <p:cNvPr id="7508" name="Rectangle 4"/>
          <p:cNvSpPr>
            <a:spLocks noChangeArrowheads="1"/>
          </p:cNvSpPr>
          <p:nvPr/>
        </p:nvSpPr>
        <p:spPr bwMode="auto">
          <a:xfrm>
            <a:off x="5918962" y="567434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09" name="TextBox 3"/>
          <p:cNvSpPr txBox="1"/>
          <p:nvPr/>
        </p:nvSpPr>
        <p:spPr>
          <a:xfrm>
            <a:off x="6128715" y="564554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34,902</a:t>
            </a:r>
            <a:endParaRPr lang="en-US" dirty="0"/>
          </a:p>
        </p:txBody>
      </p:sp>
      <p:sp>
        <p:nvSpPr>
          <p:cNvPr id="7510" name="Rectangle 4"/>
          <p:cNvSpPr>
            <a:spLocks noChangeArrowheads="1"/>
          </p:cNvSpPr>
          <p:nvPr/>
        </p:nvSpPr>
        <p:spPr bwMode="auto">
          <a:xfrm>
            <a:off x="6566408" y="567434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11" name="TextBox 3"/>
          <p:cNvSpPr txBox="1"/>
          <p:nvPr/>
        </p:nvSpPr>
        <p:spPr>
          <a:xfrm>
            <a:off x="7030365" y="564554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7512" name="Rectangle 4"/>
          <p:cNvSpPr>
            <a:spLocks noChangeArrowheads="1"/>
          </p:cNvSpPr>
          <p:nvPr/>
        </p:nvSpPr>
        <p:spPr bwMode="auto">
          <a:xfrm>
            <a:off x="7213854" y="567434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13" name="Rectangle 4"/>
          <p:cNvSpPr>
            <a:spLocks noChangeArrowheads="1"/>
          </p:cNvSpPr>
          <p:nvPr/>
        </p:nvSpPr>
        <p:spPr bwMode="auto">
          <a:xfrm>
            <a:off x="7861300" y="5674347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14" name="Rectangle 4"/>
          <p:cNvSpPr>
            <a:spLocks noChangeArrowheads="1"/>
          </p:cNvSpPr>
          <p:nvPr/>
        </p:nvSpPr>
        <p:spPr bwMode="auto">
          <a:xfrm>
            <a:off x="8094497" y="5674347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15" name="Rectangle 4"/>
          <p:cNvSpPr>
            <a:spLocks noChangeArrowheads="1"/>
          </p:cNvSpPr>
          <p:nvPr/>
        </p:nvSpPr>
        <p:spPr bwMode="auto">
          <a:xfrm>
            <a:off x="8333384" y="5674347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16" name="TextBox 3"/>
          <p:cNvSpPr txBox="1"/>
          <p:nvPr/>
        </p:nvSpPr>
        <p:spPr>
          <a:xfrm>
            <a:off x="8650986" y="564554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7517" name="Rectangle 4"/>
          <p:cNvSpPr>
            <a:spLocks noChangeArrowheads="1"/>
          </p:cNvSpPr>
          <p:nvPr/>
        </p:nvSpPr>
        <p:spPr bwMode="auto">
          <a:xfrm>
            <a:off x="878255" y="6069558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18" name="TextBox 3"/>
          <p:cNvSpPr txBox="1"/>
          <p:nvPr/>
        </p:nvSpPr>
        <p:spPr>
          <a:xfrm>
            <a:off x="827455" y="604075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8470445</a:t>
            </a:r>
            <a:endParaRPr lang="en-US" dirty="0"/>
          </a:p>
        </p:txBody>
      </p:sp>
      <p:sp>
        <p:nvSpPr>
          <p:cNvPr id="7519" name="Rectangle 4"/>
          <p:cNvSpPr>
            <a:spLocks noChangeArrowheads="1"/>
          </p:cNvSpPr>
          <p:nvPr/>
        </p:nvSpPr>
        <p:spPr bwMode="auto">
          <a:xfrm>
            <a:off x="1365758" y="6069558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20" name="TextBox 3"/>
          <p:cNvSpPr txBox="1"/>
          <p:nvPr/>
        </p:nvSpPr>
        <p:spPr>
          <a:xfrm>
            <a:off x="1314958" y="604075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7521" name="TextBox 3"/>
          <p:cNvSpPr txBox="1"/>
          <p:nvPr/>
        </p:nvSpPr>
        <p:spPr>
          <a:xfrm>
            <a:off x="1314958" y="6158204"/>
            <a:ext cx="7536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Mathematics</a:t>
            </a:r>
            <a:endParaRPr lang="en-US" dirty="0"/>
          </a:p>
        </p:txBody>
      </p:sp>
      <p:sp>
        <p:nvSpPr>
          <p:cNvPr id="7522" name="Rectangle 4"/>
          <p:cNvSpPr>
            <a:spLocks noChangeArrowheads="1"/>
          </p:cNvSpPr>
          <p:nvPr/>
        </p:nvSpPr>
        <p:spPr bwMode="auto">
          <a:xfrm>
            <a:off x="2163546" y="6069558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23" name="TextBox 3"/>
          <p:cNvSpPr txBox="1"/>
          <p:nvPr/>
        </p:nvSpPr>
        <p:spPr>
          <a:xfrm>
            <a:off x="2112746" y="604075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7524" name="Rectangle 4"/>
          <p:cNvSpPr>
            <a:spLocks noChangeArrowheads="1"/>
          </p:cNvSpPr>
          <p:nvPr/>
        </p:nvSpPr>
        <p:spPr bwMode="auto">
          <a:xfrm>
            <a:off x="2622702" y="6069558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25" name="TextBox 3"/>
          <p:cNvSpPr txBox="1"/>
          <p:nvPr/>
        </p:nvSpPr>
        <p:spPr>
          <a:xfrm>
            <a:off x="2571902" y="6040755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7526" name="TextBox 3"/>
          <p:cNvSpPr txBox="1"/>
          <p:nvPr/>
        </p:nvSpPr>
        <p:spPr>
          <a:xfrm>
            <a:off x="2571902" y="6158204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7527" name="Rectangle 4"/>
          <p:cNvSpPr>
            <a:spLocks noChangeArrowheads="1"/>
          </p:cNvSpPr>
          <p:nvPr/>
        </p:nvSpPr>
        <p:spPr bwMode="auto">
          <a:xfrm>
            <a:off x="3680282" y="6069558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28" name="TextBox 3"/>
          <p:cNvSpPr txBox="1"/>
          <p:nvPr/>
        </p:nvSpPr>
        <p:spPr>
          <a:xfrm>
            <a:off x="3629482" y="604075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847.8470445.1.415110.000000.847001.100178</a:t>
            </a:r>
            <a:endParaRPr lang="en-US" dirty="0"/>
          </a:p>
        </p:txBody>
      </p:sp>
      <p:sp>
        <p:nvSpPr>
          <p:cNvPr id="7529" name="Rectangle 4"/>
          <p:cNvSpPr>
            <a:spLocks noChangeArrowheads="1"/>
          </p:cNvSpPr>
          <p:nvPr/>
        </p:nvSpPr>
        <p:spPr bwMode="auto">
          <a:xfrm>
            <a:off x="5918962" y="606955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30" name="TextBox 3"/>
          <p:cNvSpPr txBox="1"/>
          <p:nvPr/>
        </p:nvSpPr>
        <p:spPr>
          <a:xfrm>
            <a:off x="6128715" y="604075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76,180</a:t>
            </a:r>
            <a:endParaRPr lang="en-US" dirty="0"/>
          </a:p>
        </p:txBody>
      </p:sp>
      <p:sp>
        <p:nvSpPr>
          <p:cNvPr id="7531" name="Rectangle 4"/>
          <p:cNvSpPr>
            <a:spLocks noChangeArrowheads="1"/>
          </p:cNvSpPr>
          <p:nvPr/>
        </p:nvSpPr>
        <p:spPr bwMode="auto">
          <a:xfrm>
            <a:off x="6566408" y="606955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32" name="TextBox 3"/>
          <p:cNvSpPr txBox="1"/>
          <p:nvPr/>
        </p:nvSpPr>
        <p:spPr>
          <a:xfrm>
            <a:off x="6776161" y="604075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76,180</a:t>
            </a:r>
            <a:endParaRPr lang="en-US" dirty="0"/>
          </a:p>
        </p:txBody>
      </p:sp>
      <p:sp>
        <p:nvSpPr>
          <p:cNvPr id="7533" name="Rectangle 4"/>
          <p:cNvSpPr>
            <a:spLocks noChangeArrowheads="1"/>
          </p:cNvSpPr>
          <p:nvPr/>
        </p:nvSpPr>
        <p:spPr bwMode="auto">
          <a:xfrm>
            <a:off x="7213854" y="606955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34" name="TextBox 3"/>
          <p:cNvSpPr txBox="1"/>
          <p:nvPr/>
        </p:nvSpPr>
        <p:spPr>
          <a:xfrm>
            <a:off x="7423607" y="604075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75,852</a:t>
            </a:r>
            <a:endParaRPr lang="en-US" dirty="0"/>
          </a:p>
        </p:txBody>
      </p:sp>
      <p:sp>
        <p:nvSpPr>
          <p:cNvPr id="7535" name="Rectangle 4"/>
          <p:cNvSpPr>
            <a:spLocks noChangeArrowheads="1"/>
          </p:cNvSpPr>
          <p:nvPr/>
        </p:nvSpPr>
        <p:spPr bwMode="auto">
          <a:xfrm>
            <a:off x="7861300" y="6069558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36" name="Rectangle 4"/>
          <p:cNvSpPr>
            <a:spLocks noChangeArrowheads="1"/>
          </p:cNvSpPr>
          <p:nvPr/>
        </p:nvSpPr>
        <p:spPr bwMode="auto">
          <a:xfrm>
            <a:off x="8094497" y="6069558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37" name="Rectangle 4"/>
          <p:cNvSpPr>
            <a:spLocks noChangeArrowheads="1"/>
          </p:cNvSpPr>
          <p:nvPr/>
        </p:nvSpPr>
        <p:spPr bwMode="auto">
          <a:xfrm>
            <a:off x="8333384" y="6069558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38" name="TextBox 3"/>
          <p:cNvSpPr txBox="1"/>
          <p:nvPr/>
        </p:nvSpPr>
        <p:spPr>
          <a:xfrm>
            <a:off x="8538006" y="6040755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328</a:t>
            </a:r>
            <a:endParaRPr lang="en-US" dirty="0"/>
          </a:p>
        </p:txBody>
      </p:sp>
      <p:sp>
        <p:nvSpPr>
          <p:cNvPr id="7539" name="Rectangle 4"/>
          <p:cNvSpPr>
            <a:spLocks noChangeArrowheads="1"/>
          </p:cNvSpPr>
          <p:nvPr/>
        </p:nvSpPr>
        <p:spPr bwMode="auto">
          <a:xfrm>
            <a:off x="878255" y="6347320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40" name="TextBox 3"/>
          <p:cNvSpPr txBox="1"/>
          <p:nvPr/>
        </p:nvSpPr>
        <p:spPr>
          <a:xfrm>
            <a:off x="827455" y="631851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8470445</a:t>
            </a:r>
            <a:endParaRPr lang="en-US" dirty="0"/>
          </a:p>
        </p:txBody>
      </p:sp>
      <p:sp>
        <p:nvSpPr>
          <p:cNvPr id="7541" name="Rectangle 4"/>
          <p:cNvSpPr>
            <a:spLocks noChangeArrowheads="1"/>
          </p:cNvSpPr>
          <p:nvPr/>
        </p:nvSpPr>
        <p:spPr bwMode="auto">
          <a:xfrm>
            <a:off x="1365758" y="6347320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42" name="TextBox 3"/>
          <p:cNvSpPr txBox="1"/>
          <p:nvPr/>
        </p:nvSpPr>
        <p:spPr>
          <a:xfrm>
            <a:off x="1314958" y="6318516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7543" name="TextBox 3"/>
          <p:cNvSpPr txBox="1"/>
          <p:nvPr/>
        </p:nvSpPr>
        <p:spPr>
          <a:xfrm>
            <a:off x="1314958" y="6435966"/>
            <a:ext cx="7536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Mathematics</a:t>
            </a:r>
            <a:endParaRPr lang="en-US" dirty="0"/>
          </a:p>
        </p:txBody>
      </p:sp>
      <p:sp>
        <p:nvSpPr>
          <p:cNvPr id="7544" name="Rectangle 4"/>
          <p:cNvSpPr>
            <a:spLocks noChangeArrowheads="1"/>
          </p:cNvSpPr>
          <p:nvPr/>
        </p:nvSpPr>
        <p:spPr bwMode="auto">
          <a:xfrm>
            <a:off x="2163546" y="6347320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45" name="TextBox 3"/>
          <p:cNvSpPr txBox="1"/>
          <p:nvPr/>
        </p:nvSpPr>
        <p:spPr>
          <a:xfrm>
            <a:off x="2112746" y="631851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7546" name="Rectangle 4"/>
          <p:cNvSpPr>
            <a:spLocks noChangeArrowheads="1"/>
          </p:cNvSpPr>
          <p:nvPr/>
        </p:nvSpPr>
        <p:spPr bwMode="auto">
          <a:xfrm>
            <a:off x="2622702" y="6347320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47" name="TextBox 3"/>
          <p:cNvSpPr txBox="1"/>
          <p:nvPr/>
        </p:nvSpPr>
        <p:spPr>
          <a:xfrm>
            <a:off x="2571902" y="6318516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7548" name="TextBox 3"/>
          <p:cNvSpPr txBox="1"/>
          <p:nvPr/>
        </p:nvSpPr>
        <p:spPr>
          <a:xfrm>
            <a:off x="2571902" y="6435966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7549" name="Rectangle 4"/>
          <p:cNvSpPr>
            <a:spLocks noChangeArrowheads="1"/>
          </p:cNvSpPr>
          <p:nvPr/>
        </p:nvSpPr>
        <p:spPr bwMode="auto">
          <a:xfrm>
            <a:off x="3680282" y="6347320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50" name="TextBox 3"/>
          <p:cNvSpPr txBox="1"/>
          <p:nvPr/>
        </p:nvSpPr>
        <p:spPr>
          <a:xfrm>
            <a:off x="3629482" y="631851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847.8470445.1.416110.000000.847001.100178</a:t>
            </a:r>
            <a:endParaRPr lang="en-US" dirty="0"/>
          </a:p>
        </p:txBody>
      </p:sp>
      <p:sp>
        <p:nvSpPr>
          <p:cNvPr id="7551" name="Rectangle 4"/>
          <p:cNvSpPr>
            <a:spLocks noChangeArrowheads="1"/>
          </p:cNvSpPr>
          <p:nvPr/>
        </p:nvSpPr>
        <p:spPr bwMode="auto">
          <a:xfrm>
            <a:off x="5918962" y="634732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52" name="TextBox 3"/>
          <p:cNvSpPr txBox="1"/>
          <p:nvPr/>
        </p:nvSpPr>
        <p:spPr>
          <a:xfrm>
            <a:off x="5987491" y="631851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1,183,239</a:t>
            </a:r>
            <a:endParaRPr lang="en-US" dirty="0"/>
          </a:p>
        </p:txBody>
      </p:sp>
      <p:sp>
        <p:nvSpPr>
          <p:cNvPr id="7553" name="Rectangle 4"/>
          <p:cNvSpPr>
            <a:spLocks noChangeArrowheads="1"/>
          </p:cNvSpPr>
          <p:nvPr/>
        </p:nvSpPr>
        <p:spPr bwMode="auto">
          <a:xfrm>
            <a:off x="6566408" y="634732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54" name="TextBox 3"/>
          <p:cNvSpPr txBox="1"/>
          <p:nvPr/>
        </p:nvSpPr>
        <p:spPr>
          <a:xfrm>
            <a:off x="6719671" y="631851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722,815</a:t>
            </a:r>
            <a:endParaRPr lang="en-US" dirty="0"/>
          </a:p>
        </p:txBody>
      </p:sp>
      <p:sp>
        <p:nvSpPr>
          <p:cNvPr id="7555" name="Rectangle 4"/>
          <p:cNvSpPr>
            <a:spLocks noChangeArrowheads="1"/>
          </p:cNvSpPr>
          <p:nvPr/>
        </p:nvSpPr>
        <p:spPr bwMode="auto">
          <a:xfrm>
            <a:off x="7213854" y="634732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56" name="TextBox 3"/>
          <p:cNvSpPr txBox="1"/>
          <p:nvPr/>
        </p:nvSpPr>
        <p:spPr>
          <a:xfrm>
            <a:off x="7367118" y="631851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722,814</a:t>
            </a:r>
            <a:endParaRPr lang="en-US" dirty="0"/>
          </a:p>
        </p:txBody>
      </p:sp>
      <p:sp>
        <p:nvSpPr>
          <p:cNvPr id="7557" name="Rectangle 4"/>
          <p:cNvSpPr>
            <a:spLocks noChangeArrowheads="1"/>
          </p:cNvSpPr>
          <p:nvPr/>
        </p:nvSpPr>
        <p:spPr bwMode="auto">
          <a:xfrm>
            <a:off x="7861300" y="6347320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58" name="Rectangle 4"/>
          <p:cNvSpPr>
            <a:spLocks noChangeArrowheads="1"/>
          </p:cNvSpPr>
          <p:nvPr/>
        </p:nvSpPr>
        <p:spPr bwMode="auto">
          <a:xfrm>
            <a:off x="8094497" y="6347320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59" name="Rectangle 4"/>
          <p:cNvSpPr>
            <a:spLocks noChangeArrowheads="1"/>
          </p:cNvSpPr>
          <p:nvPr/>
        </p:nvSpPr>
        <p:spPr bwMode="auto">
          <a:xfrm>
            <a:off x="8333384" y="6347320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60" name="TextBox 3"/>
          <p:cNvSpPr txBox="1"/>
          <p:nvPr/>
        </p:nvSpPr>
        <p:spPr>
          <a:xfrm>
            <a:off x="8650986" y="631851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7561" name="Rectangle 4"/>
          <p:cNvSpPr>
            <a:spLocks noChangeArrowheads="1"/>
          </p:cNvSpPr>
          <p:nvPr/>
        </p:nvSpPr>
        <p:spPr bwMode="auto">
          <a:xfrm>
            <a:off x="878255" y="6625081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62" name="TextBox 3"/>
          <p:cNvSpPr txBox="1"/>
          <p:nvPr/>
        </p:nvSpPr>
        <p:spPr>
          <a:xfrm>
            <a:off x="827455" y="659627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8470445</a:t>
            </a:r>
            <a:endParaRPr lang="en-US" dirty="0"/>
          </a:p>
        </p:txBody>
      </p:sp>
      <p:sp>
        <p:nvSpPr>
          <p:cNvPr id="7563" name="Rectangle 4"/>
          <p:cNvSpPr>
            <a:spLocks noChangeArrowheads="1"/>
          </p:cNvSpPr>
          <p:nvPr/>
        </p:nvSpPr>
        <p:spPr bwMode="auto">
          <a:xfrm>
            <a:off x="1365758" y="6625081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64" name="TextBox 3"/>
          <p:cNvSpPr txBox="1"/>
          <p:nvPr/>
        </p:nvSpPr>
        <p:spPr>
          <a:xfrm>
            <a:off x="1314958" y="6596278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7565" name="TextBox 3"/>
          <p:cNvSpPr txBox="1"/>
          <p:nvPr/>
        </p:nvSpPr>
        <p:spPr>
          <a:xfrm>
            <a:off x="1314958" y="6713728"/>
            <a:ext cx="7536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Mathematics</a:t>
            </a:r>
            <a:endParaRPr lang="en-US" dirty="0"/>
          </a:p>
        </p:txBody>
      </p:sp>
      <p:sp>
        <p:nvSpPr>
          <p:cNvPr id="7566" name="Rectangle 4"/>
          <p:cNvSpPr>
            <a:spLocks noChangeArrowheads="1"/>
          </p:cNvSpPr>
          <p:nvPr/>
        </p:nvSpPr>
        <p:spPr bwMode="auto">
          <a:xfrm>
            <a:off x="2163546" y="6625081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67" name="TextBox 3"/>
          <p:cNvSpPr txBox="1"/>
          <p:nvPr/>
        </p:nvSpPr>
        <p:spPr>
          <a:xfrm>
            <a:off x="2112746" y="659627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7568" name="Rectangle 4"/>
          <p:cNvSpPr>
            <a:spLocks noChangeArrowheads="1"/>
          </p:cNvSpPr>
          <p:nvPr/>
        </p:nvSpPr>
        <p:spPr bwMode="auto">
          <a:xfrm>
            <a:off x="2622702" y="6625081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69" name="TextBox 3"/>
          <p:cNvSpPr txBox="1"/>
          <p:nvPr/>
        </p:nvSpPr>
        <p:spPr>
          <a:xfrm>
            <a:off x="2571902" y="6596278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7570" name="TextBox 3"/>
          <p:cNvSpPr txBox="1"/>
          <p:nvPr/>
        </p:nvSpPr>
        <p:spPr>
          <a:xfrm>
            <a:off x="2571902" y="6713728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7571" name="Rectangle 4"/>
          <p:cNvSpPr>
            <a:spLocks noChangeArrowheads="1"/>
          </p:cNvSpPr>
          <p:nvPr/>
        </p:nvSpPr>
        <p:spPr bwMode="auto">
          <a:xfrm>
            <a:off x="3680282" y="6625081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72" name="TextBox 3"/>
          <p:cNvSpPr txBox="1"/>
          <p:nvPr/>
        </p:nvSpPr>
        <p:spPr>
          <a:xfrm>
            <a:off x="3629482" y="659627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847.8470445.1.416310.000000.847001.100178</a:t>
            </a:r>
            <a:endParaRPr lang="en-US" dirty="0"/>
          </a:p>
        </p:txBody>
      </p:sp>
      <p:sp>
        <p:nvSpPr>
          <p:cNvPr id="7573" name="Rectangle 4"/>
          <p:cNvSpPr>
            <a:spLocks noChangeArrowheads="1"/>
          </p:cNvSpPr>
          <p:nvPr/>
        </p:nvSpPr>
        <p:spPr bwMode="auto">
          <a:xfrm>
            <a:off x="5918962" y="662508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74" name="TextBox 3"/>
          <p:cNvSpPr txBox="1"/>
          <p:nvPr/>
        </p:nvSpPr>
        <p:spPr>
          <a:xfrm>
            <a:off x="6072225" y="659627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775,725</a:t>
            </a:r>
            <a:endParaRPr lang="en-US" dirty="0"/>
          </a:p>
        </p:txBody>
      </p:sp>
      <p:sp>
        <p:nvSpPr>
          <p:cNvPr id="7575" name="Rectangle 4"/>
          <p:cNvSpPr>
            <a:spLocks noChangeArrowheads="1"/>
          </p:cNvSpPr>
          <p:nvPr/>
        </p:nvSpPr>
        <p:spPr bwMode="auto">
          <a:xfrm>
            <a:off x="6566408" y="662508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76" name="TextBox 3"/>
          <p:cNvSpPr txBox="1"/>
          <p:nvPr/>
        </p:nvSpPr>
        <p:spPr>
          <a:xfrm>
            <a:off x="6719671" y="659627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623,948</a:t>
            </a:r>
            <a:endParaRPr lang="en-US" dirty="0"/>
          </a:p>
        </p:txBody>
      </p:sp>
      <p:sp>
        <p:nvSpPr>
          <p:cNvPr id="7577" name="Rectangle 4"/>
          <p:cNvSpPr>
            <a:spLocks noChangeArrowheads="1"/>
          </p:cNvSpPr>
          <p:nvPr/>
        </p:nvSpPr>
        <p:spPr bwMode="auto">
          <a:xfrm>
            <a:off x="7213854" y="662508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78" name="TextBox 3"/>
          <p:cNvSpPr txBox="1"/>
          <p:nvPr/>
        </p:nvSpPr>
        <p:spPr>
          <a:xfrm>
            <a:off x="7367118" y="659627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623,948</a:t>
            </a:r>
            <a:endParaRPr lang="en-US" dirty="0"/>
          </a:p>
        </p:txBody>
      </p:sp>
      <p:sp>
        <p:nvSpPr>
          <p:cNvPr id="7579" name="Rectangle 4"/>
          <p:cNvSpPr>
            <a:spLocks noChangeArrowheads="1"/>
          </p:cNvSpPr>
          <p:nvPr/>
        </p:nvSpPr>
        <p:spPr bwMode="auto">
          <a:xfrm>
            <a:off x="7861300" y="6625081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80" name="Rectangle 4"/>
          <p:cNvSpPr>
            <a:spLocks noChangeArrowheads="1"/>
          </p:cNvSpPr>
          <p:nvPr/>
        </p:nvSpPr>
        <p:spPr bwMode="auto">
          <a:xfrm>
            <a:off x="8094497" y="6625081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81" name="Rectangle 4"/>
          <p:cNvSpPr>
            <a:spLocks noChangeArrowheads="1"/>
          </p:cNvSpPr>
          <p:nvPr/>
        </p:nvSpPr>
        <p:spPr bwMode="auto">
          <a:xfrm>
            <a:off x="8333384" y="6625081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582" name="TextBox 3"/>
          <p:cNvSpPr txBox="1"/>
          <p:nvPr/>
        </p:nvSpPr>
        <p:spPr>
          <a:xfrm>
            <a:off x="8650986" y="659627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7583" name="Rectangle 4"/>
          <p:cNvSpPr>
            <a:spLocks noChangeArrowheads="1"/>
          </p:cNvSpPr>
          <p:nvPr/>
        </p:nvSpPr>
        <p:spPr bwMode="auto">
          <a:xfrm>
            <a:off x="878255" y="6902844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584" name="TextBox 3"/>
          <p:cNvSpPr txBox="1"/>
          <p:nvPr/>
        </p:nvSpPr>
        <p:spPr>
          <a:xfrm>
            <a:off x="827455" y="687404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8470445</a:t>
            </a:r>
            <a:endParaRPr lang="en-US" dirty="0"/>
          </a:p>
        </p:txBody>
      </p:sp>
      <p:sp>
        <p:nvSpPr>
          <p:cNvPr id="7585" name="TextBox 3"/>
          <p:cNvSpPr txBox="1"/>
          <p:nvPr/>
        </p:nvSpPr>
        <p:spPr>
          <a:xfrm>
            <a:off x="827455" y="6991489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7586" name="Rectangle 4"/>
          <p:cNvSpPr>
            <a:spLocks noChangeArrowheads="1"/>
          </p:cNvSpPr>
          <p:nvPr/>
        </p:nvSpPr>
        <p:spPr bwMode="auto">
          <a:xfrm>
            <a:off x="1365758" y="6902844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587" name="Rectangle 4"/>
          <p:cNvSpPr>
            <a:spLocks noChangeArrowheads="1"/>
          </p:cNvSpPr>
          <p:nvPr/>
        </p:nvSpPr>
        <p:spPr bwMode="auto">
          <a:xfrm>
            <a:off x="2163546" y="6902844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588" name="Rectangle 4"/>
          <p:cNvSpPr>
            <a:spLocks noChangeArrowheads="1"/>
          </p:cNvSpPr>
          <p:nvPr/>
        </p:nvSpPr>
        <p:spPr bwMode="auto">
          <a:xfrm>
            <a:off x="2622702" y="6902844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589" name="Rectangle 4"/>
          <p:cNvSpPr>
            <a:spLocks noChangeArrowheads="1"/>
          </p:cNvSpPr>
          <p:nvPr/>
        </p:nvSpPr>
        <p:spPr bwMode="auto">
          <a:xfrm>
            <a:off x="3680282" y="6902844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590" name="Rectangle 4"/>
          <p:cNvSpPr>
            <a:spLocks noChangeArrowheads="1"/>
          </p:cNvSpPr>
          <p:nvPr/>
        </p:nvSpPr>
        <p:spPr bwMode="auto">
          <a:xfrm>
            <a:off x="5918962" y="6902844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591" name="TextBox 3"/>
          <p:cNvSpPr txBox="1"/>
          <p:nvPr/>
        </p:nvSpPr>
        <p:spPr>
          <a:xfrm>
            <a:off x="5931001" y="6874040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25,527,707</a:t>
            </a:r>
            <a:endParaRPr lang="en-US" dirty="0"/>
          </a:p>
        </p:txBody>
      </p:sp>
      <p:sp>
        <p:nvSpPr>
          <p:cNvPr id="7592" name="Rectangle 4"/>
          <p:cNvSpPr>
            <a:spLocks noChangeArrowheads="1"/>
          </p:cNvSpPr>
          <p:nvPr/>
        </p:nvSpPr>
        <p:spPr bwMode="auto">
          <a:xfrm>
            <a:off x="6566408" y="6902844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593" name="TextBox 3"/>
          <p:cNvSpPr txBox="1"/>
          <p:nvPr/>
        </p:nvSpPr>
        <p:spPr>
          <a:xfrm>
            <a:off x="6578447" y="6874040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25,510,879</a:t>
            </a:r>
            <a:endParaRPr lang="en-US" dirty="0"/>
          </a:p>
        </p:txBody>
      </p:sp>
      <p:sp>
        <p:nvSpPr>
          <p:cNvPr id="7594" name="Rectangle 4"/>
          <p:cNvSpPr>
            <a:spLocks noChangeArrowheads="1"/>
          </p:cNvSpPr>
          <p:nvPr/>
        </p:nvSpPr>
        <p:spPr bwMode="auto">
          <a:xfrm>
            <a:off x="7213854" y="6902844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595" name="TextBox 3"/>
          <p:cNvSpPr txBox="1"/>
          <p:nvPr/>
        </p:nvSpPr>
        <p:spPr>
          <a:xfrm>
            <a:off x="7225894" y="6874040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25,510,462</a:t>
            </a:r>
            <a:endParaRPr lang="en-US" dirty="0"/>
          </a:p>
        </p:txBody>
      </p:sp>
      <p:sp>
        <p:nvSpPr>
          <p:cNvPr id="7596" name="Rectangle 4"/>
          <p:cNvSpPr>
            <a:spLocks noChangeArrowheads="1"/>
          </p:cNvSpPr>
          <p:nvPr/>
        </p:nvSpPr>
        <p:spPr bwMode="auto">
          <a:xfrm>
            <a:off x="7861300" y="6902844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597" name="Rectangle 4"/>
          <p:cNvSpPr>
            <a:spLocks noChangeArrowheads="1"/>
          </p:cNvSpPr>
          <p:nvPr/>
        </p:nvSpPr>
        <p:spPr bwMode="auto">
          <a:xfrm>
            <a:off x="8094497" y="6902844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598" name="Rectangle 4"/>
          <p:cNvSpPr>
            <a:spLocks noChangeArrowheads="1"/>
          </p:cNvSpPr>
          <p:nvPr/>
        </p:nvSpPr>
        <p:spPr bwMode="auto">
          <a:xfrm>
            <a:off x="8333384" y="6902844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599" name="TextBox 3"/>
          <p:cNvSpPr txBox="1"/>
          <p:nvPr/>
        </p:nvSpPr>
        <p:spPr>
          <a:xfrm>
            <a:off x="8538006" y="6874040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417</a:t>
            </a:r>
            <a:endParaRPr lang="en-US" dirty="0"/>
          </a:p>
        </p:txBody>
      </p:sp>
      <p:sp>
        <p:nvSpPr>
          <p:cNvPr id="7600" name="Rectangle 4"/>
          <p:cNvSpPr>
            <a:spLocks noChangeArrowheads="1"/>
          </p:cNvSpPr>
          <p:nvPr/>
        </p:nvSpPr>
        <p:spPr bwMode="auto">
          <a:xfrm>
            <a:off x="466725" y="917498"/>
            <a:ext cx="6350" cy="6266281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7601" name="Rectangle 4"/>
          <p:cNvSpPr>
            <a:spLocks noChangeArrowheads="1"/>
          </p:cNvSpPr>
          <p:nvPr/>
        </p:nvSpPr>
        <p:spPr bwMode="auto">
          <a:xfrm>
            <a:off x="7213854" y="566958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02" name="Rectangle 4"/>
          <p:cNvSpPr>
            <a:spLocks noChangeArrowheads="1"/>
          </p:cNvSpPr>
          <p:nvPr/>
        </p:nvSpPr>
        <p:spPr bwMode="auto">
          <a:xfrm>
            <a:off x="878255" y="566958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03" name="Rectangle 4"/>
          <p:cNvSpPr>
            <a:spLocks noChangeArrowheads="1"/>
          </p:cNvSpPr>
          <p:nvPr/>
        </p:nvSpPr>
        <p:spPr bwMode="auto">
          <a:xfrm>
            <a:off x="7213854" y="662031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04" name="Rectangle 4"/>
          <p:cNvSpPr>
            <a:spLocks noChangeArrowheads="1"/>
          </p:cNvSpPr>
          <p:nvPr/>
        </p:nvSpPr>
        <p:spPr bwMode="auto">
          <a:xfrm>
            <a:off x="878255" y="662031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05" name="Rectangle 4"/>
          <p:cNvSpPr>
            <a:spLocks noChangeArrowheads="1"/>
          </p:cNvSpPr>
          <p:nvPr/>
        </p:nvSpPr>
        <p:spPr bwMode="auto">
          <a:xfrm>
            <a:off x="7213854" y="404587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06" name="Rectangle 4"/>
          <p:cNvSpPr>
            <a:spLocks noChangeArrowheads="1"/>
          </p:cNvSpPr>
          <p:nvPr/>
        </p:nvSpPr>
        <p:spPr bwMode="auto">
          <a:xfrm>
            <a:off x="878255" y="404587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07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08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09" name="Rectangle 4"/>
          <p:cNvSpPr>
            <a:spLocks noChangeArrowheads="1"/>
          </p:cNvSpPr>
          <p:nvPr/>
        </p:nvSpPr>
        <p:spPr bwMode="auto">
          <a:xfrm>
            <a:off x="7213854" y="321259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10" name="Rectangle 4"/>
          <p:cNvSpPr>
            <a:spLocks noChangeArrowheads="1"/>
          </p:cNvSpPr>
          <p:nvPr/>
        </p:nvSpPr>
        <p:spPr bwMode="auto">
          <a:xfrm>
            <a:off x="878255" y="321259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11" name="Rectangle 4"/>
          <p:cNvSpPr>
            <a:spLocks noChangeArrowheads="1"/>
          </p:cNvSpPr>
          <p:nvPr/>
        </p:nvSpPr>
        <p:spPr bwMode="auto">
          <a:xfrm>
            <a:off x="7213854" y="198409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12" name="Rectangle 4"/>
          <p:cNvSpPr>
            <a:spLocks noChangeArrowheads="1"/>
          </p:cNvSpPr>
          <p:nvPr/>
        </p:nvSpPr>
        <p:spPr bwMode="auto">
          <a:xfrm>
            <a:off x="878255" y="198409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13" name="Rectangle 4"/>
          <p:cNvSpPr>
            <a:spLocks noChangeArrowheads="1"/>
          </p:cNvSpPr>
          <p:nvPr/>
        </p:nvSpPr>
        <p:spPr bwMode="auto">
          <a:xfrm>
            <a:off x="7213854" y="511406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14" name="Rectangle 4"/>
          <p:cNvSpPr>
            <a:spLocks noChangeArrowheads="1"/>
          </p:cNvSpPr>
          <p:nvPr/>
        </p:nvSpPr>
        <p:spPr bwMode="auto">
          <a:xfrm>
            <a:off x="878255" y="511406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15" name="Rectangle 4"/>
          <p:cNvSpPr>
            <a:spLocks noChangeArrowheads="1"/>
          </p:cNvSpPr>
          <p:nvPr/>
        </p:nvSpPr>
        <p:spPr bwMode="auto">
          <a:xfrm>
            <a:off x="7213854" y="717584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16" name="Rectangle 4"/>
          <p:cNvSpPr>
            <a:spLocks noChangeArrowheads="1"/>
          </p:cNvSpPr>
          <p:nvPr/>
        </p:nvSpPr>
        <p:spPr bwMode="auto">
          <a:xfrm>
            <a:off x="878255" y="717584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17" name="Rectangle 4"/>
          <p:cNvSpPr>
            <a:spLocks noChangeArrowheads="1"/>
          </p:cNvSpPr>
          <p:nvPr/>
        </p:nvSpPr>
        <p:spPr bwMode="auto">
          <a:xfrm>
            <a:off x="7213854" y="432363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18" name="Rectangle 4"/>
          <p:cNvSpPr>
            <a:spLocks noChangeArrowheads="1"/>
          </p:cNvSpPr>
          <p:nvPr/>
        </p:nvSpPr>
        <p:spPr bwMode="auto">
          <a:xfrm>
            <a:off x="878255" y="432363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19" name="Rectangle 4"/>
          <p:cNvSpPr>
            <a:spLocks noChangeArrowheads="1"/>
          </p:cNvSpPr>
          <p:nvPr/>
        </p:nvSpPr>
        <p:spPr bwMode="auto">
          <a:xfrm>
            <a:off x="7213854" y="349035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20" name="Rectangle 4"/>
          <p:cNvSpPr>
            <a:spLocks noChangeArrowheads="1"/>
          </p:cNvSpPr>
          <p:nvPr/>
        </p:nvSpPr>
        <p:spPr bwMode="auto">
          <a:xfrm>
            <a:off x="878255" y="349035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21" name="Rectangle 4"/>
          <p:cNvSpPr>
            <a:spLocks noChangeArrowheads="1"/>
          </p:cNvSpPr>
          <p:nvPr/>
        </p:nvSpPr>
        <p:spPr bwMode="auto">
          <a:xfrm>
            <a:off x="7213854" y="293483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22" name="Rectangle 4"/>
          <p:cNvSpPr>
            <a:spLocks noChangeArrowheads="1"/>
          </p:cNvSpPr>
          <p:nvPr/>
        </p:nvSpPr>
        <p:spPr bwMode="auto">
          <a:xfrm>
            <a:off x="878255" y="293483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23" name="Rectangle 4"/>
          <p:cNvSpPr>
            <a:spLocks noChangeArrowheads="1"/>
          </p:cNvSpPr>
          <p:nvPr/>
        </p:nvSpPr>
        <p:spPr bwMode="auto">
          <a:xfrm>
            <a:off x="466725" y="917498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7624" name="Rectangle 4"/>
          <p:cNvSpPr>
            <a:spLocks noChangeArrowheads="1"/>
          </p:cNvSpPr>
          <p:nvPr/>
        </p:nvSpPr>
        <p:spPr bwMode="auto">
          <a:xfrm>
            <a:off x="7213854" y="253961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25" name="Rectangle 4"/>
          <p:cNvSpPr>
            <a:spLocks noChangeArrowheads="1"/>
          </p:cNvSpPr>
          <p:nvPr/>
        </p:nvSpPr>
        <p:spPr bwMode="auto">
          <a:xfrm>
            <a:off x="878255" y="253961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26" name="Rectangle 4"/>
          <p:cNvSpPr>
            <a:spLocks noChangeArrowheads="1"/>
          </p:cNvSpPr>
          <p:nvPr/>
        </p:nvSpPr>
        <p:spPr bwMode="auto">
          <a:xfrm>
            <a:off x="7213854" y="170633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27" name="Rectangle 4"/>
          <p:cNvSpPr>
            <a:spLocks noChangeArrowheads="1"/>
          </p:cNvSpPr>
          <p:nvPr/>
        </p:nvSpPr>
        <p:spPr bwMode="auto">
          <a:xfrm>
            <a:off x="878255" y="170633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28" name="Rectangle 4"/>
          <p:cNvSpPr>
            <a:spLocks noChangeArrowheads="1"/>
          </p:cNvSpPr>
          <p:nvPr/>
        </p:nvSpPr>
        <p:spPr bwMode="auto">
          <a:xfrm>
            <a:off x="7213854" y="606479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29" name="Rectangle 4"/>
          <p:cNvSpPr>
            <a:spLocks noChangeArrowheads="1"/>
          </p:cNvSpPr>
          <p:nvPr/>
        </p:nvSpPr>
        <p:spPr bwMode="auto">
          <a:xfrm>
            <a:off x="878255" y="606479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30" name="Rectangle 4"/>
          <p:cNvSpPr>
            <a:spLocks noChangeArrowheads="1"/>
          </p:cNvSpPr>
          <p:nvPr/>
        </p:nvSpPr>
        <p:spPr bwMode="auto">
          <a:xfrm>
            <a:off x="469900" y="7180605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31" name="Rectangle 4"/>
          <p:cNvSpPr>
            <a:spLocks noChangeArrowheads="1"/>
          </p:cNvSpPr>
          <p:nvPr/>
        </p:nvSpPr>
        <p:spPr bwMode="auto">
          <a:xfrm>
            <a:off x="7213854" y="539182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32" name="Rectangle 4"/>
          <p:cNvSpPr>
            <a:spLocks noChangeArrowheads="1"/>
          </p:cNvSpPr>
          <p:nvPr/>
        </p:nvSpPr>
        <p:spPr bwMode="auto">
          <a:xfrm>
            <a:off x="878255" y="539182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33" name="Rectangle 4"/>
          <p:cNvSpPr>
            <a:spLocks noChangeArrowheads="1"/>
          </p:cNvSpPr>
          <p:nvPr/>
        </p:nvSpPr>
        <p:spPr bwMode="auto">
          <a:xfrm>
            <a:off x="7213854" y="689808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34" name="Rectangle 4"/>
          <p:cNvSpPr>
            <a:spLocks noChangeArrowheads="1"/>
          </p:cNvSpPr>
          <p:nvPr/>
        </p:nvSpPr>
        <p:spPr bwMode="auto">
          <a:xfrm>
            <a:off x="878255" y="689808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35" name="Rectangle 4"/>
          <p:cNvSpPr>
            <a:spLocks noChangeArrowheads="1"/>
          </p:cNvSpPr>
          <p:nvPr/>
        </p:nvSpPr>
        <p:spPr bwMode="auto">
          <a:xfrm>
            <a:off x="7213854" y="376811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36" name="Rectangle 4"/>
          <p:cNvSpPr>
            <a:spLocks noChangeArrowheads="1"/>
          </p:cNvSpPr>
          <p:nvPr/>
        </p:nvSpPr>
        <p:spPr bwMode="auto">
          <a:xfrm>
            <a:off x="878255" y="376811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37" name="Rectangle 4"/>
          <p:cNvSpPr>
            <a:spLocks noChangeArrowheads="1"/>
          </p:cNvSpPr>
          <p:nvPr/>
        </p:nvSpPr>
        <p:spPr bwMode="auto">
          <a:xfrm>
            <a:off x="7213854" y="226185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38" name="Rectangle 4"/>
          <p:cNvSpPr>
            <a:spLocks noChangeArrowheads="1"/>
          </p:cNvSpPr>
          <p:nvPr/>
        </p:nvSpPr>
        <p:spPr bwMode="auto">
          <a:xfrm>
            <a:off x="878255" y="226185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39" name="Rectangle 4"/>
          <p:cNvSpPr>
            <a:spLocks noChangeArrowheads="1"/>
          </p:cNvSpPr>
          <p:nvPr/>
        </p:nvSpPr>
        <p:spPr bwMode="auto">
          <a:xfrm>
            <a:off x="7213854" y="634255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40" name="Rectangle 4"/>
          <p:cNvSpPr>
            <a:spLocks noChangeArrowheads="1"/>
          </p:cNvSpPr>
          <p:nvPr/>
        </p:nvSpPr>
        <p:spPr bwMode="auto">
          <a:xfrm>
            <a:off x="878255" y="634255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41" name="Rectangle 4"/>
          <p:cNvSpPr>
            <a:spLocks noChangeArrowheads="1"/>
          </p:cNvSpPr>
          <p:nvPr/>
        </p:nvSpPr>
        <p:spPr bwMode="auto">
          <a:xfrm>
            <a:off x="7213854" y="131112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42" name="Rectangle 4"/>
          <p:cNvSpPr>
            <a:spLocks noChangeArrowheads="1"/>
          </p:cNvSpPr>
          <p:nvPr/>
        </p:nvSpPr>
        <p:spPr bwMode="auto">
          <a:xfrm>
            <a:off x="878255" y="131112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43" name="Rectangle 4"/>
          <p:cNvSpPr>
            <a:spLocks noChangeArrowheads="1"/>
          </p:cNvSpPr>
          <p:nvPr/>
        </p:nvSpPr>
        <p:spPr bwMode="auto">
          <a:xfrm>
            <a:off x="7213854" y="471885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44" name="Rectangle 4"/>
          <p:cNvSpPr>
            <a:spLocks noChangeArrowheads="1"/>
          </p:cNvSpPr>
          <p:nvPr/>
        </p:nvSpPr>
        <p:spPr bwMode="auto">
          <a:xfrm>
            <a:off x="878255" y="471885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45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46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47" name="Rectangle 4"/>
          <p:cNvSpPr>
            <a:spLocks noChangeArrowheads="1"/>
          </p:cNvSpPr>
          <p:nvPr/>
        </p:nvSpPr>
        <p:spPr bwMode="auto">
          <a:xfrm>
            <a:off x="466725" y="7177430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8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649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7650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7651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652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7653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7654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7655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656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7657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7658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659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7660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7661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662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7663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664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7665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666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7667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7668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669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7670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7671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672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7673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7674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675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7676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677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7678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679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7680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7681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37738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682" name="TextBox 3"/>
          <p:cNvSpPr txBox="1"/>
          <p:nvPr/>
        </p:nvSpPr>
        <p:spPr>
          <a:xfrm>
            <a:off x="422275" y="895045"/>
            <a:ext cx="47701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</a:t>
            </a:r>
            <a:endParaRPr lang="en-US" dirty="0"/>
          </a:p>
        </p:txBody>
      </p:sp>
      <p:sp>
        <p:nvSpPr>
          <p:cNvPr id="7683" name="TextBox 3"/>
          <p:cNvSpPr txBox="1"/>
          <p:nvPr/>
        </p:nvSpPr>
        <p:spPr>
          <a:xfrm>
            <a:off x="422275" y="1012494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7684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685" name="TextBox 3"/>
          <p:cNvSpPr txBox="1"/>
          <p:nvPr/>
        </p:nvSpPr>
        <p:spPr>
          <a:xfrm>
            <a:off x="827455" y="89187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8470450</a:t>
            </a:r>
            <a:endParaRPr lang="en-US" dirty="0"/>
          </a:p>
        </p:txBody>
      </p:sp>
      <p:sp>
        <p:nvSpPr>
          <p:cNvPr id="7686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687" name="TextBox 3"/>
          <p:cNvSpPr txBox="1"/>
          <p:nvPr/>
        </p:nvSpPr>
        <p:spPr>
          <a:xfrm>
            <a:off x="1314958" y="891870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Earth </a:t>
            </a:r>
            <a:endParaRPr lang="en-US" dirty="0"/>
          </a:p>
        </p:txBody>
      </p:sp>
      <p:sp>
        <p:nvSpPr>
          <p:cNvPr id="7688" name="TextBox 3"/>
          <p:cNvSpPr txBox="1"/>
          <p:nvPr/>
        </p:nvSpPr>
        <p:spPr>
          <a:xfrm>
            <a:off x="1314958" y="1009319"/>
            <a:ext cx="5391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</a:t>
            </a:r>
            <a:endParaRPr lang="en-US" dirty="0"/>
          </a:p>
        </p:txBody>
      </p:sp>
      <p:sp>
        <p:nvSpPr>
          <p:cNvPr id="7689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690" name="TextBox 3"/>
          <p:cNvSpPr txBox="1"/>
          <p:nvPr/>
        </p:nvSpPr>
        <p:spPr>
          <a:xfrm>
            <a:off x="2112746" y="89187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7691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692" name="TextBox 3"/>
          <p:cNvSpPr txBox="1"/>
          <p:nvPr/>
        </p:nvSpPr>
        <p:spPr>
          <a:xfrm>
            <a:off x="2571902" y="891870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7693" name="TextBox 3"/>
          <p:cNvSpPr txBox="1"/>
          <p:nvPr/>
        </p:nvSpPr>
        <p:spPr>
          <a:xfrm>
            <a:off x="2571902" y="1009319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7694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695" name="TextBox 3"/>
          <p:cNvSpPr txBox="1"/>
          <p:nvPr/>
        </p:nvSpPr>
        <p:spPr>
          <a:xfrm>
            <a:off x="3629482" y="89187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847.8470450.1.412121.000000.847001.100178</a:t>
            </a:r>
            <a:endParaRPr lang="en-US" dirty="0"/>
          </a:p>
        </p:txBody>
      </p:sp>
      <p:sp>
        <p:nvSpPr>
          <p:cNvPr id="7696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697" name="TextBox 3"/>
          <p:cNvSpPr txBox="1"/>
          <p:nvPr/>
        </p:nvSpPr>
        <p:spPr>
          <a:xfrm>
            <a:off x="5987491" y="89187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6,726,267</a:t>
            </a:r>
            <a:endParaRPr lang="en-US" dirty="0"/>
          </a:p>
        </p:txBody>
      </p:sp>
      <p:sp>
        <p:nvSpPr>
          <p:cNvPr id="7698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699" name="TextBox 3"/>
          <p:cNvSpPr txBox="1"/>
          <p:nvPr/>
        </p:nvSpPr>
        <p:spPr>
          <a:xfrm>
            <a:off x="6634937" y="89187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6,064,587</a:t>
            </a:r>
            <a:endParaRPr lang="en-US" dirty="0"/>
          </a:p>
        </p:txBody>
      </p:sp>
      <p:sp>
        <p:nvSpPr>
          <p:cNvPr id="7700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01" name="TextBox 3"/>
          <p:cNvSpPr txBox="1"/>
          <p:nvPr/>
        </p:nvSpPr>
        <p:spPr>
          <a:xfrm>
            <a:off x="7282383" y="89187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6,063,667</a:t>
            </a:r>
            <a:endParaRPr lang="en-US" dirty="0"/>
          </a:p>
        </p:txBody>
      </p:sp>
      <p:sp>
        <p:nvSpPr>
          <p:cNvPr id="7702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03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04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05" name="TextBox 3"/>
          <p:cNvSpPr txBox="1"/>
          <p:nvPr/>
        </p:nvSpPr>
        <p:spPr>
          <a:xfrm>
            <a:off x="8538006" y="891870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920</a:t>
            </a:r>
            <a:endParaRPr lang="en-US" dirty="0"/>
          </a:p>
        </p:txBody>
      </p:sp>
      <p:sp>
        <p:nvSpPr>
          <p:cNvPr id="7706" name="Rectangle 4"/>
          <p:cNvSpPr>
            <a:spLocks noChangeArrowheads="1"/>
          </p:cNvSpPr>
          <p:nvPr/>
        </p:nvSpPr>
        <p:spPr bwMode="auto">
          <a:xfrm>
            <a:off x="878255" y="1198435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07" name="TextBox 3"/>
          <p:cNvSpPr txBox="1"/>
          <p:nvPr/>
        </p:nvSpPr>
        <p:spPr>
          <a:xfrm>
            <a:off x="827455" y="116963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8470450</a:t>
            </a:r>
            <a:endParaRPr lang="en-US" dirty="0"/>
          </a:p>
        </p:txBody>
      </p:sp>
      <p:sp>
        <p:nvSpPr>
          <p:cNvPr id="7708" name="Rectangle 4"/>
          <p:cNvSpPr>
            <a:spLocks noChangeArrowheads="1"/>
          </p:cNvSpPr>
          <p:nvPr/>
        </p:nvSpPr>
        <p:spPr bwMode="auto">
          <a:xfrm>
            <a:off x="1365758" y="1198435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09" name="TextBox 3"/>
          <p:cNvSpPr txBox="1"/>
          <p:nvPr/>
        </p:nvSpPr>
        <p:spPr>
          <a:xfrm>
            <a:off x="1314958" y="1169631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Earth </a:t>
            </a:r>
            <a:endParaRPr lang="en-US" dirty="0"/>
          </a:p>
        </p:txBody>
      </p:sp>
      <p:sp>
        <p:nvSpPr>
          <p:cNvPr id="7710" name="TextBox 3"/>
          <p:cNvSpPr txBox="1"/>
          <p:nvPr/>
        </p:nvSpPr>
        <p:spPr>
          <a:xfrm>
            <a:off x="1314958" y="1287081"/>
            <a:ext cx="5391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</a:t>
            </a:r>
            <a:endParaRPr lang="en-US" dirty="0"/>
          </a:p>
        </p:txBody>
      </p:sp>
      <p:sp>
        <p:nvSpPr>
          <p:cNvPr id="7711" name="Rectangle 4"/>
          <p:cNvSpPr>
            <a:spLocks noChangeArrowheads="1"/>
          </p:cNvSpPr>
          <p:nvPr/>
        </p:nvSpPr>
        <p:spPr bwMode="auto">
          <a:xfrm>
            <a:off x="2163546" y="1198435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12" name="TextBox 3"/>
          <p:cNvSpPr txBox="1"/>
          <p:nvPr/>
        </p:nvSpPr>
        <p:spPr>
          <a:xfrm>
            <a:off x="2112746" y="116963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7713" name="Rectangle 4"/>
          <p:cNvSpPr>
            <a:spLocks noChangeArrowheads="1"/>
          </p:cNvSpPr>
          <p:nvPr/>
        </p:nvSpPr>
        <p:spPr bwMode="auto">
          <a:xfrm>
            <a:off x="2622702" y="1198435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14" name="TextBox 3"/>
          <p:cNvSpPr txBox="1"/>
          <p:nvPr/>
        </p:nvSpPr>
        <p:spPr>
          <a:xfrm>
            <a:off x="2571902" y="1169631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7715" name="TextBox 3"/>
          <p:cNvSpPr txBox="1"/>
          <p:nvPr/>
        </p:nvSpPr>
        <p:spPr>
          <a:xfrm>
            <a:off x="2571902" y="1287081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7716" name="TextBox 3"/>
          <p:cNvSpPr txBox="1"/>
          <p:nvPr/>
        </p:nvSpPr>
        <p:spPr>
          <a:xfrm>
            <a:off x="2571902" y="1404531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7717" name="Rectangle 4"/>
          <p:cNvSpPr>
            <a:spLocks noChangeArrowheads="1"/>
          </p:cNvSpPr>
          <p:nvPr/>
        </p:nvSpPr>
        <p:spPr bwMode="auto">
          <a:xfrm>
            <a:off x="3680282" y="1198435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18" name="TextBox 3"/>
          <p:cNvSpPr txBox="1"/>
          <p:nvPr/>
        </p:nvSpPr>
        <p:spPr>
          <a:xfrm>
            <a:off x="3629482" y="116963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847.8470450.1.412125.000000.847001.100178</a:t>
            </a:r>
            <a:endParaRPr lang="en-US" dirty="0"/>
          </a:p>
        </p:txBody>
      </p:sp>
      <p:sp>
        <p:nvSpPr>
          <p:cNvPr id="7719" name="Rectangle 4"/>
          <p:cNvSpPr>
            <a:spLocks noChangeArrowheads="1"/>
          </p:cNvSpPr>
          <p:nvPr/>
        </p:nvSpPr>
        <p:spPr bwMode="auto">
          <a:xfrm>
            <a:off x="5918962" y="119843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20" name="TextBox 3"/>
          <p:cNvSpPr txBox="1"/>
          <p:nvPr/>
        </p:nvSpPr>
        <p:spPr>
          <a:xfrm>
            <a:off x="5987491" y="116963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4,905,856</a:t>
            </a:r>
            <a:endParaRPr lang="en-US" dirty="0"/>
          </a:p>
        </p:txBody>
      </p:sp>
      <p:sp>
        <p:nvSpPr>
          <p:cNvPr id="7721" name="Rectangle 4"/>
          <p:cNvSpPr>
            <a:spLocks noChangeArrowheads="1"/>
          </p:cNvSpPr>
          <p:nvPr/>
        </p:nvSpPr>
        <p:spPr bwMode="auto">
          <a:xfrm>
            <a:off x="6566408" y="119843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22" name="TextBox 3"/>
          <p:cNvSpPr txBox="1"/>
          <p:nvPr/>
        </p:nvSpPr>
        <p:spPr>
          <a:xfrm>
            <a:off x="6634937" y="116963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4,819,526</a:t>
            </a:r>
            <a:endParaRPr lang="en-US" dirty="0"/>
          </a:p>
        </p:txBody>
      </p:sp>
      <p:sp>
        <p:nvSpPr>
          <p:cNvPr id="7723" name="Rectangle 4"/>
          <p:cNvSpPr>
            <a:spLocks noChangeArrowheads="1"/>
          </p:cNvSpPr>
          <p:nvPr/>
        </p:nvSpPr>
        <p:spPr bwMode="auto">
          <a:xfrm>
            <a:off x="7213854" y="119843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24" name="TextBox 3"/>
          <p:cNvSpPr txBox="1"/>
          <p:nvPr/>
        </p:nvSpPr>
        <p:spPr>
          <a:xfrm>
            <a:off x="7282383" y="116963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4,817,414</a:t>
            </a:r>
            <a:endParaRPr lang="en-US" dirty="0"/>
          </a:p>
        </p:txBody>
      </p:sp>
      <p:sp>
        <p:nvSpPr>
          <p:cNvPr id="7725" name="Rectangle 4"/>
          <p:cNvSpPr>
            <a:spLocks noChangeArrowheads="1"/>
          </p:cNvSpPr>
          <p:nvPr/>
        </p:nvSpPr>
        <p:spPr bwMode="auto">
          <a:xfrm>
            <a:off x="7861300" y="1198435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26" name="Rectangle 4"/>
          <p:cNvSpPr>
            <a:spLocks noChangeArrowheads="1"/>
          </p:cNvSpPr>
          <p:nvPr/>
        </p:nvSpPr>
        <p:spPr bwMode="auto">
          <a:xfrm>
            <a:off x="8094497" y="1198435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27" name="Rectangle 4"/>
          <p:cNvSpPr>
            <a:spLocks noChangeArrowheads="1"/>
          </p:cNvSpPr>
          <p:nvPr/>
        </p:nvSpPr>
        <p:spPr bwMode="auto">
          <a:xfrm>
            <a:off x="8333384" y="1198435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28" name="TextBox 3"/>
          <p:cNvSpPr txBox="1"/>
          <p:nvPr/>
        </p:nvSpPr>
        <p:spPr>
          <a:xfrm>
            <a:off x="8453272" y="1169631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2,112</a:t>
            </a:r>
            <a:endParaRPr lang="en-US" dirty="0"/>
          </a:p>
        </p:txBody>
      </p:sp>
      <p:sp>
        <p:nvSpPr>
          <p:cNvPr id="7729" name="Rectangle 4"/>
          <p:cNvSpPr>
            <a:spLocks noChangeArrowheads="1"/>
          </p:cNvSpPr>
          <p:nvPr/>
        </p:nvSpPr>
        <p:spPr bwMode="auto">
          <a:xfrm>
            <a:off x="878255" y="1593646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30" name="TextBox 3"/>
          <p:cNvSpPr txBox="1"/>
          <p:nvPr/>
        </p:nvSpPr>
        <p:spPr>
          <a:xfrm>
            <a:off x="827455" y="156484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8470450</a:t>
            </a:r>
            <a:endParaRPr lang="en-US" dirty="0"/>
          </a:p>
        </p:txBody>
      </p:sp>
      <p:sp>
        <p:nvSpPr>
          <p:cNvPr id="7731" name="Rectangle 4"/>
          <p:cNvSpPr>
            <a:spLocks noChangeArrowheads="1"/>
          </p:cNvSpPr>
          <p:nvPr/>
        </p:nvSpPr>
        <p:spPr bwMode="auto">
          <a:xfrm>
            <a:off x="1365758" y="1593646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32" name="TextBox 3"/>
          <p:cNvSpPr txBox="1"/>
          <p:nvPr/>
        </p:nvSpPr>
        <p:spPr>
          <a:xfrm>
            <a:off x="1314958" y="1564843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Earth </a:t>
            </a:r>
            <a:endParaRPr lang="en-US" dirty="0"/>
          </a:p>
        </p:txBody>
      </p:sp>
      <p:sp>
        <p:nvSpPr>
          <p:cNvPr id="7733" name="TextBox 3"/>
          <p:cNvSpPr txBox="1"/>
          <p:nvPr/>
        </p:nvSpPr>
        <p:spPr>
          <a:xfrm>
            <a:off x="1314958" y="1682292"/>
            <a:ext cx="5391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</a:t>
            </a:r>
            <a:endParaRPr lang="en-US" dirty="0"/>
          </a:p>
        </p:txBody>
      </p:sp>
      <p:sp>
        <p:nvSpPr>
          <p:cNvPr id="7734" name="Rectangle 4"/>
          <p:cNvSpPr>
            <a:spLocks noChangeArrowheads="1"/>
          </p:cNvSpPr>
          <p:nvPr/>
        </p:nvSpPr>
        <p:spPr bwMode="auto">
          <a:xfrm>
            <a:off x="2163546" y="1593646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35" name="TextBox 3"/>
          <p:cNvSpPr txBox="1"/>
          <p:nvPr/>
        </p:nvSpPr>
        <p:spPr>
          <a:xfrm>
            <a:off x="2112746" y="156484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412521</a:t>
            </a:r>
            <a:endParaRPr lang="en-US" dirty="0"/>
          </a:p>
        </p:txBody>
      </p:sp>
      <p:sp>
        <p:nvSpPr>
          <p:cNvPr id="7736" name="Rectangle 4"/>
          <p:cNvSpPr>
            <a:spLocks noChangeArrowheads="1"/>
          </p:cNvSpPr>
          <p:nvPr/>
        </p:nvSpPr>
        <p:spPr bwMode="auto">
          <a:xfrm>
            <a:off x="2622702" y="1593646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37" name="TextBox 3"/>
          <p:cNvSpPr txBox="1"/>
          <p:nvPr/>
        </p:nvSpPr>
        <p:spPr>
          <a:xfrm>
            <a:off x="2571902" y="1564843"/>
            <a:ext cx="8496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 </a:t>
            </a:r>
            <a:endParaRPr lang="en-US" dirty="0"/>
          </a:p>
        </p:txBody>
      </p:sp>
      <p:sp>
        <p:nvSpPr>
          <p:cNvPr id="7738" name="TextBox 3"/>
          <p:cNvSpPr txBox="1"/>
          <p:nvPr/>
        </p:nvSpPr>
        <p:spPr>
          <a:xfrm>
            <a:off x="2571902" y="1682292"/>
            <a:ext cx="1120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 (including </a:t>
            </a:r>
            <a:endParaRPr lang="en-US" dirty="0"/>
          </a:p>
        </p:txBody>
      </p:sp>
      <p:sp>
        <p:nvSpPr>
          <p:cNvPr id="7739" name="TextBox 3"/>
          <p:cNvSpPr txBox="1"/>
          <p:nvPr/>
        </p:nvSpPr>
        <p:spPr>
          <a:xfrm>
            <a:off x="2571902" y="1799742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Mansab)</a:t>
            </a:r>
            <a:endParaRPr lang="en-US" dirty="0"/>
          </a:p>
        </p:txBody>
      </p:sp>
      <p:sp>
        <p:nvSpPr>
          <p:cNvPr id="7740" name="Rectangle 4"/>
          <p:cNvSpPr>
            <a:spLocks noChangeArrowheads="1"/>
          </p:cNvSpPr>
          <p:nvPr/>
        </p:nvSpPr>
        <p:spPr bwMode="auto">
          <a:xfrm>
            <a:off x="3680282" y="1593646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41" name="TextBox 3"/>
          <p:cNvSpPr txBox="1"/>
          <p:nvPr/>
        </p:nvSpPr>
        <p:spPr>
          <a:xfrm>
            <a:off x="3629482" y="156484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847.8470450.1.412521.000000.847001.100178</a:t>
            </a:r>
            <a:endParaRPr lang="en-US" dirty="0"/>
          </a:p>
        </p:txBody>
      </p:sp>
      <p:sp>
        <p:nvSpPr>
          <p:cNvPr id="7742" name="Rectangle 4"/>
          <p:cNvSpPr>
            <a:spLocks noChangeArrowheads="1"/>
          </p:cNvSpPr>
          <p:nvPr/>
        </p:nvSpPr>
        <p:spPr bwMode="auto">
          <a:xfrm>
            <a:off x="5918962" y="159364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43" name="TextBox 3"/>
          <p:cNvSpPr txBox="1"/>
          <p:nvPr/>
        </p:nvSpPr>
        <p:spPr>
          <a:xfrm>
            <a:off x="6382918" y="156484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7744" name="Rectangle 4"/>
          <p:cNvSpPr>
            <a:spLocks noChangeArrowheads="1"/>
          </p:cNvSpPr>
          <p:nvPr/>
        </p:nvSpPr>
        <p:spPr bwMode="auto">
          <a:xfrm>
            <a:off x="6566408" y="159364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45" name="TextBox 3"/>
          <p:cNvSpPr txBox="1"/>
          <p:nvPr/>
        </p:nvSpPr>
        <p:spPr>
          <a:xfrm>
            <a:off x="6719671" y="156484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108,334</a:t>
            </a:r>
            <a:endParaRPr lang="en-US" dirty="0"/>
          </a:p>
        </p:txBody>
      </p:sp>
      <p:sp>
        <p:nvSpPr>
          <p:cNvPr id="7746" name="Rectangle 4"/>
          <p:cNvSpPr>
            <a:spLocks noChangeArrowheads="1"/>
          </p:cNvSpPr>
          <p:nvPr/>
        </p:nvSpPr>
        <p:spPr bwMode="auto">
          <a:xfrm>
            <a:off x="7213854" y="159364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47" name="TextBox 3"/>
          <p:cNvSpPr txBox="1"/>
          <p:nvPr/>
        </p:nvSpPr>
        <p:spPr>
          <a:xfrm>
            <a:off x="7367118" y="156484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108,333</a:t>
            </a:r>
            <a:endParaRPr lang="en-US" dirty="0"/>
          </a:p>
        </p:txBody>
      </p:sp>
      <p:sp>
        <p:nvSpPr>
          <p:cNvPr id="7748" name="Rectangle 4"/>
          <p:cNvSpPr>
            <a:spLocks noChangeArrowheads="1"/>
          </p:cNvSpPr>
          <p:nvPr/>
        </p:nvSpPr>
        <p:spPr bwMode="auto">
          <a:xfrm>
            <a:off x="7861300" y="1593646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49" name="Rectangle 4"/>
          <p:cNvSpPr>
            <a:spLocks noChangeArrowheads="1"/>
          </p:cNvSpPr>
          <p:nvPr/>
        </p:nvSpPr>
        <p:spPr bwMode="auto">
          <a:xfrm>
            <a:off x="8094497" y="1593646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50" name="Rectangle 4"/>
          <p:cNvSpPr>
            <a:spLocks noChangeArrowheads="1"/>
          </p:cNvSpPr>
          <p:nvPr/>
        </p:nvSpPr>
        <p:spPr bwMode="auto">
          <a:xfrm>
            <a:off x="8333384" y="1593646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51" name="TextBox 3"/>
          <p:cNvSpPr txBox="1"/>
          <p:nvPr/>
        </p:nvSpPr>
        <p:spPr>
          <a:xfrm>
            <a:off x="8650986" y="156484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7752" name="Rectangle 4"/>
          <p:cNvSpPr>
            <a:spLocks noChangeArrowheads="1"/>
          </p:cNvSpPr>
          <p:nvPr/>
        </p:nvSpPr>
        <p:spPr bwMode="auto">
          <a:xfrm>
            <a:off x="878255" y="1988858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53" name="TextBox 3"/>
          <p:cNvSpPr txBox="1"/>
          <p:nvPr/>
        </p:nvSpPr>
        <p:spPr>
          <a:xfrm>
            <a:off x="827455" y="196005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8470450</a:t>
            </a:r>
            <a:endParaRPr lang="en-US" dirty="0"/>
          </a:p>
        </p:txBody>
      </p:sp>
      <p:sp>
        <p:nvSpPr>
          <p:cNvPr id="7754" name="Rectangle 4"/>
          <p:cNvSpPr>
            <a:spLocks noChangeArrowheads="1"/>
          </p:cNvSpPr>
          <p:nvPr/>
        </p:nvSpPr>
        <p:spPr bwMode="auto">
          <a:xfrm>
            <a:off x="1365758" y="1988858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55" name="TextBox 3"/>
          <p:cNvSpPr txBox="1"/>
          <p:nvPr/>
        </p:nvSpPr>
        <p:spPr>
          <a:xfrm>
            <a:off x="1314958" y="1960054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Earth </a:t>
            </a:r>
            <a:endParaRPr lang="en-US" dirty="0"/>
          </a:p>
        </p:txBody>
      </p:sp>
      <p:sp>
        <p:nvSpPr>
          <p:cNvPr id="7756" name="TextBox 3"/>
          <p:cNvSpPr txBox="1"/>
          <p:nvPr/>
        </p:nvSpPr>
        <p:spPr>
          <a:xfrm>
            <a:off x="1314958" y="2077504"/>
            <a:ext cx="5391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</a:t>
            </a:r>
            <a:endParaRPr lang="en-US" dirty="0"/>
          </a:p>
        </p:txBody>
      </p:sp>
      <p:sp>
        <p:nvSpPr>
          <p:cNvPr id="7757" name="Rectangle 4"/>
          <p:cNvSpPr>
            <a:spLocks noChangeArrowheads="1"/>
          </p:cNvSpPr>
          <p:nvPr/>
        </p:nvSpPr>
        <p:spPr bwMode="auto">
          <a:xfrm>
            <a:off x="2163546" y="1988858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58" name="TextBox 3"/>
          <p:cNvSpPr txBox="1"/>
          <p:nvPr/>
        </p:nvSpPr>
        <p:spPr>
          <a:xfrm>
            <a:off x="2112746" y="196005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7759" name="Rectangle 4"/>
          <p:cNvSpPr>
            <a:spLocks noChangeArrowheads="1"/>
          </p:cNvSpPr>
          <p:nvPr/>
        </p:nvSpPr>
        <p:spPr bwMode="auto">
          <a:xfrm>
            <a:off x="2622702" y="1988858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60" name="TextBox 3"/>
          <p:cNvSpPr txBox="1"/>
          <p:nvPr/>
        </p:nvSpPr>
        <p:spPr>
          <a:xfrm>
            <a:off x="2571902" y="1960054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7761" name="Rectangle 4"/>
          <p:cNvSpPr>
            <a:spLocks noChangeArrowheads="1"/>
          </p:cNvSpPr>
          <p:nvPr/>
        </p:nvSpPr>
        <p:spPr bwMode="auto">
          <a:xfrm>
            <a:off x="3680282" y="1988858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62" name="TextBox 3"/>
          <p:cNvSpPr txBox="1"/>
          <p:nvPr/>
        </p:nvSpPr>
        <p:spPr>
          <a:xfrm>
            <a:off x="3629482" y="196005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847.8470450.1.412523.000000.847001.100178</a:t>
            </a:r>
            <a:endParaRPr lang="en-US" dirty="0"/>
          </a:p>
        </p:txBody>
      </p:sp>
      <p:sp>
        <p:nvSpPr>
          <p:cNvPr id="7763" name="Rectangle 4"/>
          <p:cNvSpPr>
            <a:spLocks noChangeArrowheads="1"/>
          </p:cNvSpPr>
          <p:nvPr/>
        </p:nvSpPr>
        <p:spPr bwMode="auto">
          <a:xfrm>
            <a:off x="5918962" y="198885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64" name="TextBox 3"/>
          <p:cNvSpPr txBox="1"/>
          <p:nvPr/>
        </p:nvSpPr>
        <p:spPr>
          <a:xfrm>
            <a:off x="6128715" y="196005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14,400</a:t>
            </a:r>
            <a:endParaRPr lang="en-US" dirty="0"/>
          </a:p>
        </p:txBody>
      </p:sp>
      <p:sp>
        <p:nvSpPr>
          <p:cNvPr id="7765" name="Rectangle 4"/>
          <p:cNvSpPr>
            <a:spLocks noChangeArrowheads="1"/>
          </p:cNvSpPr>
          <p:nvPr/>
        </p:nvSpPr>
        <p:spPr bwMode="auto">
          <a:xfrm>
            <a:off x="6566408" y="198885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66" name="TextBox 3"/>
          <p:cNvSpPr txBox="1"/>
          <p:nvPr/>
        </p:nvSpPr>
        <p:spPr>
          <a:xfrm>
            <a:off x="6776161" y="196005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14,400</a:t>
            </a:r>
            <a:endParaRPr lang="en-US" dirty="0"/>
          </a:p>
        </p:txBody>
      </p:sp>
      <p:sp>
        <p:nvSpPr>
          <p:cNvPr id="7767" name="Rectangle 4"/>
          <p:cNvSpPr>
            <a:spLocks noChangeArrowheads="1"/>
          </p:cNvSpPr>
          <p:nvPr/>
        </p:nvSpPr>
        <p:spPr bwMode="auto">
          <a:xfrm>
            <a:off x="7213854" y="198885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68" name="TextBox 3"/>
          <p:cNvSpPr txBox="1"/>
          <p:nvPr/>
        </p:nvSpPr>
        <p:spPr>
          <a:xfrm>
            <a:off x="7423607" y="196005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14,400</a:t>
            </a:r>
            <a:endParaRPr lang="en-US" dirty="0"/>
          </a:p>
        </p:txBody>
      </p:sp>
      <p:sp>
        <p:nvSpPr>
          <p:cNvPr id="7769" name="Rectangle 4"/>
          <p:cNvSpPr>
            <a:spLocks noChangeArrowheads="1"/>
          </p:cNvSpPr>
          <p:nvPr/>
        </p:nvSpPr>
        <p:spPr bwMode="auto">
          <a:xfrm>
            <a:off x="7861300" y="1988858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70" name="Rectangle 4"/>
          <p:cNvSpPr>
            <a:spLocks noChangeArrowheads="1"/>
          </p:cNvSpPr>
          <p:nvPr/>
        </p:nvSpPr>
        <p:spPr bwMode="auto">
          <a:xfrm>
            <a:off x="8094497" y="1988858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71" name="Rectangle 4"/>
          <p:cNvSpPr>
            <a:spLocks noChangeArrowheads="1"/>
          </p:cNvSpPr>
          <p:nvPr/>
        </p:nvSpPr>
        <p:spPr bwMode="auto">
          <a:xfrm>
            <a:off x="8333384" y="1988858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72" name="TextBox 3"/>
          <p:cNvSpPr txBox="1"/>
          <p:nvPr/>
        </p:nvSpPr>
        <p:spPr>
          <a:xfrm>
            <a:off x="8650986" y="196005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7773" name="Rectangle 4"/>
          <p:cNvSpPr>
            <a:spLocks noChangeArrowheads="1"/>
          </p:cNvSpPr>
          <p:nvPr/>
        </p:nvSpPr>
        <p:spPr bwMode="auto">
          <a:xfrm>
            <a:off x="878255" y="2266619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74" name="TextBox 3"/>
          <p:cNvSpPr txBox="1"/>
          <p:nvPr/>
        </p:nvSpPr>
        <p:spPr>
          <a:xfrm>
            <a:off x="827455" y="223781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8470450</a:t>
            </a:r>
            <a:endParaRPr lang="en-US" dirty="0"/>
          </a:p>
        </p:txBody>
      </p:sp>
      <p:sp>
        <p:nvSpPr>
          <p:cNvPr id="7775" name="Rectangle 4"/>
          <p:cNvSpPr>
            <a:spLocks noChangeArrowheads="1"/>
          </p:cNvSpPr>
          <p:nvPr/>
        </p:nvSpPr>
        <p:spPr bwMode="auto">
          <a:xfrm>
            <a:off x="1365758" y="2266619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76" name="TextBox 3"/>
          <p:cNvSpPr txBox="1"/>
          <p:nvPr/>
        </p:nvSpPr>
        <p:spPr>
          <a:xfrm>
            <a:off x="1314958" y="2237816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Earth </a:t>
            </a:r>
            <a:endParaRPr lang="en-US" dirty="0"/>
          </a:p>
        </p:txBody>
      </p:sp>
      <p:sp>
        <p:nvSpPr>
          <p:cNvPr id="7777" name="TextBox 3"/>
          <p:cNvSpPr txBox="1"/>
          <p:nvPr/>
        </p:nvSpPr>
        <p:spPr>
          <a:xfrm>
            <a:off x="1314958" y="2355266"/>
            <a:ext cx="5391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</a:t>
            </a:r>
            <a:endParaRPr lang="en-US" dirty="0"/>
          </a:p>
        </p:txBody>
      </p:sp>
      <p:sp>
        <p:nvSpPr>
          <p:cNvPr id="7778" name="Rectangle 4"/>
          <p:cNvSpPr>
            <a:spLocks noChangeArrowheads="1"/>
          </p:cNvSpPr>
          <p:nvPr/>
        </p:nvSpPr>
        <p:spPr bwMode="auto">
          <a:xfrm>
            <a:off x="2163546" y="2266619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79" name="TextBox 3"/>
          <p:cNvSpPr txBox="1"/>
          <p:nvPr/>
        </p:nvSpPr>
        <p:spPr>
          <a:xfrm>
            <a:off x="2112746" y="223781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7780" name="Rectangle 4"/>
          <p:cNvSpPr>
            <a:spLocks noChangeArrowheads="1"/>
          </p:cNvSpPr>
          <p:nvPr/>
        </p:nvSpPr>
        <p:spPr bwMode="auto">
          <a:xfrm>
            <a:off x="2622702" y="2266619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81" name="TextBox 3"/>
          <p:cNvSpPr txBox="1"/>
          <p:nvPr/>
        </p:nvSpPr>
        <p:spPr>
          <a:xfrm>
            <a:off x="2571902" y="2237816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7782" name="TextBox 3"/>
          <p:cNvSpPr txBox="1"/>
          <p:nvPr/>
        </p:nvSpPr>
        <p:spPr>
          <a:xfrm>
            <a:off x="2571902" y="2355266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7783" name="Rectangle 4"/>
          <p:cNvSpPr>
            <a:spLocks noChangeArrowheads="1"/>
          </p:cNvSpPr>
          <p:nvPr/>
        </p:nvSpPr>
        <p:spPr bwMode="auto">
          <a:xfrm>
            <a:off x="3680282" y="2266619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84" name="TextBox 3"/>
          <p:cNvSpPr txBox="1"/>
          <p:nvPr/>
        </p:nvSpPr>
        <p:spPr>
          <a:xfrm>
            <a:off x="3629482" y="223781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847.8470450.1.412534.000000.847001.100178</a:t>
            </a:r>
            <a:endParaRPr lang="en-US" dirty="0"/>
          </a:p>
        </p:txBody>
      </p:sp>
      <p:sp>
        <p:nvSpPr>
          <p:cNvPr id="7785" name="Rectangle 4"/>
          <p:cNvSpPr>
            <a:spLocks noChangeArrowheads="1"/>
          </p:cNvSpPr>
          <p:nvPr/>
        </p:nvSpPr>
        <p:spPr bwMode="auto">
          <a:xfrm>
            <a:off x="5918962" y="226661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86" name="TextBox 3"/>
          <p:cNvSpPr txBox="1"/>
          <p:nvPr/>
        </p:nvSpPr>
        <p:spPr>
          <a:xfrm>
            <a:off x="6072225" y="223781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584,557</a:t>
            </a:r>
            <a:endParaRPr lang="en-US" dirty="0"/>
          </a:p>
        </p:txBody>
      </p:sp>
      <p:sp>
        <p:nvSpPr>
          <p:cNvPr id="7787" name="Rectangle 4"/>
          <p:cNvSpPr>
            <a:spLocks noChangeArrowheads="1"/>
          </p:cNvSpPr>
          <p:nvPr/>
        </p:nvSpPr>
        <p:spPr bwMode="auto">
          <a:xfrm>
            <a:off x="6566408" y="226661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88" name="TextBox 3"/>
          <p:cNvSpPr txBox="1"/>
          <p:nvPr/>
        </p:nvSpPr>
        <p:spPr>
          <a:xfrm>
            <a:off x="6719671" y="223781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474,237</a:t>
            </a:r>
            <a:endParaRPr lang="en-US" dirty="0"/>
          </a:p>
        </p:txBody>
      </p:sp>
      <p:sp>
        <p:nvSpPr>
          <p:cNvPr id="7789" name="Rectangle 4"/>
          <p:cNvSpPr>
            <a:spLocks noChangeArrowheads="1"/>
          </p:cNvSpPr>
          <p:nvPr/>
        </p:nvSpPr>
        <p:spPr bwMode="auto">
          <a:xfrm>
            <a:off x="7213854" y="226661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90" name="TextBox 3"/>
          <p:cNvSpPr txBox="1"/>
          <p:nvPr/>
        </p:nvSpPr>
        <p:spPr>
          <a:xfrm>
            <a:off x="7367118" y="223781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474,234</a:t>
            </a:r>
            <a:endParaRPr lang="en-US" dirty="0"/>
          </a:p>
        </p:txBody>
      </p:sp>
      <p:sp>
        <p:nvSpPr>
          <p:cNvPr id="7791" name="Rectangle 4"/>
          <p:cNvSpPr>
            <a:spLocks noChangeArrowheads="1"/>
          </p:cNvSpPr>
          <p:nvPr/>
        </p:nvSpPr>
        <p:spPr bwMode="auto">
          <a:xfrm>
            <a:off x="7861300" y="2266619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92" name="Rectangle 4"/>
          <p:cNvSpPr>
            <a:spLocks noChangeArrowheads="1"/>
          </p:cNvSpPr>
          <p:nvPr/>
        </p:nvSpPr>
        <p:spPr bwMode="auto">
          <a:xfrm>
            <a:off x="8094497" y="2266619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93" name="Rectangle 4"/>
          <p:cNvSpPr>
            <a:spLocks noChangeArrowheads="1"/>
          </p:cNvSpPr>
          <p:nvPr/>
        </p:nvSpPr>
        <p:spPr bwMode="auto">
          <a:xfrm>
            <a:off x="8333384" y="2266619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94" name="TextBox 3"/>
          <p:cNvSpPr txBox="1"/>
          <p:nvPr/>
        </p:nvSpPr>
        <p:spPr>
          <a:xfrm>
            <a:off x="8650986" y="223781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</a:t>
            </a:r>
            <a:endParaRPr lang="en-US" dirty="0"/>
          </a:p>
        </p:txBody>
      </p:sp>
      <p:sp>
        <p:nvSpPr>
          <p:cNvPr id="7795" name="Rectangle 4"/>
          <p:cNvSpPr>
            <a:spLocks noChangeArrowheads="1"/>
          </p:cNvSpPr>
          <p:nvPr/>
        </p:nvSpPr>
        <p:spPr bwMode="auto">
          <a:xfrm>
            <a:off x="878255" y="2544381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96" name="TextBox 3"/>
          <p:cNvSpPr txBox="1"/>
          <p:nvPr/>
        </p:nvSpPr>
        <p:spPr>
          <a:xfrm>
            <a:off x="827455" y="251557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8470450</a:t>
            </a:r>
            <a:endParaRPr lang="en-US" dirty="0"/>
          </a:p>
        </p:txBody>
      </p:sp>
      <p:sp>
        <p:nvSpPr>
          <p:cNvPr id="7797" name="Rectangle 4"/>
          <p:cNvSpPr>
            <a:spLocks noChangeArrowheads="1"/>
          </p:cNvSpPr>
          <p:nvPr/>
        </p:nvSpPr>
        <p:spPr bwMode="auto">
          <a:xfrm>
            <a:off x="1365758" y="2544381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798" name="TextBox 3"/>
          <p:cNvSpPr txBox="1"/>
          <p:nvPr/>
        </p:nvSpPr>
        <p:spPr>
          <a:xfrm>
            <a:off x="1314958" y="2515578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Earth </a:t>
            </a:r>
            <a:endParaRPr lang="en-US" dirty="0"/>
          </a:p>
        </p:txBody>
      </p:sp>
      <p:sp>
        <p:nvSpPr>
          <p:cNvPr id="7799" name="TextBox 3"/>
          <p:cNvSpPr txBox="1"/>
          <p:nvPr/>
        </p:nvSpPr>
        <p:spPr>
          <a:xfrm>
            <a:off x="1314958" y="2633027"/>
            <a:ext cx="5391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</a:t>
            </a:r>
            <a:endParaRPr lang="en-US" dirty="0"/>
          </a:p>
        </p:txBody>
      </p:sp>
      <p:sp>
        <p:nvSpPr>
          <p:cNvPr id="7800" name="Rectangle 4"/>
          <p:cNvSpPr>
            <a:spLocks noChangeArrowheads="1"/>
          </p:cNvSpPr>
          <p:nvPr/>
        </p:nvSpPr>
        <p:spPr bwMode="auto">
          <a:xfrm>
            <a:off x="2163546" y="2544381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01" name="TextBox 3"/>
          <p:cNvSpPr txBox="1"/>
          <p:nvPr/>
        </p:nvSpPr>
        <p:spPr>
          <a:xfrm>
            <a:off x="2112746" y="251557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7802" name="Rectangle 4"/>
          <p:cNvSpPr>
            <a:spLocks noChangeArrowheads="1"/>
          </p:cNvSpPr>
          <p:nvPr/>
        </p:nvSpPr>
        <p:spPr bwMode="auto">
          <a:xfrm>
            <a:off x="2622702" y="2544381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03" name="TextBox 3"/>
          <p:cNvSpPr txBox="1"/>
          <p:nvPr/>
        </p:nvSpPr>
        <p:spPr>
          <a:xfrm>
            <a:off x="2571902" y="2515578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7804" name="Rectangle 4"/>
          <p:cNvSpPr>
            <a:spLocks noChangeArrowheads="1"/>
          </p:cNvSpPr>
          <p:nvPr/>
        </p:nvSpPr>
        <p:spPr bwMode="auto">
          <a:xfrm>
            <a:off x="3680282" y="2544381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05" name="TextBox 3"/>
          <p:cNvSpPr txBox="1"/>
          <p:nvPr/>
        </p:nvSpPr>
        <p:spPr>
          <a:xfrm>
            <a:off x="3629482" y="251557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847.8470450.1.412546.000000.847001.100178</a:t>
            </a:r>
            <a:endParaRPr lang="en-US" dirty="0"/>
          </a:p>
        </p:txBody>
      </p:sp>
      <p:sp>
        <p:nvSpPr>
          <p:cNvPr id="7806" name="Rectangle 4"/>
          <p:cNvSpPr>
            <a:spLocks noChangeArrowheads="1"/>
          </p:cNvSpPr>
          <p:nvPr/>
        </p:nvSpPr>
        <p:spPr bwMode="auto">
          <a:xfrm>
            <a:off x="5918962" y="254438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07" name="TextBox 3"/>
          <p:cNvSpPr txBox="1"/>
          <p:nvPr/>
        </p:nvSpPr>
        <p:spPr>
          <a:xfrm>
            <a:off x="6128715" y="251557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76,360</a:t>
            </a:r>
            <a:endParaRPr lang="en-US" dirty="0"/>
          </a:p>
        </p:txBody>
      </p:sp>
      <p:sp>
        <p:nvSpPr>
          <p:cNvPr id="7808" name="Rectangle 4"/>
          <p:cNvSpPr>
            <a:spLocks noChangeArrowheads="1"/>
          </p:cNvSpPr>
          <p:nvPr/>
        </p:nvSpPr>
        <p:spPr bwMode="auto">
          <a:xfrm>
            <a:off x="6566408" y="254438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09" name="TextBox 3"/>
          <p:cNvSpPr txBox="1"/>
          <p:nvPr/>
        </p:nvSpPr>
        <p:spPr>
          <a:xfrm>
            <a:off x="6776161" y="251557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76,360</a:t>
            </a:r>
            <a:endParaRPr lang="en-US" dirty="0"/>
          </a:p>
        </p:txBody>
      </p:sp>
      <p:sp>
        <p:nvSpPr>
          <p:cNvPr id="7810" name="Rectangle 4"/>
          <p:cNvSpPr>
            <a:spLocks noChangeArrowheads="1"/>
          </p:cNvSpPr>
          <p:nvPr/>
        </p:nvSpPr>
        <p:spPr bwMode="auto">
          <a:xfrm>
            <a:off x="7213854" y="254438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11" name="TextBox 3"/>
          <p:cNvSpPr txBox="1"/>
          <p:nvPr/>
        </p:nvSpPr>
        <p:spPr>
          <a:xfrm>
            <a:off x="7423607" y="251557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76,287</a:t>
            </a:r>
            <a:endParaRPr lang="en-US" dirty="0"/>
          </a:p>
        </p:txBody>
      </p:sp>
      <p:sp>
        <p:nvSpPr>
          <p:cNvPr id="7812" name="Rectangle 4"/>
          <p:cNvSpPr>
            <a:spLocks noChangeArrowheads="1"/>
          </p:cNvSpPr>
          <p:nvPr/>
        </p:nvSpPr>
        <p:spPr bwMode="auto">
          <a:xfrm>
            <a:off x="7861300" y="2544381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13" name="Rectangle 4"/>
          <p:cNvSpPr>
            <a:spLocks noChangeArrowheads="1"/>
          </p:cNvSpPr>
          <p:nvPr/>
        </p:nvSpPr>
        <p:spPr bwMode="auto">
          <a:xfrm>
            <a:off x="8094497" y="2544381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14" name="Rectangle 4"/>
          <p:cNvSpPr>
            <a:spLocks noChangeArrowheads="1"/>
          </p:cNvSpPr>
          <p:nvPr/>
        </p:nvSpPr>
        <p:spPr bwMode="auto">
          <a:xfrm>
            <a:off x="8333384" y="2544381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15" name="TextBox 3"/>
          <p:cNvSpPr txBox="1"/>
          <p:nvPr/>
        </p:nvSpPr>
        <p:spPr>
          <a:xfrm>
            <a:off x="8594496" y="2515578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73</a:t>
            </a:r>
            <a:endParaRPr lang="en-US" dirty="0"/>
          </a:p>
        </p:txBody>
      </p:sp>
      <p:sp>
        <p:nvSpPr>
          <p:cNvPr id="7816" name="Rectangle 4"/>
          <p:cNvSpPr>
            <a:spLocks noChangeArrowheads="1"/>
          </p:cNvSpPr>
          <p:nvPr/>
        </p:nvSpPr>
        <p:spPr bwMode="auto">
          <a:xfrm>
            <a:off x="878255" y="282214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17" name="TextBox 3"/>
          <p:cNvSpPr txBox="1"/>
          <p:nvPr/>
        </p:nvSpPr>
        <p:spPr>
          <a:xfrm>
            <a:off x="827455" y="279333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8470450</a:t>
            </a:r>
            <a:endParaRPr lang="en-US" dirty="0"/>
          </a:p>
        </p:txBody>
      </p:sp>
      <p:sp>
        <p:nvSpPr>
          <p:cNvPr id="7818" name="Rectangle 4"/>
          <p:cNvSpPr>
            <a:spLocks noChangeArrowheads="1"/>
          </p:cNvSpPr>
          <p:nvPr/>
        </p:nvSpPr>
        <p:spPr bwMode="auto">
          <a:xfrm>
            <a:off x="1365758" y="282214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19" name="TextBox 3"/>
          <p:cNvSpPr txBox="1"/>
          <p:nvPr/>
        </p:nvSpPr>
        <p:spPr>
          <a:xfrm>
            <a:off x="1314958" y="2793339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Earth </a:t>
            </a:r>
            <a:endParaRPr lang="en-US" dirty="0"/>
          </a:p>
        </p:txBody>
      </p:sp>
      <p:sp>
        <p:nvSpPr>
          <p:cNvPr id="7820" name="TextBox 3"/>
          <p:cNvSpPr txBox="1"/>
          <p:nvPr/>
        </p:nvSpPr>
        <p:spPr>
          <a:xfrm>
            <a:off x="1314958" y="2910789"/>
            <a:ext cx="5391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</a:t>
            </a:r>
            <a:endParaRPr lang="en-US" dirty="0"/>
          </a:p>
        </p:txBody>
      </p:sp>
      <p:sp>
        <p:nvSpPr>
          <p:cNvPr id="7821" name="Rectangle 4"/>
          <p:cNvSpPr>
            <a:spLocks noChangeArrowheads="1"/>
          </p:cNvSpPr>
          <p:nvPr/>
        </p:nvSpPr>
        <p:spPr bwMode="auto">
          <a:xfrm>
            <a:off x="2163546" y="282214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22" name="TextBox 3"/>
          <p:cNvSpPr txBox="1"/>
          <p:nvPr/>
        </p:nvSpPr>
        <p:spPr>
          <a:xfrm>
            <a:off x="2112746" y="279333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414120</a:t>
            </a:r>
            <a:endParaRPr lang="en-US" dirty="0"/>
          </a:p>
        </p:txBody>
      </p:sp>
      <p:sp>
        <p:nvSpPr>
          <p:cNvPr id="7823" name="Rectangle 4"/>
          <p:cNvSpPr>
            <a:spLocks noChangeArrowheads="1"/>
          </p:cNvSpPr>
          <p:nvPr/>
        </p:nvSpPr>
        <p:spPr bwMode="auto">
          <a:xfrm>
            <a:off x="2622702" y="282214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24" name="TextBox 3"/>
          <p:cNvSpPr txBox="1"/>
          <p:nvPr/>
        </p:nvSpPr>
        <p:spPr>
          <a:xfrm>
            <a:off x="2571902" y="2793339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Gratuity - Non-</a:t>
            </a:r>
            <a:endParaRPr lang="en-US" dirty="0"/>
          </a:p>
        </p:txBody>
      </p:sp>
      <p:sp>
        <p:nvSpPr>
          <p:cNvPr id="7825" name="TextBox 3"/>
          <p:cNvSpPr txBox="1"/>
          <p:nvPr/>
        </p:nvSpPr>
        <p:spPr>
          <a:xfrm>
            <a:off x="2571902" y="2910789"/>
            <a:ext cx="7538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pensionable </a:t>
            </a:r>
            <a:endParaRPr lang="en-US" dirty="0"/>
          </a:p>
        </p:txBody>
      </p:sp>
      <p:sp>
        <p:nvSpPr>
          <p:cNvPr id="7826" name="TextBox 3"/>
          <p:cNvSpPr txBox="1"/>
          <p:nvPr/>
        </p:nvSpPr>
        <p:spPr>
          <a:xfrm>
            <a:off x="2571902" y="3028239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7827" name="Rectangle 4"/>
          <p:cNvSpPr>
            <a:spLocks noChangeArrowheads="1"/>
          </p:cNvSpPr>
          <p:nvPr/>
        </p:nvSpPr>
        <p:spPr bwMode="auto">
          <a:xfrm>
            <a:off x="3680282" y="282214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28" name="TextBox 3"/>
          <p:cNvSpPr txBox="1"/>
          <p:nvPr/>
        </p:nvSpPr>
        <p:spPr>
          <a:xfrm>
            <a:off x="3629482" y="279333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847.8470450.1.414120.000000.847001.100178</a:t>
            </a:r>
            <a:endParaRPr lang="en-US" dirty="0"/>
          </a:p>
        </p:txBody>
      </p:sp>
      <p:sp>
        <p:nvSpPr>
          <p:cNvPr id="7829" name="Rectangle 4"/>
          <p:cNvSpPr>
            <a:spLocks noChangeArrowheads="1"/>
          </p:cNvSpPr>
          <p:nvPr/>
        </p:nvSpPr>
        <p:spPr bwMode="auto">
          <a:xfrm>
            <a:off x="5918962" y="282214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30" name="TextBox 3"/>
          <p:cNvSpPr txBox="1"/>
          <p:nvPr/>
        </p:nvSpPr>
        <p:spPr>
          <a:xfrm>
            <a:off x="6382918" y="279333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7831" name="Rectangle 4"/>
          <p:cNvSpPr>
            <a:spLocks noChangeArrowheads="1"/>
          </p:cNvSpPr>
          <p:nvPr/>
        </p:nvSpPr>
        <p:spPr bwMode="auto">
          <a:xfrm>
            <a:off x="6566408" y="282214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32" name="TextBox 3"/>
          <p:cNvSpPr txBox="1"/>
          <p:nvPr/>
        </p:nvSpPr>
        <p:spPr>
          <a:xfrm>
            <a:off x="6719671" y="279333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112,991</a:t>
            </a:r>
            <a:endParaRPr lang="en-US" dirty="0"/>
          </a:p>
        </p:txBody>
      </p:sp>
      <p:sp>
        <p:nvSpPr>
          <p:cNvPr id="7833" name="Rectangle 4"/>
          <p:cNvSpPr>
            <a:spLocks noChangeArrowheads="1"/>
          </p:cNvSpPr>
          <p:nvPr/>
        </p:nvSpPr>
        <p:spPr bwMode="auto">
          <a:xfrm>
            <a:off x="7213854" y="282214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34" name="TextBox 3"/>
          <p:cNvSpPr txBox="1"/>
          <p:nvPr/>
        </p:nvSpPr>
        <p:spPr>
          <a:xfrm>
            <a:off x="7367118" y="279333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112,988</a:t>
            </a:r>
            <a:endParaRPr lang="en-US" dirty="0"/>
          </a:p>
        </p:txBody>
      </p:sp>
      <p:sp>
        <p:nvSpPr>
          <p:cNvPr id="7835" name="Rectangle 4"/>
          <p:cNvSpPr>
            <a:spLocks noChangeArrowheads="1"/>
          </p:cNvSpPr>
          <p:nvPr/>
        </p:nvSpPr>
        <p:spPr bwMode="auto">
          <a:xfrm>
            <a:off x="7861300" y="282214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36" name="Rectangle 4"/>
          <p:cNvSpPr>
            <a:spLocks noChangeArrowheads="1"/>
          </p:cNvSpPr>
          <p:nvPr/>
        </p:nvSpPr>
        <p:spPr bwMode="auto">
          <a:xfrm>
            <a:off x="8094497" y="282214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37" name="Rectangle 4"/>
          <p:cNvSpPr>
            <a:spLocks noChangeArrowheads="1"/>
          </p:cNvSpPr>
          <p:nvPr/>
        </p:nvSpPr>
        <p:spPr bwMode="auto">
          <a:xfrm>
            <a:off x="8333384" y="282214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38" name="TextBox 3"/>
          <p:cNvSpPr txBox="1"/>
          <p:nvPr/>
        </p:nvSpPr>
        <p:spPr>
          <a:xfrm>
            <a:off x="8650986" y="279333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</a:t>
            </a:r>
            <a:endParaRPr lang="en-US" dirty="0"/>
          </a:p>
        </p:txBody>
      </p:sp>
      <p:sp>
        <p:nvSpPr>
          <p:cNvPr id="7839" name="Rectangle 4"/>
          <p:cNvSpPr>
            <a:spLocks noChangeArrowheads="1"/>
          </p:cNvSpPr>
          <p:nvPr/>
        </p:nvSpPr>
        <p:spPr bwMode="auto">
          <a:xfrm>
            <a:off x="878255" y="3217354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40" name="TextBox 3"/>
          <p:cNvSpPr txBox="1"/>
          <p:nvPr/>
        </p:nvSpPr>
        <p:spPr>
          <a:xfrm>
            <a:off x="827455" y="318855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8470450</a:t>
            </a:r>
            <a:endParaRPr lang="en-US" dirty="0"/>
          </a:p>
        </p:txBody>
      </p:sp>
      <p:sp>
        <p:nvSpPr>
          <p:cNvPr id="7841" name="Rectangle 4"/>
          <p:cNvSpPr>
            <a:spLocks noChangeArrowheads="1"/>
          </p:cNvSpPr>
          <p:nvPr/>
        </p:nvSpPr>
        <p:spPr bwMode="auto">
          <a:xfrm>
            <a:off x="1365758" y="3217354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42" name="TextBox 3"/>
          <p:cNvSpPr txBox="1"/>
          <p:nvPr/>
        </p:nvSpPr>
        <p:spPr>
          <a:xfrm>
            <a:off x="1314958" y="3188551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Earth </a:t>
            </a:r>
            <a:endParaRPr lang="en-US" dirty="0"/>
          </a:p>
        </p:txBody>
      </p:sp>
      <p:sp>
        <p:nvSpPr>
          <p:cNvPr id="7843" name="TextBox 3"/>
          <p:cNvSpPr txBox="1"/>
          <p:nvPr/>
        </p:nvSpPr>
        <p:spPr>
          <a:xfrm>
            <a:off x="1314958" y="3306000"/>
            <a:ext cx="5391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</a:t>
            </a:r>
            <a:endParaRPr lang="en-US" dirty="0"/>
          </a:p>
        </p:txBody>
      </p:sp>
      <p:sp>
        <p:nvSpPr>
          <p:cNvPr id="7844" name="Rectangle 4"/>
          <p:cNvSpPr>
            <a:spLocks noChangeArrowheads="1"/>
          </p:cNvSpPr>
          <p:nvPr/>
        </p:nvSpPr>
        <p:spPr bwMode="auto">
          <a:xfrm>
            <a:off x="2163546" y="3217354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45" name="TextBox 3"/>
          <p:cNvSpPr txBox="1"/>
          <p:nvPr/>
        </p:nvSpPr>
        <p:spPr>
          <a:xfrm>
            <a:off x="2112746" y="318855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7846" name="Rectangle 4"/>
          <p:cNvSpPr>
            <a:spLocks noChangeArrowheads="1"/>
          </p:cNvSpPr>
          <p:nvPr/>
        </p:nvSpPr>
        <p:spPr bwMode="auto">
          <a:xfrm>
            <a:off x="2622702" y="3217354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47" name="TextBox 3"/>
          <p:cNvSpPr txBox="1"/>
          <p:nvPr/>
        </p:nvSpPr>
        <p:spPr>
          <a:xfrm>
            <a:off x="2571902" y="3188551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7848" name="TextBox 3"/>
          <p:cNvSpPr txBox="1"/>
          <p:nvPr/>
        </p:nvSpPr>
        <p:spPr>
          <a:xfrm>
            <a:off x="2571902" y="3306000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7849" name="Rectangle 4"/>
          <p:cNvSpPr>
            <a:spLocks noChangeArrowheads="1"/>
          </p:cNvSpPr>
          <p:nvPr/>
        </p:nvSpPr>
        <p:spPr bwMode="auto">
          <a:xfrm>
            <a:off x="3680282" y="3217354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50" name="TextBox 3"/>
          <p:cNvSpPr txBox="1"/>
          <p:nvPr/>
        </p:nvSpPr>
        <p:spPr>
          <a:xfrm>
            <a:off x="3629482" y="318855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847.8470450.1.415110.000000.847001.100178</a:t>
            </a:r>
            <a:endParaRPr lang="en-US" dirty="0"/>
          </a:p>
        </p:txBody>
      </p:sp>
      <p:sp>
        <p:nvSpPr>
          <p:cNvPr id="7851" name="Rectangle 4"/>
          <p:cNvSpPr>
            <a:spLocks noChangeArrowheads="1"/>
          </p:cNvSpPr>
          <p:nvPr/>
        </p:nvSpPr>
        <p:spPr bwMode="auto">
          <a:xfrm>
            <a:off x="5918962" y="321735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52" name="TextBox 3"/>
          <p:cNvSpPr txBox="1"/>
          <p:nvPr/>
        </p:nvSpPr>
        <p:spPr>
          <a:xfrm>
            <a:off x="6072225" y="318855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290,774</a:t>
            </a:r>
            <a:endParaRPr lang="en-US" dirty="0"/>
          </a:p>
        </p:txBody>
      </p:sp>
      <p:sp>
        <p:nvSpPr>
          <p:cNvPr id="7853" name="Rectangle 4"/>
          <p:cNvSpPr>
            <a:spLocks noChangeArrowheads="1"/>
          </p:cNvSpPr>
          <p:nvPr/>
        </p:nvSpPr>
        <p:spPr bwMode="auto">
          <a:xfrm>
            <a:off x="6566408" y="321735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54" name="TextBox 3"/>
          <p:cNvSpPr txBox="1"/>
          <p:nvPr/>
        </p:nvSpPr>
        <p:spPr>
          <a:xfrm>
            <a:off x="6719671" y="318855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290,774</a:t>
            </a:r>
            <a:endParaRPr lang="en-US" dirty="0"/>
          </a:p>
        </p:txBody>
      </p:sp>
      <p:sp>
        <p:nvSpPr>
          <p:cNvPr id="7855" name="Rectangle 4"/>
          <p:cNvSpPr>
            <a:spLocks noChangeArrowheads="1"/>
          </p:cNvSpPr>
          <p:nvPr/>
        </p:nvSpPr>
        <p:spPr bwMode="auto">
          <a:xfrm>
            <a:off x="7213854" y="321735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56" name="TextBox 3"/>
          <p:cNvSpPr txBox="1"/>
          <p:nvPr/>
        </p:nvSpPr>
        <p:spPr>
          <a:xfrm>
            <a:off x="7367118" y="318855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290,649</a:t>
            </a:r>
            <a:endParaRPr lang="en-US" dirty="0"/>
          </a:p>
        </p:txBody>
      </p:sp>
      <p:sp>
        <p:nvSpPr>
          <p:cNvPr id="7857" name="Rectangle 4"/>
          <p:cNvSpPr>
            <a:spLocks noChangeArrowheads="1"/>
          </p:cNvSpPr>
          <p:nvPr/>
        </p:nvSpPr>
        <p:spPr bwMode="auto">
          <a:xfrm>
            <a:off x="7861300" y="3217354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58" name="Rectangle 4"/>
          <p:cNvSpPr>
            <a:spLocks noChangeArrowheads="1"/>
          </p:cNvSpPr>
          <p:nvPr/>
        </p:nvSpPr>
        <p:spPr bwMode="auto">
          <a:xfrm>
            <a:off x="8094497" y="3217354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59" name="Rectangle 4"/>
          <p:cNvSpPr>
            <a:spLocks noChangeArrowheads="1"/>
          </p:cNvSpPr>
          <p:nvPr/>
        </p:nvSpPr>
        <p:spPr bwMode="auto">
          <a:xfrm>
            <a:off x="8333384" y="3217354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60" name="TextBox 3"/>
          <p:cNvSpPr txBox="1"/>
          <p:nvPr/>
        </p:nvSpPr>
        <p:spPr>
          <a:xfrm>
            <a:off x="8538006" y="3188551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125</a:t>
            </a:r>
            <a:endParaRPr lang="en-US" dirty="0"/>
          </a:p>
        </p:txBody>
      </p:sp>
      <p:sp>
        <p:nvSpPr>
          <p:cNvPr id="7861" name="Rectangle 4"/>
          <p:cNvSpPr>
            <a:spLocks noChangeArrowheads="1"/>
          </p:cNvSpPr>
          <p:nvPr/>
        </p:nvSpPr>
        <p:spPr bwMode="auto">
          <a:xfrm>
            <a:off x="878255" y="3495116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62" name="TextBox 3"/>
          <p:cNvSpPr txBox="1"/>
          <p:nvPr/>
        </p:nvSpPr>
        <p:spPr>
          <a:xfrm>
            <a:off x="827455" y="346631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8470450</a:t>
            </a:r>
            <a:endParaRPr lang="en-US" dirty="0"/>
          </a:p>
        </p:txBody>
      </p:sp>
      <p:sp>
        <p:nvSpPr>
          <p:cNvPr id="7863" name="Rectangle 4"/>
          <p:cNvSpPr>
            <a:spLocks noChangeArrowheads="1"/>
          </p:cNvSpPr>
          <p:nvPr/>
        </p:nvSpPr>
        <p:spPr bwMode="auto">
          <a:xfrm>
            <a:off x="1365758" y="3495116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64" name="TextBox 3"/>
          <p:cNvSpPr txBox="1"/>
          <p:nvPr/>
        </p:nvSpPr>
        <p:spPr>
          <a:xfrm>
            <a:off x="1314958" y="3466312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Earth </a:t>
            </a:r>
            <a:endParaRPr lang="en-US" dirty="0"/>
          </a:p>
        </p:txBody>
      </p:sp>
      <p:sp>
        <p:nvSpPr>
          <p:cNvPr id="7865" name="TextBox 3"/>
          <p:cNvSpPr txBox="1"/>
          <p:nvPr/>
        </p:nvSpPr>
        <p:spPr>
          <a:xfrm>
            <a:off x="1314958" y="3583762"/>
            <a:ext cx="5391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</a:t>
            </a:r>
            <a:endParaRPr lang="en-US" dirty="0"/>
          </a:p>
        </p:txBody>
      </p:sp>
      <p:sp>
        <p:nvSpPr>
          <p:cNvPr id="7866" name="Rectangle 4"/>
          <p:cNvSpPr>
            <a:spLocks noChangeArrowheads="1"/>
          </p:cNvSpPr>
          <p:nvPr/>
        </p:nvSpPr>
        <p:spPr bwMode="auto">
          <a:xfrm>
            <a:off x="2163546" y="3495116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67" name="TextBox 3"/>
          <p:cNvSpPr txBox="1"/>
          <p:nvPr/>
        </p:nvSpPr>
        <p:spPr>
          <a:xfrm>
            <a:off x="2112746" y="346631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7868" name="Rectangle 4"/>
          <p:cNvSpPr>
            <a:spLocks noChangeArrowheads="1"/>
          </p:cNvSpPr>
          <p:nvPr/>
        </p:nvSpPr>
        <p:spPr bwMode="auto">
          <a:xfrm>
            <a:off x="2622702" y="3495116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69" name="TextBox 3"/>
          <p:cNvSpPr txBox="1"/>
          <p:nvPr/>
        </p:nvSpPr>
        <p:spPr>
          <a:xfrm>
            <a:off x="2571902" y="3466312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7870" name="TextBox 3"/>
          <p:cNvSpPr txBox="1"/>
          <p:nvPr/>
        </p:nvSpPr>
        <p:spPr>
          <a:xfrm>
            <a:off x="2571902" y="3583762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7871" name="Rectangle 4"/>
          <p:cNvSpPr>
            <a:spLocks noChangeArrowheads="1"/>
          </p:cNvSpPr>
          <p:nvPr/>
        </p:nvSpPr>
        <p:spPr bwMode="auto">
          <a:xfrm>
            <a:off x="3680282" y="3495116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72" name="TextBox 3"/>
          <p:cNvSpPr txBox="1"/>
          <p:nvPr/>
        </p:nvSpPr>
        <p:spPr>
          <a:xfrm>
            <a:off x="3629482" y="346631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847.8470450.1.416110.000000.847001.100178</a:t>
            </a:r>
            <a:endParaRPr lang="en-US" dirty="0"/>
          </a:p>
        </p:txBody>
      </p:sp>
      <p:sp>
        <p:nvSpPr>
          <p:cNvPr id="7873" name="Rectangle 4"/>
          <p:cNvSpPr>
            <a:spLocks noChangeArrowheads="1"/>
          </p:cNvSpPr>
          <p:nvPr/>
        </p:nvSpPr>
        <p:spPr bwMode="auto">
          <a:xfrm>
            <a:off x="5918962" y="349511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74" name="TextBox 3"/>
          <p:cNvSpPr txBox="1"/>
          <p:nvPr/>
        </p:nvSpPr>
        <p:spPr>
          <a:xfrm>
            <a:off x="6382918" y="346631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7875" name="Rectangle 4"/>
          <p:cNvSpPr>
            <a:spLocks noChangeArrowheads="1"/>
          </p:cNvSpPr>
          <p:nvPr/>
        </p:nvSpPr>
        <p:spPr bwMode="auto">
          <a:xfrm>
            <a:off x="6566408" y="349511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76" name="TextBox 3"/>
          <p:cNvSpPr txBox="1"/>
          <p:nvPr/>
        </p:nvSpPr>
        <p:spPr>
          <a:xfrm>
            <a:off x="6719671" y="346631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220,301</a:t>
            </a:r>
            <a:endParaRPr lang="en-US" dirty="0"/>
          </a:p>
        </p:txBody>
      </p:sp>
      <p:sp>
        <p:nvSpPr>
          <p:cNvPr id="7877" name="Rectangle 4"/>
          <p:cNvSpPr>
            <a:spLocks noChangeArrowheads="1"/>
          </p:cNvSpPr>
          <p:nvPr/>
        </p:nvSpPr>
        <p:spPr bwMode="auto">
          <a:xfrm>
            <a:off x="7213854" y="349511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78" name="TextBox 3"/>
          <p:cNvSpPr txBox="1"/>
          <p:nvPr/>
        </p:nvSpPr>
        <p:spPr>
          <a:xfrm>
            <a:off x="7367118" y="346631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220,297</a:t>
            </a:r>
            <a:endParaRPr lang="en-US" dirty="0"/>
          </a:p>
        </p:txBody>
      </p:sp>
      <p:sp>
        <p:nvSpPr>
          <p:cNvPr id="7879" name="Rectangle 4"/>
          <p:cNvSpPr>
            <a:spLocks noChangeArrowheads="1"/>
          </p:cNvSpPr>
          <p:nvPr/>
        </p:nvSpPr>
        <p:spPr bwMode="auto">
          <a:xfrm>
            <a:off x="7861300" y="3495116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80" name="Rectangle 4"/>
          <p:cNvSpPr>
            <a:spLocks noChangeArrowheads="1"/>
          </p:cNvSpPr>
          <p:nvPr/>
        </p:nvSpPr>
        <p:spPr bwMode="auto">
          <a:xfrm>
            <a:off x="8094497" y="3495116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81" name="Rectangle 4"/>
          <p:cNvSpPr>
            <a:spLocks noChangeArrowheads="1"/>
          </p:cNvSpPr>
          <p:nvPr/>
        </p:nvSpPr>
        <p:spPr bwMode="auto">
          <a:xfrm>
            <a:off x="8333384" y="3495116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82" name="TextBox 3"/>
          <p:cNvSpPr txBox="1"/>
          <p:nvPr/>
        </p:nvSpPr>
        <p:spPr>
          <a:xfrm>
            <a:off x="8650986" y="346631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</a:t>
            </a:r>
            <a:endParaRPr lang="en-US" dirty="0"/>
          </a:p>
        </p:txBody>
      </p:sp>
      <p:sp>
        <p:nvSpPr>
          <p:cNvPr id="7883" name="Rectangle 4"/>
          <p:cNvSpPr>
            <a:spLocks noChangeArrowheads="1"/>
          </p:cNvSpPr>
          <p:nvPr/>
        </p:nvSpPr>
        <p:spPr bwMode="auto">
          <a:xfrm>
            <a:off x="878255" y="3772878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84" name="TextBox 3"/>
          <p:cNvSpPr txBox="1"/>
          <p:nvPr/>
        </p:nvSpPr>
        <p:spPr>
          <a:xfrm>
            <a:off x="827455" y="374407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8470450</a:t>
            </a:r>
            <a:endParaRPr lang="en-US" dirty="0"/>
          </a:p>
        </p:txBody>
      </p:sp>
      <p:sp>
        <p:nvSpPr>
          <p:cNvPr id="7885" name="Rectangle 4"/>
          <p:cNvSpPr>
            <a:spLocks noChangeArrowheads="1"/>
          </p:cNvSpPr>
          <p:nvPr/>
        </p:nvSpPr>
        <p:spPr bwMode="auto">
          <a:xfrm>
            <a:off x="1365758" y="3772878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86" name="TextBox 3"/>
          <p:cNvSpPr txBox="1"/>
          <p:nvPr/>
        </p:nvSpPr>
        <p:spPr>
          <a:xfrm>
            <a:off x="1314958" y="3744074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Earth </a:t>
            </a:r>
            <a:endParaRPr lang="en-US" dirty="0"/>
          </a:p>
        </p:txBody>
      </p:sp>
      <p:sp>
        <p:nvSpPr>
          <p:cNvPr id="7887" name="TextBox 3"/>
          <p:cNvSpPr txBox="1"/>
          <p:nvPr/>
        </p:nvSpPr>
        <p:spPr>
          <a:xfrm>
            <a:off x="1314958" y="3861524"/>
            <a:ext cx="5391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Science</a:t>
            </a:r>
            <a:endParaRPr lang="en-US" dirty="0"/>
          </a:p>
        </p:txBody>
      </p:sp>
      <p:sp>
        <p:nvSpPr>
          <p:cNvPr id="7888" name="Rectangle 4"/>
          <p:cNvSpPr>
            <a:spLocks noChangeArrowheads="1"/>
          </p:cNvSpPr>
          <p:nvPr/>
        </p:nvSpPr>
        <p:spPr bwMode="auto">
          <a:xfrm>
            <a:off x="2163546" y="3772878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89" name="TextBox 3"/>
          <p:cNvSpPr txBox="1"/>
          <p:nvPr/>
        </p:nvSpPr>
        <p:spPr>
          <a:xfrm>
            <a:off x="2112746" y="374407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7890" name="Rectangle 4"/>
          <p:cNvSpPr>
            <a:spLocks noChangeArrowheads="1"/>
          </p:cNvSpPr>
          <p:nvPr/>
        </p:nvSpPr>
        <p:spPr bwMode="auto">
          <a:xfrm>
            <a:off x="2622702" y="3772878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91" name="TextBox 3"/>
          <p:cNvSpPr txBox="1"/>
          <p:nvPr/>
        </p:nvSpPr>
        <p:spPr>
          <a:xfrm>
            <a:off x="2571902" y="3744074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7892" name="TextBox 3"/>
          <p:cNvSpPr txBox="1"/>
          <p:nvPr/>
        </p:nvSpPr>
        <p:spPr>
          <a:xfrm>
            <a:off x="2571902" y="3861524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7893" name="Rectangle 4"/>
          <p:cNvSpPr>
            <a:spLocks noChangeArrowheads="1"/>
          </p:cNvSpPr>
          <p:nvPr/>
        </p:nvSpPr>
        <p:spPr bwMode="auto">
          <a:xfrm>
            <a:off x="3680282" y="3772878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94" name="TextBox 3"/>
          <p:cNvSpPr txBox="1"/>
          <p:nvPr/>
        </p:nvSpPr>
        <p:spPr>
          <a:xfrm>
            <a:off x="3629482" y="374407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847.8470450.1.416310.000000.847001.100178</a:t>
            </a:r>
            <a:endParaRPr lang="en-US" dirty="0"/>
          </a:p>
        </p:txBody>
      </p:sp>
      <p:sp>
        <p:nvSpPr>
          <p:cNvPr id="7895" name="Rectangle 4"/>
          <p:cNvSpPr>
            <a:spLocks noChangeArrowheads="1"/>
          </p:cNvSpPr>
          <p:nvPr/>
        </p:nvSpPr>
        <p:spPr bwMode="auto">
          <a:xfrm>
            <a:off x="5918962" y="377287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96" name="TextBox 3"/>
          <p:cNvSpPr txBox="1"/>
          <p:nvPr/>
        </p:nvSpPr>
        <p:spPr>
          <a:xfrm>
            <a:off x="6072225" y="374407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336,030</a:t>
            </a:r>
            <a:endParaRPr lang="en-US" dirty="0"/>
          </a:p>
        </p:txBody>
      </p:sp>
      <p:sp>
        <p:nvSpPr>
          <p:cNvPr id="7897" name="Rectangle 4"/>
          <p:cNvSpPr>
            <a:spLocks noChangeArrowheads="1"/>
          </p:cNvSpPr>
          <p:nvPr/>
        </p:nvSpPr>
        <p:spPr bwMode="auto">
          <a:xfrm>
            <a:off x="6566408" y="377287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898" name="TextBox 3"/>
          <p:cNvSpPr txBox="1"/>
          <p:nvPr/>
        </p:nvSpPr>
        <p:spPr>
          <a:xfrm>
            <a:off x="6719671" y="374407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256,142</a:t>
            </a:r>
            <a:endParaRPr lang="en-US" dirty="0"/>
          </a:p>
        </p:txBody>
      </p:sp>
      <p:sp>
        <p:nvSpPr>
          <p:cNvPr id="7899" name="Rectangle 4"/>
          <p:cNvSpPr>
            <a:spLocks noChangeArrowheads="1"/>
          </p:cNvSpPr>
          <p:nvPr/>
        </p:nvSpPr>
        <p:spPr bwMode="auto">
          <a:xfrm>
            <a:off x="7213854" y="377287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00" name="TextBox 3"/>
          <p:cNvSpPr txBox="1"/>
          <p:nvPr/>
        </p:nvSpPr>
        <p:spPr>
          <a:xfrm>
            <a:off x="7367118" y="374407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256,142</a:t>
            </a:r>
            <a:endParaRPr lang="en-US" dirty="0"/>
          </a:p>
        </p:txBody>
      </p:sp>
      <p:sp>
        <p:nvSpPr>
          <p:cNvPr id="7901" name="Rectangle 4"/>
          <p:cNvSpPr>
            <a:spLocks noChangeArrowheads="1"/>
          </p:cNvSpPr>
          <p:nvPr/>
        </p:nvSpPr>
        <p:spPr bwMode="auto">
          <a:xfrm>
            <a:off x="7861300" y="3772878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02" name="Rectangle 4"/>
          <p:cNvSpPr>
            <a:spLocks noChangeArrowheads="1"/>
          </p:cNvSpPr>
          <p:nvPr/>
        </p:nvSpPr>
        <p:spPr bwMode="auto">
          <a:xfrm>
            <a:off x="8094497" y="3772878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03" name="Rectangle 4"/>
          <p:cNvSpPr>
            <a:spLocks noChangeArrowheads="1"/>
          </p:cNvSpPr>
          <p:nvPr/>
        </p:nvSpPr>
        <p:spPr bwMode="auto">
          <a:xfrm>
            <a:off x="8333384" y="3772878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04" name="TextBox 3"/>
          <p:cNvSpPr txBox="1"/>
          <p:nvPr/>
        </p:nvSpPr>
        <p:spPr>
          <a:xfrm>
            <a:off x="8650986" y="374407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7905" name="Rectangle 4"/>
          <p:cNvSpPr>
            <a:spLocks noChangeArrowheads="1"/>
          </p:cNvSpPr>
          <p:nvPr/>
        </p:nvSpPr>
        <p:spPr bwMode="auto">
          <a:xfrm>
            <a:off x="878255" y="4050639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906" name="TextBox 3"/>
          <p:cNvSpPr txBox="1"/>
          <p:nvPr/>
        </p:nvSpPr>
        <p:spPr>
          <a:xfrm>
            <a:off x="827455" y="402183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8470450</a:t>
            </a:r>
            <a:endParaRPr lang="en-US" dirty="0"/>
          </a:p>
        </p:txBody>
      </p:sp>
      <p:sp>
        <p:nvSpPr>
          <p:cNvPr id="7907" name="TextBox 3"/>
          <p:cNvSpPr txBox="1"/>
          <p:nvPr/>
        </p:nvSpPr>
        <p:spPr>
          <a:xfrm>
            <a:off x="827455" y="4139285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7908" name="Rectangle 4"/>
          <p:cNvSpPr>
            <a:spLocks noChangeArrowheads="1"/>
          </p:cNvSpPr>
          <p:nvPr/>
        </p:nvSpPr>
        <p:spPr bwMode="auto">
          <a:xfrm>
            <a:off x="1365758" y="4050639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909" name="Rectangle 4"/>
          <p:cNvSpPr>
            <a:spLocks noChangeArrowheads="1"/>
          </p:cNvSpPr>
          <p:nvPr/>
        </p:nvSpPr>
        <p:spPr bwMode="auto">
          <a:xfrm>
            <a:off x="2163546" y="4050639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910" name="Rectangle 4"/>
          <p:cNvSpPr>
            <a:spLocks noChangeArrowheads="1"/>
          </p:cNvSpPr>
          <p:nvPr/>
        </p:nvSpPr>
        <p:spPr bwMode="auto">
          <a:xfrm>
            <a:off x="2622702" y="4050639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911" name="Rectangle 4"/>
          <p:cNvSpPr>
            <a:spLocks noChangeArrowheads="1"/>
          </p:cNvSpPr>
          <p:nvPr/>
        </p:nvSpPr>
        <p:spPr bwMode="auto">
          <a:xfrm>
            <a:off x="3680282" y="4050639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912" name="Rectangle 4"/>
          <p:cNvSpPr>
            <a:spLocks noChangeArrowheads="1"/>
          </p:cNvSpPr>
          <p:nvPr/>
        </p:nvSpPr>
        <p:spPr bwMode="auto">
          <a:xfrm>
            <a:off x="5918962" y="4050639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913" name="TextBox 3"/>
          <p:cNvSpPr txBox="1"/>
          <p:nvPr/>
        </p:nvSpPr>
        <p:spPr>
          <a:xfrm>
            <a:off x="5931001" y="4021835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12,934,244</a:t>
            </a:r>
            <a:endParaRPr lang="en-US" dirty="0"/>
          </a:p>
        </p:txBody>
      </p:sp>
      <p:sp>
        <p:nvSpPr>
          <p:cNvPr id="7914" name="Rectangle 4"/>
          <p:cNvSpPr>
            <a:spLocks noChangeArrowheads="1"/>
          </p:cNvSpPr>
          <p:nvPr/>
        </p:nvSpPr>
        <p:spPr bwMode="auto">
          <a:xfrm>
            <a:off x="6566408" y="4050639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915" name="TextBox 3"/>
          <p:cNvSpPr txBox="1"/>
          <p:nvPr/>
        </p:nvSpPr>
        <p:spPr>
          <a:xfrm>
            <a:off x="6578447" y="4021835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12,437,652</a:t>
            </a:r>
            <a:endParaRPr lang="en-US" dirty="0"/>
          </a:p>
        </p:txBody>
      </p:sp>
      <p:sp>
        <p:nvSpPr>
          <p:cNvPr id="7916" name="Rectangle 4"/>
          <p:cNvSpPr>
            <a:spLocks noChangeArrowheads="1"/>
          </p:cNvSpPr>
          <p:nvPr/>
        </p:nvSpPr>
        <p:spPr bwMode="auto">
          <a:xfrm>
            <a:off x="7213854" y="4050639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917" name="TextBox 3"/>
          <p:cNvSpPr txBox="1"/>
          <p:nvPr/>
        </p:nvSpPr>
        <p:spPr>
          <a:xfrm>
            <a:off x="7225894" y="4021835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12,434,411</a:t>
            </a:r>
            <a:endParaRPr lang="en-US" dirty="0"/>
          </a:p>
        </p:txBody>
      </p:sp>
      <p:sp>
        <p:nvSpPr>
          <p:cNvPr id="7918" name="Rectangle 4"/>
          <p:cNvSpPr>
            <a:spLocks noChangeArrowheads="1"/>
          </p:cNvSpPr>
          <p:nvPr/>
        </p:nvSpPr>
        <p:spPr bwMode="auto">
          <a:xfrm>
            <a:off x="7861300" y="4050639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919" name="Rectangle 4"/>
          <p:cNvSpPr>
            <a:spLocks noChangeArrowheads="1"/>
          </p:cNvSpPr>
          <p:nvPr/>
        </p:nvSpPr>
        <p:spPr bwMode="auto">
          <a:xfrm>
            <a:off x="8094497" y="4050639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920" name="Rectangle 4"/>
          <p:cNvSpPr>
            <a:spLocks noChangeArrowheads="1"/>
          </p:cNvSpPr>
          <p:nvPr/>
        </p:nvSpPr>
        <p:spPr bwMode="auto">
          <a:xfrm>
            <a:off x="8333384" y="4050639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7921" name="TextBox 3"/>
          <p:cNvSpPr txBox="1"/>
          <p:nvPr/>
        </p:nvSpPr>
        <p:spPr>
          <a:xfrm>
            <a:off x="8453272" y="4021835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3,241</a:t>
            </a:r>
            <a:endParaRPr lang="en-US" dirty="0"/>
          </a:p>
        </p:txBody>
      </p:sp>
      <p:sp>
        <p:nvSpPr>
          <p:cNvPr id="7922" name="Rectangle 4"/>
          <p:cNvSpPr>
            <a:spLocks noChangeArrowheads="1"/>
          </p:cNvSpPr>
          <p:nvPr/>
        </p:nvSpPr>
        <p:spPr bwMode="auto">
          <a:xfrm>
            <a:off x="878255" y="4328401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23" name="TextBox 3"/>
          <p:cNvSpPr txBox="1"/>
          <p:nvPr/>
        </p:nvSpPr>
        <p:spPr>
          <a:xfrm>
            <a:off x="827455" y="429959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8470455</a:t>
            </a:r>
            <a:endParaRPr lang="en-US" dirty="0"/>
          </a:p>
        </p:txBody>
      </p:sp>
      <p:sp>
        <p:nvSpPr>
          <p:cNvPr id="7924" name="Rectangle 4"/>
          <p:cNvSpPr>
            <a:spLocks noChangeArrowheads="1"/>
          </p:cNvSpPr>
          <p:nvPr/>
        </p:nvSpPr>
        <p:spPr bwMode="auto">
          <a:xfrm>
            <a:off x="1365758" y="4328401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25" name="TextBox 3"/>
          <p:cNvSpPr txBox="1"/>
          <p:nvPr/>
        </p:nvSpPr>
        <p:spPr>
          <a:xfrm>
            <a:off x="1314958" y="4299597"/>
            <a:ext cx="86664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– Biology</a:t>
            </a:r>
            <a:endParaRPr lang="en-US" dirty="0"/>
          </a:p>
        </p:txBody>
      </p:sp>
      <p:sp>
        <p:nvSpPr>
          <p:cNvPr id="7926" name="Rectangle 4"/>
          <p:cNvSpPr>
            <a:spLocks noChangeArrowheads="1"/>
          </p:cNvSpPr>
          <p:nvPr/>
        </p:nvSpPr>
        <p:spPr bwMode="auto">
          <a:xfrm>
            <a:off x="2163546" y="4328401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27" name="TextBox 3"/>
          <p:cNvSpPr txBox="1"/>
          <p:nvPr/>
        </p:nvSpPr>
        <p:spPr>
          <a:xfrm>
            <a:off x="2112746" y="429959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7928" name="Rectangle 4"/>
          <p:cNvSpPr>
            <a:spLocks noChangeArrowheads="1"/>
          </p:cNvSpPr>
          <p:nvPr/>
        </p:nvSpPr>
        <p:spPr bwMode="auto">
          <a:xfrm>
            <a:off x="2622702" y="4328401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29" name="TextBox 3"/>
          <p:cNvSpPr txBox="1"/>
          <p:nvPr/>
        </p:nvSpPr>
        <p:spPr>
          <a:xfrm>
            <a:off x="2571902" y="4299597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7930" name="TextBox 3"/>
          <p:cNvSpPr txBox="1"/>
          <p:nvPr/>
        </p:nvSpPr>
        <p:spPr>
          <a:xfrm>
            <a:off x="2571902" y="4417047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7931" name="Rectangle 4"/>
          <p:cNvSpPr>
            <a:spLocks noChangeArrowheads="1"/>
          </p:cNvSpPr>
          <p:nvPr/>
        </p:nvSpPr>
        <p:spPr bwMode="auto">
          <a:xfrm>
            <a:off x="3680282" y="4328401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32" name="TextBox 3"/>
          <p:cNvSpPr txBox="1"/>
          <p:nvPr/>
        </p:nvSpPr>
        <p:spPr>
          <a:xfrm>
            <a:off x="3629482" y="429959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847.8470455.1.412121.000000.847001.100178</a:t>
            </a:r>
            <a:endParaRPr lang="en-US" dirty="0"/>
          </a:p>
        </p:txBody>
      </p:sp>
      <p:sp>
        <p:nvSpPr>
          <p:cNvPr id="7933" name="Rectangle 4"/>
          <p:cNvSpPr>
            <a:spLocks noChangeArrowheads="1"/>
          </p:cNvSpPr>
          <p:nvPr/>
        </p:nvSpPr>
        <p:spPr bwMode="auto">
          <a:xfrm>
            <a:off x="5918962" y="432840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34" name="TextBox 3"/>
          <p:cNvSpPr txBox="1"/>
          <p:nvPr/>
        </p:nvSpPr>
        <p:spPr>
          <a:xfrm>
            <a:off x="6382918" y="429959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7935" name="Rectangle 4"/>
          <p:cNvSpPr>
            <a:spLocks noChangeArrowheads="1"/>
          </p:cNvSpPr>
          <p:nvPr/>
        </p:nvSpPr>
        <p:spPr bwMode="auto">
          <a:xfrm>
            <a:off x="6566408" y="432840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36" name="TextBox 3"/>
          <p:cNvSpPr txBox="1"/>
          <p:nvPr/>
        </p:nvSpPr>
        <p:spPr>
          <a:xfrm>
            <a:off x="6719671" y="429959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361,660</a:t>
            </a:r>
            <a:endParaRPr lang="en-US" dirty="0"/>
          </a:p>
        </p:txBody>
      </p:sp>
      <p:sp>
        <p:nvSpPr>
          <p:cNvPr id="7937" name="Rectangle 4"/>
          <p:cNvSpPr>
            <a:spLocks noChangeArrowheads="1"/>
          </p:cNvSpPr>
          <p:nvPr/>
        </p:nvSpPr>
        <p:spPr bwMode="auto">
          <a:xfrm>
            <a:off x="7213854" y="432840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38" name="TextBox 3"/>
          <p:cNvSpPr txBox="1"/>
          <p:nvPr/>
        </p:nvSpPr>
        <p:spPr>
          <a:xfrm>
            <a:off x="7367118" y="429959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361,656</a:t>
            </a:r>
            <a:endParaRPr lang="en-US" dirty="0"/>
          </a:p>
        </p:txBody>
      </p:sp>
      <p:sp>
        <p:nvSpPr>
          <p:cNvPr id="7939" name="Rectangle 4"/>
          <p:cNvSpPr>
            <a:spLocks noChangeArrowheads="1"/>
          </p:cNvSpPr>
          <p:nvPr/>
        </p:nvSpPr>
        <p:spPr bwMode="auto">
          <a:xfrm>
            <a:off x="7861300" y="4328401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40" name="Rectangle 4"/>
          <p:cNvSpPr>
            <a:spLocks noChangeArrowheads="1"/>
          </p:cNvSpPr>
          <p:nvPr/>
        </p:nvSpPr>
        <p:spPr bwMode="auto">
          <a:xfrm>
            <a:off x="8094497" y="4328401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41" name="Rectangle 4"/>
          <p:cNvSpPr>
            <a:spLocks noChangeArrowheads="1"/>
          </p:cNvSpPr>
          <p:nvPr/>
        </p:nvSpPr>
        <p:spPr bwMode="auto">
          <a:xfrm>
            <a:off x="8333384" y="4328401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42" name="TextBox 3"/>
          <p:cNvSpPr txBox="1"/>
          <p:nvPr/>
        </p:nvSpPr>
        <p:spPr>
          <a:xfrm>
            <a:off x="8650986" y="429959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</a:t>
            </a:r>
            <a:endParaRPr lang="en-US" dirty="0"/>
          </a:p>
        </p:txBody>
      </p:sp>
      <p:sp>
        <p:nvSpPr>
          <p:cNvPr id="7943" name="Rectangle 4"/>
          <p:cNvSpPr>
            <a:spLocks noChangeArrowheads="1"/>
          </p:cNvSpPr>
          <p:nvPr/>
        </p:nvSpPr>
        <p:spPr bwMode="auto">
          <a:xfrm>
            <a:off x="878255" y="460616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44" name="TextBox 3"/>
          <p:cNvSpPr txBox="1"/>
          <p:nvPr/>
        </p:nvSpPr>
        <p:spPr>
          <a:xfrm>
            <a:off x="827455" y="457735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8470455</a:t>
            </a:r>
            <a:endParaRPr lang="en-US" dirty="0"/>
          </a:p>
        </p:txBody>
      </p:sp>
      <p:sp>
        <p:nvSpPr>
          <p:cNvPr id="7945" name="Rectangle 4"/>
          <p:cNvSpPr>
            <a:spLocks noChangeArrowheads="1"/>
          </p:cNvSpPr>
          <p:nvPr/>
        </p:nvSpPr>
        <p:spPr bwMode="auto">
          <a:xfrm>
            <a:off x="1365758" y="460616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46" name="TextBox 3"/>
          <p:cNvSpPr txBox="1"/>
          <p:nvPr/>
        </p:nvSpPr>
        <p:spPr>
          <a:xfrm>
            <a:off x="1314958" y="4577359"/>
            <a:ext cx="86664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– Biology</a:t>
            </a:r>
            <a:endParaRPr lang="en-US" dirty="0"/>
          </a:p>
        </p:txBody>
      </p:sp>
      <p:sp>
        <p:nvSpPr>
          <p:cNvPr id="7947" name="Rectangle 4"/>
          <p:cNvSpPr>
            <a:spLocks noChangeArrowheads="1"/>
          </p:cNvSpPr>
          <p:nvPr/>
        </p:nvSpPr>
        <p:spPr bwMode="auto">
          <a:xfrm>
            <a:off x="2163546" y="460616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48" name="TextBox 3"/>
          <p:cNvSpPr txBox="1"/>
          <p:nvPr/>
        </p:nvSpPr>
        <p:spPr>
          <a:xfrm>
            <a:off x="2112746" y="457735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7949" name="Rectangle 4"/>
          <p:cNvSpPr>
            <a:spLocks noChangeArrowheads="1"/>
          </p:cNvSpPr>
          <p:nvPr/>
        </p:nvSpPr>
        <p:spPr bwMode="auto">
          <a:xfrm>
            <a:off x="2622702" y="460616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50" name="TextBox 3"/>
          <p:cNvSpPr txBox="1"/>
          <p:nvPr/>
        </p:nvSpPr>
        <p:spPr>
          <a:xfrm>
            <a:off x="2571902" y="4577359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7951" name="TextBox 3"/>
          <p:cNvSpPr txBox="1"/>
          <p:nvPr/>
        </p:nvSpPr>
        <p:spPr>
          <a:xfrm>
            <a:off x="2571902" y="4694809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7952" name="TextBox 3"/>
          <p:cNvSpPr txBox="1"/>
          <p:nvPr/>
        </p:nvSpPr>
        <p:spPr>
          <a:xfrm>
            <a:off x="2571902" y="4812258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7953" name="Rectangle 4"/>
          <p:cNvSpPr>
            <a:spLocks noChangeArrowheads="1"/>
          </p:cNvSpPr>
          <p:nvPr/>
        </p:nvSpPr>
        <p:spPr bwMode="auto">
          <a:xfrm>
            <a:off x="3680282" y="460616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54" name="TextBox 3"/>
          <p:cNvSpPr txBox="1"/>
          <p:nvPr/>
        </p:nvSpPr>
        <p:spPr>
          <a:xfrm>
            <a:off x="3629482" y="457735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847.8470455.1.412125.000000.847001.100178</a:t>
            </a:r>
            <a:endParaRPr lang="en-US" dirty="0"/>
          </a:p>
        </p:txBody>
      </p:sp>
      <p:sp>
        <p:nvSpPr>
          <p:cNvPr id="7955" name="Rectangle 4"/>
          <p:cNvSpPr>
            <a:spLocks noChangeArrowheads="1"/>
          </p:cNvSpPr>
          <p:nvPr/>
        </p:nvSpPr>
        <p:spPr bwMode="auto">
          <a:xfrm>
            <a:off x="5918962" y="460616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56" name="TextBox 3"/>
          <p:cNvSpPr txBox="1"/>
          <p:nvPr/>
        </p:nvSpPr>
        <p:spPr>
          <a:xfrm>
            <a:off x="6382918" y="457735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7957" name="Rectangle 4"/>
          <p:cNvSpPr>
            <a:spLocks noChangeArrowheads="1"/>
          </p:cNvSpPr>
          <p:nvPr/>
        </p:nvSpPr>
        <p:spPr bwMode="auto">
          <a:xfrm>
            <a:off x="6566408" y="460616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58" name="TextBox 3"/>
          <p:cNvSpPr txBox="1"/>
          <p:nvPr/>
        </p:nvSpPr>
        <p:spPr>
          <a:xfrm>
            <a:off x="6719671" y="457735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340,625</a:t>
            </a:r>
            <a:endParaRPr lang="en-US" dirty="0"/>
          </a:p>
        </p:txBody>
      </p:sp>
      <p:sp>
        <p:nvSpPr>
          <p:cNvPr id="7959" name="Rectangle 4"/>
          <p:cNvSpPr>
            <a:spLocks noChangeArrowheads="1"/>
          </p:cNvSpPr>
          <p:nvPr/>
        </p:nvSpPr>
        <p:spPr bwMode="auto">
          <a:xfrm>
            <a:off x="7213854" y="460616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60" name="TextBox 3"/>
          <p:cNvSpPr txBox="1"/>
          <p:nvPr/>
        </p:nvSpPr>
        <p:spPr>
          <a:xfrm>
            <a:off x="7367118" y="457735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340,620</a:t>
            </a:r>
            <a:endParaRPr lang="en-US" dirty="0"/>
          </a:p>
        </p:txBody>
      </p:sp>
      <p:sp>
        <p:nvSpPr>
          <p:cNvPr id="7961" name="Rectangle 4"/>
          <p:cNvSpPr>
            <a:spLocks noChangeArrowheads="1"/>
          </p:cNvSpPr>
          <p:nvPr/>
        </p:nvSpPr>
        <p:spPr bwMode="auto">
          <a:xfrm>
            <a:off x="7861300" y="460616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62" name="Rectangle 4"/>
          <p:cNvSpPr>
            <a:spLocks noChangeArrowheads="1"/>
          </p:cNvSpPr>
          <p:nvPr/>
        </p:nvSpPr>
        <p:spPr bwMode="auto">
          <a:xfrm>
            <a:off x="8094497" y="460616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63" name="Rectangle 4"/>
          <p:cNvSpPr>
            <a:spLocks noChangeArrowheads="1"/>
          </p:cNvSpPr>
          <p:nvPr/>
        </p:nvSpPr>
        <p:spPr bwMode="auto">
          <a:xfrm>
            <a:off x="8333384" y="460616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64" name="TextBox 3"/>
          <p:cNvSpPr txBox="1"/>
          <p:nvPr/>
        </p:nvSpPr>
        <p:spPr>
          <a:xfrm>
            <a:off x="8650986" y="457735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</a:t>
            </a:r>
            <a:endParaRPr lang="en-US" dirty="0"/>
          </a:p>
        </p:txBody>
      </p:sp>
      <p:sp>
        <p:nvSpPr>
          <p:cNvPr id="7965" name="Rectangle 4"/>
          <p:cNvSpPr>
            <a:spLocks noChangeArrowheads="1"/>
          </p:cNvSpPr>
          <p:nvPr/>
        </p:nvSpPr>
        <p:spPr bwMode="auto">
          <a:xfrm>
            <a:off x="878255" y="5001374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66" name="TextBox 3"/>
          <p:cNvSpPr txBox="1"/>
          <p:nvPr/>
        </p:nvSpPr>
        <p:spPr>
          <a:xfrm>
            <a:off x="827455" y="497257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8470455</a:t>
            </a:r>
            <a:endParaRPr lang="en-US" dirty="0"/>
          </a:p>
        </p:txBody>
      </p:sp>
      <p:sp>
        <p:nvSpPr>
          <p:cNvPr id="7967" name="Rectangle 4"/>
          <p:cNvSpPr>
            <a:spLocks noChangeArrowheads="1"/>
          </p:cNvSpPr>
          <p:nvPr/>
        </p:nvSpPr>
        <p:spPr bwMode="auto">
          <a:xfrm>
            <a:off x="1365758" y="5001374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68" name="TextBox 3"/>
          <p:cNvSpPr txBox="1"/>
          <p:nvPr/>
        </p:nvSpPr>
        <p:spPr>
          <a:xfrm>
            <a:off x="1314958" y="4972570"/>
            <a:ext cx="86664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– Biology</a:t>
            </a:r>
            <a:endParaRPr lang="en-US" dirty="0"/>
          </a:p>
        </p:txBody>
      </p:sp>
      <p:sp>
        <p:nvSpPr>
          <p:cNvPr id="7969" name="Rectangle 4"/>
          <p:cNvSpPr>
            <a:spLocks noChangeArrowheads="1"/>
          </p:cNvSpPr>
          <p:nvPr/>
        </p:nvSpPr>
        <p:spPr bwMode="auto">
          <a:xfrm>
            <a:off x="2163546" y="5001374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70" name="TextBox 3"/>
          <p:cNvSpPr txBox="1"/>
          <p:nvPr/>
        </p:nvSpPr>
        <p:spPr>
          <a:xfrm>
            <a:off x="2112746" y="497257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7971" name="Rectangle 4"/>
          <p:cNvSpPr>
            <a:spLocks noChangeArrowheads="1"/>
          </p:cNvSpPr>
          <p:nvPr/>
        </p:nvSpPr>
        <p:spPr bwMode="auto">
          <a:xfrm>
            <a:off x="2622702" y="5001374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72" name="TextBox 3"/>
          <p:cNvSpPr txBox="1"/>
          <p:nvPr/>
        </p:nvSpPr>
        <p:spPr>
          <a:xfrm>
            <a:off x="2571902" y="4972570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7973" name="TextBox 3"/>
          <p:cNvSpPr txBox="1"/>
          <p:nvPr/>
        </p:nvSpPr>
        <p:spPr>
          <a:xfrm>
            <a:off x="2571902" y="5090020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7974" name="Rectangle 4"/>
          <p:cNvSpPr>
            <a:spLocks noChangeArrowheads="1"/>
          </p:cNvSpPr>
          <p:nvPr/>
        </p:nvSpPr>
        <p:spPr bwMode="auto">
          <a:xfrm>
            <a:off x="3680282" y="5001374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75" name="TextBox 3"/>
          <p:cNvSpPr txBox="1"/>
          <p:nvPr/>
        </p:nvSpPr>
        <p:spPr>
          <a:xfrm>
            <a:off x="3629482" y="497257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847.8470455.1.412534.000000.847001.100178</a:t>
            </a:r>
            <a:endParaRPr lang="en-US" dirty="0"/>
          </a:p>
        </p:txBody>
      </p:sp>
      <p:sp>
        <p:nvSpPr>
          <p:cNvPr id="7976" name="Rectangle 4"/>
          <p:cNvSpPr>
            <a:spLocks noChangeArrowheads="1"/>
          </p:cNvSpPr>
          <p:nvPr/>
        </p:nvSpPr>
        <p:spPr bwMode="auto">
          <a:xfrm>
            <a:off x="5918962" y="500137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77" name="TextBox 3"/>
          <p:cNvSpPr txBox="1"/>
          <p:nvPr/>
        </p:nvSpPr>
        <p:spPr>
          <a:xfrm>
            <a:off x="6382918" y="497257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7978" name="Rectangle 4"/>
          <p:cNvSpPr>
            <a:spLocks noChangeArrowheads="1"/>
          </p:cNvSpPr>
          <p:nvPr/>
        </p:nvSpPr>
        <p:spPr bwMode="auto">
          <a:xfrm>
            <a:off x="6566408" y="500137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79" name="TextBox 3"/>
          <p:cNvSpPr txBox="1"/>
          <p:nvPr/>
        </p:nvSpPr>
        <p:spPr>
          <a:xfrm>
            <a:off x="6832651" y="4972570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9,779</a:t>
            </a:r>
            <a:endParaRPr lang="en-US" dirty="0"/>
          </a:p>
        </p:txBody>
      </p:sp>
      <p:sp>
        <p:nvSpPr>
          <p:cNvPr id="7980" name="Rectangle 4"/>
          <p:cNvSpPr>
            <a:spLocks noChangeArrowheads="1"/>
          </p:cNvSpPr>
          <p:nvPr/>
        </p:nvSpPr>
        <p:spPr bwMode="auto">
          <a:xfrm>
            <a:off x="7213854" y="500137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81" name="TextBox 3"/>
          <p:cNvSpPr txBox="1"/>
          <p:nvPr/>
        </p:nvSpPr>
        <p:spPr>
          <a:xfrm>
            <a:off x="7480096" y="4972570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9,779</a:t>
            </a:r>
            <a:endParaRPr lang="en-US" dirty="0"/>
          </a:p>
        </p:txBody>
      </p:sp>
      <p:sp>
        <p:nvSpPr>
          <p:cNvPr id="7982" name="Rectangle 4"/>
          <p:cNvSpPr>
            <a:spLocks noChangeArrowheads="1"/>
          </p:cNvSpPr>
          <p:nvPr/>
        </p:nvSpPr>
        <p:spPr bwMode="auto">
          <a:xfrm>
            <a:off x="7861300" y="5001374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83" name="Rectangle 4"/>
          <p:cNvSpPr>
            <a:spLocks noChangeArrowheads="1"/>
          </p:cNvSpPr>
          <p:nvPr/>
        </p:nvSpPr>
        <p:spPr bwMode="auto">
          <a:xfrm>
            <a:off x="8094497" y="5001374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84" name="Rectangle 4"/>
          <p:cNvSpPr>
            <a:spLocks noChangeArrowheads="1"/>
          </p:cNvSpPr>
          <p:nvPr/>
        </p:nvSpPr>
        <p:spPr bwMode="auto">
          <a:xfrm>
            <a:off x="8333384" y="5001374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85" name="TextBox 3"/>
          <p:cNvSpPr txBox="1"/>
          <p:nvPr/>
        </p:nvSpPr>
        <p:spPr>
          <a:xfrm>
            <a:off x="8650986" y="497257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7986" name="Rectangle 4"/>
          <p:cNvSpPr>
            <a:spLocks noChangeArrowheads="1"/>
          </p:cNvSpPr>
          <p:nvPr/>
        </p:nvSpPr>
        <p:spPr bwMode="auto">
          <a:xfrm>
            <a:off x="878255" y="5279136"/>
            <a:ext cx="487502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87" name="TextBox 3"/>
          <p:cNvSpPr txBox="1"/>
          <p:nvPr/>
        </p:nvSpPr>
        <p:spPr>
          <a:xfrm>
            <a:off x="827455" y="525033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8470455</a:t>
            </a:r>
            <a:endParaRPr lang="en-US" dirty="0"/>
          </a:p>
        </p:txBody>
      </p:sp>
      <p:sp>
        <p:nvSpPr>
          <p:cNvPr id="7988" name="Rectangle 4"/>
          <p:cNvSpPr>
            <a:spLocks noChangeArrowheads="1"/>
          </p:cNvSpPr>
          <p:nvPr/>
        </p:nvSpPr>
        <p:spPr bwMode="auto">
          <a:xfrm>
            <a:off x="1365758" y="5279136"/>
            <a:ext cx="797788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89" name="TextBox 3"/>
          <p:cNvSpPr txBox="1"/>
          <p:nvPr/>
        </p:nvSpPr>
        <p:spPr>
          <a:xfrm>
            <a:off x="1314958" y="5250332"/>
            <a:ext cx="86664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– Biology</a:t>
            </a:r>
            <a:endParaRPr lang="en-US" dirty="0"/>
          </a:p>
        </p:txBody>
      </p:sp>
      <p:sp>
        <p:nvSpPr>
          <p:cNvPr id="7990" name="Rectangle 4"/>
          <p:cNvSpPr>
            <a:spLocks noChangeArrowheads="1"/>
          </p:cNvSpPr>
          <p:nvPr/>
        </p:nvSpPr>
        <p:spPr bwMode="auto">
          <a:xfrm>
            <a:off x="2163546" y="5279136"/>
            <a:ext cx="459155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91" name="TextBox 3"/>
          <p:cNvSpPr txBox="1"/>
          <p:nvPr/>
        </p:nvSpPr>
        <p:spPr>
          <a:xfrm>
            <a:off x="2112746" y="525033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7992" name="Rectangle 4"/>
          <p:cNvSpPr>
            <a:spLocks noChangeArrowheads="1"/>
          </p:cNvSpPr>
          <p:nvPr/>
        </p:nvSpPr>
        <p:spPr bwMode="auto">
          <a:xfrm>
            <a:off x="2622702" y="5279136"/>
            <a:ext cx="10575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93" name="TextBox 3"/>
          <p:cNvSpPr txBox="1"/>
          <p:nvPr/>
        </p:nvSpPr>
        <p:spPr>
          <a:xfrm>
            <a:off x="2571902" y="5250332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7994" name="Rectangle 4"/>
          <p:cNvSpPr>
            <a:spLocks noChangeArrowheads="1"/>
          </p:cNvSpPr>
          <p:nvPr/>
        </p:nvSpPr>
        <p:spPr bwMode="auto">
          <a:xfrm>
            <a:off x="3680282" y="5279136"/>
            <a:ext cx="22386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95" name="TextBox 3"/>
          <p:cNvSpPr txBox="1"/>
          <p:nvPr/>
        </p:nvSpPr>
        <p:spPr>
          <a:xfrm>
            <a:off x="3629482" y="525033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847.8470455.1.412546.000000.847001.100178</a:t>
            </a:r>
            <a:endParaRPr lang="en-US" dirty="0"/>
          </a:p>
        </p:txBody>
      </p:sp>
      <p:sp>
        <p:nvSpPr>
          <p:cNvPr id="7996" name="Rectangle 4"/>
          <p:cNvSpPr>
            <a:spLocks noChangeArrowheads="1"/>
          </p:cNvSpPr>
          <p:nvPr/>
        </p:nvSpPr>
        <p:spPr bwMode="auto">
          <a:xfrm>
            <a:off x="5918962" y="5279136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97" name="TextBox 3"/>
          <p:cNvSpPr txBox="1"/>
          <p:nvPr/>
        </p:nvSpPr>
        <p:spPr>
          <a:xfrm>
            <a:off x="6382918" y="525033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7998" name="Rectangle 4"/>
          <p:cNvSpPr>
            <a:spLocks noChangeArrowheads="1"/>
          </p:cNvSpPr>
          <p:nvPr/>
        </p:nvSpPr>
        <p:spPr bwMode="auto">
          <a:xfrm>
            <a:off x="6566408" y="5279136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7999" name="TextBox 3"/>
          <p:cNvSpPr txBox="1"/>
          <p:nvPr/>
        </p:nvSpPr>
        <p:spPr>
          <a:xfrm>
            <a:off x="6917385" y="5250332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640</a:t>
            </a:r>
            <a:endParaRPr lang="en-US" dirty="0"/>
          </a:p>
        </p:txBody>
      </p:sp>
      <p:sp>
        <p:nvSpPr>
          <p:cNvPr id="8000" name="Rectangle 4"/>
          <p:cNvSpPr>
            <a:spLocks noChangeArrowheads="1"/>
          </p:cNvSpPr>
          <p:nvPr/>
        </p:nvSpPr>
        <p:spPr bwMode="auto">
          <a:xfrm>
            <a:off x="7213854" y="5279136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01" name="TextBox 3"/>
          <p:cNvSpPr txBox="1"/>
          <p:nvPr/>
        </p:nvSpPr>
        <p:spPr>
          <a:xfrm>
            <a:off x="7564831" y="5250332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630</a:t>
            </a:r>
            <a:endParaRPr lang="en-US" dirty="0"/>
          </a:p>
        </p:txBody>
      </p:sp>
      <p:sp>
        <p:nvSpPr>
          <p:cNvPr id="8002" name="Rectangle 4"/>
          <p:cNvSpPr>
            <a:spLocks noChangeArrowheads="1"/>
          </p:cNvSpPr>
          <p:nvPr/>
        </p:nvSpPr>
        <p:spPr bwMode="auto">
          <a:xfrm>
            <a:off x="7861300" y="5279136"/>
            <a:ext cx="233197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03" name="Rectangle 4"/>
          <p:cNvSpPr>
            <a:spLocks noChangeArrowheads="1"/>
          </p:cNvSpPr>
          <p:nvPr/>
        </p:nvSpPr>
        <p:spPr bwMode="auto">
          <a:xfrm>
            <a:off x="8094497" y="5279136"/>
            <a:ext cx="23888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04" name="Rectangle 4"/>
          <p:cNvSpPr>
            <a:spLocks noChangeArrowheads="1"/>
          </p:cNvSpPr>
          <p:nvPr/>
        </p:nvSpPr>
        <p:spPr bwMode="auto">
          <a:xfrm>
            <a:off x="8333384" y="5279136"/>
            <a:ext cx="501091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05" name="TextBox 3"/>
          <p:cNvSpPr txBox="1"/>
          <p:nvPr/>
        </p:nvSpPr>
        <p:spPr>
          <a:xfrm>
            <a:off x="8594496" y="5250332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</a:t>
            </a:r>
            <a:endParaRPr lang="en-US" dirty="0"/>
          </a:p>
        </p:txBody>
      </p:sp>
      <p:sp>
        <p:nvSpPr>
          <p:cNvPr id="8006" name="Rectangle 4"/>
          <p:cNvSpPr>
            <a:spLocks noChangeArrowheads="1"/>
          </p:cNvSpPr>
          <p:nvPr/>
        </p:nvSpPr>
        <p:spPr bwMode="auto">
          <a:xfrm>
            <a:off x="878255" y="5439448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07" name="TextBox 3"/>
          <p:cNvSpPr txBox="1"/>
          <p:nvPr/>
        </p:nvSpPr>
        <p:spPr>
          <a:xfrm>
            <a:off x="827455" y="541064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8470455</a:t>
            </a:r>
            <a:endParaRPr lang="en-US" dirty="0"/>
          </a:p>
        </p:txBody>
      </p:sp>
      <p:sp>
        <p:nvSpPr>
          <p:cNvPr id="8008" name="Rectangle 4"/>
          <p:cNvSpPr>
            <a:spLocks noChangeArrowheads="1"/>
          </p:cNvSpPr>
          <p:nvPr/>
        </p:nvSpPr>
        <p:spPr bwMode="auto">
          <a:xfrm>
            <a:off x="1365758" y="5439448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09" name="TextBox 3"/>
          <p:cNvSpPr txBox="1"/>
          <p:nvPr/>
        </p:nvSpPr>
        <p:spPr>
          <a:xfrm>
            <a:off x="1314958" y="5410644"/>
            <a:ext cx="86664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– Biology</a:t>
            </a:r>
            <a:endParaRPr lang="en-US" dirty="0"/>
          </a:p>
        </p:txBody>
      </p:sp>
      <p:sp>
        <p:nvSpPr>
          <p:cNvPr id="8010" name="Rectangle 4"/>
          <p:cNvSpPr>
            <a:spLocks noChangeArrowheads="1"/>
          </p:cNvSpPr>
          <p:nvPr/>
        </p:nvSpPr>
        <p:spPr bwMode="auto">
          <a:xfrm>
            <a:off x="2163546" y="5439448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11" name="TextBox 3"/>
          <p:cNvSpPr txBox="1"/>
          <p:nvPr/>
        </p:nvSpPr>
        <p:spPr>
          <a:xfrm>
            <a:off x="2112746" y="541064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8012" name="Rectangle 4"/>
          <p:cNvSpPr>
            <a:spLocks noChangeArrowheads="1"/>
          </p:cNvSpPr>
          <p:nvPr/>
        </p:nvSpPr>
        <p:spPr bwMode="auto">
          <a:xfrm>
            <a:off x="2622702" y="5439448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13" name="TextBox 3"/>
          <p:cNvSpPr txBox="1"/>
          <p:nvPr/>
        </p:nvSpPr>
        <p:spPr>
          <a:xfrm>
            <a:off x="2571902" y="5410644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8014" name="TextBox 3"/>
          <p:cNvSpPr txBox="1"/>
          <p:nvPr/>
        </p:nvSpPr>
        <p:spPr>
          <a:xfrm>
            <a:off x="2571902" y="5528094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8015" name="Rectangle 4"/>
          <p:cNvSpPr>
            <a:spLocks noChangeArrowheads="1"/>
          </p:cNvSpPr>
          <p:nvPr/>
        </p:nvSpPr>
        <p:spPr bwMode="auto">
          <a:xfrm>
            <a:off x="3680282" y="5439448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16" name="TextBox 3"/>
          <p:cNvSpPr txBox="1"/>
          <p:nvPr/>
        </p:nvSpPr>
        <p:spPr>
          <a:xfrm>
            <a:off x="3629482" y="541064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847.8470455.1.415110.000000.847001.100178</a:t>
            </a:r>
            <a:endParaRPr lang="en-US" dirty="0"/>
          </a:p>
        </p:txBody>
      </p:sp>
      <p:sp>
        <p:nvSpPr>
          <p:cNvPr id="8017" name="Rectangle 4"/>
          <p:cNvSpPr>
            <a:spLocks noChangeArrowheads="1"/>
          </p:cNvSpPr>
          <p:nvPr/>
        </p:nvSpPr>
        <p:spPr bwMode="auto">
          <a:xfrm>
            <a:off x="5918962" y="543944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18" name="TextBox 3"/>
          <p:cNvSpPr txBox="1"/>
          <p:nvPr/>
        </p:nvSpPr>
        <p:spPr>
          <a:xfrm>
            <a:off x="6382918" y="541064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8019" name="Rectangle 4"/>
          <p:cNvSpPr>
            <a:spLocks noChangeArrowheads="1"/>
          </p:cNvSpPr>
          <p:nvPr/>
        </p:nvSpPr>
        <p:spPr bwMode="auto">
          <a:xfrm>
            <a:off x="6566408" y="543944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20" name="TextBox 3"/>
          <p:cNvSpPr txBox="1"/>
          <p:nvPr/>
        </p:nvSpPr>
        <p:spPr>
          <a:xfrm>
            <a:off x="6832651" y="5410644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2,950</a:t>
            </a:r>
            <a:endParaRPr lang="en-US" dirty="0"/>
          </a:p>
        </p:txBody>
      </p:sp>
      <p:sp>
        <p:nvSpPr>
          <p:cNvPr id="8021" name="Rectangle 4"/>
          <p:cNvSpPr>
            <a:spLocks noChangeArrowheads="1"/>
          </p:cNvSpPr>
          <p:nvPr/>
        </p:nvSpPr>
        <p:spPr bwMode="auto">
          <a:xfrm>
            <a:off x="7213854" y="543944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22" name="TextBox 3"/>
          <p:cNvSpPr txBox="1"/>
          <p:nvPr/>
        </p:nvSpPr>
        <p:spPr>
          <a:xfrm>
            <a:off x="7480096" y="5410644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2,948</a:t>
            </a:r>
            <a:endParaRPr lang="en-US" dirty="0"/>
          </a:p>
        </p:txBody>
      </p:sp>
      <p:sp>
        <p:nvSpPr>
          <p:cNvPr id="8023" name="Rectangle 4"/>
          <p:cNvSpPr>
            <a:spLocks noChangeArrowheads="1"/>
          </p:cNvSpPr>
          <p:nvPr/>
        </p:nvSpPr>
        <p:spPr bwMode="auto">
          <a:xfrm>
            <a:off x="7861300" y="5439448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24" name="Rectangle 4"/>
          <p:cNvSpPr>
            <a:spLocks noChangeArrowheads="1"/>
          </p:cNvSpPr>
          <p:nvPr/>
        </p:nvSpPr>
        <p:spPr bwMode="auto">
          <a:xfrm>
            <a:off x="8094497" y="5439448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25" name="Rectangle 4"/>
          <p:cNvSpPr>
            <a:spLocks noChangeArrowheads="1"/>
          </p:cNvSpPr>
          <p:nvPr/>
        </p:nvSpPr>
        <p:spPr bwMode="auto">
          <a:xfrm>
            <a:off x="8333384" y="5439448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26" name="TextBox 3"/>
          <p:cNvSpPr txBox="1"/>
          <p:nvPr/>
        </p:nvSpPr>
        <p:spPr>
          <a:xfrm>
            <a:off x="8650986" y="541064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</a:t>
            </a:r>
            <a:endParaRPr lang="en-US" dirty="0"/>
          </a:p>
        </p:txBody>
      </p:sp>
      <p:sp>
        <p:nvSpPr>
          <p:cNvPr id="8027" name="Rectangle 4"/>
          <p:cNvSpPr>
            <a:spLocks noChangeArrowheads="1"/>
          </p:cNvSpPr>
          <p:nvPr/>
        </p:nvSpPr>
        <p:spPr bwMode="auto">
          <a:xfrm>
            <a:off x="878255" y="5717209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28" name="TextBox 3"/>
          <p:cNvSpPr txBox="1"/>
          <p:nvPr/>
        </p:nvSpPr>
        <p:spPr>
          <a:xfrm>
            <a:off x="827455" y="568840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8470455</a:t>
            </a:r>
            <a:endParaRPr lang="en-US" dirty="0"/>
          </a:p>
        </p:txBody>
      </p:sp>
      <p:sp>
        <p:nvSpPr>
          <p:cNvPr id="8029" name="Rectangle 4"/>
          <p:cNvSpPr>
            <a:spLocks noChangeArrowheads="1"/>
          </p:cNvSpPr>
          <p:nvPr/>
        </p:nvSpPr>
        <p:spPr bwMode="auto">
          <a:xfrm>
            <a:off x="1365758" y="5717209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30" name="TextBox 3"/>
          <p:cNvSpPr txBox="1"/>
          <p:nvPr/>
        </p:nvSpPr>
        <p:spPr>
          <a:xfrm>
            <a:off x="1314958" y="5688406"/>
            <a:ext cx="86664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– Biology</a:t>
            </a:r>
            <a:endParaRPr lang="en-US" dirty="0"/>
          </a:p>
        </p:txBody>
      </p:sp>
      <p:sp>
        <p:nvSpPr>
          <p:cNvPr id="8031" name="Rectangle 4"/>
          <p:cNvSpPr>
            <a:spLocks noChangeArrowheads="1"/>
          </p:cNvSpPr>
          <p:nvPr/>
        </p:nvSpPr>
        <p:spPr bwMode="auto">
          <a:xfrm>
            <a:off x="2163546" y="5717209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32" name="TextBox 3"/>
          <p:cNvSpPr txBox="1"/>
          <p:nvPr/>
        </p:nvSpPr>
        <p:spPr>
          <a:xfrm>
            <a:off x="2112746" y="568840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8033" name="Rectangle 4"/>
          <p:cNvSpPr>
            <a:spLocks noChangeArrowheads="1"/>
          </p:cNvSpPr>
          <p:nvPr/>
        </p:nvSpPr>
        <p:spPr bwMode="auto">
          <a:xfrm>
            <a:off x="2622702" y="5717209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34" name="TextBox 3"/>
          <p:cNvSpPr txBox="1"/>
          <p:nvPr/>
        </p:nvSpPr>
        <p:spPr>
          <a:xfrm>
            <a:off x="2571902" y="5688406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8035" name="TextBox 3"/>
          <p:cNvSpPr txBox="1"/>
          <p:nvPr/>
        </p:nvSpPr>
        <p:spPr>
          <a:xfrm>
            <a:off x="2571902" y="5805855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8036" name="Rectangle 4"/>
          <p:cNvSpPr>
            <a:spLocks noChangeArrowheads="1"/>
          </p:cNvSpPr>
          <p:nvPr/>
        </p:nvSpPr>
        <p:spPr bwMode="auto">
          <a:xfrm>
            <a:off x="3680282" y="5717209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37" name="TextBox 3"/>
          <p:cNvSpPr txBox="1"/>
          <p:nvPr/>
        </p:nvSpPr>
        <p:spPr>
          <a:xfrm>
            <a:off x="3629482" y="568840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847.8470455.1.416110.000000.847001.100178</a:t>
            </a:r>
            <a:endParaRPr lang="en-US" dirty="0"/>
          </a:p>
        </p:txBody>
      </p:sp>
      <p:sp>
        <p:nvSpPr>
          <p:cNvPr id="8038" name="Rectangle 4"/>
          <p:cNvSpPr>
            <a:spLocks noChangeArrowheads="1"/>
          </p:cNvSpPr>
          <p:nvPr/>
        </p:nvSpPr>
        <p:spPr bwMode="auto">
          <a:xfrm>
            <a:off x="5918962" y="571720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39" name="TextBox 3"/>
          <p:cNvSpPr txBox="1"/>
          <p:nvPr/>
        </p:nvSpPr>
        <p:spPr>
          <a:xfrm>
            <a:off x="6382918" y="568840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8040" name="Rectangle 4"/>
          <p:cNvSpPr>
            <a:spLocks noChangeArrowheads="1"/>
          </p:cNvSpPr>
          <p:nvPr/>
        </p:nvSpPr>
        <p:spPr bwMode="auto">
          <a:xfrm>
            <a:off x="6566408" y="571720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41" name="TextBox 3"/>
          <p:cNvSpPr txBox="1"/>
          <p:nvPr/>
        </p:nvSpPr>
        <p:spPr>
          <a:xfrm>
            <a:off x="6776161" y="568840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32,150</a:t>
            </a:r>
            <a:endParaRPr lang="en-US" dirty="0"/>
          </a:p>
        </p:txBody>
      </p:sp>
      <p:sp>
        <p:nvSpPr>
          <p:cNvPr id="8042" name="Rectangle 4"/>
          <p:cNvSpPr>
            <a:spLocks noChangeArrowheads="1"/>
          </p:cNvSpPr>
          <p:nvPr/>
        </p:nvSpPr>
        <p:spPr bwMode="auto">
          <a:xfrm>
            <a:off x="7213854" y="571720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43" name="TextBox 3"/>
          <p:cNvSpPr txBox="1"/>
          <p:nvPr/>
        </p:nvSpPr>
        <p:spPr>
          <a:xfrm>
            <a:off x="7423607" y="568840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32,150</a:t>
            </a:r>
            <a:endParaRPr lang="en-US" dirty="0"/>
          </a:p>
        </p:txBody>
      </p:sp>
      <p:sp>
        <p:nvSpPr>
          <p:cNvPr id="8044" name="Rectangle 4"/>
          <p:cNvSpPr>
            <a:spLocks noChangeArrowheads="1"/>
          </p:cNvSpPr>
          <p:nvPr/>
        </p:nvSpPr>
        <p:spPr bwMode="auto">
          <a:xfrm>
            <a:off x="7861300" y="5717209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45" name="Rectangle 4"/>
          <p:cNvSpPr>
            <a:spLocks noChangeArrowheads="1"/>
          </p:cNvSpPr>
          <p:nvPr/>
        </p:nvSpPr>
        <p:spPr bwMode="auto">
          <a:xfrm>
            <a:off x="8094497" y="5717209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46" name="Rectangle 4"/>
          <p:cNvSpPr>
            <a:spLocks noChangeArrowheads="1"/>
          </p:cNvSpPr>
          <p:nvPr/>
        </p:nvSpPr>
        <p:spPr bwMode="auto">
          <a:xfrm>
            <a:off x="8333384" y="5717209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47" name="TextBox 3"/>
          <p:cNvSpPr txBox="1"/>
          <p:nvPr/>
        </p:nvSpPr>
        <p:spPr>
          <a:xfrm>
            <a:off x="8650986" y="568840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8048" name="Rectangle 4"/>
          <p:cNvSpPr>
            <a:spLocks noChangeArrowheads="1"/>
          </p:cNvSpPr>
          <p:nvPr/>
        </p:nvSpPr>
        <p:spPr bwMode="auto">
          <a:xfrm>
            <a:off x="878255" y="5994972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049" name="TextBox 3"/>
          <p:cNvSpPr txBox="1"/>
          <p:nvPr/>
        </p:nvSpPr>
        <p:spPr>
          <a:xfrm>
            <a:off x="827455" y="596616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8470455</a:t>
            </a:r>
            <a:endParaRPr lang="en-US" dirty="0"/>
          </a:p>
        </p:txBody>
      </p:sp>
      <p:sp>
        <p:nvSpPr>
          <p:cNvPr id="8050" name="TextBox 3"/>
          <p:cNvSpPr txBox="1"/>
          <p:nvPr/>
        </p:nvSpPr>
        <p:spPr>
          <a:xfrm>
            <a:off x="827455" y="6083617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8051" name="Rectangle 4"/>
          <p:cNvSpPr>
            <a:spLocks noChangeArrowheads="1"/>
          </p:cNvSpPr>
          <p:nvPr/>
        </p:nvSpPr>
        <p:spPr bwMode="auto">
          <a:xfrm>
            <a:off x="1365758" y="5994972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052" name="Rectangle 4"/>
          <p:cNvSpPr>
            <a:spLocks noChangeArrowheads="1"/>
          </p:cNvSpPr>
          <p:nvPr/>
        </p:nvSpPr>
        <p:spPr bwMode="auto">
          <a:xfrm>
            <a:off x="2163546" y="5994972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053" name="Rectangle 4"/>
          <p:cNvSpPr>
            <a:spLocks noChangeArrowheads="1"/>
          </p:cNvSpPr>
          <p:nvPr/>
        </p:nvSpPr>
        <p:spPr bwMode="auto">
          <a:xfrm>
            <a:off x="2622702" y="5994972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054" name="Rectangle 4"/>
          <p:cNvSpPr>
            <a:spLocks noChangeArrowheads="1"/>
          </p:cNvSpPr>
          <p:nvPr/>
        </p:nvSpPr>
        <p:spPr bwMode="auto">
          <a:xfrm>
            <a:off x="3680282" y="5994972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055" name="Rectangle 4"/>
          <p:cNvSpPr>
            <a:spLocks noChangeArrowheads="1"/>
          </p:cNvSpPr>
          <p:nvPr/>
        </p:nvSpPr>
        <p:spPr bwMode="auto">
          <a:xfrm>
            <a:off x="5918962" y="5994972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056" name="TextBox 3"/>
          <p:cNvSpPr txBox="1"/>
          <p:nvPr/>
        </p:nvSpPr>
        <p:spPr>
          <a:xfrm>
            <a:off x="6382918" y="596616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8057" name="Rectangle 4"/>
          <p:cNvSpPr>
            <a:spLocks noChangeArrowheads="1"/>
          </p:cNvSpPr>
          <p:nvPr/>
        </p:nvSpPr>
        <p:spPr bwMode="auto">
          <a:xfrm>
            <a:off x="6566408" y="5994972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058" name="TextBox 3"/>
          <p:cNvSpPr txBox="1"/>
          <p:nvPr/>
        </p:nvSpPr>
        <p:spPr>
          <a:xfrm>
            <a:off x="6719671" y="596616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747,804</a:t>
            </a:r>
            <a:endParaRPr lang="en-US" dirty="0"/>
          </a:p>
        </p:txBody>
      </p:sp>
      <p:sp>
        <p:nvSpPr>
          <p:cNvPr id="8059" name="Rectangle 4"/>
          <p:cNvSpPr>
            <a:spLocks noChangeArrowheads="1"/>
          </p:cNvSpPr>
          <p:nvPr/>
        </p:nvSpPr>
        <p:spPr bwMode="auto">
          <a:xfrm>
            <a:off x="7213854" y="5994972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060" name="TextBox 3"/>
          <p:cNvSpPr txBox="1"/>
          <p:nvPr/>
        </p:nvSpPr>
        <p:spPr>
          <a:xfrm>
            <a:off x="7367118" y="596616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747,783</a:t>
            </a:r>
            <a:endParaRPr lang="en-US" dirty="0"/>
          </a:p>
        </p:txBody>
      </p:sp>
      <p:sp>
        <p:nvSpPr>
          <p:cNvPr id="8061" name="Rectangle 4"/>
          <p:cNvSpPr>
            <a:spLocks noChangeArrowheads="1"/>
          </p:cNvSpPr>
          <p:nvPr/>
        </p:nvSpPr>
        <p:spPr bwMode="auto">
          <a:xfrm>
            <a:off x="7861300" y="5994972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062" name="Rectangle 4"/>
          <p:cNvSpPr>
            <a:spLocks noChangeArrowheads="1"/>
          </p:cNvSpPr>
          <p:nvPr/>
        </p:nvSpPr>
        <p:spPr bwMode="auto">
          <a:xfrm>
            <a:off x="8094497" y="5994972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063" name="Rectangle 4"/>
          <p:cNvSpPr>
            <a:spLocks noChangeArrowheads="1"/>
          </p:cNvSpPr>
          <p:nvPr/>
        </p:nvSpPr>
        <p:spPr bwMode="auto">
          <a:xfrm>
            <a:off x="8333384" y="5994972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064" name="TextBox 3"/>
          <p:cNvSpPr txBox="1"/>
          <p:nvPr/>
        </p:nvSpPr>
        <p:spPr>
          <a:xfrm>
            <a:off x="8594496" y="5966168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21</a:t>
            </a:r>
            <a:endParaRPr lang="en-US" dirty="0"/>
          </a:p>
        </p:txBody>
      </p:sp>
      <p:sp>
        <p:nvSpPr>
          <p:cNvPr id="8065" name="Rectangle 4"/>
          <p:cNvSpPr>
            <a:spLocks noChangeArrowheads="1"/>
          </p:cNvSpPr>
          <p:nvPr/>
        </p:nvSpPr>
        <p:spPr bwMode="auto">
          <a:xfrm>
            <a:off x="878255" y="6272733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66" name="TextBox 3"/>
          <p:cNvSpPr txBox="1"/>
          <p:nvPr/>
        </p:nvSpPr>
        <p:spPr>
          <a:xfrm>
            <a:off x="827455" y="624392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8470510</a:t>
            </a:r>
            <a:endParaRPr lang="en-US" dirty="0"/>
          </a:p>
        </p:txBody>
      </p:sp>
      <p:sp>
        <p:nvSpPr>
          <p:cNvPr id="8067" name="Rectangle 4"/>
          <p:cNvSpPr>
            <a:spLocks noChangeArrowheads="1"/>
          </p:cNvSpPr>
          <p:nvPr/>
        </p:nvSpPr>
        <p:spPr bwMode="auto">
          <a:xfrm>
            <a:off x="1365758" y="6272733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68" name="TextBox 3"/>
          <p:cNvSpPr txBox="1"/>
          <p:nvPr/>
        </p:nvSpPr>
        <p:spPr>
          <a:xfrm>
            <a:off x="1314958" y="6243929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8069" name="TextBox 3"/>
          <p:cNvSpPr txBox="1"/>
          <p:nvPr/>
        </p:nvSpPr>
        <p:spPr>
          <a:xfrm>
            <a:off x="1314958" y="6361378"/>
            <a:ext cx="8779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Administration, </a:t>
            </a:r>
            <a:endParaRPr lang="en-US" dirty="0"/>
          </a:p>
        </p:txBody>
      </p:sp>
      <p:sp>
        <p:nvSpPr>
          <p:cNvPr id="8070" name="TextBox 3"/>
          <p:cNvSpPr txBox="1"/>
          <p:nvPr/>
        </p:nvSpPr>
        <p:spPr>
          <a:xfrm>
            <a:off x="1314958" y="6478828"/>
            <a:ext cx="697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Facilities &amp; </a:t>
            </a:r>
            <a:endParaRPr lang="en-US" dirty="0"/>
          </a:p>
        </p:txBody>
      </p:sp>
      <p:sp>
        <p:nvSpPr>
          <p:cNvPr id="8071" name="TextBox 3"/>
          <p:cNvSpPr txBox="1"/>
          <p:nvPr/>
        </p:nvSpPr>
        <p:spPr>
          <a:xfrm>
            <a:off x="1314958" y="6596278"/>
            <a:ext cx="6803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EHS Office</a:t>
            </a:r>
            <a:endParaRPr lang="en-US" dirty="0"/>
          </a:p>
        </p:txBody>
      </p:sp>
      <p:sp>
        <p:nvSpPr>
          <p:cNvPr id="8072" name="Rectangle 4"/>
          <p:cNvSpPr>
            <a:spLocks noChangeArrowheads="1"/>
          </p:cNvSpPr>
          <p:nvPr/>
        </p:nvSpPr>
        <p:spPr bwMode="auto">
          <a:xfrm>
            <a:off x="2163546" y="6272733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73" name="TextBox 3"/>
          <p:cNvSpPr txBox="1"/>
          <p:nvPr/>
        </p:nvSpPr>
        <p:spPr>
          <a:xfrm>
            <a:off x="2112746" y="624392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8074" name="Rectangle 4"/>
          <p:cNvSpPr>
            <a:spLocks noChangeArrowheads="1"/>
          </p:cNvSpPr>
          <p:nvPr/>
        </p:nvSpPr>
        <p:spPr bwMode="auto">
          <a:xfrm>
            <a:off x="2622702" y="6272733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75" name="TextBox 3"/>
          <p:cNvSpPr txBox="1"/>
          <p:nvPr/>
        </p:nvSpPr>
        <p:spPr>
          <a:xfrm>
            <a:off x="2571902" y="6243929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8076" name="TextBox 3"/>
          <p:cNvSpPr txBox="1"/>
          <p:nvPr/>
        </p:nvSpPr>
        <p:spPr>
          <a:xfrm>
            <a:off x="2571902" y="6361378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8077" name="Rectangle 4"/>
          <p:cNvSpPr>
            <a:spLocks noChangeArrowheads="1"/>
          </p:cNvSpPr>
          <p:nvPr/>
        </p:nvSpPr>
        <p:spPr bwMode="auto">
          <a:xfrm>
            <a:off x="3680282" y="6272733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78" name="TextBox 3"/>
          <p:cNvSpPr txBox="1"/>
          <p:nvPr/>
        </p:nvSpPr>
        <p:spPr>
          <a:xfrm>
            <a:off x="3629482" y="624392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847.8470510.1.412121.000000.847001.100178</a:t>
            </a:r>
            <a:endParaRPr lang="en-US" dirty="0"/>
          </a:p>
        </p:txBody>
      </p:sp>
      <p:sp>
        <p:nvSpPr>
          <p:cNvPr id="8079" name="Rectangle 4"/>
          <p:cNvSpPr>
            <a:spLocks noChangeArrowheads="1"/>
          </p:cNvSpPr>
          <p:nvPr/>
        </p:nvSpPr>
        <p:spPr bwMode="auto">
          <a:xfrm>
            <a:off x="5918962" y="6272733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80" name="TextBox 3"/>
          <p:cNvSpPr txBox="1"/>
          <p:nvPr/>
        </p:nvSpPr>
        <p:spPr>
          <a:xfrm>
            <a:off x="5987491" y="624392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2,403,499</a:t>
            </a:r>
            <a:endParaRPr lang="en-US" dirty="0"/>
          </a:p>
        </p:txBody>
      </p:sp>
      <p:sp>
        <p:nvSpPr>
          <p:cNvPr id="8081" name="Rectangle 4"/>
          <p:cNvSpPr>
            <a:spLocks noChangeArrowheads="1"/>
          </p:cNvSpPr>
          <p:nvPr/>
        </p:nvSpPr>
        <p:spPr bwMode="auto">
          <a:xfrm>
            <a:off x="6566408" y="6272733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82" name="TextBox 3"/>
          <p:cNvSpPr txBox="1"/>
          <p:nvPr/>
        </p:nvSpPr>
        <p:spPr>
          <a:xfrm>
            <a:off x="6634937" y="624392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1,693,379</a:t>
            </a:r>
            <a:endParaRPr lang="en-US" dirty="0"/>
          </a:p>
        </p:txBody>
      </p:sp>
      <p:sp>
        <p:nvSpPr>
          <p:cNvPr id="8083" name="Rectangle 4"/>
          <p:cNvSpPr>
            <a:spLocks noChangeArrowheads="1"/>
          </p:cNvSpPr>
          <p:nvPr/>
        </p:nvSpPr>
        <p:spPr bwMode="auto">
          <a:xfrm>
            <a:off x="7213854" y="6272733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84" name="TextBox 3"/>
          <p:cNvSpPr txBox="1"/>
          <p:nvPr/>
        </p:nvSpPr>
        <p:spPr>
          <a:xfrm>
            <a:off x="7282383" y="624392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1,693,370</a:t>
            </a:r>
            <a:endParaRPr lang="en-US" dirty="0"/>
          </a:p>
        </p:txBody>
      </p:sp>
      <p:sp>
        <p:nvSpPr>
          <p:cNvPr id="8085" name="Rectangle 4"/>
          <p:cNvSpPr>
            <a:spLocks noChangeArrowheads="1"/>
          </p:cNvSpPr>
          <p:nvPr/>
        </p:nvSpPr>
        <p:spPr bwMode="auto">
          <a:xfrm>
            <a:off x="7861300" y="6272733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86" name="Rectangle 4"/>
          <p:cNvSpPr>
            <a:spLocks noChangeArrowheads="1"/>
          </p:cNvSpPr>
          <p:nvPr/>
        </p:nvSpPr>
        <p:spPr bwMode="auto">
          <a:xfrm>
            <a:off x="8094497" y="6272733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87" name="Rectangle 4"/>
          <p:cNvSpPr>
            <a:spLocks noChangeArrowheads="1"/>
          </p:cNvSpPr>
          <p:nvPr/>
        </p:nvSpPr>
        <p:spPr bwMode="auto">
          <a:xfrm>
            <a:off x="8333384" y="6272733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88" name="TextBox 3"/>
          <p:cNvSpPr txBox="1"/>
          <p:nvPr/>
        </p:nvSpPr>
        <p:spPr>
          <a:xfrm>
            <a:off x="8650986" y="624392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</a:t>
            </a:r>
            <a:endParaRPr lang="en-US" dirty="0"/>
          </a:p>
        </p:txBody>
      </p:sp>
      <p:sp>
        <p:nvSpPr>
          <p:cNvPr id="8089" name="Rectangle 4"/>
          <p:cNvSpPr>
            <a:spLocks noChangeArrowheads="1"/>
          </p:cNvSpPr>
          <p:nvPr/>
        </p:nvSpPr>
        <p:spPr bwMode="auto">
          <a:xfrm>
            <a:off x="878255" y="6785394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90" name="TextBox 3"/>
          <p:cNvSpPr txBox="1"/>
          <p:nvPr/>
        </p:nvSpPr>
        <p:spPr>
          <a:xfrm>
            <a:off x="827455" y="675659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8470510</a:t>
            </a:r>
            <a:endParaRPr lang="en-US" dirty="0"/>
          </a:p>
        </p:txBody>
      </p:sp>
      <p:sp>
        <p:nvSpPr>
          <p:cNvPr id="8091" name="Rectangle 4"/>
          <p:cNvSpPr>
            <a:spLocks noChangeArrowheads="1"/>
          </p:cNvSpPr>
          <p:nvPr/>
        </p:nvSpPr>
        <p:spPr bwMode="auto">
          <a:xfrm>
            <a:off x="1365758" y="6785394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92" name="TextBox 3"/>
          <p:cNvSpPr txBox="1"/>
          <p:nvPr/>
        </p:nvSpPr>
        <p:spPr>
          <a:xfrm>
            <a:off x="1314958" y="6756590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8093" name="TextBox 3"/>
          <p:cNvSpPr txBox="1"/>
          <p:nvPr/>
        </p:nvSpPr>
        <p:spPr>
          <a:xfrm>
            <a:off x="1314958" y="6874040"/>
            <a:ext cx="8779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Administration, </a:t>
            </a:r>
            <a:endParaRPr lang="en-US" dirty="0"/>
          </a:p>
        </p:txBody>
      </p:sp>
      <p:sp>
        <p:nvSpPr>
          <p:cNvPr id="8094" name="TextBox 3"/>
          <p:cNvSpPr txBox="1"/>
          <p:nvPr/>
        </p:nvSpPr>
        <p:spPr>
          <a:xfrm>
            <a:off x="1314958" y="6991489"/>
            <a:ext cx="697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Facilities &amp; </a:t>
            </a:r>
            <a:endParaRPr lang="en-US" dirty="0"/>
          </a:p>
        </p:txBody>
      </p:sp>
      <p:sp>
        <p:nvSpPr>
          <p:cNvPr id="8095" name="TextBox 3"/>
          <p:cNvSpPr txBox="1"/>
          <p:nvPr/>
        </p:nvSpPr>
        <p:spPr>
          <a:xfrm>
            <a:off x="1314958" y="7108939"/>
            <a:ext cx="6803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EHS Office</a:t>
            </a:r>
            <a:endParaRPr lang="en-US" dirty="0"/>
          </a:p>
        </p:txBody>
      </p:sp>
      <p:sp>
        <p:nvSpPr>
          <p:cNvPr id="8096" name="Rectangle 4"/>
          <p:cNvSpPr>
            <a:spLocks noChangeArrowheads="1"/>
          </p:cNvSpPr>
          <p:nvPr/>
        </p:nvSpPr>
        <p:spPr bwMode="auto">
          <a:xfrm>
            <a:off x="2163546" y="6785394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97" name="TextBox 3"/>
          <p:cNvSpPr txBox="1"/>
          <p:nvPr/>
        </p:nvSpPr>
        <p:spPr>
          <a:xfrm>
            <a:off x="2112746" y="675659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412123</a:t>
            </a:r>
            <a:endParaRPr lang="en-US" dirty="0"/>
          </a:p>
        </p:txBody>
      </p:sp>
      <p:sp>
        <p:nvSpPr>
          <p:cNvPr id="8098" name="Rectangle 4"/>
          <p:cNvSpPr>
            <a:spLocks noChangeArrowheads="1"/>
          </p:cNvSpPr>
          <p:nvPr/>
        </p:nvSpPr>
        <p:spPr bwMode="auto">
          <a:xfrm>
            <a:off x="2622702" y="6785394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099" name="TextBox 3"/>
          <p:cNvSpPr txBox="1"/>
          <p:nvPr/>
        </p:nvSpPr>
        <p:spPr>
          <a:xfrm>
            <a:off x="2571902" y="6756590"/>
            <a:ext cx="11320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Nationality allowance</a:t>
            </a:r>
            <a:endParaRPr lang="en-US" dirty="0"/>
          </a:p>
        </p:txBody>
      </p:sp>
      <p:sp>
        <p:nvSpPr>
          <p:cNvPr id="8100" name="TextBox 3"/>
          <p:cNvSpPr txBox="1"/>
          <p:nvPr/>
        </p:nvSpPr>
        <p:spPr>
          <a:xfrm>
            <a:off x="2571902" y="6874040"/>
            <a:ext cx="10021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- Regular situation</a:t>
            </a:r>
            <a:endParaRPr lang="en-US" dirty="0"/>
          </a:p>
        </p:txBody>
      </p:sp>
      <p:sp>
        <p:nvSpPr>
          <p:cNvPr id="8101" name="Rectangle 4"/>
          <p:cNvSpPr>
            <a:spLocks noChangeArrowheads="1"/>
          </p:cNvSpPr>
          <p:nvPr/>
        </p:nvSpPr>
        <p:spPr bwMode="auto">
          <a:xfrm>
            <a:off x="3680282" y="6785394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102" name="TextBox 3"/>
          <p:cNvSpPr txBox="1"/>
          <p:nvPr/>
        </p:nvSpPr>
        <p:spPr>
          <a:xfrm>
            <a:off x="3629482" y="675659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847.8470510.1.412123.000000.847001.100178</a:t>
            </a:r>
            <a:endParaRPr lang="en-US" dirty="0"/>
          </a:p>
        </p:txBody>
      </p:sp>
      <p:sp>
        <p:nvSpPr>
          <p:cNvPr id="8103" name="Rectangle 4"/>
          <p:cNvSpPr>
            <a:spLocks noChangeArrowheads="1"/>
          </p:cNvSpPr>
          <p:nvPr/>
        </p:nvSpPr>
        <p:spPr bwMode="auto">
          <a:xfrm>
            <a:off x="5918962" y="6785394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104" name="TextBox 3"/>
          <p:cNvSpPr txBox="1"/>
          <p:nvPr/>
        </p:nvSpPr>
        <p:spPr>
          <a:xfrm>
            <a:off x="6072225" y="675659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226,800</a:t>
            </a:r>
            <a:endParaRPr lang="en-US" dirty="0"/>
          </a:p>
        </p:txBody>
      </p:sp>
      <p:sp>
        <p:nvSpPr>
          <p:cNvPr id="8105" name="Rectangle 4"/>
          <p:cNvSpPr>
            <a:spLocks noChangeArrowheads="1"/>
          </p:cNvSpPr>
          <p:nvPr/>
        </p:nvSpPr>
        <p:spPr bwMode="auto">
          <a:xfrm>
            <a:off x="6566408" y="6785394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106" name="TextBox 3"/>
          <p:cNvSpPr txBox="1"/>
          <p:nvPr/>
        </p:nvSpPr>
        <p:spPr>
          <a:xfrm>
            <a:off x="6719671" y="675659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126,790</a:t>
            </a:r>
            <a:endParaRPr lang="en-US" dirty="0"/>
          </a:p>
        </p:txBody>
      </p:sp>
      <p:sp>
        <p:nvSpPr>
          <p:cNvPr id="8107" name="Rectangle 4"/>
          <p:cNvSpPr>
            <a:spLocks noChangeArrowheads="1"/>
          </p:cNvSpPr>
          <p:nvPr/>
        </p:nvSpPr>
        <p:spPr bwMode="auto">
          <a:xfrm>
            <a:off x="7213854" y="6785394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108" name="TextBox 3"/>
          <p:cNvSpPr txBox="1"/>
          <p:nvPr/>
        </p:nvSpPr>
        <p:spPr>
          <a:xfrm>
            <a:off x="7367118" y="675659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124,600</a:t>
            </a:r>
            <a:endParaRPr lang="en-US" dirty="0"/>
          </a:p>
        </p:txBody>
      </p:sp>
      <p:sp>
        <p:nvSpPr>
          <p:cNvPr id="8109" name="Rectangle 4"/>
          <p:cNvSpPr>
            <a:spLocks noChangeArrowheads="1"/>
          </p:cNvSpPr>
          <p:nvPr/>
        </p:nvSpPr>
        <p:spPr bwMode="auto">
          <a:xfrm>
            <a:off x="7861300" y="6785394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110" name="Rectangle 4"/>
          <p:cNvSpPr>
            <a:spLocks noChangeArrowheads="1"/>
          </p:cNvSpPr>
          <p:nvPr/>
        </p:nvSpPr>
        <p:spPr bwMode="auto">
          <a:xfrm>
            <a:off x="8094497" y="6785394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111" name="Rectangle 4"/>
          <p:cNvSpPr>
            <a:spLocks noChangeArrowheads="1"/>
          </p:cNvSpPr>
          <p:nvPr/>
        </p:nvSpPr>
        <p:spPr bwMode="auto">
          <a:xfrm>
            <a:off x="8333384" y="6785394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112" name="TextBox 3"/>
          <p:cNvSpPr txBox="1"/>
          <p:nvPr/>
        </p:nvSpPr>
        <p:spPr>
          <a:xfrm>
            <a:off x="8453272" y="6756590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2,190</a:t>
            </a:r>
            <a:endParaRPr lang="en-US" dirty="0"/>
          </a:p>
        </p:txBody>
      </p:sp>
      <p:sp>
        <p:nvSpPr>
          <p:cNvPr id="8113" name="Rectangle 4"/>
          <p:cNvSpPr>
            <a:spLocks noChangeArrowheads="1"/>
          </p:cNvSpPr>
          <p:nvPr/>
        </p:nvSpPr>
        <p:spPr bwMode="auto">
          <a:xfrm>
            <a:off x="466725" y="917498"/>
            <a:ext cx="6350" cy="6383731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8114" name="Rectangle 4"/>
          <p:cNvSpPr>
            <a:spLocks noChangeArrowheads="1"/>
          </p:cNvSpPr>
          <p:nvPr/>
        </p:nvSpPr>
        <p:spPr bwMode="auto">
          <a:xfrm>
            <a:off x="466725" y="7294880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8115" name="Rectangle 4"/>
          <p:cNvSpPr>
            <a:spLocks noChangeArrowheads="1"/>
          </p:cNvSpPr>
          <p:nvPr/>
        </p:nvSpPr>
        <p:spPr bwMode="auto">
          <a:xfrm>
            <a:off x="7213854" y="571244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16" name="Rectangle 4"/>
          <p:cNvSpPr>
            <a:spLocks noChangeArrowheads="1"/>
          </p:cNvSpPr>
          <p:nvPr/>
        </p:nvSpPr>
        <p:spPr bwMode="auto">
          <a:xfrm>
            <a:off x="878255" y="571244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17" name="Rectangle 4"/>
          <p:cNvSpPr>
            <a:spLocks noChangeArrowheads="1"/>
          </p:cNvSpPr>
          <p:nvPr/>
        </p:nvSpPr>
        <p:spPr bwMode="auto">
          <a:xfrm>
            <a:off x="7213854" y="404587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18" name="Rectangle 4"/>
          <p:cNvSpPr>
            <a:spLocks noChangeArrowheads="1"/>
          </p:cNvSpPr>
          <p:nvPr/>
        </p:nvSpPr>
        <p:spPr bwMode="auto">
          <a:xfrm>
            <a:off x="878255" y="404587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19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20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21" name="Rectangle 4"/>
          <p:cNvSpPr>
            <a:spLocks noChangeArrowheads="1"/>
          </p:cNvSpPr>
          <p:nvPr/>
        </p:nvSpPr>
        <p:spPr bwMode="auto">
          <a:xfrm>
            <a:off x="7213854" y="321259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22" name="Rectangle 4"/>
          <p:cNvSpPr>
            <a:spLocks noChangeArrowheads="1"/>
          </p:cNvSpPr>
          <p:nvPr/>
        </p:nvSpPr>
        <p:spPr bwMode="auto">
          <a:xfrm>
            <a:off x="878255" y="321259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23" name="Rectangle 4"/>
          <p:cNvSpPr>
            <a:spLocks noChangeArrowheads="1"/>
          </p:cNvSpPr>
          <p:nvPr/>
        </p:nvSpPr>
        <p:spPr bwMode="auto">
          <a:xfrm>
            <a:off x="7213854" y="281738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24" name="Rectangle 4"/>
          <p:cNvSpPr>
            <a:spLocks noChangeArrowheads="1"/>
          </p:cNvSpPr>
          <p:nvPr/>
        </p:nvSpPr>
        <p:spPr bwMode="auto">
          <a:xfrm>
            <a:off x="878255" y="281738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25" name="Rectangle 4"/>
          <p:cNvSpPr>
            <a:spLocks noChangeArrowheads="1"/>
          </p:cNvSpPr>
          <p:nvPr/>
        </p:nvSpPr>
        <p:spPr bwMode="auto">
          <a:xfrm>
            <a:off x="7213854" y="158888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26" name="Rectangle 4"/>
          <p:cNvSpPr>
            <a:spLocks noChangeArrowheads="1"/>
          </p:cNvSpPr>
          <p:nvPr/>
        </p:nvSpPr>
        <p:spPr bwMode="auto">
          <a:xfrm>
            <a:off x="878255" y="158888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27" name="Rectangle 4"/>
          <p:cNvSpPr>
            <a:spLocks noChangeArrowheads="1"/>
          </p:cNvSpPr>
          <p:nvPr/>
        </p:nvSpPr>
        <p:spPr bwMode="auto">
          <a:xfrm>
            <a:off x="7213854" y="198409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28" name="Rectangle 4"/>
          <p:cNvSpPr>
            <a:spLocks noChangeArrowheads="1"/>
          </p:cNvSpPr>
          <p:nvPr/>
        </p:nvSpPr>
        <p:spPr bwMode="auto">
          <a:xfrm>
            <a:off x="878255" y="198409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29" name="Rectangle 4"/>
          <p:cNvSpPr>
            <a:spLocks noChangeArrowheads="1"/>
          </p:cNvSpPr>
          <p:nvPr/>
        </p:nvSpPr>
        <p:spPr bwMode="auto">
          <a:xfrm>
            <a:off x="7213854" y="499661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30" name="Rectangle 4"/>
          <p:cNvSpPr>
            <a:spLocks noChangeArrowheads="1"/>
          </p:cNvSpPr>
          <p:nvPr/>
        </p:nvSpPr>
        <p:spPr bwMode="auto">
          <a:xfrm>
            <a:off x="878255" y="499661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31" name="Rectangle 4"/>
          <p:cNvSpPr>
            <a:spLocks noChangeArrowheads="1"/>
          </p:cNvSpPr>
          <p:nvPr/>
        </p:nvSpPr>
        <p:spPr bwMode="auto">
          <a:xfrm>
            <a:off x="7213854" y="119367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32" name="Rectangle 4"/>
          <p:cNvSpPr>
            <a:spLocks noChangeArrowheads="1"/>
          </p:cNvSpPr>
          <p:nvPr/>
        </p:nvSpPr>
        <p:spPr bwMode="auto">
          <a:xfrm>
            <a:off x="878255" y="119367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33" name="Rectangle 4"/>
          <p:cNvSpPr>
            <a:spLocks noChangeArrowheads="1"/>
          </p:cNvSpPr>
          <p:nvPr/>
        </p:nvSpPr>
        <p:spPr bwMode="auto">
          <a:xfrm>
            <a:off x="7213854" y="599020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34" name="Rectangle 4"/>
          <p:cNvSpPr>
            <a:spLocks noChangeArrowheads="1"/>
          </p:cNvSpPr>
          <p:nvPr/>
        </p:nvSpPr>
        <p:spPr bwMode="auto">
          <a:xfrm>
            <a:off x="878255" y="599020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35" name="Rectangle 4"/>
          <p:cNvSpPr>
            <a:spLocks noChangeArrowheads="1"/>
          </p:cNvSpPr>
          <p:nvPr/>
        </p:nvSpPr>
        <p:spPr bwMode="auto">
          <a:xfrm>
            <a:off x="7213854" y="432363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36" name="Rectangle 4"/>
          <p:cNvSpPr>
            <a:spLocks noChangeArrowheads="1"/>
          </p:cNvSpPr>
          <p:nvPr/>
        </p:nvSpPr>
        <p:spPr bwMode="auto">
          <a:xfrm>
            <a:off x="878255" y="432363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37" name="Rectangle 4"/>
          <p:cNvSpPr>
            <a:spLocks noChangeArrowheads="1"/>
          </p:cNvSpPr>
          <p:nvPr/>
        </p:nvSpPr>
        <p:spPr bwMode="auto">
          <a:xfrm>
            <a:off x="7213854" y="349035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38" name="Rectangle 4"/>
          <p:cNvSpPr>
            <a:spLocks noChangeArrowheads="1"/>
          </p:cNvSpPr>
          <p:nvPr/>
        </p:nvSpPr>
        <p:spPr bwMode="auto">
          <a:xfrm>
            <a:off x="878255" y="349035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39" name="Rectangle 4"/>
          <p:cNvSpPr>
            <a:spLocks noChangeArrowheads="1"/>
          </p:cNvSpPr>
          <p:nvPr/>
        </p:nvSpPr>
        <p:spPr bwMode="auto">
          <a:xfrm>
            <a:off x="7213854" y="729329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40" name="Rectangle 4"/>
          <p:cNvSpPr>
            <a:spLocks noChangeArrowheads="1"/>
          </p:cNvSpPr>
          <p:nvPr/>
        </p:nvSpPr>
        <p:spPr bwMode="auto">
          <a:xfrm>
            <a:off x="878255" y="729329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41" name="Rectangle 4"/>
          <p:cNvSpPr>
            <a:spLocks noChangeArrowheads="1"/>
          </p:cNvSpPr>
          <p:nvPr/>
        </p:nvSpPr>
        <p:spPr bwMode="auto">
          <a:xfrm>
            <a:off x="466725" y="917498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8142" name="Rectangle 4"/>
          <p:cNvSpPr>
            <a:spLocks noChangeArrowheads="1"/>
          </p:cNvSpPr>
          <p:nvPr/>
        </p:nvSpPr>
        <p:spPr bwMode="auto">
          <a:xfrm>
            <a:off x="7213854" y="253961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43" name="Rectangle 4"/>
          <p:cNvSpPr>
            <a:spLocks noChangeArrowheads="1"/>
          </p:cNvSpPr>
          <p:nvPr/>
        </p:nvSpPr>
        <p:spPr bwMode="auto">
          <a:xfrm>
            <a:off x="878255" y="253961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44" name="Rectangle 4"/>
          <p:cNvSpPr>
            <a:spLocks noChangeArrowheads="1"/>
          </p:cNvSpPr>
          <p:nvPr/>
        </p:nvSpPr>
        <p:spPr bwMode="auto">
          <a:xfrm>
            <a:off x="7213854" y="527437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45" name="Rectangle 4"/>
          <p:cNvSpPr>
            <a:spLocks noChangeArrowheads="1"/>
          </p:cNvSpPr>
          <p:nvPr/>
        </p:nvSpPr>
        <p:spPr bwMode="auto">
          <a:xfrm>
            <a:off x="878255" y="527437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46" name="Rectangle 4"/>
          <p:cNvSpPr>
            <a:spLocks noChangeArrowheads="1"/>
          </p:cNvSpPr>
          <p:nvPr/>
        </p:nvSpPr>
        <p:spPr bwMode="auto">
          <a:xfrm>
            <a:off x="7213854" y="678063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47" name="Rectangle 4"/>
          <p:cNvSpPr>
            <a:spLocks noChangeArrowheads="1"/>
          </p:cNvSpPr>
          <p:nvPr/>
        </p:nvSpPr>
        <p:spPr bwMode="auto">
          <a:xfrm>
            <a:off x="878255" y="678063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48" name="Rectangle 4"/>
          <p:cNvSpPr>
            <a:spLocks noChangeArrowheads="1"/>
          </p:cNvSpPr>
          <p:nvPr/>
        </p:nvSpPr>
        <p:spPr bwMode="auto">
          <a:xfrm>
            <a:off x="469900" y="7298055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49" name="Rectangle 4"/>
          <p:cNvSpPr>
            <a:spLocks noChangeArrowheads="1"/>
          </p:cNvSpPr>
          <p:nvPr/>
        </p:nvSpPr>
        <p:spPr bwMode="auto">
          <a:xfrm>
            <a:off x="7213854" y="543468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50" name="Rectangle 4"/>
          <p:cNvSpPr>
            <a:spLocks noChangeArrowheads="1"/>
          </p:cNvSpPr>
          <p:nvPr/>
        </p:nvSpPr>
        <p:spPr bwMode="auto">
          <a:xfrm>
            <a:off x="878255" y="543468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51" name="Rectangle 4"/>
          <p:cNvSpPr>
            <a:spLocks noChangeArrowheads="1"/>
          </p:cNvSpPr>
          <p:nvPr/>
        </p:nvSpPr>
        <p:spPr bwMode="auto">
          <a:xfrm>
            <a:off x="7213854" y="626797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52" name="Rectangle 4"/>
          <p:cNvSpPr>
            <a:spLocks noChangeArrowheads="1"/>
          </p:cNvSpPr>
          <p:nvPr/>
        </p:nvSpPr>
        <p:spPr bwMode="auto">
          <a:xfrm>
            <a:off x="878255" y="626797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53" name="Rectangle 4"/>
          <p:cNvSpPr>
            <a:spLocks noChangeArrowheads="1"/>
          </p:cNvSpPr>
          <p:nvPr/>
        </p:nvSpPr>
        <p:spPr bwMode="auto">
          <a:xfrm>
            <a:off x="7213854" y="460140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54" name="Rectangle 4"/>
          <p:cNvSpPr>
            <a:spLocks noChangeArrowheads="1"/>
          </p:cNvSpPr>
          <p:nvPr/>
        </p:nvSpPr>
        <p:spPr bwMode="auto">
          <a:xfrm>
            <a:off x="878255" y="460140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55" name="Rectangle 4"/>
          <p:cNvSpPr>
            <a:spLocks noChangeArrowheads="1"/>
          </p:cNvSpPr>
          <p:nvPr/>
        </p:nvSpPr>
        <p:spPr bwMode="auto">
          <a:xfrm>
            <a:off x="7213854" y="376811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56" name="Rectangle 4"/>
          <p:cNvSpPr>
            <a:spLocks noChangeArrowheads="1"/>
          </p:cNvSpPr>
          <p:nvPr/>
        </p:nvSpPr>
        <p:spPr bwMode="auto">
          <a:xfrm>
            <a:off x="878255" y="376811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57" name="Rectangle 4"/>
          <p:cNvSpPr>
            <a:spLocks noChangeArrowheads="1"/>
          </p:cNvSpPr>
          <p:nvPr/>
        </p:nvSpPr>
        <p:spPr bwMode="auto">
          <a:xfrm>
            <a:off x="7213854" y="226185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58" name="Rectangle 4"/>
          <p:cNvSpPr>
            <a:spLocks noChangeArrowheads="1"/>
          </p:cNvSpPr>
          <p:nvPr/>
        </p:nvSpPr>
        <p:spPr bwMode="auto">
          <a:xfrm>
            <a:off x="878255" y="226185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59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60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1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162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8163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8164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165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8166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8167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8168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169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8170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8171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172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8173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8174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175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8176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177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8178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179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8180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8181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182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8183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8184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185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8186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8187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188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8189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190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8191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192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8193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8194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31224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195" name="TextBox 3"/>
          <p:cNvSpPr txBox="1"/>
          <p:nvPr/>
        </p:nvSpPr>
        <p:spPr>
          <a:xfrm>
            <a:off x="422275" y="895045"/>
            <a:ext cx="47701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</a:t>
            </a:r>
            <a:endParaRPr lang="en-US" dirty="0"/>
          </a:p>
        </p:txBody>
      </p:sp>
      <p:sp>
        <p:nvSpPr>
          <p:cNvPr id="8196" name="TextBox 3"/>
          <p:cNvSpPr txBox="1"/>
          <p:nvPr/>
        </p:nvSpPr>
        <p:spPr>
          <a:xfrm>
            <a:off x="422275" y="1012494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8197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198" name="TextBox 3"/>
          <p:cNvSpPr txBox="1"/>
          <p:nvPr/>
        </p:nvSpPr>
        <p:spPr>
          <a:xfrm>
            <a:off x="827455" y="89187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8470510</a:t>
            </a:r>
            <a:endParaRPr lang="en-US" dirty="0"/>
          </a:p>
        </p:txBody>
      </p:sp>
      <p:sp>
        <p:nvSpPr>
          <p:cNvPr id="8199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00" name="TextBox 3"/>
          <p:cNvSpPr txBox="1"/>
          <p:nvPr/>
        </p:nvSpPr>
        <p:spPr>
          <a:xfrm>
            <a:off x="1314958" y="891870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8201" name="TextBox 3"/>
          <p:cNvSpPr txBox="1"/>
          <p:nvPr/>
        </p:nvSpPr>
        <p:spPr>
          <a:xfrm>
            <a:off x="1314958" y="1009319"/>
            <a:ext cx="8779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Administration, </a:t>
            </a:r>
            <a:endParaRPr lang="en-US" dirty="0"/>
          </a:p>
        </p:txBody>
      </p:sp>
      <p:sp>
        <p:nvSpPr>
          <p:cNvPr id="8202" name="TextBox 3"/>
          <p:cNvSpPr txBox="1"/>
          <p:nvPr/>
        </p:nvSpPr>
        <p:spPr>
          <a:xfrm>
            <a:off x="1314958" y="1126769"/>
            <a:ext cx="697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Facilities &amp; </a:t>
            </a:r>
            <a:endParaRPr lang="en-US" dirty="0"/>
          </a:p>
        </p:txBody>
      </p:sp>
      <p:sp>
        <p:nvSpPr>
          <p:cNvPr id="8203" name="TextBox 3"/>
          <p:cNvSpPr txBox="1"/>
          <p:nvPr/>
        </p:nvSpPr>
        <p:spPr>
          <a:xfrm>
            <a:off x="1314958" y="1244219"/>
            <a:ext cx="6803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EHS Office</a:t>
            </a:r>
            <a:endParaRPr lang="en-US" dirty="0"/>
          </a:p>
        </p:txBody>
      </p:sp>
      <p:sp>
        <p:nvSpPr>
          <p:cNvPr id="8204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05" name="TextBox 3"/>
          <p:cNvSpPr txBox="1"/>
          <p:nvPr/>
        </p:nvSpPr>
        <p:spPr>
          <a:xfrm>
            <a:off x="2112746" y="89187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8206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07" name="TextBox 3"/>
          <p:cNvSpPr txBox="1"/>
          <p:nvPr/>
        </p:nvSpPr>
        <p:spPr>
          <a:xfrm>
            <a:off x="2571902" y="891870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8208" name="TextBox 3"/>
          <p:cNvSpPr txBox="1"/>
          <p:nvPr/>
        </p:nvSpPr>
        <p:spPr>
          <a:xfrm>
            <a:off x="2571902" y="1009319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8209" name="TextBox 3"/>
          <p:cNvSpPr txBox="1"/>
          <p:nvPr/>
        </p:nvSpPr>
        <p:spPr>
          <a:xfrm>
            <a:off x="2571902" y="1126769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8210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11" name="TextBox 3"/>
          <p:cNvSpPr txBox="1"/>
          <p:nvPr/>
        </p:nvSpPr>
        <p:spPr>
          <a:xfrm>
            <a:off x="3629482" y="89187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847.8470510.1.412125.000000.847001.100178</a:t>
            </a:r>
            <a:endParaRPr lang="en-US" dirty="0"/>
          </a:p>
        </p:txBody>
      </p:sp>
      <p:sp>
        <p:nvSpPr>
          <p:cNvPr id="8212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13" name="TextBox 3"/>
          <p:cNvSpPr txBox="1"/>
          <p:nvPr/>
        </p:nvSpPr>
        <p:spPr>
          <a:xfrm>
            <a:off x="5987491" y="89187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1,566,326</a:t>
            </a:r>
            <a:endParaRPr lang="en-US" dirty="0"/>
          </a:p>
        </p:txBody>
      </p:sp>
      <p:sp>
        <p:nvSpPr>
          <p:cNvPr id="8214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15" name="TextBox 3"/>
          <p:cNvSpPr txBox="1"/>
          <p:nvPr/>
        </p:nvSpPr>
        <p:spPr>
          <a:xfrm>
            <a:off x="6634937" y="89187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1,221,770</a:t>
            </a:r>
            <a:endParaRPr lang="en-US" dirty="0"/>
          </a:p>
        </p:txBody>
      </p:sp>
      <p:sp>
        <p:nvSpPr>
          <p:cNvPr id="8216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17" name="TextBox 3"/>
          <p:cNvSpPr txBox="1"/>
          <p:nvPr/>
        </p:nvSpPr>
        <p:spPr>
          <a:xfrm>
            <a:off x="7282383" y="89187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1,221,770</a:t>
            </a:r>
            <a:endParaRPr lang="en-US" dirty="0"/>
          </a:p>
        </p:txBody>
      </p:sp>
      <p:sp>
        <p:nvSpPr>
          <p:cNvPr id="8218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19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20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21" name="TextBox 3"/>
          <p:cNvSpPr txBox="1"/>
          <p:nvPr/>
        </p:nvSpPr>
        <p:spPr>
          <a:xfrm>
            <a:off x="8650986" y="89187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8222" name="Rectangle 4"/>
          <p:cNvSpPr>
            <a:spLocks noChangeArrowheads="1"/>
          </p:cNvSpPr>
          <p:nvPr/>
        </p:nvSpPr>
        <p:spPr bwMode="auto">
          <a:xfrm>
            <a:off x="878255" y="1433334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23" name="TextBox 3"/>
          <p:cNvSpPr txBox="1"/>
          <p:nvPr/>
        </p:nvSpPr>
        <p:spPr>
          <a:xfrm>
            <a:off x="827455" y="140453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8470510</a:t>
            </a:r>
            <a:endParaRPr lang="en-US" dirty="0"/>
          </a:p>
        </p:txBody>
      </p:sp>
      <p:sp>
        <p:nvSpPr>
          <p:cNvPr id="8224" name="Rectangle 4"/>
          <p:cNvSpPr>
            <a:spLocks noChangeArrowheads="1"/>
          </p:cNvSpPr>
          <p:nvPr/>
        </p:nvSpPr>
        <p:spPr bwMode="auto">
          <a:xfrm>
            <a:off x="1365758" y="1433334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25" name="TextBox 3"/>
          <p:cNvSpPr txBox="1"/>
          <p:nvPr/>
        </p:nvSpPr>
        <p:spPr>
          <a:xfrm>
            <a:off x="1314958" y="1404531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8226" name="TextBox 3"/>
          <p:cNvSpPr txBox="1"/>
          <p:nvPr/>
        </p:nvSpPr>
        <p:spPr>
          <a:xfrm>
            <a:off x="1314958" y="1521980"/>
            <a:ext cx="8779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Administration, </a:t>
            </a:r>
            <a:endParaRPr lang="en-US" dirty="0"/>
          </a:p>
        </p:txBody>
      </p:sp>
      <p:sp>
        <p:nvSpPr>
          <p:cNvPr id="8227" name="TextBox 3"/>
          <p:cNvSpPr txBox="1"/>
          <p:nvPr/>
        </p:nvSpPr>
        <p:spPr>
          <a:xfrm>
            <a:off x="1314958" y="1639430"/>
            <a:ext cx="697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Facilities &amp; </a:t>
            </a:r>
            <a:endParaRPr lang="en-US" dirty="0"/>
          </a:p>
        </p:txBody>
      </p:sp>
      <p:sp>
        <p:nvSpPr>
          <p:cNvPr id="8228" name="TextBox 3"/>
          <p:cNvSpPr txBox="1"/>
          <p:nvPr/>
        </p:nvSpPr>
        <p:spPr>
          <a:xfrm>
            <a:off x="1314958" y="1756879"/>
            <a:ext cx="6803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EHS Office</a:t>
            </a:r>
            <a:endParaRPr lang="en-US" dirty="0"/>
          </a:p>
        </p:txBody>
      </p:sp>
      <p:sp>
        <p:nvSpPr>
          <p:cNvPr id="8229" name="Rectangle 4"/>
          <p:cNvSpPr>
            <a:spLocks noChangeArrowheads="1"/>
          </p:cNvSpPr>
          <p:nvPr/>
        </p:nvSpPr>
        <p:spPr bwMode="auto">
          <a:xfrm>
            <a:off x="2163546" y="1433334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30" name="TextBox 3"/>
          <p:cNvSpPr txBox="1"/>
          <p:nvPr/>
        </p:nvSpPr>
        <p:spPr>
          <a:xfrm>
            <a:off x="2112746" y="140453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412511</a:t>
            </a:r>
            <a:endParaRPr lang="en-US" dirty="0"/>
          </a:p>
        </p:txBody>
      </p:sp>
      <p:sp>
        <p:nvSpPr>
          <p:cNvPr id="8231" name="Rectangle 4"/>
          <p:cNvSpPr>
            <a:spLocks noChangeArrowheads="1"/>
          </p:cNvSpPr>
          <p:nvPr/>
        </p:nvSpPr>
        <p:spPr bwMode="auto">
          <a:xfrm>
            <a:off x="2622702" y="1433334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32" name="TextBox 3"/>
          <p:cNvSpPr txBox="1"/>
          <p:nvPr/>
        </p:nvSpPr>
        <p:spPr>
          <a:xfrm>
            <a:off x="2571902" y="1404531"/>
            <a:ext cx="798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Consolidated </a:t>
            </a:r>
            <a:endParaRPr lang="en-US" dirty="0"/>
          </a:p>
        </p:txBody>
      </p:sp>
      <p:sp>
        <p:nvSpPr>
          <p:cNvPr id="8233" name="TextBox 3"/>
          <p:cNvSpPr txBox="1"/>
          <p:nvPr/>
        </p:nvSpPr>
        <p:spPr>
          <a:xfrm>
            <a:off x="2571902" y="1521980"/>
            <a:ext cx="1081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allowances: Emirati </a:t>
            </a:r>
            <a:endParaRPr lang="en-US" dirty="0"/>
          </a:p>
        </p:txBody>
      </p:sp>
      <p:sp>
        <p:nvSpPr>
          <p:cNvPr id="8234" name="TextBox 3"/>
          <p:cNvSpPr txBox="1"/>
          <p:nvPr/>
        </p:nvSpPr>
        <p:spPr>
          <a:xfrm>
            <a:off x="2571902" y="1639430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8235" name="Rectangle 4"/>
          <p:cNvSpPr>
            <a:spLocks noChangeArrowheads="1"/>
          </p:cNvSpPr>
          <p:nvPr/>
        </p:nvSpPr>
        <p:spPr bwMode="auto">
          <a:xfrm>
            <a:off x="3680282" y="1433334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36" name="TextBox 3"/>
          <p:cNvSpPr txBox="1"/>
          <p:nvPr/>
        </p:nvSpPr>
        <p:spPr>
          <a:xfrm>
            <a:off x="3629482" y="140453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847.8470510.1.412511.000000.847001.100178</a:t>
            </a:r>
            <a:endParaRPr lang="en-US" dirty="0"/>
          </a:p>
        </p:txBody>
      </p:sp>
      <p:sp>
        <p:nvSpPr>
          <p:cNvPr id="8237" name="Rectangle 4"/>
          <p:cNvSpPr>
            <a:spLocks noChangeArrowheads="1"/>
          </p:cNvSpPr>
          <p:nvPr/>
        </p:nvSpPr>
        <p:spPr bwMode="auto">
          <a:xfrm>
            <a:off x="5918962" y="1433334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38" name="TextBox 3"/>
          <p:cNvSpPr txBox="1"/>
          <p:nvPr/>
        </p:nvSpPr>
        <p:spPr>
          <a:xfrm>
            <a:off x="6072225" y="140453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572,460</a:t>
            </a:r>
            <a:endParaRPr lang="en-US" dirty="0"/>
          </a:p>
        </p:txBody>
      </p:sp>
      <p:sp>
        <p:nvSpPr>
          <p:cNvPr id="8239" name="Rectangle 4"/>
          <p:cNvSpPr>
            <a:spLocks noChangeArrowheads="1"/>
          </p:cNvSpPr>
          <p:nvPr/>
        </p:nvSpPr>
        <p:spPr bwMode="auto">
          <a:xfrm>
            <a:off x="6566408" y="1433334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40" name="TextBox 3"/>
          <p:cNvSpPr txBox="1"/>
          <p:nvPr/>
        </p:nvSpPr>
        <p:spPr>
          <a:xfrm>
            <a:off x="6719671" y="140453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367,660</a:t>
            </a:r>
            <a:endParaRPr lang="en-US" dirty="0"/>
          </a:p>
        </p:txBody>
      </p:sp>
      <p:sp>
        <p:nvSpPr>
          <p:cNvPr id="8241" name="Rectangle 4"/>
          <p:cNvSpPr>
            <a:spLocks noChangeArrowheads="1"/>
          </p:cNvSpPr>
          <p:nvPr/>
        </p:nvSpPr>
        <p:spPr bwMode="auto">
          <a:xfrm>
            <a:off x="7213854" y="1433334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42" name="TextBox 3"/>
          <p:cNvSpPr txBox="1"/>
          <p:nvPr/>
        </p:nvSpPr>
        <p:spPr>
          <a:xfrm>
            <a:off x="7367118" y="140453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367,633</a:t>
            </a:r>
            <a:endParaRPr lang="en-US" dirty="0"/>
          </a:p>
        </p:txBody>
      </p:sp>
      <p:sp>
        <p:nvSpPr>
          <p:cNvPr id="8243" name="Rectangle 4"/>
          <p:cNvSpPr>
            <a:spLocks noChangeArrowheads="1"/>
          </p:cNvSpPr>
          <p:nvPr/>
        </p:nvSpPr>
        <p:spPr bwMode="auto">
          <a:xfrm>
            <a:off x="7861300" y="1433334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44" name="Rectangle 4"/>
          <p:cNvSpPr>
            <a:spLocks noChangeArrowheads="1"/>
          </p:cNvSpPr>
          <p:nvPr/>
        </p:nvSpPr>
        <p:spPr bwMode="auto">
          <a:xfrm>
            <a:off x="8094497" y="1433334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45" name="Rectangle 4"/>
          <p:cNvSpPr>
            <a:spLocks noChangeArrowheads="1"/>
          </p:cNvSpPr>
          <p:nvPr/>
        </p:nvSpPr>
        <p:spPr bwMode="auto">
          <a:xfrm>
            <a:off x="8333384" y="1433334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46" name="TextBox 3"/>
          <p:cNvSpPr txBox="1"/>
          <p:nvPr/>
        </p:nvSpPr>
        <p:spPr>
          <a:xfrm>
            <a:off x="8594496" y="1404531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27</a:t>
            </a:r>
            <a:endParaRPr lang="en-US" dirty="0"/>
          </a:p>
        </p:txBody>
      </p:sp>
      <p:sp>
        <p:nvSpPr>
          <p:cNvPr id="8247" name="Rectangle 4"/>
          <p:cNvSpPr>
            <a:spLocks noChangeArrowheads="1"/>
          </p:cNvSpPr>
          <p:nvPr/>
        </p:nvSpPr>
        <p:spPr bwMode="auto">
          <a:xfrm>
            <a:off x="878255" y="1945995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48" name="TextBox 3"/>
          <p:cNvSpPr txBox="1"/>
          <p:nvPr/>
        </p:nvSpPr>
        <p:spPr>
          <a:xfrm>
            <a:off x="827455" y="191719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8470510</a:t>
            </a:r>
            <a:endParaRPr lang="en-US" dirty="0"/>
          </a:p>
        </p:txBody>
      </p:sp>
      <p:sp>
        <p:nvSpPr>
          <p:cNvPr id="8249" name="Rectangle 4"/>
          <p:cNvSpPr>
            <a:spLocks noChangeArrowheads="1"/>
          </p:cNvSpPr>
          <p:nvPr/>
        </p:nvSpPr>
        <p:spPr bwMode="auto">
          <a:xfrm>
            <a:off x="1365758" y="1945995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50" name="TextBox 3"/>
          <p:cNvSpPr txBox="1"/>
          <p:nvPr/>
        </p:nvSpPr>
        <p:spPr>
          <a:xfrm>
            <a:off x="1314958" y="1917192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8251" name="TextBox 3"/>
          <p:cNvSpPr txBox="1"/>
          <p:nvPr/>
        </p:nvSpPr>
        <p:spPr>
          <a:xfrm>
            <a:off x="1314958" y="2034641"/>
            <a:ext cx="8779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Administration, </a:t>
            </a:r>
            <a:endParaRPr lang="en-US" dirty="0"/>
          </a:p>
        </p:txBody>
      </p:sp>
      <p:sp>
        <p:nvSpPr>
          <p:cNvPr id="8252" name="TextBox 3"/>
          <p:cNvSpPr txBox="1"/>
          <p:nvPr/>
        </p:nvSpPr>
        <p:spPr>
          <a:xfrm>
            <a:off x="1314958" y="2152091"/>
            <a:ext cx="697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Facilities &amp; </a:t>
            </a:r>
            <a:endParaRPr lang="en-US" dirty="0"/>
          </a:p>
        </p:txBody>
      </p:sp>
      <p:sp>
        <p:nvSpPr>
          <p:cNvPr id="8253" name="TextBox 3"/>
          <p:cNvSpPr txBox="1"/>
          <p:nvPr/>
        </p:nvSpPr>
        <p:spPr>
          <a:xfrm>
            <a:off x="1314958" y="2269541"/>
            <a:ext cx="6803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EHS Office</a:t>
            </a:r>
            <a:endParaRPr lang="en-US" dirty="0"/>
          </a:p>
        </p:txBody>
      </p:sp>
      <p:sp>
        <p:nvSpPr>
          <p:cNvPr id="8254" name="Rectangle 4"/>
          <p:cNvSpPr>
            <a:spLocks noChangeArrowheads="1"/>
          </p:cNvSpPr>
          <p:nvPr/>
        </p:nvSpPr>
        <p:spPr bwMode="auto">
          <a:xfrm>
            <a:off x="2163546" y="1945995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55" name="TextBox 3"/>
          <p:cNvSpPr txBox="1"/>
          <p:nvPr/>
        </p:nvSpPr>
        <p:spPr>
          <a:xfrm>
            <a:off x="2112746" y="191719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412512</a:t>
            </a:r>
            <a:endParaRPr lang="en-US" dirty="0"/>
          </a:p>
        </p:txBody>
      </p:sp>
      <p:sp>
        <p:nvSpPr>
          <p:cNvPr id="8256" name="Rectangle 4"/>
          <p:cNvSpPr>
            <a:spLocks noChangeArrowheads="1"/>
          </p:cNvSpPr>
          <p:nvPr/>
        </p:nvSpPr>
        <p:spPr bwMode="auto">
          <a:xfrm>
            <a:off x="2622702" y="1945995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57" name="TextBox 3"/>
          <p:cNvSpPr txBox="1"/>
          <p:nvPr/>
        </p:nvSpPr>
        <p:spPr>
          <a:xfrm>
            <a:off x="2571902" y="1917192"/>
            <a:ext cx="798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Consolidated </a:t>
            </a:r>
            <a:endParaRPr lang="en-US" dirty="0"/>
          </a:p>
        </p:txBody>
      </p:sp>
      <p:sp>
        <p:nvSpPr>
          <p:cNvPr id="8258" name="TextBox 3"/>
          <p:cNvSpPr txBox="1"/>
          <p:nvPr/>
        </p:nvSpPr>
        <p:spPr>
          <a:xfrm>
            <a:off x="2571902" y="2034641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allowances: </a:t>
            </a:r>
            <a:endParaRPr lang="en-US" dirty="0"/>
          </a:p>
        </p:txBody>
      </p:sp>
      <p:sp>
        <p:nvSpPr>
          <p:cNvPr id="8259" name="TextBox 3"/>
          <p:cNvSpPr txBox="1"/>
          <p:nvPr/>
        </p:nvSpPr>
        <p:spPr>
          <a:xfrm>
            <a:off x="2571902" y="2152091"/>
            <a:ext cx="115468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Expatriate employees</a:t>
            </a:r>
            <a:endParaRPr lang="en-US" dirty="0"/>
          </a:p>
        </p:txBody>
      </p:sp>
      <p:sp>
        <p:nvSpPr>
          <p:cNvPr id="8260" name="Rectangle 4"/>
          <p:cNvSpPr>
            <a:spLocks noChangeArrowheads="1"/>
          </p:cNvSpPr>
          <p:nvPr/>
        </p:nvSpPr>
        <p:spPr bwMode="auto">
          <a:xfrm>
            <a:off x="3680282" y="1945995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61" name="TextBox 3"/>
          <p:cNvSpPr txBox="1"/>
          <p:nvPr/>
        </p:nvSpPr>
        <p:spPr>
          <a:xfrm>
            <a:off x="3629482" y="191719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847.8470510.1.412512.000000.847001.100178</a:t>
            </a:r>
            <a:endParaRPr lang="en-US" dirty="0"/>
          </a:p>
        </p:txBody>
      </p:sp>
      <p:sp>
        <p:nvSpPr>
          <p:cNvPr id="8262" name="Rectangle 4"/>
          <p:cNvSpPr>
            <a:spLocks noChangeArrowheads="1"/>
          </p:cNvSpPr>
          <p:nvPr/>
        </p:nvSpPr>
        <p:spPr bwMode="auto">
          <a:xfrm>
            <a:off x="5918962" y="194599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63" name="TextBox 3"/>
          <p:cNvSpPr txBox="1"/>
          <p:nvPr/>
        </p:nvSpPr>
        <p:spPr>
          <a:xfrm>
            <a:off x="6382918" y="191719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8264" name="Rectangle 4"/>
          <p:cNvSpPr>
            <a:spLocks noChangeArrowheads="1"/>
          </p:cNvSpPr>
          <p:nvPr/>
        </p:nvSpPr>
        <p:spPr bwMode="auto">
          <a:xfrm>
            <a:off x="6566408" y="194599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65" name="TextBox 3"/>
          <p:cNvSpPr txBox="1"/>
          <p:nvPr/>
        </p:nvSpPr>
        <p:spPr>
          <a:xfrm>
            <a:off x="7030365" y="191719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8266" name="Rectangle 4"/>
          <p:cNvSpPr>
            <a:spLocks noChangeArrowheads="1"/>
          </p:cNvSpPr>
          <p:nvPr/>
        </p:nvSpPr>
        <p:spPr bwMode="auto">
          <a:xfrm>
            <a:off x="7213854" y="194599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67" name="Rectangle 4"/>
          <p:cNvSpPr>
            <a:spLocks noChangeArrowheads="1"/>
          </p:cNvSpPr>
          <p:nvPr/>
        </p:nvSpPr>
        <p:spPr bwMode="auto">
          <a:xfrm>
            <a:off x="7861300" y="1945995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68" name="Rectangle 4"/>
          <p:cNvSpPr>
            <a:spLocks noChangeArrowheads="1"/>
          </p:cNvSpPr>
          <p:nvPr/>
        </p:nvSpPr>
        <p:spPr bwMode="auto">
          <a:xfrm>
            <a:off x="8094497" y="1945995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69" name="Rectangle 4"/>
          <p:cNvSpPr>
            <a:spLocks noChangeArrowheads="1"/>
          </p:cNvSpPr>
          <p:nvPr/>
        </p:nvSpPr>
        <p:spPr bwMode="auto">
          <a:xfrm>
            <a:off x="8333384" y="1945995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70" name="TextBox 3"/>
          <p:cNvSpPr txBox="1"/>
          <p:nvPr/>
        </p:nvSpPr>
        <p:spPr>
          <a:xfrm>
            <a:off x="8650986" y="191719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8271" name="Rectangle 4"/>
          <p:cNvSpPr>
            <a:spLocks noChangeArrowheads="1"/>
          </p:cNvSpPr>
          <p:nvPr/>
        </p:nvSpPr>
        <p:spPr bwMode="auto">
          <a:xfrm>
            <a:off x="878255" y="2458656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72" name="TextBox 3"/>
          <p:cNvSpPr txBox="1"/>
          <p:nvPr/>
        </p:nvSpPr>
        <p:spPr>
          <a:xfrm>
            <a:off x="827455" y="242985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8470510</a:t>
            </a:r>
            <a:endParaRPr lang="en-US" dirty="0"/>
          </a:p>
        </p:txBody>
      </p:sp>
      <p:sp>
        <p:nvSpPr>
          <p:cNvPr id="8273" name="Rectangle 4"/>
          <p:cNvSpPr>
            <a:spLocks noChangeArrowheads="1"/>
          </p:cNvSpPr>
          <p:nvPr/>
        </p:nvSpPr>
        <p:spPr bwMode="auto">
          <a:xfrm>
            <a:off x="1365758" y="2458656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74" name="TextBox 3"/>
          <p:cNvSpPr txBox="1"/>
          <p:nvPr/>
        </p:nvSpPr>
        <p:spPr>
          <a:xfrm>
            <a:off x="1314958" y="2429853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8275" name="TextBox 3"/>
          <p:cNvSpPr txBox="1"/>
          <p:nvPr/>
        </p:nvSpPr>
        <p:spPr>
          <a:xfrm>
            <a:off x="1314958" y="2547302"/>
            <a:ext cx="8779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Administration, </a:t>
            </a:r>
            <a:endParaRPr lang="en-US" dirty="0"/>
          </a:p>
        </p:txBody>
      </p:sp>
      <p:sp>
        <p:nvSpPr>
          <p:cNvPr id="8276" name="TextBox 3"/>
          <p:cNvSpPr txBox="1"/>
          <p:nvPr/>
        </p:nvSpPr>
        <p:spPr>
          <a:xfrm>
            <a:off x="1314958" y="2664752"/>
            <a:ext cx="697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Facilities &amp; </a:t>
            </a:r>
            <a:endParaRPr lang="en-US" dirty="0"/>
          </a:p>
        </p:txBody>
      </p:sp>
      <p:sp>
        <p:nvSpPr>
          <p:cNvPr id="8277" name="TextBox 3"/>
          <p:cNvSpPr txBox="1"/>
          <p:nvPr/>
        </p:nvSpPr>
        <p:spPr>
          <a:xfrm>
            <a:off x="1314958" y="2782202"/>
            <a:ext cx="6803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EHS Office</a:t>
            </a:r>
            <a:endParaRPr lang="en-US" dirty="0"/>
          </a:p>
        </p:txBody>
      </p:sp>
      <p:sp>
        <p:nvSpPr>
          <p:cNvPr id="8278" name="Rectangle 4"/>
          <p:cNvSpPr>
            <a:spLocks noChangeArrowheads="1"/>
          </p:cNvSpPr>
          <p:nvPr/>
        </p:nvSpPr>
        <p:spPr bwMode="auto">
          <a:xfrm>
            <a:off x="2163546" y="2458656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79" name="TextBox 3"/>
          <p:cNvSpPr txBox="1"/>
          <p:nvPr/>
        </p:nvSpPr>
        <p:spPr>
          <a:xfrm>
            <a:off x="2112746" y="242985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8280" name="Rectangle 4"/>
          <p:cNvSpPr>
            <a:spLocks noChangeArrowheads="1"/>
          </p:cNvSpPr>
          <p:nvPr/>
        </p:nvSpPr>
        <p:spPr bwMode="auto">
          <a:xfrm>
            <a:off x="2622702" y="2458656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81" name="TextBox 3"/>
          <p:cNvSpPr txBox="1"/>
          <p:nvPr/>
        </p:nvSpPr>
        <p:spPr>
          <a:xfrm>
            <a:off x="2571902" y="2429853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8282" name="Rectangle 4"/>
          <p:cNvSpPr>
            <a:spLocks noChangeArrowheads="1"/>
          </p:cNvSpPr>
          <p:nvPr/>
        </p:nvSpPr>
        <p:spPr bwMode="auto">
          <a:xfrm>
            <a:off x="3680282" y="2458656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83" name="TextBox 3"/>
          <p:cNvSpPr txBox="1"/>
          <p:nvPr/>
        </p:nvSpPr>
        <p:spPr>
          <a:xfrm>
            <a:off x="3629482" y="242985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847.8470510.1.412523.000000.847001.100178</a:t>
            </a:r>
            <a:endParaRPr lang="en-US" dirty="0"/>
          </a:p>
        </p:txBody>
      </p:sp>
      <p:sp>
        <p:nvSpPr>
          <p:cNvPr id="8284" name="Rectangle 4"/>
          <p:cNvSpPr>
            <a:spLocks noChangeArrowheads="1"/>
          </p:cNvSpPr>
          <p:nvPr/>
        </p:nvSpPr>
        <p:spPr bwMode="auto">
          <a:xfrm>
            <a:off x="5918962" y="245865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85" name="TextBox 3"/>
          <p:cNvSpPr txBox="1"/>
          <p:nvPr/>
        </p:nvSpPr>
        <p:spPr>
          <a:xfrm>
            <a:off x="6072225" y="242985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180,000</a:t>
            </a:r>
            <a:endParaRPr lang="en-US" dirty="0"/>
          </a:p>
        </p:txBody>
      </p:sp>
      <p:sp>
        <p:nvSpPr>
          <p:cNvPr id="8286" name="Rectangle 4"/>
          <p:cNvSpPr>
            <a:spLocks noChangeArrowheads="1"/>
          </p:cNvSpPr>
          <p:nvPr/>
        </p:nvSpPr>
        <p:spPr bwMode="auto">
          <a:xfrm>
            <a:off x="6566408" y="245865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87" name="TextBox 3"/>
          <p:cNvSpPr txBox="1"/>
          <p:nvPr/>
        </p:nvSpPr>
        <p:spPr>
          <a:xfrm>
            <a:off x="6719671" y="242985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137,640</a:t>
            </a:r>
            <a:endParaRPr lang="en-US" dirty="0"/>
          </a:p>
        </p:txBody>
      </p:sp>
      <p:sp>
        <p:nvSpPr>
          <p:cNvPr id="8288" name="Rectangle 4"/>
          <p:cNvSpPr>
            <a:spLocks noChangeArrowheads="1"/>
          </p:cNvSpPr>
          <p:nvPr/>
        </p:nvSpPr>
        <p:spPr bwMode="auto">
          <a:xfrm>
            <a:off x="7213854" y="245865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89" name="TextBox 3"/>
          <p:cNvSpPr txBox="1"/>
          <p:nvPr/>
        </p:nvSpPr>
        <p:spPr>
          <a:xfrm>
            <a:off x="7367118" y="242985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137,640</a:t>
            </a:r>
            <a:endParaRPr lang="en-US" dirty="0"/>
          </a:p>
        </p:txBody>
      </p:sp>
      <p:sp>
        <p:nvSpPr>
          <p:cNvPr id="8290" name="Rectangle 4"/>
          <p:cNvSpPr>
            <a:spLocks noChangeArrowheads="1"/>
          </p:cNvSpPr>
          <p:nvPr/>
        </p:nvSpPr>
        <p:spPr bwMode="auto">
          <a:xfrm>
            <a:off x="7861300" y="2458656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91" name="Rectangle 4"/>
          <p:cNvSpPr>
            <a:spLocks noChangeArrowheads="1"/>
          </p:cNvSpPr>
          <p:nvPr/>
        </p:nvSpPr>
        <p:spPr bwMode="auto">
          <a:xfrm>
            <a:off x="8094497" y="2458656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92" name="Rectangle 4"/>
          <p:cNvSpPr>
            <a:spLocks noChangeArrowheads="1"/>
          </p:cNvSpPr>
          <p:nvPr/>
        </p:nvSpPr>
        <p:spPr bwMode="auto">
          <a:xfrm>
            <a:off x="8333384" y="2458656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93" name="TextBox 3"/>
          <p:cNvSpPr txBox="1"/>
          <p:nvPr/>
        </p:nvSpPr>
        <p:spPr>
          <a:xfrm>
            <a:off x="8650986" y="242985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8294" name="Rectangle 4"/>
          <p:cNvSpPr>
            <a:spLocks noChangeArrowheads="1"/>
          </p:cNvSpPr>
          <p:nvPr/>
        </p:nvSpPr>
        <p:spPr bwMode="auto">
          <a:xfrm>
            <a:off x="878255" y="2971317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95" name="TextBox 3"/>
          <p:cNvSpPr txBox="1"/>
          <p:nvPr/>
        </p:nvSpPr>
        <p:spPr>
          <a:xfrm>
            <a:off x="827455" y="294251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8470510</a:t>
            </a:r>
            <a:endParaRPr lang="en-US" dirty="0"/>
          </a:p>
        </p:txBody>
      </p:sp>
      <p:sp>
        <p:nvSpPr>
          <p:cNvPr id="8296" name="Rectangle 4"/>
          <p:cNvSpPr>
            <a:spLocks noChangeArrowheads="1"/>
          </p:cNvSpPr>
          <p:nvPr/>
        </p:nvSpPr>
        <p:spPr bwMode="auto">
          <a:xfrm>
            <a:off x="1365758" y="2971317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297" name="TextBox 3"/>
          <p:cNvSpPr txBox="1"/>
          <p:nvPr/>
        </p:nvSpPr>
        <p:spPr>
          <a:xfrm>
            <a:off x="1314958" y="2942514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8298" name="TextBox 3"/>
          <p:cNvSpPr txBox="1"/>
          <p:nvPr/>
        </p:nvSpPr>
        <p:spPr>
          <a:xfrm>
            <a:off x="1314958" y="3059963"/>
            <a:ext cx="8779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Administration, </a:t>
            </a:r>
            <a:endParaRPr lang="en-US" dirty="0"/>
          </a:p>
        </p:txBody>
      </p:sp>
      <p:sp>
        <p:nvSpPr>
          <p:cNvPr id="8299" name="TextBox 3"/>
          <p:cNvSpPr txBox="1"/>
          <p:nvPr/>
        </p:nvSpPr>
        <p:spPr>
          <a:xfrm>
            <a:off x="1314958" y="3177412"/>
            <a:ext cx="697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Facilities &amp; </a:t>
            </a:r>
            <a:endParaRPr lang="en-US" dirty="0"/>
          </a:p>
        </p:txBody>
      </p:sp>
      <p:sp>
        <p:nvSpPr>
          <p:cNvPr id="8300" name="TextBox 3"/>
          <p:cNvSpPr txBox="1"/>
          <p:nvPr/>
        </p:nvSpPr>
        <p:spPr>
          <a:xfrm>
            <a:off x="1314958" y="3294862"/>
            <a:ext cx="6803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EHS Office</a:t>
            </a:r>
            <a:endParaRPr lang="en-US" dirty="0"/>
          </a:p>
        </p:txBody>
      </p:sp>
      <p:sp>
        <p:nvSpPr>
          <p:cNvPr id="8301" name="Rectangle 4"/>
          <p:cNvSpPr>
            <a:spLocks noChangeArrowheads="1"/>
          </p:cNvSpPr>
          <p:nvPr/>
        </p:nvSpPr>
        <p:spPr bwMode="auto">
          <a:xfrm>
            <a:off x="2163546" y="2971317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02" name="TextBox 3"/>
          <p:cNvSpPr txBox="1"/>
          <p:nvPr/>
        </p:nvSpPr>
        <p:spPr>
          <a:xfrm>
            <a:off x="2112746" y="294251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412526</a:t>
            </a:r>
            <a:endParaRPr lang="en-US" dirty="0"/>
          </a:p>
        </p:txBody>
      </p:sp>
      <p:sp>
        <p:nvSpPr>
          <p:cNvPr id="8303" name="Rectangle 4"/>
          <p:cNvSpPr>
            <a:spLocks noChangeArrowheads="1"/>
          </p:cNvSpPr>
          <p:nvPr/>
        </p:nvSpPr>
        <p:spPr bwMode="auto">
          <a:xfrm>
            <a:off x="2622702" y="2971317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04" name="TextBox 3"/>
          <p:cNvSpPr txBox="1"/>
          <p:nvPr/>
        </p:nvSpPr>
        <p:spPr>
          <a:xfrm>
            <a:off x="2571902" y="2942514"/>
            <a:ext cx="10304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Housing allowance</a:t>
            </a:r>
            <a:endParaRPr lang="en-US" dirty="0"/>
          </a:p>
        </p:txBody>
      </p:sp>
      <p:sp>
        <p:nvSpPr>
          <p:cNvPr id="8305" name="Rectangle 4"/>
          <p:cNvSpPr>
            <a:spLocks noChangeArrowheads="1"/>
          </p:cNvSpPr>
          <p:nvPr/>
        </p:nvSpPr>
        <p:spPr bwMode="auto">
          <a:xfrm>
            <a:off x="3680282" y="2971317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06" name="TextBox 3"/>
          <p:cNvSpPr txBox="1"/>
          <p:nvPr/>
        </p:nvSpPr>
        <p:spPr>
          <a:xfrm>
            <a:off x="3629482" y="294251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847.8470510.1.412526.000000.847001.100178</a:t>
            </a:r>
            <a:endParaRPr lang="en-US" dirty="0"/>
          </a:p>
        </p:txBody>
      </p:sp>
      <p:sp>
        <p:nvSpPr>
          <p:cNvPr id="8307" name="Rectangle 4"/>
          <p:cNvSpPr>
            <a:spLocks noChangeArrowheads="1"/>
          </p:cNvSpPr>
          <p:nvPr/>
        </p:nvSpPr>
        <p:spPr bwMode="auto">
          <a:xfrm>
            <a:off x="5918962" y="297131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08" name="TextBox 3"/>
          <p:cNvSpPr txBox="1"/>
          <p:nvPr/>
        </p:nvSpPr>
        <p:spPr>
          <a:xfrm>
            <a:off x="5987491" y="294251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2,280,905</a:t>
            </a:r>
            <a:endParaRPr lang="en-US" dirty="0"/>
          </a:p>
        </p:txBody>
      </p:sp>
      <p:sp>
        <p:nvSpPr>
          <p:cNvPr id="8309" name="Rectangle 4"/>
          <p:cNvSpPr>
            <a:spLocks noChangeArrowheads="1"/>
          </p:cNvSpPr>
          <p:nvPr/>
        </p:nvSpPr>
        <p:spPr bwMode="auto">
          <a:xfrm>
            <a:off x="6566408" y="297131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10" name="TextBox 3"/>
          <p:cNvSpPr txBox="1"/>
          <p:nvPr/>
        </p:nvSpPr>
        <p:spPr>
          <a:xfrm>
            <a:off x="6634937" y="294251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1,399,865</a:t>
            </a:r>
            <a:endParaRPr lang="en-US" dirty="0"/>
          </a:p>
        </p:txBody>
      </p:sp>
      <p:sp>
        <p:nvSpPr>
          <p:cNvPr id="8311" name="Rectangle 4"/>
          <p:cNvSpPr>
            <a:spLocks noChangeArrowheads="1"/>
          </p:cNvSpPr>
          <p:nvPr/>
        </p:nvSpPr>
        <p:spPr bwMode="auto">
          <a:xfrm>
            <a:off x="7213854" y="297131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12" name="TextBox 3"/>
          <p:cNvSpPr txBox="1"/>
          <p:nvPr/>
        </p:nvSpPr>
        <p:spPr>
          <a:xfrm>
            <a:off x="7282383" y="294251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1,399,857</a:t>
            </a:r>
            <a:endParaRPr lang="en-US" dirty="0"/>
          </a:p>
        </p:txBody>
      </p:sp>
      <p:sp>
        <p:nvSpPr>
          <p:cNvPr id="8313" name="Rectangle 4"/>
          <p:cNvSpPr>
            <a:spLocks noChangeArrowheads="1"/>
          </p:cNvSpPr>
          <p:nvPr/>
        </p:nvSpPr>
        <p:spPr bwMode="auto">
          <a:xfrm>
            <a:off x="7861300" y="2971317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14" name="Rectangle 4"/>
          <p:cNvSpPr>
            <a:spLocks noChangeArrowheads="1"/>
          </p:cNvSpPr>
          <p:nvPr/>
        </p:nvSpPr>
        <p:spPr bwMode="auto">
          <a:xfrm>
            <a:off x="8094497" y="2971317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15" name="Rectangle 4"/>
          <p:cNvSpPr>
            <a:spLocks noChangeArrowheads="1"/>
          </p:cNvSpPr>
          <p:nvPr/>
        </p:nvSpPr>
        <p:spPr bwMode="auto">
          <a:xfrm>
            <a:off x="8333384" y="2971317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16" name="TextBox 3"/>
          <p:cNvSpPr txBox="1"/>
          <p:nvPr/>
        </p:nvSpPr>
        <p:spPr>
          <a:xfrm>
            <a:off x="8650986" y="294251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</a:t>
            </a:r>
            <a:endParaRPr lang="en-US" dirty="0"/>
          </a:p>
        </p:txBody>
      </p:sp>
      <p:sp>
        <p:nvSpPr>
          <p:cNvPr id="8317" name="Rectangle 4"/>
          <p:cNvSpPr>
            <a:spLocks noChangeArrowheads="1"/>
          </p:cNvSpPr>
          <p:nvPr/>
        </p:nvSpPr>
        <p:spPr bwMode="auto">
          <a:xfrm>
            <a:off x="878255" y="3483978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18" name="TextBox 3"/>
          <p:cNvSpPr txBox="1"/>
          <p:nvPr/>
        </p:nvSpPr>
        <p:spPr>
          <a:xfrm>
            <a:off x="827455" y="345517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8470510</a:t>
            </a:r>
            <a:endParaRPr lang="en-US" dirty="0"/>
          </a:p>
        </p:txBody>
      </p:sp>
      <p:sp>
        <p:nvSpPr>
          <p:cNvPr id="8319" name="Rectangle 4"/>
          <p:cNvSpPr>
            <a:spLocks noChangeArrowheads="1"/>
          </p:cNvSpPr>
          <p:nvPr/>
        </p:nvSpPr>
        <p:spPr bwMode="auto">
          <a:xfrm>
            <a:off x="1365758" y="3483978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20" name="TextBox 3"/>
          <p:cNvSpPr txBox="1"/>
          <p:nvPr/>
        </p:nvSpPr>
        <p:spPr>
          <a:xfrm>
            <a:off x="1314958" y="3455174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8321" name="TextBox 3"/>
          <p:cNvSpPr txBox="1"/>
          <p:nvPr/>
        </p:nvSpPr>
        <p:spPr>
          <a:xfrm>
            <a:off x="1314958" y="3572624"/>
            <a:ext cx="8779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Administration, </a:t>
            </a:r>
            <a:endParaRPr lang="en-US" dirty="0"/>
          </a:p>
        </p:txBody>
      </p:sp>
      <p:sp>
        <p:nvSpPr>
          <p:cNvPr id="8322" name="TextBox 3"/>
          <p:cNvSpPr txBox="1"/>
          <p:nvPr/>
        </p:nvSpPr>
        <p:spPr>
          <a:xfrm>
            <a:off x="1314958" y="3690074"/>
            <a:ext cx="697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Facilities &amp; </a:t>
            </a:r>
            <a:endParaRPr lang="en-US" dirty="0"/>
          </a:p>
        </p:txBody>
      </p:sp>
      <p:sp>
        <p:nvSpPr>
          <p:cNvPr id="8323" name="TextBox 3"/>
          <p:cNvSpPr txBox="1"/>
          <p:nvPr/>
        </p:nvSpPr>
        <p:spPr>
          <a:xfrm>
            <a:off x="1314958" y="3807523"/>
            <a:ext cx="6803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EHS Office</a:t>
            </a:r>
            <a:endParaRPr lang="en-US" dirty="0"/>
          </a:p>
        </p:txBody>
      </p:sp>
      <p:sp>
        <p:nvSpPr>
          <p:cNvPr id="8324" name="Rectangle 4"/>
          <p:cNvSpPr>
            <a:spLocks noChangeArrowheads="1"/>
          </p:cNvSpPr>
          <p:nvPr/>
        </p:nvSpPr>
        <p:spPr bwMode="auto">
          <a:xfrm>
            <a:off x="2163546" y="3483978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25" name="TextBox 3"/>
          <p:cNvSpPr txBox="1"/>
          <p:nvPr/>
        </p:nvSpPr>
        <p:spPr>
          <a:xfrm>
            <a:off x="2112746" y="345517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8326" name="Rectangle 4"/>
          <p:cNvSpPr>
            <a:spLocks noChangeArrowheads="1"/>
          </p:cNvSpPr>
          <p:nvPr/>
        </p:nvSpPr>
        <p:spPr bwMode="auto">
          <a:xfrm>
            <a:off x="2622702" y="3483978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27" name="TextBox 3"/>
          <p:cNvSpPr txBox="1"/>
          <p:nvPr/>
        </p:nvSpPr>
        <p:spPr>
          <a:xfrm>
            <a:off x="2571902" y="3455174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8328" name="TextBox 3"/>
          <p:cNvSpPr txBox="1"/>
          <p:nvPr/>
        </p:nvSpPr>
        <p:spPr>
          <a:xfrm>
            <a:off x="2571902" y="3572624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8329" name="Rectangle 4"/>
          <p:cNvSpPr>
            <a:spLocks noChangeArrowheads="1"/>
          </p:cNvSpPr>
          <p:nvPr/>
        </p:nvSpPr>
        <p:spPr bwMode="auto">
          <a:xfrm>
            <a:off x="3680282" y="3483978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30" name="TextBox 3"/>
          <p:cNvSpPr txBox="1"/>
          <p:nvPr/>
        </p:nvSpPr>
        <p:spPr>
          <a:xfrm>
            <a:off x="3629482" y="345517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847.8470510.1.412534.000000.847001.100178</a:t>
            </a:r>
            <a:endParaRPr lang="en-US" dirty="0"/>
          </a:p>
        </p:txBody>
      </p:sp>
      <p:sp>
        <p:nvSpPr>
          <p:cNvPr id="8331" name="Rectangle 4"/>
          <p:cNvSpPr>
            <a:spLocks noChangeArrowheads="1"/>
          </p:cNvSpPr>
          <p:nvPr/>
        </p:nvSpPr>
        <p:spPr bwMode="auto">
          <a:xfrm>
            <a:off x="5918962" y="348397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32" name="TextBox 3"/>
          <p:cNvSpPr txBox="1"/>
          <p:nvPr/>
        </p:nvSpPr>
        <p:spPr>
          <a:xfrm>
            <a:off x="6072225" y="345517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148,334</a:t>
            </a:r>
            <a:endParaRPr lang="en-US" dirty="0"/>
          </a:p>
        </p:txBody>
      </p:sp>
      <p:sp>
        <p:nvSpPr>
          <p:cNvPr id="8333" name="Rectangle 4"/>
          <p:cNvSpPr>
            <a:spLocks noChangeArrowheads="1"/>
          </p:cNvSpPr>
          <p:nvPr/>
        </p:nvSpPr>
        <p:spPr bwMode="auto">
          <a:xfrm>
            <a:off x="6566408" y="348397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34" name="TextBox 3"/>
          <p:cNvSpPr txBox="1"/>
          <p:nvPr/>
        </p:nvSpPr>
        <p:spPr>
          <a:xfrm>
            <a:off x="6719671" y="345517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140,000</a:t>
            </a:r>
            <a:endParaRPr lang="en-US" dirty="0"/>
          </a:p>
        </p:txBody>
      </p:sp>
      <p:sp>
        <p:nvSpPr>
          <p:cNvPr id="8335" name="Rectangle 4"/>
          <p:cNvSpPr>
            <a:spLocks noChangeArrowheads="1"/>
          </p:cNvSpPr>
          <p:nvPr/>
        </p:nvSpPr>
        <p:spPr bwMode="auto">
          <a:xfrm>
            <a:off x="7213854" y="348397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36" name="TextBox 3"/>
          <p:cNvSpPr txBox="1"/>
          <p:nvPr/>
        </p:nvSpPr>
        <p:spPr>
          <a:xfrm>
            <a:off x="7367118" y="345517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140,000</a:t>
            </a:r>
            <a:endParaRPr lang="en-US" dirty="0"/>
          </a:p>
        </p:txBody>
      </p:sp>
      <p:sp>
        <p:nvSpPr>
          <p:cNvPr id="8337" name="Rectangle 4"/>
          <p:cNvSpPr>
            <a:spLocks noChangeArrowheads="1"/>
          </p:cNvSpPr>
          <p:nvPr/>
        </p:nvSpPr>
        <p:spPr bwMode="auto">
          <a:xfrm>
            <a:off x="7861300" y="3483978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38" name="Rectangle 4"/>
          <p:cNvSpPr>
            <a:spLocks noChangeArrowheads="1"/>
          </p:cNvSpPr>
          <p:nvPr/>
        </p:nvSpPr>
        <p:spPr bwMode="auto">
          <a:xfrm>
            <a:off x="8094497" y="3483978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39" name="Rectangle 4"/>
          <p:cNvSpPr>
            <a:spLocks noChangeArrowheads="1"/>
          </p:cNvSpPr>
          <p:nvPr/>
        </p:nvSpPr>
        <p:spPr bwMode="auto">
          <a:xfrm>
            <a:off x="8333384" y="3483978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40" name="TextBox 3"/>
          <p:cNvSpPr txBox="1"/>
          <p:nvPr/>
        </p:nvSpPr>
        <p:spPr>
          <a:xfrm>
            <a:off x="8650986" y="345517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8341" name="Rectangle 4"/>
          <p:cNvSpPr>
            <a:spLocks noChangeArrowheads="1"/>
          </p:cNvSpPr>
          <p:nvPr/>
        </p:nvSpPr>
        <p:spPr bwMode="auto">
          <a:xfrm>
            <a:off x="878255" y="3996639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42" name="TextBox 3"/>
          <p:cNvSpPr txBox="1"/>
          <p:nvPr/>
        </p:nvSpPr>
        <p:spPr>
          <a:xfrm>
            <a:off x="827455" y="396783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8470510</a:t>
            </a:r>
            <a:endParaRPr lang="en-US" dirty="0"/>
          </a:p>
        </p:txBody>
      </p:sp>
      <p:sp>
        <p:nvSpPr>
          <p:cNvPr id="8343" name="Rectangle 4"/>
          <p:cNvSpPr>
            <a:spLocks noChangeArrowheads="1"/>
          </p:cNvSpPr>
          <p:nvPr/>
        </p:nvSpPr>
        <p:spPr bwMode="auto">
          <a:xfrm>
            <a:off x="1365758" y="3996639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44" name="TextBox 3"/>
          <p:cNvSpPr txBox="1"/>
          <p:nvPr/>
        </p:nvSpPr>
        <p:spPr>
          <a:xfrm>
            <a:off x="1314958" y="3967835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8345" name="TextBox 3"/>
          <p:cNvSpPr txBox="1"/>
          <p:nvPr/>
        </p:nvSpPr>
        <p:spPr>
          <a:xfrm>
            <a:off x="1314958" y="4085285"/>
            <a:ext cx="8779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Administration, </a:t>
            </a:r>
            <a:endParaRPr lang="en-US" dirty="0"/>
          </a:p>
        </p:txBody>
      </p:sp>
      <p:sp>
        <p:nvSpPr>
          <p:cNvPr id="8346" name="TextBox 3"/>
          <p:cNvSpPr txBox="1"/>
          <p:nvPr/>
        </p:nvSpPr>
        <p:spPr>
          <a:xfrm>
            <a:off x="1314958" y="4202734"/>
            <a:ext cx="697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Facilities &amp; </a:t>
            </a:r>
            <a:endParaRPr lang="en-US" dirty="0"/>
          </a:p>
        </p:txBody>
      </p:sp>
      <p:sp>
        <p:nvSpPr>
          <p:cNvPr id="8347" name="TextBox 3"/>
          <p:cNvSpPr txBox="1"/>
          <p:nvPr/>
        </p:nvSpPr>
        <p:spPr>
          <a:xfrm>
            <a:off x="1314958" y="4320184"/>
            <a:ext cx="6803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EHS Office</a:t>
            </a:r>
            <a:endParaRPr lang="en-US" dirty="0"/>
          </a:p>
        </p:txBody>
      </p:sp>
      <p:sp>
        <p:nvSpPr>
          <p:cNvPr id="8348" name="Rectangle 4"/>
          <p:cNvSpPr>
            <a:spLocks noChangeArrowheads="1"/>
          </p:cNvSpPr>
          <p:nvPr/>
        </p:nvSpPr>
        <p:spPr bwMode="auto">
          <a:xfrm>
            <a:off x="2163546" y="3996639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49" name="TextBox 3"/>
          <p:cNvSpPr txBox="1"/>
          <p:nvPr/>
        </p:nvSpPr>
        <p:spPr>
          <a:xfrm>
            <a:off x="2112746" y="396783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412540</a:t>
            </a:r>
            <a:endParaRPr lang="en-US" dirty="0"/>
          </a:p>
        </p:txBody>
      </p:sp>
      <p:sp>
        <p:nvSpPr>
          <p:cNvPr id="8350" name="Rectangle 4"/>
          <p:cNvSpPr>
            <a:spLocks noChangeArrowheads="1"/>
          </p:cNvSpPr>
          <p:nvPr/>
        </p:nvSpPr>
        <p:spPr bwMode="auto">
          <a:xfrm>
            <a:off x="2622702" y="3996639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51" name="TextBox 3"/>
          <p:cNvSpPr txBox="1"/>
          <p:nvPr/>
        </p:nvSpPr>
        <p:spPr>
          <a:xfrm>
            <a:off x="2571902" y="3967835"/>
            <a:ext cx="113781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Telephone allowance</a:t>
            </a:r>
            <a:endParaRPr lang="en-US" dirty="0"/>
          </a:p>
        </p:txBody>
      </p:sp>
      <p:sp>
        <p:nvSpPr>
          <p:cNvPr id="8352" name="Rectangle 4"/>
          <p:cNvSpPr>
            <a:spLocks noChangeArrowheads="1"/>
          </p:cNvSpPr>
          <p:nvPr/>
        </p:nvSpPr>
        <p:spPr bwMode="auto">
          <a:xfrm>
            <a:off x="3680282" y="3996639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53" name="TextBox 3"/>
          <p:cNvSpPr txBox="1"/>
          <p:nvPr/>
        </p:nvSpPr>
        <p:spPr>
          <a:xfrm>
            <a:off x="3629482" y="396783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847.8470510.1.412540.000000.847001.100178</a:t>
            </a:r>
            <a:endParaRPr lang="en-US" dirty="0"/>
          </a:p>
        </p:txBody>
      </p:sp>
      <p:sp>
        <p:nvSpPr>
          <p:cNvPr id="8354" name="Rectangle 4"/>
          <p:cNvSpPr>
            <a:spLocks noChangeArrowheads="1"/>
          </p:cNvSpPr>
          <p:nvPr/>
        </p:nvSpPr>
        <p:spPr bwMode="auto">
          <a:xfrm>
            <a:off x="5918962" y="399663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55" name="TextBox 3"/>
          <p:cNvSpPr txBox="1"/>
          <p:nvPr/>
        </p:nvSpPr>
        <p:spPr>
          <a:xfrm>
            <a:off x="6128715" y="396783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10,800</a:t>
            </a:r>
            <a:endParaRPr lang="en-US" dirty="0"/>
          </a:p>
        </p:txBody>
      </p:sp>
      <p:sp>
        <p:nvSpPr>
          <p:cNvPr id="8356" name="Rectangle 4"/>
          <p:cNvSpPr>
            <a:spLocks noChangeArrowheads="1"/>
          </p:cNvSpPr>
          <p:nvPr/>
        </p:nvSpPr>
        <p:spPr bwMode="auto">
          <a:xfrm>
            <a:off x="6566408" y="399663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57" name="TextBox 3"/>
          <p:cNvSpPr txBox="1"/>
          <p:nvPr/>
        </p:nvSpPr>
        <p:spPr>
          <a:xfrm>
            <a:off x="6776161" y="396783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10,800</a:t>
            </a:r>
            <a:endParaRPr lang="en-US" dirty="0"/>
          </a:p>
        </p:txBody>
      </p:sp>
      <p:sp>
        <p:nvSpPr>
          <p:cNvPr id="8358" name="Rectangle 4"/>
          <p:cNvSpPr>
            <a:spLocks noChangeArrowheads="1"/>
          </p:cNvSpPr>
          <p:nvPr/>
        </p:nvSpPr>
        <p:spPr bwMode="auto">
          <a:xfrm>
            <a:off x="7213854" y="399663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59" name="TextBox 3"/>
          <p:cNvSpPr txBox="1"/>
          <p:nvPr/>
        </p:nvSpPr>
        <p:spPr>
          <a:xfrm>
            <a:off x="7480096" y="3967835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8,700</a:t>
            </a:r>
            <a:endParaRPr lang="en-US" dirty="0"/>
          </a:p>
        </p:txBody>
      </p:sp>
      <p:sp>
        <p:nvSpPr>
          <p:cNvPr id="8360" name="Rectangle 4"/>
          <p:cNvSpPr>
            <a:spLocks noChangeArrowheads="1"/>
          </p:cNvSpPr>
          <p:nvPr/>
        </p:nvSpPr>
        <p:spPr bwMode="auto">
          <a:xfrm>
            <a:off x="7861300" y="3996639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61" name="Rectangle 4"/>
          <p:cNvSpPr>
            <a:spLocks noChangeArrowheads="1"/>
          </p:cNvSpPr>
          <p:nvPr/>
        </p:nvSpPr>
        <p:spPr bwMode="auto">
          <a:xfrm>
            <a:off x="8094497" y="3996639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62" name="Rectangle 4"/>
          <p:cNvSpPr>
            <a:spLocks noChangeArrowheads="1"/>
          </p:cNvSpPr>
          <p:nvPr/>
        </p:nvSpPr>
        <p:spPr bwMode="auto">
          <a:xfrm>
            <a:off x="8333384" y="3996639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63" name="TextBox 3"/>
          <p:cNvSpPr txBox="1"/>
          <p:nvPr/>
        </p:nvSpPr>
        <p:spPr>
          <a:xfrm>
            <a:off x="8453272" y="3967835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2,100</a:t>
            </a:r>
            <a:endParaRPr lang="en-US" dirty="0"/>
          </a:p>
        </p:txBody>
      </p:sp>
      <p:sp>
        <p:nvSpPr>
          <p:cNvPr id="8364" name="Rectangle 4"/>
          <p:cNvSpPr>
            <a:spLocks noChangeArrowheads="1"/>
          </p:cNvSpPr>
          <p:nvPr/>
        </p:nvSpPr>
        <p:spPr bwMode="auto">
          <a:xfrm>
            <a:off x="878255" y="4509300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65" name="TextBox 3"/>
          <p:cNvSpPr txBox="1"/>
          <p:nvPr/>
        </p:nvSpPr>
        <p:spPr>
          <a:xfrm>
            <a:off x="827455" y="448049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8470510</a:t>
            </a:r>
            <a:endParaRPr lang="en-US" dirty="0"/>
          </a:p>
        </p:txBody>
      </p:sp>
      <p:sp>
        <p:nvSpPr>
          <p:cNvPr id="8366" name="Rectangle 4"/>
          <p:cNvSpPr>
            <a:spLocks noChangeArrowheads="1"/>
          </p:cNvSpPr>
          <p:nvPr/>
        </p:nvSpPr>
        <p:spPr bwMode="auto">
          <a:xfrm>
            <a:off x="1365758" y="4509300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67" name="TextBox 3"/>
          <p:cNvSpPr txBox="1"/>
          <p:nvPr/>
        </p:nvSpPr>
        <p:spPr>
          <a:xfrm>
            <a:off x="1314958" y="4480496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8368" name="TextBox 3"/>
          <p:cNvSpPr txBox="1"/>
          <p:nvPr/>
        </p:nvSpPr>
        <p:spPr>
          <a:xfrm>
            <a:off x="1314958" y="4597946"/>
            <a:ext cx="8779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Administration, </a:t>
            </a:r>
            <a:endParaRPr lang="en-US" dirty="0"/>
          </a:p>
        </p:txBody>
      </p:sp>
      <p:sp>
        <p:nvSpPr>
          <p:cNvPr id="8369" name="TextBox 3"/>
          <p:cNvSpPr txBox="1"/>
          <p:nvPr/>
        </p:nvSpPr>
        <p:spPr>
          <a:xfrm>
            <a:off x="1314958" y="4715395"/>
            <a:ext cx="697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Facilities &amp; </a:t>
            </a:r>
            <a:endParaRPr lang="en-US" dirty="0"/>
          </a:p>
        </p:txBody>
      </p:sp>
      <p:sp>
        <p:nvSpPr>
          <p:cNvPr id="8370" name="TextBox 3"/>
          <p:cNvSpPr txBox="1"/>
          <p:nvPr/>
        </p:nvSpPr>
        <p:spPr>
          <a:xfrm>
            <a:off x="1314958" y="4832845"/>
            <a:ext cx="6803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EHS Office</a:t>
            </a:r>
            <a:endParaRPr lang="en-US" dirty="0"/>
          </a:p>
        </p:txBody>
      </p:sp>
      <p:sp>
        <p:nvSpPr>
          <p:cNvPr id="8371" name="Rectangle 4"/>
          <p:cNvSpPr>
            <a:spLocks noChangeArrowheads="1"/>
          </p:cNvSpPr>
          <p:nvPr/>
        </p:nvSpPr>
        <p:spPr bwMode="auto">
          <a:xfrm>
            <a:off x="2163546" y="4509300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72" name="TextBox 3"/>
          <p:cNvSpPr txBox="1"/>
          <p:nvPr/>
        </p:nvSpPr>
        <p:spPr>
          <a:xfrm>
            <a:off x="2112746" y="448049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8373" name="Rectangle 4"/>
          <p:cNvSpPr>
            <a:spLocks noChangeArrowheads="1"/>
          </p:cNvSpPr>
          <p:nvPr/>
        </p:nvSpPr>
        <p:spPr bwMode="auto">
          <a:xfrm>
            <a:off x="2622702" y="4509300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74" name="TextBox 3"/>
          <p:cNvSpPr txBox="1"/>
          <p:nvPr/>
        </p:nvSpPr>
        <p:spPr>
          <a:xfrm>
            <a:off x="2571902" y="4480496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8375" name="Rectangle 4"/>
          <p:cNvSpPr>
            <a:spLocks noChangeArrowheads="1"/>
          </p:cNvSpPr>
          <p:nvPr/>
        </p:nvSpPr>
        <p:spPr bwMode="auto">
          <a:xfrm>
            <a:off x="3680282" y="4509300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76" name="TextBox 3"/>
          <p:cNvSpPr txBox="1"/>
          <p:nvPr/>
        </p:nvSpPr>
        <p:spPr>
          <a:xfrm>
            <a:off x="3629482" y="448049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847.8470510.1.412546.000000.847001.100178</a:t>
            </a:r>
            <a:endParaRPr lang="en-US" dirty="0"/>
          </a:p>
        </p:txBody>
      </p:sp>
      <p:sp>
        <p:nvSpPr>
          <p:cNvPr id="8377" name="Rectangle 4"/>
          <p:cNvSpPr>
            <a:spLocks noChangeArrowheads="1"/>
          </p:cNvSpPr>
          <p:nvPr/>
        </p:nvSpPr>
        <p:spPr bwMode="auto">
          <a:xfrm>
            <a:off x="5918962" y="450930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78" name="TextBox 3"/>
          <p:cNvSpPr txBox="1"/>
          <p:nvPr/>
        </p:nvSpPr>
        <p:spPr>
          <a:xfrm>
            <a:off x="6382918" y="448049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8379" name="Rectangle 4"/>
          <p:cNvSpPr>
            <a:spLocks noChangeArrowheads="1"/>
          </p:cNvSpPr>
          <p:nvPr/>
        </p:nvSpPr>
        <p:spPr bwMode="auto">
          <a:xfrm>
            <a:off x="6566408" y="450930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80" name="TextBox 3"/>
          <p:cNvSpPr txBox="1"/>
          <p:nvPr/>
        </p:nvSpPr>
        <p:spPr>
          <a:xfrm>
            <a:off x="6776161" y="448049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30,000</a:t>
            </a:r>
            <a:endParaRPr lang="en-US" dirty="0"/>
          </a:p>
        </p:txBody>
      </p:sp>
      <p:sp>
        <p:nvSpPr>
          <p:cNvPr id="8381" name="Rectangle 4"/>
          <p:cNvSpPr>
            <a:spLocks noChangeArrowheads="1"/>
          </p:cNvSpPr>
          <p:nvPr/>
        </p:nvSpPr>
        <p:spPr bwMode="auto">
          <a:xfrm>
            <a:off x="7213854" y="450930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82" name="TextBox 3"/>
          <p:cNvSpPr txBox="1"/>
          <p:nvPr/>
        </p:nvSpPr>
        <p:spPr>
          <a:xfrm>
            <a:off x="7423607" y="448049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27,694</a:t>
            </a:r>
            <a:endParaRPr lang="en-US" dirty="0"/>
          </a:p>
        </p:txBody>
      </p:sp>
      <p:sp>
        <p:nvSpPr>
          <p:cNvPr id="8383" name="Rectangle 4"/>
          <p:cNvSpPr>
            <a:spLocks noChangeArrowheads="1"/>
          </p:cNvSpPr>
          <p:nvPr/>
        </p:nvSpPr>
        <p:spPr bwMode="auto">
          <a:xfrm>
            <a:off x="7861300" y="4509300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84" name="Rectangle 4"/>
          <p:cNvSpPr>
            <a:spLocks noChangeArrowheads="1"/>
          </p:cNvSpPr>
          <p:nvPr/>
        </p:nvSpPr>
        <p:spPr bwMode="auto">
          <a:xfrm>
            <a:off x="8094497" y="4509300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85" name="Rectangle 4"/>
          <p:cNvSpPr>
            <a:spLocks noChangeArrowheads="1"/>
          </p:cNvSpPr>
          <p:nvPr/>
        </p:nvSpPr>
        <p:spPr bwMode="auto">
          <a:xfrm>
            <a:off x="8333384" y="4509300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86" name="TextBox 3"/>
          <p:cNvSpPr txBox="1"/>
          <p:nvPr/>
        </p:nvSpPr>
        <p:spPr>
          <a:xfrm>
            <a:off x="8453272" y="4480496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2,306</a:t>
            </a:r>
            <a:endParaRPr lang="en-US" dirty="0"/>
          </a:p>
        </p:txBody>
      </p:sp>
      <p:sp>
        <p:nvSpPr>
          <p:cNvPr id="8387" name="Rectangle 4"/>
          <p:cNvSpPr>
            <a:spLocks noChangeArrowheads="1"/>
          </p:cNvSpPr>
          <p:nvPr/>
        </p:nvSpPr>
        <p:spPr bwMode="auto">
          <a:xfrm>
            <a:off x="878255" y="5021961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88" name="TextBox 3"/>
          <p:cNvSpPr txBox="1"/>
          <p:nvPr/>
        </p:nvSpPr>
        <p:spPr>
          <a:xfrm>
            <a:off x="827455" y="499315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8470510</a:t>
            </a:r>
            <a:endParaRPr lang="en-US" dirty="0"/>
          </a:p>
        </p:txBody>
      </p:sp>
      <p:sp>
        <p:nvSpPr>
          <p:cNvPr id="8389" name="Rectangle 4"/>
          <p:cNvSpPr>
            <a:spLocks noChangeArrowheads="1"/>
          </p:cNvSpPr>
          <p:nvPr/>
        </p:nvSpPr>
        <p:spPr bwMode="auto">
          <a:xfrm>
            <a:off x="1365758" y="5021961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90" name="TextBox 3"/>
          <p:cNvSpPr txBox="1"/>
          <p:nvPr/>
        </p:nvSpPr>
        <p:spPr>
          <a:xfrm>
            <a:off x="1314958" y="4993157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8391" name="TextBox 3"/>
          <p:cNvSpPr txBox="1"/>
          <p:nvPr/>
        </p:nvSpPr>
        <p:spPr>
          <a:xfrm>
            <a:off x="1314958" y="5110607"/>
            <a:ext cx="8779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Administration, </a:t>
            </a:r>
            <a:endParaRPr lang="en-US" dirty="0"/>
          </a:p>
        </p:txBody>
      </p:sp>
      <p:sp>
        <p:nvSpPr>
          <p:cNvPr id="8392" name="TextBox 3"/>
          <p:cNvSpPr txBox="1"/>
          <p:nvPr/>
        </p:nvSpPr>
        <p:spPr>
          <a:xfrm>
            <a:off x="1314958" y="5228056"/>
            <a:ext cx="697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Facilities &amp; </a:t>
            </a:r>
            <a:endParaRPr lang="en-US" dirty="0"/>
          </a:p>
        </p:txBody>
      </p:sp>
      <p:sp>
        <p:nvSpPr>
          <p:cNvPr id="8393" name="TextBox 3"/>
          <p:cNvSpPr txBox="1"/>
          <p:nvPr/>
        </p:nvSpPr>
        <p:spPr>
          <a:xfrm>
            <a:off x="1314958" y="5345506"/>
            <a:ext cx="6803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EHS Office</a:t>
            </a:r>
            <a:endParaRPr lang="en-US" dirty="0"/>
          </a:p>
        </p:txBody>
      </p:sp>
      <p:sp>
        <p:nvSpPr>
          <p:cNvPr id="8394" name="Rectangle 4"/>
          <p:cNvSpPr>
            <a:spLocks noChangeArrowheads="1"/>
          </p:cNvSpPr>
          <p:nvPr/>
        </p:nvSpPr>
        <p:spPr bwMode="auto">
          <a:xfrm>
            <a:off x="2163546" y="5021961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95" name="TextBox 3"/>
          <p:cNvSpPr txBox="1"/>
          <p:nvPr/>
        </p:nvSpPr>
        <p:spPr>
          <a:xfrm>
            <a:off x="2112746" y="499315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414120</a:t>
            </a:r>
            <a:endParaRPr lang="en-US" dirty="0"/>
          </a:p>
        </p:txBody>
      </p:sp>
      <p:sp>
        <p:nvSpPr>
          <p:cNvPr id="8396" name="Rectangle 4"/>
          <p:cNvSpPr>
            <a:spLocks noChangeArrowheads="1"/>
          </p:cNvSpPr>
          <p:nvPr/>
        </p:nvSpPr>
        <p:spPr bwMode="auto">
          <a:xfrm>
            <a:off x="2622702" y="5021961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397" name="TextBox 3"/>
          <p:cNvSpPr txBox="1"/>
          <p:nvPr/>
        </p:nvSpPr>
        <p:spPr>
          <a:xfrm>
            <a:off x="2571902" y="4993157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Gratuity - Non-</a:t>
            </a:r>
            <a:endParaRPr lang="en-US" dirty="0"/>
          </a:p>
        </p:txBody>
      </p:sp>
      <p:sp>
        <p:nvSpPr>
          <p:cNvPr id="8398" name="TextBox 3"/>
          <p:cNvSpPr txBox="1"/>
          <p:nvPr/>
        </p:nvSpPr>
        <p:spPr>
          <a:xfrm>
            <a:off x="2571902" y="5110607"/>
            <a:ext cx="7538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pensionable </a:t>
            </a:r>
            <a:endParaRPr lang="en-US" dirty="0"/>
          </a:p>
        </p:txBody>
      </p:sp>
      <p:sp>
        <p:nvSpPr>
          <p:cNvPr id="8399" name="TextBox 3"/>
          <p:cNvSpPr txBox="1"/>
          <p:nvPr/>
        </p:nvSpPr>
        <p:spPr>
          <a:xfrm>
            <a:off x="2571902" y="5228056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8400" name="Rectangle 4"/>
          <p:cNvSpPr>
            <a:spLocks noChangeArrowheads="1"/>
          </p:cNvSpPr>
          <p:nvPr/>
        </p:nvSpPr>
        <p:spPr bwMode="auto">
          <a:xfrm>
            <a:off x="3680282" y="5021961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01" name="TextBox 3"/>
          <p:cNvSpPr txBox="1"/>
          <p:nvPr/>
        </p:nvSpPr>
        <p:spPr>
          <a:xfrm>
            <a:off x="3629482" y="499315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847.8470510.1.414120.000000.847001.100178</a:t>
            </a:r>
            <a:endParaRPr lang="en-US" dirty="0"/>
          </a:p>
        </p:txBody>
      </p:sp>
      <p:sp>
        <p:nvSpPr>
          <p:cNvPr id="8402" name="Rectangle 4"/>
          <p:cNvSpPr>
            <a:spLocks noChangeArrowheads="1"/>
          </p:cNvSpPr>
          <p:nvPr/>
        </p:nvSpPr>
        <p:spPr bwMode="auto">
          <a:xfrm>
            <a:off x="5918962" y="5021961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03" name="TextBox 3"/>
          <p:cNvSpPr txBox="1"/>
          <p:nvPr/>
        </p:nvSpPr>
        <p:spPr>
          <a:xfrm>
            <a:off x="6072225" y="499315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209,539</a:t>
            </a:r>
            <a:endParaRPr lang="en-US" dirty="0"/>
          </a:p>
        </p:txBody>
      </p:sp>
      <p:sp>
        <p:nvSpPr>
          <p:cNvPr id="8404" name="Rectangle 4"/>
          <p:cNvSpPr>
            <a:spLocks noChangeArrowheads="1"/>
          </p:cNvSpPr>
          <p:nvPr/>
        </p:nvSpPr>
        <p:spPr bwMode="auto">
          <a:xfrm>
            <a:off x="6566408" y="5021961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05" name="TextBox 3"/>
          <p:cNvSpPr txBox="1"/>
          <p:nvPr/>
        </p:nvSpPr>
        <p:spPr>
          <a:xfrm>
            <a:off x="6719671" y="499315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137,599</a:t>
            </a:r>
            <a:endParaRPr lang="en-US" dirty="0"/>
          </a:p>
        </p:txBody>
      </p:sp>
      <p:sp>
        <p:nvSpPr>
          <p:cNvPr id="8406" name="Rectangle 4"/>
          <p:cNvSpPr>
            <a:spLocks noChangeArrowheads="1"/>
          </p:cNvSpPr>
          <p:nvPr/>
        </p:nvSpPr>
        <p:spPr bwMode="auto">
          <a:xfrm>
            <a:off x="7213854" y="5021961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07" name="TextBox 3"/>
          <p:cNvSpPr txBox="1"/>
          <p:nvPr/>
        </p:nvSpPr>
        <p:spPr>
          <a:xfrm>
            <a:off x="7367118" y="499315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137,592</a:t>
            </a:r>
            <a:endParaRPr lang="en-US" dirty="0"/>
          </a:p>
        </p:txBody>
      </p:sp>
      <p:sp>
        <p:nvSpPr>
          <p:cNvPr id="8408" name="Rectangle 4"/>
          <p:cNvSpPr>
            <a:spLocks noChangeArrowheads="1"/>
          </p:cNvSpPr>
          <p:nvPr/>
        </p:nvSpPr>
        <p:spPr bwMode="auto">
          <a:xfrm>
            <a:off x="7861300" y="5021961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09" name="Rectangle 4"/>
          <p:cNvSpPr>
            <a:spLocks noChangeArrowheads="1"/>
          </p:cNvSpPr>
          <p:nvPr/>
        </p:nvSpPr>
        <p:spPr bwMode="auto">
          <a:xfrm>
            <a:off x="8094497" y="5021961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10" name="Rectangle 4"/>
          <p:cNvSpPr>
            <a:spLocks noChangeArrowheads="1"/>
          </p:cNvSpPr>
          <p:nvPr/>
        </p:nvSpPr>
        <p:spPr bwMode="auto">
          <a:xfrm>
            <a:off x="8333384" y="5021961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11" name="TextBox 3"/>
          <p:cNvSpPr txBox="1"/>
          <p:nvPr/>
        </p:nvSpPr>
        <p:spPr>
          <a:xfrm>
            <a:off x="8650986" y="499315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</a:t>
            </a:r>
            <a:endParaRPr lang="en-US" dirty="0"/>
          </a:p>
        </p:txBody>
      </p:sp>
      <p:sp>
        <p:nvSpPr>
          <p:cNvPr id="8412" name="Rectangle 4"/>
          <p:cNvSpPr>
            <a:spLocks noChangeArrowheads="1"/>
          </p:cNvSpPr>
          <p:nvPr/>
        </p:nvSpPr>
        <p:spPr bwMode="auto">
          <a:xfrm>
            <a:off x="878255" y="5534622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13" name="TextBox 3"/>
          <p:cNvSpPr txBox="1"/>
          <p:nvPr/>
        </p:nvSpPr>
        <p:spPr>
          <a:xfrm>
            <a:off x="827455" y="550581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8470510</a:t>
            </a:r>
            <a:endParaRPr lang="en-US" dirty="0"/>
          </a:p>
        </p:txBody>
      </p:sp>
      <p:sp>
        <p:nvSpPr>
          <p:cNvPr id="8414" name="Rectangle 4"/>
          <p:cNvSpPr>
            <a:spLocks noChangeArrowheads="1"/>
          </p:cNvSpPr>
          <p:nvPr/>
        </p:nvSpPr>
        <p:spPr bwMode="auto">
          <a:xfrm>
            <a:off x="1365758" y="5534622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15" name="TextBox 3"/>
          <p:cNvSpPr txBox="1"/>
          <p:nvPr/>
        </p:nvSpPr>
        <p:spPr>
          <a:xfrm>
            <a:off x="1314958" y="5505818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8416" name="TextBox 3"/>
          <p:cNvSpPr txBox="1"/>
          <p:nvPr/>
        </p:nvSpPr>
        <p:spPr>
          <a:xfrm>
            <a:off x="1314958" y="5623268"/>
            <a:ext cx="8779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Administration, </a:t>
            </a:r>
            <a:endParaRPr lang="en-US" dirty="0"/>
          </a:p>
        </p:txBody>
      </p:sp>
      <p:sp>
        <p:nvSpPr>
          <p:cNvPr id="8417" name="TextBox 3"/>
          <p:cNvSpPr txBox="1"/>
          <p:nvPr/>
        </p:nvSpPr>
        <p:spPr>
          <a:xfrm>
            <a:off x="1314958" y="5740717"/>
            <a:ext cx="697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Facilities &amp; </a:t>
            </a:r>
            <a:endParaRPr lang="en-US" dirty="0"/>
          </a:p>
        </p:txBody>
      </p:sp>
      <p:sp>
        <p:nvSpPr>
          <p:cNvPr id="8418" name="TextBox 3"/>
          <p:cNvSpPr txBox="1"/>
          <p:nvPr/>
        </p:nvSpPr>
        <p:spPr>
          <a:xfrm>
            <a:off x="1314958" y="5858166"/>
            <a:ext cx="6803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EHS Office</a:t>
            </a:r>
            <a:endParaRPr lang="en-US" dirty="0"/>
          </a:p>
        </p:txBody>
      </p:sp>
      <p:sp>
        <p:nvSpPr>
          <p:cNvPr id="8419" name="Rectangle 4"/>
          <p:cNvSpPr>
            <a:spLocks noChangeArrowheads="1"/>
          </p:cNvSpPr>
          <p:nvPr/>
        </p:nvSpPr>
        <p:spPr bwMode="auto">
          <a:xfrm>
            <a:off x="2163546" y="5534622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20" name="TextBox 3"/>
          <p:cNvSpPr txBox="1"/>
          <p:nvPr/>
        </p:nvSpPr>
        <p:spPr>
          <a:xfrm>
            <a:off x="2112746" y="550581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8421" name="Rectangle 4"/>
          <p:cNvSpPr>
            <a:spLocks noChangeArrowheads="1"/>
          </p:cNvSpPr>
          <p:nvPr/>
        </p:nvSpPr>
        <p:spPr bwMode="auto">
          <a:xfrm>
            <a:off x="2622702" y="5534622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22" name="TextBox 3"/>
          <p:cNvSpPr txBox="1"/>
          <p:nvPr/>
        </p:nvSpPr>
        <p:spPr>
          <a:xfrm>
            <a:off x="2571902" y="5505818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8423" name="TextBox 3"/>
          <p:cNvSpPr txBox="1"/>
          <p:nvPr/>
        </p:nvSpPr>
        <p:spPr>
          <a:xfrm>
            <a:off x="2571902" y="5623268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8424" name="Rectangle 4"/>
          <p:cNvSpPr>
            <a:spLocks noChangeArrowheads="1"/>
          </p:cNvSpPr>
          <p:nvPr/>
        </p:nvSpPr>
        <p:spPr bwMode="auto">
          <a:xfrm>
            <a:off x="3680282" y="5534622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25" name="TextBox 3"/>
          <p:cNvSpPr txBox="1"/>
          <p:nvPr/>
        </p:nvSpPr>
        <p:spPr>
          <a:xfrm>
            <a:off x="3629482" y="550581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847.8470510.1.415110.000000.847001.100178</a:t>
            </a:r>
            <a:endParaRPr lang="en-US" dirty="0"/>
          </a:p>
        </p:txBody>
      </p:sp>
      <p:sp>
        <p:nvSpPr>
          <p:cNvPr id="8426" name="Rectangle 4"/>
          <p:cNvSpPr>
            <a:spLocks noChangeArrowheads="1"/>
          </p:cNvSpPr>
          <p:nvPr/>
        </p:nvSpPr>
        <p:spPr bwMode="auto">
          <a:xfrm>
            <a:off x="5918962" y="553462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27" name="TextBox 3"/>
          <p:cNvSpPr txBox="1"/>
          <p:nvPr/>
        </p:nvSpPr>
        <p:spPr>
          <a:xfrm>
            <a:off x="6072225" y="550581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735,455</a:t>
            </a:r>
            <a:endParaRPr lang="en-US" dirty="0"/>
          </a:p>
        </p:txBody>
      </p:sp>
      <p:sp>
        <p:nvSpPr>
          <p:cNvPr id="8428" name="Rectangle 4"/>
          <p:cNvSpPr>
            <a:spLocks noChangeArrowheads="1"/>
          </p:cNvSpPr>
          <p:nvPr/>
        </p:nvSpPr>
        <p:spPr bwMode="auto">
          <a:xfrm>
            <a:off x="6566408" y="553462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29" name="TextBox 3"/>
          <p:cNvSpPr txBox="1"/>
          <p:nvPr/>
        </p:nvSpPr>
        <p:spPr>
          <a:xfrm>
            <a:off x="6719671" y="550581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488,798</a:t>
            </a:r>
            <a:endParaRPr lang="en-US" dirty="0"/>
          </a:p>
        </p:txBody>
      </p:sp>
      <p:sp>
        <p:nvSpPr>
          <p:cNvPr id="8430" name="Rectangle 4"/>
          <p:cNvSpPr>
            <a:spLocks noChangeArrowheads="1"/>
          </p:cNvSpPr>
          <p:nvPr/>
        </p:nvSpPr>
        <p:spPr bwMode="auto">
          <a:xfrm>
            <a:off x="7213854" y="553462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31" name="TextBox 3"/>
          <p:cNvSpPr txBox="1"/>
          <p:nvPr/>
        </p:nvSpPr>
        <p:spPr>
          <a:xfrm>
            <a:off x="7367118" y="550581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488,798</a:t>
            </a:r>
            <a:endParaRPr lang="en-US" dirty="0"/>
          </a:p>
        </p:txBody>
      </p:sp>
      <p:sp>
        <p:nvSpPr>
          <p:cNvPr id="8432" name="Rectangle 4"/>
          <p:cNvSpPr>
            <a:spLocks noChangeArrowheads="1"/>
          </p:cNvSpPr>
          <p:nvPr/>
        </p:nvSpPr>
        <p:spPr bwMode="auto">
          <a:xfrm>
            <a:off x="7861300" y="5534622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33" name="Rectangle 4"/>
          <p:cNvSpPr>
            <a:spLocks noChangeArrowheads="1"/>
          </p:cNvSpPr>
          <p:nvPr/>
        </p:nvSpPr>
        <p:spPr bwMode="auto">
          <a:xfrm>
            <a:off x="8094497" y="5534622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34" name="Rectangle 4"/>
          <p:cNvSpPr>
            <a:spLocks noChangeArrowheads="1"/>
          </p:cNvSpPr>
          <p:nvPr/>
        </p:nvSpPr>
        <p:spPr bwMode="auto">
          <a:xfrm>
            <a:off x="8333384" y="5534622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35" name="TextBox 3"/>
          <p:cNvSpPr txBox="1"/>
          <p:nvPr/>
        </p:nvSpPr>
        <p:spPr>
          <a:xfrm>
            <a:off x="8650986" y="550581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8436" name="Rectangle 4"/>
          <p:cNvSpPr>
            <a:spLocks noChangeArrowheads="1"/>
          </p:cNvSpPr>
          <p:nvPr/>
        </p:nvSpPr>
        <p:spPr bwMode="auto">
          <a:xfrm>
            <a:off x="878255" y="6047283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37" name="TextBox 3"/>
          <p:cNvSpPr txBox="1"/>
          <p:nvPr/>
        </p:nvSpPr>
        <p:spPr>
          <a:xfrm>
            <a:off x="827455" y="601847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8470510</a:t>
            </a:r>
            <a:endParaRPr lang="en-US" dirty="0"/>
          </a:p>
        </p:txBody>
      </p:sp>
      <p:sp>
        <p:nvSpPr>
          <p:cNvPr id="8438" name="Rectangle 4"/>
          <p:cNvSpPr>
            <a:spLocks noChangeArrowheads="1"/>
          </p:cNvSpPr>
          <p:nvPr/>
        </p:nvSpPr>
        <p:spPr bwMode="auto">
          <a:xfrm>
            <a:off x="1365758" y="6047283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39" name="TextBox 3"/>
          <p:cNvSpPr txBox="1"/>
          <p:nvPr/>
        </p:nvSpPr>
        <p:spPr>
          <a:xfrm>
            <a:off x="1314958" y="6018479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8440" name="TextBox 3"/>
          <p:cNvSpPr txBox="1"/>
          <p:nvPr/>
        </p:nvSpPr>
        <p:spPr>
          <a:xfrm>
            <a:off x="1314958" y="6135928"/>
            <a:ext cx="8779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Administration, </a:t>
            </a:r>
            <a:endParaRPr lang="en-US" dirty="0"/>
          </a:p>
        </p:txBody>
      </p:sp>
      <p:sp>
        <p:nvSpPr>
          <p:cNvPr id="8441" name="TextBox 3"/>
          <p:cNvSpPr txBox="1"/>
          <p:nvPr/>
        </p:nvSpPr>
        <p:spPr>
          <a:xfrm>
            <a:off x="1314958" y="6253378"/>
            <a:ext cx="697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Facilities &amp; </a:t>
            </a:r>
            <a:endParaRPr lang="en-US" dirty="0"/>
          </a:p>
        </p:txBody>
      </p:sp>
      <p:sp>
        <p:nvSpPr>
          <p:cNvPr id="8442" name="TextBox 3"/>
          <p:cNvSpPr txBox="1"/>
          <p:nvPr/>
        </p:nvSpPr>
        <p:spPr>
          <a:xfrm>
            <a:off x="1314958" y="6370828"/>
            <a:ext cx="6803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EHS Office</a:t>
            </a:r>
            <a:endParaRPr lang="en-US" dirty="0"/>
          </a:p>
        </p:txBody>
      </p:sp>
      <p:sp>
        <p:nvSpPr>
          <p:cNvPr id="8443" name="Rectangle 4"/>
          <p:cNvSpPr>
            <a:spLocks noChangeArrowheads="1"/>
          </p:cNvSpPr>
          <p:nvPr/>
        </p:nvSpPr>
        <p:spPr bwMode="auto">
          <a:xfrm>
            <a:off x="2163546" y="6047283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44" name="TextBox 3"/>
          <p:cNvSpPr txBox="1"/>
          <p:nvPr/>
        </p:nvSpPr>
        <p:spPr>
          <a:xfrm>
            <a:off x="2112746" y="601847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8445" name="Rectangle 4"/>
          <p:cNvSpPr>
            <a:spLocks noChangeArrowheads="1"/>
          </p:cNvSpPr>
          <p:nvPr/>
        </p:nvSpPr>
        <p:spPr bwMode="auto">
          <a:xfrm>
            <a:off x="2622702" y="6047283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46" name="TextBox 3"/>
          <p:cNvSpPr txBox="1"/>
          <p:nvPr/>
        </p:nvSpPr>
        <p:spPr>
          <a:xfrm>
            <a:off x="2571902" y="6018479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8447" name="TextBox 3"/>
          <p:cNvSpPr txBox="1"/>
          <p:nvPr/>
        </p:nvSpPr>
        <p:spPr>
          <a:xfrm>
            <a:off x="2571902" y="6135928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8448" name="Rectangle 4"/>
          <p:cNvSpPr>
            <a:spLocks noChangeArrowheads="1"/>
          </p:cNvSpPr>
          <p:nvPr/>
        </p:nvSpPr>
        <p:spPr bwMode="auto">
          <a:xfrm>
            <a:off x="3680282" y="6047283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49" name="TextBox 3"/>
          <p:cNvSpPr txBox="1"/>
          <p:nvPr/>
        </p:nvSpPr>
        <p:spPr>
          <a:xfrm>
            <a:off x="3629482" y="601847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847.8470510.1.416310.000000.847001.100178</a:t>
            </a:r>
            <a:endParaRPr lang="en-US" dirty="0"/>
          </a:p>
        </p:txBody>
      </p:sp>
      <p:sp>
        <p:nvSpPr>
          <p:cNvPr id="8450" name="Rectangle 4"/>
          <p:cNvSpPr>
            <a:spLocks noChangeArrowheads="1"/>
          </p:cNvSpPr>
          <p:nvPr/>
        </p:nvSpPr>
        <p:spPr bwMode="auto">
          <a:xfrm>
            <a:off x="5918962" y="6047283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51" name="TextBox 3"/>
          <p:cNvSpPr txBox="1"/>
          <p:nvPr/>
        </p:nvSpPr>
        <p:spPr>
          <a:xfrm>
            <a:off x="6382918" y="601847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8452" name="Rectangle 4"/>
          <p:cNvSpPr>
            <a:spLocks noChangeArrowheads="1"/>
          </p:cNvSpPr>
          <p:nvPr/>
        </p:nvSpPr>
        <p:spPr bwMode="auto">
          <a:xfrm>
            <a:off x="6566408" y="6047283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53" name="TextBox 3"/>
          <p:cNvSpPr txBox="1"/>
          <p:nvPr/>
        </p:nvSpPr>
        <p:spPr>
          <a:xfrm>
            <a:off x="6776161" y="601847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21,664</a:t>
            </a:r>
            <a:endParaRPr lang="en-US" dirty="0"/>
          </a:p>
        </p:txBody>
      </p:sp>
      <p:sp>
        <p:nvSpPr>
          <p:cNvPr id="8454" name="Rectangle 4"/>
          <p:cNvSpPr>
            <a:spLocks noChangeArrowheads="1"/>
          </p:cNvSpPr>
          <p:nvPr/>
        </p:nvSpPr>
        <p:spPr bwMode="auto">
          <a:xfrm>
            <a:off x="7213854" y="6047283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55" name="TextBox 3"/>
          <p:cNvSpPr txBox="1"/>
          <p:nvPr/>
        </p:nvSpPr>
        <p:spPr>
          <a:xfrm>
            <a:off x="7423607" y="601847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21,664</a:t>
            </a:r>
            <a:endParaRPr lang="en-US" dirty="0"/>
          </a:p>
        </p:txBody>
      </p:sp>
      <p:sp>
        <p:nvSpPr>
          <p:cNvPr id="8456" name="Rectangle 4"/>
          <p:cNvSpPr>
            <a:spLocks noChangeArrowheads="1"/>
          </p:cNvSpPr>
          <p:nvPr/>
        </p:nvSpPr>
        <p:spPr bwMode="auto">
          <a:xfrm>
            <a:off x="7861300" y="6047283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57" name="Rectangle 4"/>
          <p:cNvSpPr>
            <a:spLocks noChangeArrowheads="1"/>
          </p:cNvSpPr>
          <p:nvPr/>
        </p:nvSpPr>
        <p:spPr bwMode="auto">
          <a:xfrm>
            <a:off x="8094497" y="6047283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58" name="Rectangle 4"/>
          <p:cNvSpPr>
            <a:spLocks noChangeArrowheads="1"/>
          </p:cNvSpPr>
          <p:nvPr/>
        </p:nvSpPr>
        <p:spPr bwMode="auto">
          <a:xfrm>
            <a:off x="8333384" y="6047283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59" name="TextBox 3"/>
          <p:cNvSpPr txBox="1"/>
          <p:nvPr/>
        </p:nvSpPr>
        <p:spPr>
          <a:xfrm>
            <a:off x="8650986" y="601847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8460" name="Rectangle 4"/>
          <p:cNvSpPr>
            <a:spLocks noChangeArrowheads="1"/>
          </p:cNvSpPr>
          <p:nvPr/>
        </p:nvSpPr>
        <p:spPr bwMode="auto">
          <a:xfrm>
            <a:off x="878255" y="6559944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461" name="TextBox 3"/>
          <p:cNvSpPr txBox="1"/>
          <p:nvPr/>
        </p:nvSpPr>
        <p:spPr>
          <a:xfrm>
            <a:off x="827455" y="653114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8470510</a:t>
            </a:r>
            <a:endParaRPr lang="en-US" dirty="0"/>
          </a:p>
        </p:txBody>
      </p:sp>
      <p:sp>
        <p:nvSpPr>
          <p:cNvPr id="8462" name="TextBox 3"/>
          <p:cNvSpPr txBox="1"/>
          <p:nvPr/>
        </p:nvSpPr>
        <p:spPr>
          <a:xfrm>
            <a:off x="827455" y="6648589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8463" name="Rectangle 4"/>
          <p:cNvSpPr>
            <a:spLocks noChangeArrowheads="1"/>
          </p:cNvSpPr>
          <p:nvPr/>
        </p:nvSpPr>
        <p:spPr bwMode="auto">
          <a:xfrm>
            <a:off x="1365758" y="6559944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464" name="Rectangle 4"/>
          <p:cNvSpPr>
            <a:spLocks noChangeArrowheads="1"/>
          </p:cNvSpPr>
          <p:nvPr/>
        </p:nvSpPr>
        <p:spPr bwMode="auto">
          <a:xfrm>
            <a:off x="2163546" y="6559944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465" name="Rectangle 4"/>
          <p:cNvSpPr>
            <a:spLocks noChangeArrowheads="1"/>
          </p:cNvSpPr>
          <p:nvPr/>
        </p:nvSpPr>
        <p:spPr bwMode="auto">
          <a:xfrm>
            <a:off x="2622702" y="6559944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466" name="Rectangle 4"/>
          <p:cNvSpPr>
            <a:spLocks noChangeArrowheads="1"/>
          </p:cNvSpPr>
          <p:nvPr/>
        </p:nvSpPr>
        <p:spPr bwMode="auto">
          <a:xfrm>
            <a:off x="3680282" y="6559944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467" name="Rectangle 4"/>
          <p:cNvSpPr>
            <a:spLocks noChangeArrowheads="1"/>
          </p:cNvSpPr>
          <p:nvPr/>
        </p:nvSpPr>
        <p:spPr bwMode="auto">
          <a:xfrm>
            <a:off x="5918962" y="6559944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468" name="TextBox 3"/>
          <p:cNvSpPr txBox="1"/>
          <p:nvPr/>
        </p:nvSpPr>
        <p:spPr>
          <a:xfrm>
            <a:off x="5987491" y="653114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8,334,118</a:t>
            </a:r>
            <a:endParaRPr lang="en-US" dirty="0"/>
          </a:p>
        </p:txBody>
      </p:sp>
      <p:sp>
        <p:nvSpPr>
          <p:cNvPr id="8469" name="Rectangle 4"/>
          <p:cNvSpPr>
            <a:spLocks noChangeArrowheads="1"/>
          </p:cNvSpPr>
          <p:nvPr/>
        </p:nvSpPr>
        <p:spPr bwMode="auto">
          <a:xfrm>
            <a:off x="6566408" y="6559944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470" name="TextBox 3"/>
          <p:cNvSpPr txBox="1"/>
          <p:nvPr/>
        </p:nvSpPr>
        <p:spPr>
          <a:xfrm>
            <a:off x="6634937" y="653114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5,775,965</a:t>
            </a:r>
            <a:endParaRPr lang="en-US" dirty="0"/>
          </a:p>
        </p:txBody>
      </p:sp>
      <p:sp>
        <p:nvSpPr>
          <p:cNvPr id="8471" name="Rectangle 4"/>
          <p:cNvSpPr>
            <a:spLocks noChangeArrowheads="1"/>
          </p:cNvSpPr>
          <p:nvPr/>
        </p:nvSpPr>
        <p:spPr bwMode="auto">
          <a:xfrm>
            <a:off x="7213854" y="6559944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472" name="TextBox 3"/>
          <p:cNvSpPr txBox="1"/>
          <p:nvPr/>
        </p:nvSpPr>
        <p:spPr>
          <a:xfrm>
            <a:off x="7282383" y="653114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5,769,317</a:t>
            </a:r>
            <a:endParaRPr lang="en-US" dirty="0"/>
          </a:p>
        </p:txBody>
      </p:sp>
      <p:sp>
        <p:nvSpPr>
          <p:cNvPr id="8473" name="Rectangle 4"/>
          <p:cNvSpPr>
            <a:spLocks noChangeArrowheads="1"/>
          </p:cNvSpPr>
          <p:nvPr/>
        </p:nvSpPr>
        <p:spPr bwMode="auto">
          <a:xfrm>
            <a:off x="7861300" y="6559944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474" name="Rectangle 4"/>
          <p:cNvSpPr>
            <a:spLocks noChangeArrowheads="1"/>
          </p:cNvSpPr>
          <p:nvPr/>
        </p:nvSpPr>
        <p:spPr bwMode="auto">
          <a:xfrm>
            <a:off x="8094497" y="6559944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475" name="Rectangle 4"/>
          <p:cNvSpPr>
            <a:spLocks noChangeArrowheads="1"/>
          </p:cNvSpPr>
          <p:nvPr/>
        </p:nvSpPr>
        <p:spPr bwMode="auto">
          <a:xfrm>
            <a:off x="8333384" y="6559944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476" name="TextBox 3"/>
          <p:cNvSpPr txBox="1"/>
          <p:nvPr/>
        </p:nvSpPr>
        <p:spPr>
          <a:xfrm>
            <a:off x="8453272" y="6531140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6,648</a:t>
            </a:r>
            <a:endParaRPr lang="en-US" dirty="0"/>
          </a:p>
        </p:txBody>
      </p:sp>
      <p:sp>
        <p:nvSpPr>
          <p:cNvPr id="8477" name="Rectangle 4"/>
          <p:cNvSpPr>
            <a:spLocks noChangeArrowheads="1"/>
          </p:cNvSpPr>
          <p:nvPr/>
        </p:nvSpPr>
        <p:spPr bwMode="auto">
          <a:xfrm>
            <a:off x="878255" y="6837705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78" name="TextBox 3"/>
          <p:cNvSpPr txBox="1"/>
          <p:nvPr/>
        </p:nvSpPr>
        <p:spPr>
          <a:xfrm>
            <a:off x="827455" y="680890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8470520</a:t>
            </a:r>
            <a:endParaRPr lang="en-US" dirty="0"/>
          </a:p>
        </p:txBody>
      </p:sp>
      <p:sp>
        <p:nvSpPr>
          <p:cNvPr id="8479" name="Rectangle 4"/>
          <p:cNvSpPr>
            <a:spLocks noChangeArrowheads="1"/>
          </p:cNvSpPr>
          <p:nvPr/>
        </p:nvSpPr>
        <p:spPr bwMode="auto">
          <a:xfrm>
            <a:off x="1365758" y="6837705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80" name="TextBox 3"/>
          <p:cNvSpPr txBox="1"/>
          <p:nvPr/>
        </p:nvSpPr>
        <p:spPr>
          <a:xfrm>
            <a:off x="1314958" y="680890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8481" name="TextBox 3"/>
          <p:cNvSpPr txBox="1"/>
          <p:nvPr/>
        </p:nvSpPr>
        <p:spPr>
          <a:xfrm>
            <a:off x="1314958" y="6926352"/>
            <a:ext cx="8045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Environment, </a:t>
            </a:r>
            <a:endParaRPr lang="en-US" dirty="0"/>
          </a:p>
        </p:txBody>
      </p:sp>
      <p:sp>
        <p:nvSpPr>
          <p:cNvPr id="8482" name="TextBox 3"/>
          <p:cNvSpPr txBox="1"/>
          <p:nvPr/>
        </p:nvSpPr>
        <p:spPr>
          <a:xfrm>
            <a:off x="1314958" y="7043801"/>
            <a:ext cx="883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Health &amp; Safety</a:t>
            </a:r>
            <a:endParaRPr lang="en-US" dirty="0"/>
          </a:p>
        </p:txBody>
      </p:sp>
      <p:sp>
        <p:nvSpPr>
          <p:cNvPr id="8483" name="Rectangle 4"/>
          <p:cNvSpPr>
            <a:spLocks noChangeArrowheads="1"/>
          </p:cNvSpPr>
          <p:nvPr/>
        </p:nvSpPr>
        <p:spPr bwMode="auto">
          <a:xfrm>
            <a:off x="2163546" y="6837705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84" name="TextBox 3"/>
          <p:cNvSpPr txBox="1"/>
          <p:nvPr/>
        </p:nvSpPr>
        <p:spPr>
          <a:xfrm>
            <a:off x="2112746" y="680890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8485" name="Rectangle 4"/>
          <p:cNvSpPr>
            <a:spLocks noChangeArrowheads="1"/>
          </p:cNvSpPr>
          <p:nvPr/>
        </p:nvSpPr>
        <p:spPr bwMode="auto">
          <a:xfrm>
            <a:off x="2622702" y="6837705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86" name="TextBox 3"/>
          <p:cNvSpPr txBox="1"/>
          <p:nvPr/>
        </p:nvSpPr>
        <p:spPr>
          <a:xfrm>
            <a:off x="2571902" y="6808901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8487" name="TextBox 3"/>
          <p:cNvSpPr txBox="1"/>
          <p:nvPr/>
        </p:nvSpPr>
        <p:spPr>
          <a:xfrm>
            <a:off x="2571902" y="6926352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8488" name="Rectangle 4"/>
          <p:cNvSpPr>
            <a:spLocks noChangeArrowheads="1"/>
          </p:cNvSpPr>
          <p:nvPr/>
        </p:nvSpPr>
        <p:spPr bwMode="auto">
          <a:xfrm>
            <a:off x="3680282" y="6837705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89" name="TextBox 3"/>
          <p:cNvSpPr txBox="1"/>
          <p:nvPr/>
        </p:nvSpPr>
        <p:spPr>
          <a:xfrm>
            <a:off x="3629482" y="680890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847.8470520.1.412121.000000.847001.100178</a:t>
            </a:r>
            <a:endParaRPr lang="en-US" dirty="0"/>
          </a:p>
        </p:txBody>
      </p:sp>
      <p:sp>
        <p:nvSpPr>
          <p:cNvPr id="8490" name="Rectangle 4"/>
          <p:cNvSpPr>
            <a:spLocks noChangeArrowheads="1"/>
          </p:cNvSpPr>
          <p:nvPr/>
        </p:nvSpPr>
        <p:spPr bwMode="auto">
          <a:xfrm>
            <a:off x="5918962" y="683770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91" name="TextBox 3"/>
          <p:cNvSpPr txBox="1"/>
          <p:nvPr/>
        </p:nvSpPr>
        <p:spPr>
          <a:xfrm>
            <a:off x="5987491" y="680890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1,796,253</a:t>
            </a:r>
            <a:endParaRPr lang="en-US" dirty="0"/>
          </a:p>
        </p:txBody>
      </p:sp>
      <p:sp>
        <p:nvSpPr>
          <p:cNvPr id="8492" name="Rectangle 4"/>
          <p:cNvSpPr>
            <a:spLocks noChangeArrowheads="1"/>
          </p:cNvSpPr>
          <p:nvPr/>
        </p:nvSpPr>
        <p:spPr bwMode="auto">
          <a:xfrm>
            <a:off x="6566408" y="683770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93" name="TextBox 3"/>
          <p:cNvSpPr txBox="1"/>
          <p:nvPr/>
        </p:nvSpPr>
        <p:spPr>
          <a:xfrm>
            <a:off x="6634937" y="680890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1,754,334</a:t>
            </a:r>
            <a:endParaRPr lang="en-US" dirty="0"/>
          </a:p>
        </p:txBody>
      </p:sp>
      <p:sp>
        <p:nvSpPr>
          <p:cNvPr id="8494" name="Rectangle 4"/>
          <p:cNvSpPr>
            <a:spLocks noChangeArrowheads="1"/>
          </p:cNvSpPr>
          <p:nvPr/>
        </p:nvSpPr>
        <p:spPr bwMode="auto">
          <a:xfrm>
            <a:off x="7213854" y="683770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95" name="TextBox 3"/>
          <p:cNvSpPr txBox="1"/>
          <p:nvPr/>
        </p:nvSpPr>
        <p:spPr>
          <a:xfrm>
            <a:off x="7282383" y="680890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1,754,333</a:t>
            </a:r>
            <a:endParaRPr lang="en-US" dirty="0"/>
          </a:p>
        </p:txBody>
      </p:sp>
      <p:sp>
        <p:nvSpPr>
          <p:cNvPr id="8496" name="Rectangle 4"/>
          <p:cNvSpPr>
            <a:spLocks noChangeArrowheads="1"/>
          </p:cNvSpPr>
          <p:nvPr/>
        </p:nvSpPr>
        <p:spPr bwMode="auto">
          <a:xfrm>
            <a:off x="7861300" y="6837705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97" name="Rectangle 4"/>
          <p:cNvSpPr>
            <a:spLocks noChangeArrowheads="1"/>
          </p:cNvSpPr>
          <p:nvPr/>
        </p:nvSpPr>
        <p:spPr bwMode="auto">
          <a:xfrm>
            <a:off x="8094497" y="6837705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98" name="Rectangle 4"/>
          <p:cNvSpPr>
            <a:spLocks noChangeArrowheads="1"/>
          </p:cNvSpPr>
          <p:nvPr/>
        </p:nvSpPr>
        <p:spPr bwMode="auto">
          <a:xfrm>
            <a:off x="8333384" y="6837705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499" name="TextBox 3"/>
          <p:cNvSpPr txBox="1"/>
          <p:nvPr/>
        </p:nvSpPr>
        <p:spPr>
          <a:xfrm>
            <a:off x="8650986" y="680890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8500" name="Rectangle 4"/>
          <p:cNvSpPr>
            <a:spLocks noChangeArrowheads="1"/>
          </p:cNvSpPr>
          <p:nvPr/>
        </p:nvSpPr>
        <p:spPr bwMode="auto">
          <a:xfrm>
            <a:off x="466725" y="917498"/>
            <a:ext cx="6350" cy="6318593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8501" name="Rectangle 4"/>
          <p:cNvSpPr>
            <a:spLocks noChangeArrowheads="1"/>
          </p:cNvSpPr>
          <p:nvPr/>
        </p:nvSpPr>
        <p:spPr bwMode="auto">
          <a:xfrm>
            <a:off x="7213854" y="722815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02" name="Rectangle 4"/>
          <p:cNvSpPr>
            <a:spLocks noChangeArrowheads="1"/>
          </p:cNvSpPr>
          <p:nvPr/>
        </p:nvSpPr>
        <p:spPr bwMode="auto">
          <a:xfrm>
            <a:off x="878255" y="722815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03" name="Rectangle 4"/>
          <p:cNvSpPr>
            <a:spLocks noChangeArrowheads="1"/>
          </p:cNvSpPr>
          <p:nvPr/>
        </p:nvSpPr>
        <p:spPr bwMode="auto">
          <a:xfrm>
            <a:off x="7213854" y="552985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04" name="Rectangle 4"/>
          <p:cNvSpPr>
            <a:spLocks noChangeArrowheads="1"/>
          </p:cNvSpPr>
          <p:nvPr/>
        </p:nvSpPr>
        <p:spPr bwMode="auto">
          <a:xfrm>
            <a:off x="878255" y="552985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05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06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07" name="Rectangle 4"/>
          <p:cNvSpPr>
            <a:spLocks noChangeArrowheads="1"/>
          </p:cNvSpPr>
          <p:nvPr/>
        </p:nvSpPr>
        <p:spPr bwMode="auto">
          <a:xfrm>
            <a:off x="7213854" y="194123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08" name="Rectangle 4"/>
          <p:cNvSpPr>
            <a:spLocks noChangeArrowheads="1"/>
          </p:cNvSpPr>
          <p:nvPr/>
        </p:nvSpPr>
        <p:spPr bwMode="auto">
          <a:xfrm>
            <a:off x="878255" y="194123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09" name="Rectangle 4"/>
          <p:cNvSpPr>
            <a:spLocks noChangeArrowheads="1"/>
          </p:cNvSpPr>
          <p:nvPr/>
        </p:nvSpPr>
        <p:spPr bwMode="auto">
          <a:xfrm>
            <a:off x="7213854" y="399187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10" name="Rectangle 4"/>
          <p:cNvSpPr>
            <a:spLocks noChangeArrowheads="1"/>
          </p:cNvSpPr>
          <p:nvPr/>
        </p:nvSpPr>
        <p:spPr bwMode="auto">
          <a:xfrm>
            <a:off x="878255" y="399187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11" name="Rectangle 4"/>
          <p:cNvSpPr>
            <a:spLocks noChangeArrowheads="1"/>
          </p:cNvSpPr>
          <p:nvPr/>
        </p:nvSpPr>
        <p:spPr bwMode="auto">
          <a:xfrm>
            <a:off x="7213854" y="683294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12" name="Rectangle 4"/>
          <p:cNvSpPr>
            <a:spLocks noChangeArrowheads="1"/>
          </p:cNvSpPr>
          <p:nvPr/>
        </p:nvSpPr>
        <p:spPr bwMode="auto">
          <a:xfrm>
            <a:off x="878255" y="683294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13" name="Rectangle 4"/>
          <p:cNvSpPr>
            <a:spLocks noChangeArrowheads="1"/>
          </p:cNvSpPr>
          <p:nvPr/>
        </p:nvSpPr>
        <p:spPr bwMode="auto">
          <a:xfrm>
            <a:off x="469900" y="7232916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14" name="Rectangle 4"/>
          <p:cNvSpPr>
            <a:spLocks noChangeArrowheads="1"/>
          </p:cNvSpPr>
          <p:nvPr/>
        </p:nvSpPr>
        <p:spPr bwMode="auto">
          <a:xfrm>
            <a:off x="7213854" y="245389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15" name="Rectangle 4"/>
          <p:cNvSpPr>
            <a:spLocks noChangeArrowheads="1"/>
          </p:cNvSpPr>
          <p:nvPr/>
        </p:nvSpPr>
        <p:spPr bwMode="auto">
          <a:xfrm>
            <a:off x="878255" y="245389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16" name="Rectangle 4"/>
          <p:cNvSpPr>
            <a:spLocks noChangeArrowheads="1"/>
          </p:cNvSpPr>
          <p:nvPr/>
        </p:nvSpPr>
        <p:spPr bwMode="auto">
          <a:xfrm>
            <a:off x="7213854" y="501719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17" name="Rectangle 4"/>
          <p:cNvSpPr>
            <a:spLocks noChangeArrowheads="1"/>
          </p:cNvSpPr>
          <p:nvPr/>
        </p:nvSpPr>
        <p:spPr bwMode="auto">
          <a:xfrm>
            <a:off x="878255" y="501719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18" name="Rectangle 4"/>
          <p:cNvSpPr>
            <a:spLocks noChangeArrowheads="1"/>
          </p:cNvSpPr>
          <p:nvPr/>
        </p:nvSpPr>
        <p:spPr bwMode="auto">
          <a:xfrm>
            <a:off x="466725" y="917498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8519" name="Rectangle 4"/>
          <p:cNvSpPr>
            <a:spLocks noChangeArrowheads="1"/>
          </p:cNvSpPr>
          <p:nvPr/>
        </p:nvSpPr>
        <p:spPr bwMode="auto">
          <a:xfrm>
            <a:off x="7213854" y="142857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20" name="Rectangle 4"/>
          <p:cNvSpPr>
            <a:spLocks noChangeArrowheads="1"/>
          </p:cNvSpPr>
          <p:nvPr/>
        </p:nvSpPr>
        <p:spPr bwMode="auto">
          <a:xfrm>
            <a:off x="878255" y="142857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21" name="Rectangle 4"/>
          <p:cNvSpPr>
            <a:spLocks noChangeArrowheads="1"/>
          </p:cNvSpPr>
          <p:nvPr/>
        </p:nvSpPr>
        <p:spPr bwMode="auto">
          <a:xfrm>
            <a:off x="7213854" y="347921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22" name="Rectangle 4"/>
          <p:cNvSpPr>
            <a:spLocks noChangeArrowheads="1"/>
          </p:cNvSpPr>
          <p:nvPr/>
        </p:nvSpPr>
        <p:spPr bwMode="auto">
          <a:xfrm>
            <a:off x="878255" y="347921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23" name="Rectangle 4"/>
          <p:cNvSpPr>
            <a:spLocks noChangeArrowheads="1"/>
          </p:cNvSpPr>
          <p:nvPr/>
        </p:nvSpPr>
        <p:spPr bwMode="auto">
          <a:xfrm>
            <a:off x="466725" y="7229742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8524" name="Rectangle 4"/>
          <p:cNvSpPr>
            <a:spLocks noChangeArrowheads="1"/>
          </p:cNvSpPr>
          <p:nvPr/>
        </p:nvSpPr>
        <p:spPr bwMode="auto">
          <a:xfrm>
            <a:off x="7213854" y="655518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25" name="Rectangle 4"/>
          <p:cNvSpPr>
            <a:spLocks noChangeArrowheads="1"/>
          </p:cNvSpPr>
          <p:nvPr/>
        </p:nvSpPr>
        <p:spPr bwMode="auto">
          <a:xfrm>
            <a:off x="878255" y="655518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26" name="Rectangle 4"/>
          <p:cNvSpPr>
            <a:spLocks noChangeArrowheads="1"/>
          </p:cNvSpPr>
          <p:nvPr/>
        </p:nvSpPr>
        <p:spPr bwMode="auto">
          <a:xfrm>
            <a:off x="7213854" y="296655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27" name="Rectangle 4"/>
          <p:cNvSpPr>
            <a:spLocks noChangeArrowheads="1"/>
          </p:cNvSpPr>
          <p:nvPr/>
        </p:nvSpPr>
        <p:spPr bwMode="auto">
          <a:xfrm>
            <a:off x="878255" y="296655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28" name="Rectangle 4"/>
          <p:cNvSpPr>
            <a:spLocks noChangeArrowheads="1"/>
          </p:cNvSpPr>
          <p:nvPr/>
        </p:nvSpPr>
        <p:spPr bwMode="auto">
          <a:xfrm>
            <a:off x="7213854" y="604252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29" name="Rectangle 4"/>
          <p:cNvSpPr>
            <a:spLocks noChangeArrowheads="1"/>
          </p:cNvSpPr>
          <p:nvPr/>
        </p:nvSpPr>
        <p:spPr bwMode="auto">
          <a:xfrm>
            <a:off x="878255" y="604252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30" name="Rectangle 4"/>
          <p:cNvSpPr>
            <a:spLocks noChangeArrowheads="1"/>
          </p:cNvSpPr>
          <p:nvPr/>
        </p:nvSpPr>
        <p:spPr bwMode="auto">
          <a:xfrm>
            <a:off x="7213854" y="45045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31" name="Rectangle 4"/>
          <p:cNvSpPr>
            <a:spLocks noChangeArrowheads="1"/>
          </p:cNvSpPr>
          <p:nvPr/>
        </p:nvSpPr>
        <p:spPr bwMode="auto">
          <a:xfrm>
            <a:off x="878255" y="450453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32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533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4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535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8536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8537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538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8539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8540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8541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542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8543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8544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545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8546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8547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548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8549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550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8551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552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8553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8554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555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8556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8557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558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8559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8560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561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8562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563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8564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565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8566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8567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36624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568" name="TextBox 3"/>
          <p:cNvSpPr txBox="1"/>
          <p:nvPr/>
        </p:nvSpPr>
        <p:spPr>
          <a:xfrm>
            <a:off x="422275" y="895045"/>
            <a:ext cx="47701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</a:t>
            </a:r>
            <a:endParaRPr lang="en-US" dirty="0"/>
          </a:p>
        </p:txBody>
      </p:sp>
      <p:sp>
        <p:nvSpPr>
          <p:cNvPr id="8569" name="TextBox 3"/>
          <p:cNvSpPr txBox="1"/>
          <p:nvPr/>
        </p:nvSpPr>
        <p:spPr>
          <a:xfrm>
            <a:off x="422275" y="1012494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8570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571" name="TextBox 3"/>
          <p:cNvSpPr txBox="1"/>
          <p:nvPr/>
        </p:nvSpPr>
        <p:spPr>
          <a:xfrm>
            <a:off x="827455" y="89187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8470520</a:t>
            </a:r>
            <a:endParaRPr lang="en-US" dirty="0"/>
          </a:p>
        </p:txBody>
      </p:sp>
      <p:sp>
        <p:nvSpPr>
          <p:cNvPr id="8572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573" name="TextBox 3"/>
          <p:cNvSpPr txBox="1"/>
          <p:nvPr/>
        </p:nvSpPr>
        <p:spPr>
          <a:xfrm>
            <a:off x="1314958" y="891870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8574" name="TextBox 3"/>
          <p:cNvSpPr txBox="1"/>
          <p:nvPr/>
        </p:nvSpPr>
        <p:spPr>
          <a:xfrm>
            <a:off x="1314958" y="1009319"/>
            <a:ext cx="8045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Environment, </a:t>
            </a:r>
            <a:endParaRPr lang="en-US" dirty="0"/>
          </a:p>
        </p:txBody>
      </p:sp>
      <p:sp>
        <p:nvSpPr>
          <p:cNvPr id="8575" name="TextBox 3"/>
          <p:cNvSpPr txBox="1"/>
          <p:nvPr/>
        </p:nvSpPr>
        <p:spPr>
          <a:xfrm>
            <a:off x="1314958" y="1126769"/>
            <a:ext cx="883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Health &amp; Safety</a:t>
            </a:r>
            <a:endParaRPr lang="en-US" dirty="0"/>
          </a:p>
        </p:txBody>
      </p:sp>
      <p:sp>
        <p:nvSpPr>
          <p:cNvPr id="8576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577" name="TextBox 3"/>
          <p:cNvSpPr txBox="1"/>
          <p:nvPr/>
        </p:nvSpPr>
        <p:spPr>
          <a:xfrm>
            <a:off x="2112746" y="89187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8578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579" name="TextBox 3"/>
          <p:cNvSpPr txBox="1"/>
          <p:nvPr/>
        </p:nvSpPr>
        <p:spPr>
          <a:xfrm>
            <a:off x="2571902" y="891870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8580" name="TextBox 3"/>
          <p:cNvSpPr txBox="1"/>
          <p:nvPr/>
        </p:nvSpPr>
        <p:spPr>
          <a:xfrm>
            <a:off x="2571902" y="1009319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8581" name="TextBox 3"/>
          <p:cNvSpPr txBox="1"/>
          <p:nvPr/>
        </p:nvSpPr>
        <p:spPr>
          <a:xfrm>
            <a:off x="2571902" y="1126769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8582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583" name="TextBox 3"/>
          <p:cNvSpPr txBox="1"/>
          <p:nvPr/>
        </p:nvSpPr>
        <p:spPr>
          <a:xfrm>
            <a:off x="3629482" y="89187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847.8470520.1.412125.000000.847001.100178</a:t>
            </a:r>
            <a:endParaRPr lang="en-US" dirty="0"/>
          </a:p>
        </p:txBody>
      </p:sp>
      <p:sp>
        <p:nvSpPr>
          <p:cNvPr id="8584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585" name="TextBox 3"/>
          <p:cNvSpPr txBox="1"/>
          <p:nvPr/>
        </p:nvSpPr>
        <p:spPr>
          <a:xfrm>
            <a:off x="5987491" y="89187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1,583,916</a:t>
            </a:r>
            <a:endParaRPr lang="en-US" dirty="0"/>
          </a:p>
        </p:txBody>
      </p:sp>
      <p:sp>
        <p:nvSpPr>
          <p:cNvPr id="8586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587" name="TextBox 3"/>
          <p:cNvSpPr txBox="1"/>
          <p:nvPr/>
        </p:nvSpPr>
        <p:spPr>
          <a:xfrm>
            <a:off x="6634937" y="89187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1,817,556</a:t>
            </a:r>
            <a:endParaRPr lang="en-US" dirty="0"/>
          </a:p>
        </p:txBody>
      </p:sp>
      <p:sp>
        <p:nvSpPr>
          <p:cNvPr id="8588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589" name="TextBox 3"/>
          <p:cNvSpPr txBox="1"/>
          <p:nvPr/>
        </p:nvSpPr>
        <p:spPr>
          <a:xfrm>
            <a:off x="7282383" y="89187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1,817,556</a:t>
            </a:r>
            <a:endParaRPr lang="en-US" dirty="0"/>
          </a:p>
        </p:txBody>
      </p:sp>
      <p:sp>
        <p:nvSpPr>
          <p:cNvPr id="8590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591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592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593" name="TextBox 3"/>
          <p:cNvSpPr txBox="1"/>
          <p:nvPr/>
        </p:nvSpPr>
        <p:spPr>
          <a:xfrm>
            <a:off x="8650986" y="89187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8594" name="Rectangle 4"/>
          <p:cNvSpPr>
            <a:spLocks noChangeArrowheads="1"/>
          </p:cNvSpPr>
          <p:nvPr/>
        </p:nvSpPr>
        <p:spPr bwMode="auto">
          <a:xfrm>
            <a:off x="878255" y="1315885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595" name="TextBox 3"/>
          <p:cNvSpPr txBox="1"/>
          <p:nvPr/>
        </p:nvSpPr>
        <p:spPr>
          <a:xfrm>
            <a:off x="827455" y="128708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8470520</a:t>
            </a:r>
            <a:endParaRPr lang="en-US" dirty="0"/>
          </a:p>
        </p:txBody>
      </p:sp>
      <p:sp>
        <p:nvSpPr>
          <p:cNvPr id="8596" name="Rectangle 4"/>
          <p:cNvSpPr>
            <a:spLocks noChangeArrowheads="1"/>
          </p:cNvSpPr>
          <p:nvPr/>
        </p:nvSpPr>
        <p:spPr bwMode="auto">
          <a:xfrm>
            <a:off x="1365758" y="1315885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597" name="TextBox 3"/>
          <p:cNvSpPr txBox="1"/>
          <p:nvPr/>
        </p:nvSpPr>
        <p:spPr>
          <a:xfrm>
            <a:off x="1314958" y="128708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8598" name="TextBox 3"/>
          <p:cNvSpPr txBox="1"/>
          <p:nvPr/>
        </p:nvSpPr>
        <p:spPr>
          <a:xfrm>
            <a:off x="1314958" y="1404531"/>
            <a:ext cx="8045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Environment, </a:t>
            </a:r>
            <a:endParaRPr lang="en-US" dirty="0"/>
          </a:p>
        </p:txBody>
      </p:sp>
      <p:sp>
        <p:nvSpPr>
          <p:cNvPr id="8599" name="TextBox 3"/>
          <p:cNvSpPr txBox="1"/>
          <p:nvPr/>
        </p:nvSpPr>
        <p:spPr>
          <a:xfrm>
            <a:off x="1314958" y="1521980"/>
            <a:ext cx="883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Health &amp; Safety</a:t>
            </a:r>
            <a:endParaRPr lang="en-US" dirty="0"/>
          </a:p>
        </p:txBody>
      </p:sp>
      <p:sp>
        <p:nvSpPr>
          <p:cNvPr id="8600" name="Rectangle 4"/>
          <p:cNvSpPr>
            <a:spLocks noChangeArrowheads="1"/>
          </p:cNvSpPr>
          <p:nvPr/>
        </p:nvSpPr>
        <p:spPr bwMode="auto">
          <a:xfrm>
            <a:off x="2163546" y="1315885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01" name="TextBox 3"/>
          <p:cNvSpPr txBox="1"/>
          <p:nvPr/>
        </p:nvSpPr>
        <p:spPr>
          <a:xfrm>
            <a:off x="2112746" y="128708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8602" name="Rectangle 4"/>
          <p:cNvSpPr>
            <a:spLocks noChangeArrowheads="1"/>
          </p:cNvSpPr>
          <p:nvPr/>
        </p:nvSpPr>
        <p:spPr bwMode="auto">
          <a:xfrm>
            <a:off x="2622702" y="1315885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03" name="TextBox 3"/>
          <p:cNvSpPr txBox="1"/>
          <p:nvPr/>
        </p:nvSpPr>
        <p:spPr>
          <a:xfrm>
            <a:off x="2571902" y="1287081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8604" name="Rectangle 4"/>
          <p:cNvSpPr>
            <a:spLocks noChangeArrowheads="1"/>
          </p:cNvSpPr>
          <p:nvPr/>
        </p:nvSpPr>
        <p:spPr bwMode="auto">
          <a:xfrm>
            <a:off x="3680282" y="1315885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05" name="TextBox 3"/>
          <p:cNvSpPr txBox="1"/>
          <p:nvPr/>
        </p:nvSpPr>
        <p:spPr>
          <a:xfrm>
            <a:off x="3629482" y="128708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847.8470520.1.412523.000000.847001.100178</a:t>
            </a:r>
            <a:endParaRPr lang="en-US" dirty="0"/>
          </a:p>
        </p:txBody>
      </p:sp>
      <p:sp>
        <p:nvSpPr>
          <p:cNvPr id="8606" name="Rectangle 4"/>
          <p:cNvSpPr>
            <a:spLocks noChangeArrowheads="1"/>
          </p:cNvSpPr>
          <p:nvPr/>
        </p:nvSpPr>
        <p:spPr bwMode="auto">
          <a:xfrm>
            <a:off x="5918962" y="131588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07" name="TextBox 3"/>
          <p:cNvSpPr txBox="1"/>
          <p:nvPr/>
        </p:nvSpPr>
        <p:spPr>
          <a:xfrm>
            <a:off x="6128715" y="128708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43,200</a:t>
            </a:r>
            <a:endParaRPr lang="en-US" dirty="0"/>
          </a:p>
        </p:txBody>
      </p:sp>
      <p:sp>
        <p:nvSpPr>
          <p:cNvPr id="8608" name="Rectangle 4"/>
          <p:cNvSpPr>
            <a:spLocks noChangeArrowheads="1"/>
          </p:cNvSpPr>
          <p:nvPr/>
        </p:nvSpPr>
        <p:spPr bwMode="auto">
          <a:xfrm>
            <a:off x="6566408" y="131588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09" name="TextBox 3"/>
          <p:cNvSpPr txBox="1"/>
          <p:nvPr/>
        </p:nvSpPr>
        <p:spPr>
          <a:xfrm>
            <a:off x="6776161" y="128708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47,360</a:t>
            </a:r>
            <a:endParaRPr lang="en-US" dirty="0"/>
          </a:p>
        </p:txBody>
      </p:sp>
      <p:sp>
        <p:nvSpPr>
          <p:cNvPr id="8610" name="Rectangle 4"/>
          <p:cNvSpPr>
            <a:spLocks noChangeArrowheads="1"/>
          </p:cNvSpPr>
          <p:nvPr/>
        </p:nvSpPr>
        <p:spPr bwMode="auto">
          <a:xfrm>
            <a:off x="7213854" y="131588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11" name="TextBox 3"/>
          <p:cNvSpPr txBox="1"/>
          <p:nvPr/>
        </p:nvSpPr>
        <p:spPr>
          <a:xfrm>
            <a:off x="7423607" y="128708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47,360</a:t>
            </a:r>
            <a:endParaRPr lang="en-US" dirty="0"/>
          </a:p>
        </p:txBody>
      </p:sp>
      <p:sp>
        <p:nvSpPr>
          <p:cNvPr id="8612" name="Rectangle 4"/>
          <p:cNvSpPr>
            <a:spLocks noChangeArrowheads="1"/>
          </p:cNvSpPr>
          <p:nvPr/>
        </p:nvSpPr>
        <p:spPr bwMode="auto">
          <a:xfrm>
            <a:off x="7861300" y="1315885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13" name="Rectangle 4"/>
          <p:cNvSpPr>
            <a:spLocks noChangeArrowheads="1"/>
          </p:cNvSpPr>
          <p:nvPr/>
        </p:nvSpPr>
        <p:spPr bwMode="auto">
          <a:xfrm>
            <a:off x="8094497" y="1315885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14" name="Rectangle 4"/>
          <p:cNvSpPr>
            <a:spLocks noChangeArrowheads="1"/>
          </p:cNvSpPr>
          <p:nvPr/>
        </p:nvSpPr>
        <p:spPr bwMode="auto">
          <a:xfrm>
            <a:off x="8333384" y="1315885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15" name="TextBox 3"/>
          <p:cNvSpPr txBox="1"/>
          <p:nvPr/>
        </p:nvSpPr>
        <p:spPr>
          <a:xfrm>
            <a:off x="8650986" y="128708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8616" name="Rectangle 4"/>
          <p:cNvSpPr>
            <a:spLocks noChangeArrowheads="1"/>
          </p:cNvSpPr>
          <p:nvPr/>
        </p:nvSpPr>
        <p:spPr bwMode="auto">
          <a:xfrm>
            <a:off x="878255" y="1711096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17" name="TextBox 3"/>
          <p:cNvSpPr txBox="1"/>
          <p:nvPr/>
        </p:nvSpPr>
        <p:spPr>
          <a:xfrm>
            <a:off x="827455" y="168229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8470520</a:t>
            </a:r>
            <a:endParaRPr lang="en-US" dirty="0"/>
          </a:p>
        </p:txBody>
      </p:sp>
      <p:sp>
        <p:nvSpPr>
          <p:cNvPr id="8618" name="Rectangle 4"/>
          <p:cNvSpPr>
            <a:spLocks noChangeArrowheads="1"/>
          </p:cNvSpPr>
          <p:nvPr/>
        </p:nvSpPr>
        <p:spPr bwMode="auto">
          <a:xfrm>
            <a:off x="1365758" y="1711096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19" name="TextBox 3"/>
          <p:cNvSpPr txBox="1"/>
          <p:nvPr/>
        </p:nvSpPr>
        <p:spPr>
          <a:xfrm>
            <a:off x="1314958" y="1682292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8620" name="TextBox 3"/>
          <p:cNvSpPr txBox="1"/>
          <p:nvPr/>
        </p:nvSpPr>
        <p:spPr>
          <a:xfrm>
            <a:off x="1314958" y="1799742"/>
            <a:ext cx="8045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Environment, </a:t>
            </a:r>
            <a:endParaRPr lang="en-US" dirty="0"/>
          </a:p>
        </p:txBody>
      </p:sp>
      <p:sp>
        <p:nvSpPr>
          <p:cNvPr id="8621" name="TextBox 3"/>
          <p:cNvSpPr txBox="1"/>
          <p:nvPr/>
        </p:nvSpPr>
        <p:spPr>
          <a:xfrm>
            <a:off x="1314958" y="1917192"/>
            <a:ext cx="883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Health &amp; Safety</a:t>
            </a:r>
            <a:endParaRPr lang="en-US" dirty="0"/>
          </a:p>
        </p:txBody>
      </p:sp>
      <p:sp>
        <p:nvSpPr>
          <p:cNvPr id="8622" name="Rectangle 4"/>
          <p:cNvSpPr>
            <a:spLocks noChangeArrowheads="1"/>
          </p:cNvSpPr>
          <p:nvPr/>
        </p:nvSpPr>
        <p:spPr bwMode="auto">
          <a:xfrm>
            <a:off x="2163546" y="1711096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23" name="TextBox 3"/>
          <p:cNvSpPr txBox="1"/>
          <p:nvPr/>
        </p:nvSpPr>
        <p:spPr>
          <a:xfrm>
            <a:off x="2112746" y="168229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8624" name="Rectangle 4"/>
          <p:cNvSpPr>
            <a:spLocks noChangeArrowheads="1"/>
          </p:cNvSpPr>
          <p:nvPr/>
        </p:nvSpPr>
        <p:spPr bwMode="auto">
          <a:xfrm>
            <a:off x="2622702" y="1711096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25" name="TextBox 3"/>
          <p:cNvSpPr txBox="1"/>
          <p:nvPr/>
        </p:nvSpPr>
        <p:spPr>
          <a:xfrm>
            <a:off x="2571902" y="1682292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8626" name="TextBox 3"/>
          <p:cNvSpPr txBox="1"/>
          <p:nvPr/>
        </p:nvSpPr>
        <p:spPr>
          <a:xfrm>
            <a:off x="2571902" y="1799742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8627" name="Rectangle 4"/>
          <p:cNvSpPr>
            <a:spLocks noChangeArrowheads="1"/>
          </p:cNvSpPr>
          <p:nvPr/>
        </p:nvSpPr>
        <p:spPr bwMode="auto">
          <a:xfrm>
            <a:off x="3680282" y="1711096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28" name="TextBox 3"/>
          <p:cNvSpPr txBox="1"/>
          <p:nvPr/>
        </p:nvSpPr>
        <p:spPr>
          <a:xfrm>
            <a:off x="3629482" y="168229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847.8470520.1.412534.000000.847001.100178</a:t>
            </a:r>
            <a:endParaRPr lang="en-US" dirty="0"/>
          </a:p>
        </p:txBody>
      </p:sp>
      <p:sp>
        <p:nvSpPr>
          <p:cNvPr id="8629" name="Rectangle 4"/>
          <p:cNvSpPr>
            <a:spLocks noChangeArrowheads="1"/>
          </p:cNvSpPr>
          <p:nvPr/>
        </p:nvSpPr>
        <p:spPr bwMode="auto">
          <a:xfrm>
            <a:off x="5918962" y="171109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30" name="TextBox 3"/>
          <p:cNvSpPr txBox="1"/>
          <p:nvPr/>
        </p:nvSpPr>
        <p:spPr>
          <a:xfrm>
            <a:off x="6072225" y="168229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357,105</a:t>
            </a:r>
            <a:endParaRPr lang="en-US" dirty="0"/>
          </a:p>
        </p:txBody>
      </p:sp>
      <p:sp>
        <p:nvSpPr>
          <p:cNvPr id="8631" name="Rectangle 4"/>
          <p:cNvSpPr>
            <a:spLocks noChangeArrowheads="1"/>
          </p:cNvSpPr>
          <p:nvPr/>
        </p:nvSpPr>
        <p:spPr bwMode="auto">
          <a:xfrm>
            <a:off x="6566408" y="171109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32" name="TextBox 3"/>
          <p:cNvSpPr txBox="1"/>
          <p:nvPr/>
        </p:nvSpPr>
        <p:spPr>
          <a:xfrm>
            <a:off x="6719671" y="168229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252,539</a:t>
            </a:r>
            <a:endParaRPr lang="en-US" dirty="0"/>
          </a:p>
        </p:txBody>
      </p:sp>
      <p:sp>
        <p:nvSpPr>
          <p:cNvPr id="8633" name="Rectangle 4"/>
          <p:cNvSpPr>
            <a:spLocks noChangeArrowheads="1"/>
          </p:cNvSpPr>
          <p:nvPr/>
        </p:nvSpPr>
        <p:spPr bwMode="auto">
          <a:xfrm>
            <a:off x="7213854" y="171109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34" name="TextBox 3"/>
          <p:cNvSpPr txBox="1"/>
          <p:nvPr/>
        </p:nvSpPr>
        <p:spPr>
          <a:xfrm>
            <a:off x="7367118" y="168229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252,539</a:t>
            </a:r>
            <a:endParaRPr lang="en-US" dirty="0"/>
          </a:p>
        </p:txBody>
      </p:sp>
      <p:sp>
        <p:nvSpPr>
          <p:cNvPr id="8635" name="Rectangle 4"/>
          <p:cNvSpPr>
            <a:spLocks noChangeArrowheads="1"/>
          </p:cNvSpPr>
          <p:nvPr/>
        </p:nvSpPr>
        <p:spPr bwMode="auto">
          <a:xfrm>
            <a:off x="7861300" y="1711096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36" name="Rectangle 4"/>
          <p:cNvSpPr>
            <a:spLocks noChangeArrowheads="1"/>
          </p:cNvSpPr>
          <p:nvPr/>
        </p:nvSpPr>
        <p:spPr bwMode="auto">
          <a:xfrm>
            <a:off x="8094497" y="1711096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37" name="Rectangle 4"/>
          <p:cNvSpPr>
            <a:spLocks noChangeArrowheads="1"/>
          </p:cNvSpPr>
          <p:nvPr/>
        </p:nvSpPr>
        <p:spPr bwMode="auto">
          <a:xfrm>
            <a:off x="8333384" y="1711096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38" name="TextBox 3"/>
          <p:cNvSpPr txBox="1"/>
          <p:nvPr/>
        </p:nvSpPr>
        <p:spPr>
          <a:xfrm>
            <a:off x="8650986" y="168229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8639" name="Rectangle 4"/>
          <p:cNvSpPr>
            <a:spLocks noChangeArrowheads="1"/>
          </p:cNvSpPr>
          <p:nvPr/>
        </p:nvSpPr>
        <p:spPr bwMode="auto">
          <a:xfrm>
            <a:off x="878255" y="2106307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40" name="TextBox 3"/>
          <p:cNvSpPr txBox="1"/>
          <p:nvPr/>
        </p:nvSpPr>
        <p:spPr>
          <a:xfrm>
            <a:off x="827455" y="207750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8470520</a:t>
            </a:r>
            <a:endParaRPr lang="en-US" dirty="0"/>
          </a:p>
        </p:txBody>
      </p:sp>
      <p:sp>
        <p:nvSpPr>
          <p:cNvPr id="8641" name="Rectangle 4"/>
          <p:cNvSpPr>
            <a:spLocks noChangeArrowheads="1"/>
          </p:cNvSpPr>
          <p:nvPr/>
        </p:nvSpPr>
        <p:spPr bwMode="auto">
          <a:xfrm>
            <a:off x="1365758" y="2106307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42" name="TextBox 3"/>
          <p:cNvSpPr txBox="1"/>
          <p:nvPr/>
        </p:nvSpPr>
        <p:spPr>
          <a:xfrm>
            <a:off x="1314958" y="207750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8643" name="TextBox 3"/>
          <p:cNvSpPr txBox="1"/>
          <p:nvPr/>
        </p:nvSpPr>
        <p:spPr>
          <a:xfrm>
            <a:off x="1314958" y="2194953"/>
            <a:ext cx="8045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Environment, </a:t>
            </a:r>
            <a:endParaRPr lang="en-US" dirty="0"/>
          </a:p>
        </p:txBody>
      </p:sp>
      <p:sp>
        <p:nvSpPr>
          <p:cNvPr id="8644" name="TextBox 3"/>
          <p:cNvSpPr txBox="1"/>
          <p:nvPr/>
        </p:nvSpPr>
        <p:spPr>
          <a:xfrm>
            <a:off x="1314958" y="2312403"/>
            <a:ext cx="883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Health &amp; Safety</a:t>
            </a:r>
            <a:endParaRPr lang="en-US" dirty="0"/>
          </a:p>
        </p:txBody>
      </p:sp>
      <p:sp>
        <p:nvSpPr>
          <p:cNvPr id="8645" name="Rectangle 4"/>
          <p:cNvSpPr>
            <a:spLocks noChangeArrowheads="1"/>
          </p:cNvSpPr>
          <p:nvPr/>
        </p:nvSpPr>
        <p:spPr bwMode="auto">
          <a:xfrm>
            <a:off x="2163546" y="2106307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46" name="TextBox 3"/>
          <p:cNvSpPr txBox="1"/>
          <p:nvPr/>
        </p:nvSpPr>
        <p:spPr>
          <a:xfrm>
            <a:off x="2112746" y="207750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8647" name="Rectangle 4"/>
          <p:cNvSpPr>
            <a:spLocks noChangeArrowheads="1"/>
          </p:cNvSpPr>
          <p:nvPr/>
        </p:nvSpPr>
        <p:spPr bwMode="auto">
          <a:xfrm>
            <a:off x="2622702" y="2106307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48" name="TextBox 3"/>
          <p:cNvSpPr txBox="1"/>
          <p:nvPr/>
        </p:nvSpPr>
        <p:spPr>
          <a:xfrm>
            <a:off x="2571902" y="2077504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8649" name="Rectangle 4"/>
          <p:cNvSpPr>
            <a:spLocks noChangeArrowheads="1"/>
          </p:cNvSpPr>
          <p:nvPr/>
        </p:nvSpPr>
        <p:spPr bwMode="auto">
          <a:xfrm>
            <a:off x="3680282" y="2106307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50" name="TextBox 3"/>
          <p:cNvSpPr txBox="1"/>
          <p:nvPr/>
        </p:nvSpPr>
        <p:spPr>
          <a:xfrm>
            <a:off x="3629482" y="207750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847.8470520.1.412546.000000.847001.100178</a:t>
            </a:r>
            <a:endParaRPr lang="en-US" dirty="0"/>
          </a:p>
        </p:txBody>
      </p:sp>
      <p:sp>
        <p:nvSpPr>
          <p:cNvPr id="8651" name="Rectangle 4"/>
          <p:cNvSpPr>
            <a:spLocks noChangeArrowheads="1"/>
          </p:cNvSpPr>
          <p:nvPr/>
        </p:nvSpPr>
        <p:spPr bwMode="auto">
          <a:xfrm>
            <a:off x="5918962" y="210630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52" name="TextBox 3"/>
          <p:cNvSpPr txBox="1"/>
          <p:nvPr/>
        </p:nvSpPr>
        <p:spPr>
          <a:xfrm>
            <a:off x="6128715" y="207750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52,878</a:t>
            </a:r>
            <a:endParaRPr lang="en-US" dirty="0"/>
          </a:p>
        </p:txBody>
      </p:sp>
      <p:sp>
        <p:nvSpPr>
          <p:cNvPr id="8653" name="Rectangle 4"/>
          <p:cNvSpPr>
            <a:spLocks noChangeArrowheads="1"/>
          </p:cNvSpPr>
          <p:nvPr/>
        </p:nvSpPr>
        <p:spPr bwMode="auto">
          <a:xfrm>
            <a:off x="6566408" y="210630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54" name="TextBox 3"/>
          <p:cNvSpPr txBox="1"/>
          <p:nvPr/>
        </p:nvSpPr>
        <p:spPr>
          <a:xfrm>
            <a:off x="6776161" y="207750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54,008</a:t>
            </a:r>
            <a:endParaRPr lang="en-US" dirty="0"/>
          </a:p>
        </p:txBody>
      </p:sp>
      <p:sp>
        <p:nvSpPr>
          <p:cNvPr id="8655" name="Rectangle 4"/>
          <p:cNvSpPr>
            <a:spLocks noChangeArrowheads="1"/>
          </p:cNvSpPr>
          <p:nvPr/>
        </p:nvSpPr>
        <p:spPr bwMode="auto">
          <a:xfrm>
            <a:off x="7213854" y="210630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56" name="TextBox 3"/>
          <p:cNvSpPr txBox="1"/>
          <p:nvPr/>
        </p:nvSpPr>
        <p:spPr>
          <a:xfrm>
            <a:off x="7423607" y="207750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54,006</a:t>
            </a:r>
            <a:endParaRPr lang="en-US" dirty="0"/>
          </a:p>
        </p:txBody>
      </p:sp>
      <p:sp>
        <p:nvSpPr>
          <p:cNvPr id="8657" name="Rectangle 4"/>
          <p:cNvSpPr>
            <a:spLocks noChangeArrowheads="1"/>
          </p:cNvSpPr>
          <p:nvPr/>
        </p:nvSpPr>
        <p:spPr bwMode="auto">
          <a:xfrm>
            <a:off x="7861300" y="2106307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58" name="Rectangle 4"/>
          <p:cNvSpPr>
            <a:spLocks noChangeArrowheads="1"/>
          </p:cNvSpPr>
          <p:nvPr/>
        </p:nvSpPr>
        <p:spPr bwMode="auto">
          <a:xfrm>
            <a:off x="8094497" y="2106307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59" name="Rectangle 4"/>
          <p:cNvSpPr>
            <a:spLocks noChangeArrowheads="1"/>
          </p:cNvSpPr>
          <p:nvPr/>
        </p:nvSpPr>
        <p:spPr bwMode="auto">
          <a:xfrm>
            <a:off x="8333384" y="2106307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60" name="TextBox 3"/>
          <p:cNvSpPr txBox="1"/>
          <p:nvPr/>
        </p:nvSpPr>
        <p:spPr>
          <a:xfrm>
            <a:off x="8650986" y="207750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</a:t>
            </a:r>
            <a:endParaRPr lang="en-US" dirty="0"/>
          </a:p>
        </p:txBody>
      </p:sp>
      <p:sp>
        <p:nvSpPr>
          <p:cNvPr id="8661" name="Rectangle 4"/>
          <p:cNvSpPr>
            <a:spLocks noChangeArrowheads="1"/>
          </p:cNvSpPr>
          <p:nvPr/>
        </p:nvSpPr>
        <p:spPr bwMode="auto">
          <a:xfrm>
            <a:off x="878255" y="250151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62" name="TextBox 3"/>
          <p:cNvSpPr txBox="1"/>
          <p:nvPr/>
        </p:nvSpPr>
        <p:spPr>
          <a:xfrm>
            <a:off x="827455" y="247271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8470520</a:t>
            </a:r>
            <a:endParaRPr lang="en-US" dirty="0"/>
          </a:p>
        </p:txBody>
      </p:sp>
      <p:sp>
        <p:nvSpPr>
          <p:cNvPr id="8663" name="Rectangle 4"/>
          <p:cNvSpPr>
            <a:spLocks noChangeArrowheads="1"/>
          </p:cNvSpPr>
          <p:nvPr/>
        </p:nvSpPr>
        <p:spPr bwMode="auto">
          <a:xfrm>
            <a:off x="1365758" y="250151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64" name="TextBox 3"/>
          <p:cNvSpPr txBox="1"/>
          <p:nvPr/>
        </p:nvSpPr>
        <p:spPr>
          <a:xfrm>
            <a:off x="1314958" y="247271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8665" name="TextBox 3"/>
          <p:cNvSpPr txBox="1"/>
          <p:nvPr/>
        </p:nvSpPr>
        <p:spPr>
          <a:xfrm>
            <a:off x="1314958" y="2590165"/>
            <a:ext cx="8045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Environment, </a:t>
            </a:r>
            <a:endParaRPr lang="en-US" dirty="0"/>
          </a:p>
        </p:txBody>
      </p:sp>
      <p:sp>
        <p:nvSpPr>
          <p:cNvPr id="8666" name="TextBox 3"/>
          <p:cNvSpPr txBox="1"/>
          <p:nvPr/>
        </p:nvSpPr>
        <p:spPr>
          <a:xfrm>
            <a:off x="1314958" y="2707614"/>
            <a:ext cx="883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Health &amp; Safety</a:t>
            </a:r>
            <a:endParaRPr lang="en-US" dirty="0"/>
          </a:p>
        </p:txBody>
      </p:sp>
      <p:sp>
        <p:nvSpPr>
          <p:cNvPr id="8667" name="Rectangle 4"/>
          <p:cNvSpPr>
            <a:spLocks noChangeArrowheads="1"/>
          </p:cNvSpPr>
          <p:nvPr/>
        </p:nvSpPr>
        <p:spPr bwMode="auto">
          <a:xfrm>
            <a:off x="2163546" y="250151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68" name="TextBox 3"/>
          <p:cNvSpPr txBox="1"/>
          <p:nvPr/>
        </p:nvSpPr>
        <p:spPr>
          <a:xfrm>
            <a:off x="2112746" y="247271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8669" name="Rectangle 4"/>
          <p:cNvSpPr>
            <a:spLocks noChangeArrowheads="1"/>
          </p:cNvSpPr>
          <p:nvPr/>
        </p:nvSpPr>
        <p:spPr bwMode="auto">
          <a:xfrm>
            <a:off x="2622702" y="250151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70" name="TextBox 3"/>
          <p:cNvSpPr txBox="1"/>
          <p:nvPr/>
        </p:nvSpPr>
        <p:spPr>
          <a:xfrm>
            <a:off x="2571902" y="2472715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8671" name="TextBox 3"/>
          <p:cNvSpPr txBox="1"/>
          <p:nvPr/>
        </p:nvSpPr>
        <p:spPr>
          <a:xfrm>
            <a:off x="2571902" y="2590165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8672" name="Rectangle 4"/>
          <p:cNvSpPr>
            <a:spLocks noChangeArrowheads="1"/>
          </p:cNvSpPr>
          <p:nvPr/>
        </p:nvSpPr>
        <p:spPr bwMode="auto">
          <a:xfrm>
            <a:off x="3680282" y="250151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73" name="TextBox 3"/>
          <p:cNvSpPr txBox="1"/>
          <p:nvPr/>
        </p:nvSpPr>
        <p:spPr>
          <a:xfrm>
            <a:off x="3629482" y="247271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847.8470520.1.415110.000000.847001.100178</a:t>
            </a:r>
            <a:endParaRPr lang="en-US" dirty="0"/>
          </a:p>
        </p:txBody>
      </p:sp>
      <p:sp>
        <p:nvSpPr>
          <p:cNvPr id="8674" name="Rectangle 4"/>
          <p:cNvSpPr>
            <a:spLocks noChangeArrowheads="1"/>
          </p:cNvSpPr>
          <p:nvPr/>
        </p:nvSpPr>
        <p:spPr bwMode="auto">
          <a:xfrm>
            <a:off x="5918962" y="250151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75" name="TextBox 3"/>
          <p:cNvSpPr txBox="1"/>
          <p:nvPr/>
        </p:nvSpPr>
        <p:spPr>
          <a:xfrm>
            <a:off x="6072225" y="247271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243,764</a:t>
            </a:r>
            <a:endParaRPr lang="en-US" dirty="0"/>
          </a:p>
        </p:txBody>
      </p:sp>
      <p:sp>
        <p:nvSpPr>
          <p:cNvPr id="8676" name="Rectangle 4"/>
          <p:cNvSpPr>
            <a:spLocks noChangeArrowheads="1"/>
          </p:cNvSpPr>
          <p:nvPr/>
        </p:nvSpPr>
        <p:spPr bwMode="auto">
          <a:xfrm>
            <a:off x="6566408" y="250151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77" name="TextBox 3"/>
          <p:cNvSpPr txBox="1"/>
          <p:nvPr/>
        </p:nvSpPr>
        <p:spPr>
          <a:xfrm>
            <a:off x="6719671" y="247271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259,874</a:t>
            </a:r>
            <a:endParaRPr lang="en-US" dirty="0"/>
          </a:p>
        </p:txBody>
      </p:sp>
      <p:sp>
        <p:nvSpPr>
          <p:cNvPr id="8678" name="Rectangle 4"/>
          <p:cNvSpPr>
            <a:spLocks noChangeArrowheads="1"/>
          </p:cNvSpPr>
          <p:nvPr/>
        </p:nvSpPr>
        <p:spPr bwMode="auto">
          <a:xfrm>
            <a:off x="7213854" y="250151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79" name="TextBox 3"/>
          <p:cNvSpPr txBox="1"/>
          <p:nvPr/>
        </p:nvSpPr>
        <p:spPr>
          <a:xfrm>
            <a:off x="7367118" y="247271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259,868</a:t>
            </a:r>
            <a:endParaRPr lang="en-US" dirty="0"/>
          </a:p>
        </p:txBody>
      </p:sp>
      <p:sp>
        <p:nvSpPr>
          <p:cNvPr id="8680" name="Rectangle 4"/>
          <p:cNvSpPr>
            <a:spLocks noChangeArrowheads="1"/>
          </p:cNvSpPr>
          <p:nvPr/>
        </p:nvSpPr>
        <p:spPr bwMode="auto">
          <a:xfrm>
            <a:off x="7861300" y="250151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81" name="Rectangle 4"/>
          <p:cNvSpPr>
            <a:spLocks noChangeArrowheads="1"/>
          </p:cNvSpPr>
          <p:nvPr/>
        </p:nvSpPr>
        <p:spPr bwMode="auto">
          <a:xfrm>
            <a:off x="8094497" y="250151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82" name="Rectangle 4"/>
          <p:cNvSpPr>
            <a:spLocks noChangeArrowheads="1"/>
          </p:cNvSpPr>
          <p:nvPr/>
        </p:nvSpPr>
        <p:spPr bwMode="auto">
          <a:xfrm>
            <a:off x="8333384" y="250151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83" name="TextBox 3"/>
          <p:cNvSpPr txBox="1"/>
          <p:nvPr/>
        </p:nvSpPr>
        <p:spPr>
          <a:xfrm>
            <a:off x="8650986" y="247271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</a:t>
            </a:r>
            <a:endParaRPr lang="en-US" dirty="0"/>
          </a:p>
        </p:txBody>
      </p:sp>
      <p:sp>
        <p:nvSpPr>
          <p:cNvPr id="8684" name="Rectangle 4"/>
          <p:cNvSpPr>
            <a:spLocks noChangeArrowheads="1"/>
          </p:cNvSpPr>
          <p:nvPr/>
        </p:nvSpPr>
        <p:spPr bwMode="auto">
          <a:xfrm>
            <a:off x="878255" y="2896730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85" name="TextBox 3"/>
          <p:cNvSpPr txBox="1"/>
          <p:nvPr/>
        </p:nvSpPr>
        <p:spPr>
          <a:xfrm>
            <a:off x="827455" y="286792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8470520</a:t>
            </a:r>
            <a:endParaRPr lang="en-US" dirty="0"/>
          </a:p>
        </p:txBody>
      </p:sp>
      <p:sp>
        <p:nvSpPr>
          <p:cNvPr id="8686" name="Rectangle 4"/>
          <p:cNvSpPr>
            <a:spLocks noChangeArrowheads="1"/>
          </p:cNvSpPr>
          <p:nvPr/>
        </p:nvSpPr>
        <p:spPr bwMode="auto">
          <a:xfrm>
            <a:off x="1365758" y="2896730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87" name="TextBox 3"/>
          <p:cNvSpPr txBox="1"/>
          <p:nvPr/>
        </p:nvSpPr>
        <p:spPr>
          <a:xfrm>
            <a:off x="1314958" y="2867927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8688" name="TextBox 3"/>
          <p:cNvSpPr txBox="1"/>
          <p:nvPr/>
        </p:nvSpPr>
        <p:spPr>
          <a:xfrm>
            <a:off x="1314958" y="2985376"/>
            <a:ext cx="8045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Environment, </a:t>
            </a:r>
            <a:endParaRPr lang="en-US" dirty="0"/>
          </a:p>
        </p:txBody>
      </p:sp>
      <p:sp>
        <p:nvSpPr>
          <p:cNvPr id="8689" name="TextBox 3"/>
          <p:cNvSpPr txBox="1"/>
          <p:nvPr/>
        </p:nvSpPr>
        <p:spPr>
          <a:xfrm>
            <a:off x="1314958" y="3102826"/>
            <a:ext cx="883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Health &amp; Safety</a:t>
            </a:r>
            <a:endParaRPr lang="en-US" dirty="0"/>
          </a:p>
        </p:txBody>
      </p:sp>
      <p:sp>
        <p:nvSpPr>
          <p:cNvPr id="8690" name="Rectangle 4"/>
          <p:cNvSpPr>
            <a:spLocks noChangeArrowheads="1"/>
          </p:cNvSpPr>
          <p:nvPr/>
        </p:nvSpPr>
        <p:spPr bwMode="auto">
          <a:xfrm>
            <a:off x="2163546" y="2896730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91" name="TextBox 3"/>
          <p:cNvSpPr txBox="1"/>
          <p:nvPr/>
        </p:nvSpPr>
        <p:spPr>
          <a:xfrm>
            <a:off x="2112746" y="286792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8692" name="Rectangle 4"/>
          <p:cNvSpPr>
            <a:spLocks noChangeArrowheads="1"/>
          </p:cNvSpPr>
          <p:nvPr/>
        </p:nvSpPr>
        <p:spPr bwMode="auto">
          <a:xfrm>
            <a:off x="2622702" y="2896730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93" name="TextBox 3"/>
          <p:cNvSpPr txBox="1"/>
          <p:nvPr/>
        </p:nvSpPr>
        <p:spPr>
          <a:xfrm>
            <a:off x="2571902" y="2867927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8694" name="TextBox 3"/>
          <p:cNvSpPr txBox="1"/>
          <p:nvPr/>
        </p:nvSpPr>
        <p:spPr>
          <a:xfrm>
            <a:off x="2571902" y="2985376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8695" name="Rectangle 4"/>
          <p:cNvSpPr>
            <a:spLocks noChangeArrowheads="1"/>
          </p:cNvSpPr>
          <p:nvPr/>
        </p:nvSpPr>
        <p:spPr bwMode="auto">
          <a:xfrm>
            <a:off x="3680282" y="2896730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96" name="TextBox 3"/>
          <p:cNvSpPr txBox="1"/>
          <p:nvPr/>
        </p:nvSpPr>
        <p:spPr>
          <a:xfrm>
            <a:off x="3629482" y="286792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847.8470520.1.416110.000000.847001.100178</a:t>
            </a:r>
            <a:endParaRPr lang="en-US" dirty="0"/>
          </a:p>
        </p:txBody>
      </p:sp>
      <p:sp>
        <p:nvSpPr>
          <p:cNvPr id="8697" name="Rectangle 4"/>
          <p:cNvSpPr>
            <a:spLocks noChangeArrowheads="1"/>
          </p:cNvSpPr>
          <p:nvPr/>
        </p:nvSpPr>
        <p:spPr bwMode="auto">
          <a:xfrm>
            <a:off x="5918962" y="289673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698" name="TextBox 3"/>
          <p:cNvSpPr txBox="1"/>
          <p:nvPr/>
        </p:nvSpPr>
        <p:spPr>
          <a:xfrm>
            <a:off x="6128715" y="286792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83,697</a:t>
            </a:r>
            <a:endParaRPr lang="en-US" dirty="0"/>
          </a:p>
        </p:txBody>
      </p:sp>
      <p:sp>
        <p:nvSpPr>
          <p:cNvPr id="8699" name="Rectangle 4"/>
          <p:cNvSpPr>
            <a:spLocks noChangeArrowheads="1"/>
          </p:cNvSpPr>
          <p:nvPr/>
        </p:nvSpPr>
        <p:spPr bwMode="auto">
          <a:xfrm>
            <a:off x="6566408" y="289673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00" name="TextBox 3"/>
          <p:cNvSpPr txBox="1"/>
          <p:nvPr/>
        </p:nvSpPr>
        <p:spPr>
          <a:xfrm>
            <a:off x="6776161" y="286792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60,500</a:t>
            </a:r>
            <a:endParaRPr lang="en-US" dirty="0"/>
          </a:p>
        </p:txBody>
      </p:sp>
      <p:sp>
        <p:nvSpPr>
          <p:cNvPr id="8701" name="Rectangle 4"/>
          <p:cNvSpPr>
            <a:spLocks noChangeArrowheads="1"/>
          </p:cNvSpPr>
          <p:nvPr/>
        </p:nvSpPr>
        <p:spPr bwMode="auto">
          <a:xfrm>
            <a:off x="7213854" y="289673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02" name="TextBox 3"/>
          <p:cNvSpPr txBox="1"/>
          <p:nvPr/>
        </p:nvSpPr>
        <p:spPr>
          <a:xfrm>
            <a:off x="7423607" y="286792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60,500</a:t>
            </a:r>
            <a:endParaRPr lang="en-US" dirty="0"/>
          </a:p>
        </p:txBody>
      </p:sp>
      <p:sp>
        <p:nvSpPr>
          <p:cNvPr id="8703" name="Rectangle 4"/>
          <p:cNvSpPr>
            <a:spLocks noChangeArrowheads="1"/>
          </p:cNvSpPr>
          <p:nvPr/>
        </p:nvSpPr>
        <p:spPr bwMode="auto">
          <a:xfrm>
            <a:off x="7861300" y="2896730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04" name="Rectangle 4"/>
          <p:cNvSpPr>
            <a:spLocks noChangeArrowheads="1"/>
          </p:cNvSpPr>
          <p:nvPr/>
        </p:nvSpPr>
        <p:spPr bwMode="auto">
          <a:xfrm>
            <a:off x="8094497" y="2896730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05" name="Rectangle 4"/>
          <p:cNvSpPr>
            <a:spLocks noChangeArrowheads="1"/>
          </p:cNvSpPr>
          <p:nvPr/>
        </p:nvSpPr>
        <p:spPr bwMode="auto">
          <a:xfrm>
            <a:off x="8333384" y="2896730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06" name="TextBox 3"/>
          <p:cNvSpPr txBox="1"/>
          <p:nvPr/>
        </p:nvSpPr>
        <p:spPr>
          <a:xfrm>
            <a:off x="8650986" y="286792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8707" name="Rectangle 4"/>
          <p:cNvSpPr>
            <a:spLocks noChangeArrowheads="1"/>
          </p:cNvSpPr>
          <p:nvPr/>
        </p:nvSpPr>
        <p:spPr bwMode="auto">
          <a:xfrm>
            <a:off x="878255" y="3291941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08" name="TextBox 3"/>
          <p:cNvSpPr txBox="1"/>
          <p:nvPr/>
        </p:nvSpPr>
        <p:spPr>
          <a:xfrm>
            <a:off x="827455" y="326313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8470520</a:t>
            </a:r>
            <a:endParaRPr lang="en-US" dirty="0"/>
          </a:p>
        </p:txBody>
      </p:sp>
      <p:sp>
        <p:nvSpPr>
          <p:cNvPr id="8709" name="Rectangle 4"/>
          <p:cNvSpPr>
            <a:spLocks noChangeArrowheads="1"/>
          </p:cNvSpPr>
          <p:nvPr/>
        </p:nvSpPr>
        <p:spPr bwMode="auto">
          <a:xfrm>
            <a:off x="1365758" y="3291941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10" name="TextBox 3"/>
          <p:cNvSpPr txBox="1"/>
          <p:nvPr/>
        </p:nvSpPr>
        <p:spPr>
          <a:xfrm>
            <a:off x="1314958" y="3263138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8711" name="TextBox 3"/>
          <p:cNvSpPr txBox="1"/>
          <p:nvPr/>
        </p:nvSpPr>
        <p:spPr>
          <a:xfrm>
            <a:off x="1314958" y="3380587"/>
            <a:ext cx="8045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Environment, </a:t>
            </a:r>
            <a:endParaRPr lang="en-US" dirty="0"/>
          </a:p>
        </p:txBody>
      </p:sp>
      <p:sp>
        <p:nvSpPr>
          <p:cNvPr id="8712" name="TextBox 3"/>
          <p:cNvSpPr txBox="1"/>
          <p:nvPr/>
        </p:nvSpPr>
        <p:spPr>
          <a:xfrm>
            <a:off x="1314958" y="3498037"/>
            <a:ext cx="883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Health &amp; Safety</a:t>
            </a:r>
            <a:endParaRPr lang="en-US" dirty="0"/>
          </a:p>
        </p:txBody>
      </p:sp>
      <p:sp>
        <p:nvSpPr>
          <p:cNvPr id="8713" name="Rectangle 4"/>
          <p:cNvSpPr>
            <a:spLocks noChangeArrowheads="1"/>
          </p:cNvSpPr>
          <p:nvPr/>
        </p:nvSpPr>
        <p:spPr bwMode="auto">
          <a:xfrm>
            <a:off x="2163546" y="3291941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14" name="TextBox 3"/>
          <p:cNvSpPr txBox="1"/>
          <p:nvPr/>
        </p:nvSpPr>
        <p:spPr>
          <a:xfrm>
            <a:off x="2112746" y="326313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8715" name="Rectangle 4"/>
          <p:cNvSpPr>
            <a:spLocks noChangeArrowheads="1"/>
          </p:cNvSpPr>
          <p:nvPr/>
        </p:nvSpPr>
        <p:spPr bwMode="auto">
          <a:xfrm>
            <a:off x="2622702" y="3291941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16" name="TextBox 3"/>
          <p:cNvSpPr txBox="1"/>
          <p:nvPr/>
        </p:nvSpPr>
        <p:spPr>
          <a:xfrm>
            <a:off x="2571902" y="3263138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8717" name="TextBox 3"/>
          <p:cNvSpPr txBox="1"/>
          <p:nvPr/>
        </p:nvSpPr>
        <p:spPr>
          <a:xfrm>
            <a:off x="2571902" y="3380587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8718" name="Rectangle 4"/>
          <p:cNvSpPr>
            <a:spLocks noChangeArrowheads="1"/>
          </p:cNvSpPr>
          <p:nvPr/>
        </p:nvSpPr>
        <p:spPr bwMode="auto">
          <a:xfrm>
            <a:off x="3680282" y="3291941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19" name="TextBox 3"/>
          <p:cNvSpPr txBox="1"/>
          <p:nvPr/>
        </p:nvSpPr>
        <p:spPr>
          <a:xfrm>
            <a:off x="3629482" y="326313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847.8470520.1.416310.000000.847001.100178</a:t>
            </a:r>
            <a:endParaRPr lang="en-US" dirty="0"/>
          </a:p>
        </p:txBody>
      </p:sp>
      <p:sp>
        <p:nvSpPr>
          <p:cNvPr id="8720" name="Rectangle 4"/>
          <p:cNvSpPr>
            <a:spLocks noChangeArrowheads="1"/>
          </p:cNvSpPr>
          <p:nvPr/>
        </p:nvSpPr>
        <p:spPr bwMode="auto">
          <a:xfrm>
            <a:off x="5918962" y="329194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21" name="TextBox 3"/>
          <p:cNvSpPr txBox="1"/>
          <p:nvPr/>
        </p:nvSpPr>
        <p:spPr>
          <a:xfrm>
            <a:off x="6072225" y="326313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137,610</a:t>
            </a:r>
            <a:endParaRPr lang="en-US" dirty="0"/>
          </a:p>
        </p:txBody>
      </p:sp>
      <p:sp>
        <p:nvSpPr>
          <p:cNvPr id="8722" name="Rectangle 4"/>
          <p:cNvSpPr>
            <a:spLocks noChangeArrowheads="1"/>
          </p:cNvSpPr>
          <p:nvPr/>
        </p:nvSpPr>
        <p:spPr bwMode="auto">
          <a:xfrm>
            <a:off x="6566408" y="329194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23" name="TextBox 3"/>
          <p:cNvSpPr txBox="1"/>
          <p:nvPr/>
        </p:nvSpPr>
        <p:spPr>
          <a:xfrm>
            <a:off x="6776161" y="326313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87,360</a:t>
            </a:r>
            <a:endParaRPr lang="en-US" dirty="0"/>
          </a:p>
        </p:txBody>
      </p:sp>
      <p:sp>
        <p:nvSpPr>
          <p:cNvPr id="8724" name="Rectangle 4"/>
          <p:cNvSpPr>
            <a:spLocks noChangeArrowheads="1"/>
          </p:cNvSpPr>
          <p:nvPr/>
        </p:nvSpPr>
        <p:spPr bwMode="auto">
          <a:xfrm>
            <a:off x="7213854" y="329194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25" name="TextBox 3"/>
          <p:cNvSpPr txBox="1"/>
          <p:nvPr/>
        </p:nvSpPr>
        <p:spPr>
          <a:xfrm>
            <a:off x="7423607" y="326313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87,359</a:t>
            </a:r>
            <a:endParaRPr lang="en-US" dirty="0"/>
          </a:p>
        </p:txBody>
      </p:sp>
      <p:sp>
        <p:nvSpPr>
          <p:cNvPr id="8726" name="Rectangle 4"/>
          <p:cNvSpPr>
            <a:spLocks noChangeArrowheads="1"/>
          </p:cNvSpPr>
          <p:nvPr/>
        </p:nvSpPr>
        <p:spPr bwMode="auto">
          <a:xfrm>
            <a:off x="7861300" y="3291941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27" name="Rectangle 4"/>
          <p:cNvSpPr>
            <a:spLocks noChangeArrowheads="1"/>
          </p:cNvSpPr>
          <p:nvPr/>
        </p:nvSpPr>
        <p:spPr bwMode="auto">
          <a:xfrm>
            <a:off x="8094497" y="3291941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28" name="Rectangle 4"/>
          <p:cNvSpPr>
            <a:spLocks noChangeArrowheads="1"/>
          </p:cNvSpPr>
          <p:nvPr/>
        </p:nvSpPr>
        <p:spPr bwMode="auto">
          <a:xfrm>
            <a:off x="8333384" y="3291941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29" name="TextBox 3"/>
          <p:cNvSpPr txBox="1"/>
          <p:nvPr/>
        </p:nvSpPr>
        <p:spPr>
          <a:xfrm>
            <a:off x="8650986" y="326313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8730" name="Rectangle 4"/>
          <p:cNvSpPr>
            <a:spLocks noChangeArrowheads="1"/>
          </p:cNvSpPr>
          <p:nvPr/>
        </p:nvSpPr>
        <p:spPr bwMode="auto">
          <a:xfrm>
            <a:off x="878255" y="3687153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731" name="TextBox 3"/>
          <p:cNvSpPr txBox="1"/>
          <p:nvPr/>
        </p:nvSpPr>
        <p:spPr>
          <a:xfrm>
            <a:off x="827455" y="365834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8470520</a:t>
            </a:r>
            <a:endParaRPr lang="en-US" dirty="0"/>
          </a:p>
        </p:txBody>
      </p:sp>
      <p:sp>
        <p:nvSpPr>
          <p:cNvPr id="8732" name="TextBox 3"/>
          <p:cNvSpPr txBox="1"/>
          <p:nvPr/>
        </p:nvSpPr>
        <p:spPr>
          <a:xfrm>
            <a:off x="827455" y="3775799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8733" name="Rectangle 4"/>
          <p:cNvSpPr>
            <a:spLocks noChangeArrowheads="1"/>
          </p:cNvSpPr>
          <p:nvPr/>
        </p:nvSpPr>
        <p:spPr bwMode="auto">
          <a:xfrm>
            <a:off x="1365758" y="3687153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734" name="Rectangle 4"/>
          <p:cNvSpPr>
            <a:spLocks noChangeArrowheads="1"/>
          </p:cNvSpPr>
          <p:nvPr/>
        </p:nvSpPr>
        <p:spPr bwMode="auto">
          <a:xfrm>
            <a:off x="2163546" y="3687153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735" name="Rectangle 4"/>
          <p:cNvSpPr>
            <a:spLocks noChangeArrowheads="1"/>
          </p:cNvSpPr>
          <p:nvPr/>
        </p:nvSpPr>
        <p:spPr bwMode="auto">
          <a:xfrm>
            <a:off x="2622702" y="3687153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736" name="Rectangle 4"/>
          <p:cNvSpPr>
            <a:spLocks noChangeArrowheads="1"/>
          </p:cNvSpPr>
          <p:nvPr/>
        </p:nvSpPr>
        <p:spPr bwMode="auto">
          <a:xfrm>
            <a:off x="3680282" y="3687153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737" name="Rectangle 4"/>
          <p:cNvSpPr>
            <a:spLocks noChangeArrowheads="1"/>
          </p:cNvSpPr>
          <p:nvPr/>
        </p:nvSpPr>
        <p:spPr bwMode="auto">
          <a:xfrm>
            <a:off x="5918962" y="3687153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738" name="TextBox 3"/>
          <p:cNvSpPr txBox="1"/>
          <p:nvPr/>
        </p:nvSpPr>
        <p:spPr>
          <a:xfrm>
            <a:off x="5987491" y="365834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4,298,423</a:t>
            </a:r>
            <a:endParaRPr lang="en-US" dirty="0"/>
          </a:p>
        </p:txBody>
      </p:sp>
      <p:sp>
        <p:nvSpPr>
          <p:cNvPr id="8739" name="Rectangle 4"/>
          <p:cNvSpPr>
            <a:spLocks noChangeArrowheads="1"/>
          </p:cNvSpPr>
          <p:nvPr/>
        </p:nvSpPr>
        <p:spPr bwMode="auto">
          <a:xfrm>
            <a:off x="6566408" y="3687153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740" name="TextBox 3"/>
          <p:cNvSpPr txBox="1"/>
          <p:nvPr/>
        </p:nvSpPr>
        <p:spPr>
          <a:xfrm>
            <a:off x="6634937" y="365834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4,333,531</a:t>
            </a:r>
            <a:endParaRPr lang="en-US" dirty="0"/>
          </a:p>
        </p:txBody>
      </p:sp>
      <p:sp>
        <p:nvSpPr>
          <p:cNvPr id="8741" name="Rectangle 4"/>
          <p:cNvSpPr>
            <a:spLocks noChangeArrowheads="1"/>
          </p:cNvSpPr>
          <p:nvPr/>
        </p:nvSpPr>
        <p:spPr bwMode="auto">
          <a:xfrm>
            <a:off x="7213854" y="3687153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742" name="TextBox 3"/>
          <p:cNvSpPr txBox="1"/>
          <p:nvPr/>
        </p:nvSpPr>
        <p:spPr>
          <a:xfrm>
            <a:off x="7282383" y="365834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4,333,520</a:t>
            </a:r>
            <a:endParaRPr lang="en-US" dirty="0"/>
          </a:p>
        </p:txBody>
      </p:sp>
      <p:sp>
        <p:nvSpPr>
          <p:cNvPr id="8743" name="Rectangle 4"/>
          <p:cNvSpPr>
            <a:spLocks noChangeArrowheads="1"/>
          </p:cNvSpPr>
          <p:nvPr/>
        </p:nvSpPr>
        <p:spPr bwMode="auto">
          <a:xfrm>
            <a:off x="7861300" y="3687153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744" name="Rectangle 4"/>
          <p:cNvSpPr>
            <a:spLocks noChangeArrowheads="1"/>
          </p:cNvSpPr>
          <p:nvPr/>
        </p:nvSpPr>
        <p:spPr bwMode="auto">
          <a:xfrm>
            <a:off x="8094497" y="3687153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745" name="Rectangle 4"/>
          <p:cNvSpPr>
            <a:spLocks noChangeArrowheads="1"/>
          </p:cNvSpPr>
          <p:nvPr/>
        </p:nvSpPr>
        <p:spPr bwMode="auto">
          <a:xfrm>
            <a:off x="8333384" y="3687153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746" name="TextBox 3"/>
          <p:cNvSpPr txBox="1"/>
          <p:nvPr/>
        </p:nvSpPr>
        <p:spPr>
          <a:xfrm>
            <a:off x="8594496" y="3658349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11</a:t>
            </a:r>
            <a:endParaRPr lang="en-US" dirty="0"/>
          </a:p>
        </p:txBody>
      </p:sp>
      <p:sp>
        <p:nvSpPr>
          <p:cNvPr id="8747" name="Rectangle 4"/>
          <p:cNvSpPr>
            <a:spLocks noChangeArrowheads="1"/>
          </p:cNvSpPr>
          <p:nvPr/>
        </p:nvSpPr>
        <p:spPr bwMode="auto">
          <a:xfrm>
            <a:off x="878255" y="3964914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48" name="TextBox 3"/>
          <p:cNvSpPr txBox="1"/>
          <p:nvPr/>
        </p:nvSpPr>
        <p:spPr>
          <a:xfrm>
            <a:off x="827455" y="393611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8470530</a:t>
            </a:r>
            <a:endParaRPr lang="en-US" dirty="0"/>
          </a:p>
        </p:txBody>
      </p:sp>
      <p:sp>
        <p:nvSpPr>
          <p:cNvPr id="8749" name="Rectangle 4"/>
          <p:cNvSpPr>
            <a:spLocks noChangeArrowheads="1"/>
          </p:cNvSpPr>
          <p:nvPr/>
        </p:nvSpPr>
        <p:spPr bwMode="auto">
          <a:xfrm>
            <a:off x="1365758" y="3964914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50" name="TextBox 3"/>
          <p:cNvSpPr txBox="1"/>
          <p:nvPr/>
        </p:nvSpPr>
        <p:spPr>
          <a:xfrm>
            <a:off x="1314958" y="3936110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8751" name="TextBox 3"/>
          <p:cNvSpPr txBox="1"/>
          <p:nvPr/>
        </p:nvSpPr>
        <p:spPr>
          <a:xfrm>
            <a:off x="1314958" y="4053560"/>
            <a:ext cx="6011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Facilities </a:t>
            </a:r>
            <a:endParaRPr lang="en-US" dirty="0"/>
          </a:p>
        </p:txBody>
      </p:sp>
      <p:sp>
        <p:nvSpPr>
          <p:cNvPr id="8752" name="TextBox 3"/>
          <p:cNvSpPr txBox="1"/>
          <p:nvPr/>
        </p:nvSpPr>
        <p:spPr>
          <a:xfrm>
            <a:off x="1314958" y="4171010"/>
            <a:ext cx="770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Management</a:t>
            </a:r>
            <a:endParaRPr lang="en-US" dirty="0"/>
          </a:p>
        </p:txBody>
      </p:sp>
      <p:sp>
        <p:nvSpPr>
          <p:cNvPr id="8753" name="Rectangle 4"/>
          <p:cNvSpPr>
            <a:spLocks noChangeArrowheads="1"/>
          </p:cNvSpPr>
          <p:nvPr/>
        </p:nvSpPr>
        <p:spPr bwMode="auto">
          <a:xfrm>
            <a:off x="2163546" y="3964914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54" name="TextBox 3"/>
          <p:cNvSpPr txBox="1"/>
          <p:nvPr/>
        </p:nvSpPr>
        <p:spPr>
          <a:xfrm>
            <a:off x="2112746" y="393611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8755" name="Rectangle 4"/>
          <p:cNvSpPr>
            <a:spLocks noChangeArrowheads="1"/>
          </p:cNvSpPr>
          <p:nvPr/>
        </p:nvSpPr>
        <p:spPr bwMode="auto">
          <a:xfrm>
            <a:off x="2622702" y="3964914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56" name="TextBox 3"/>
          <p:cNvSpPr txBox="1"/>
          <p:nvPr/>
        </p:nvSpPr>
        <p:spPr>
          <a:xfrm>
            <a:off x="2571902" y="3936110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8757" name="TextBox 3"/>
          <p:cNvSpPr txBox="1"/>
          <p:nvPr/>
        </p:nvSpPr>
        <p:spPr>
          <a:xfrm>
            <a:off x="2571902" y="4053560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8758" name="Rectangle 4"/>
          <p:cNvSpPr>
            <a:spLocks noChangeArrowheads="1"/>
          </p:cNvSpPr>
          <p:nvPr/>
        </p:nvSpPr>
        <p:spPr bwMode="auto">
          <a:xfrm>
            <a:off x="3680282" y="3964914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59" name="TextBox 3"/>
          <p:cNvSpPr txBox="1"/>
          <p:nvPr/>
        </p:nvSpPr>
        <p:spPr>
          <a:xfrm>
            <a:off x="3629482" y="393611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847.8470530.1.412121.000000.847001.100178</a:t>
            </a:r>
            <a:endParaRPr lang="en-US" dirty="0"/>
          </a:p>
        </p:txBody>
      </p:sp>
      <p:sp>
        <p:nvSpPr>
          <p:cNvPr id="8760" name="Rectangle 4"/>
          <p:cNvSpPr>
            <a:spLocks noChangeArrowheads="1"/>
          </p:cNvSpPr>
          <p:nvPr/>
        </p:nvSpPr>
        <p:spPr bwMode="auto">
          <a:xfrm>
            <a:off x="5918962" y="396491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61" name="TextBox 3"/>
          <p:cNvSpPr txBox="1"/>
          <p:nvPr/>
        </p:nvSpPr>
        <p:spPr>
          <a:xfrm>
            <a:off x="5987491" y="393611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2,102,378</a:t>
            </a:r>
            <a:endParaRPr lang="en-US" dirty="0"/>
          </a:p>
        </p:txBody>
      </p:sp>
      <p:sp>
        <p:nvSpPr>
          <p:cNvPr id="8762" name="Rectangle 4"/>
          <p:cNvSpPr>
            <a:spLocks noChangeArrowheads="1"/>
          </p:cNvSpPr>
          <p:nvPr/>
        </p:nvSpPr>
        <p:spPr bwMode="auto">
          <a:xfrm>
            <a:off x="6566408" y="396491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63" name="TextBox 3"/>
          <p:cNvSpPr txBox="1"/>
          <p:nvPr/>
        </p:nvSpPr>
        <p:spPr>
          <a:xfrm>
            <a:off x="6634937" y="393611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1,950,322</a:t>
            </a:r>
            <a:endParaRPr lang="en-US" dirty="0"/>
          </a:p>
        </p:txBody>
      </p:sp>
      <p:sp>
        <p:nvSpPr>
          <p:cNvPr id="8764" name="Rectangle 4"/>
          <p:cNvSpPr>
            <a:spLocks noChangeArrowheads="1"/>
          </p:cNvSpPr>
          <p:nvPr/>
        </p:nvSpPr>
        <p:spPr bwMode="auto">
          <a:xfrm>
            <a:off x="7213854" y="396491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65" name="TextBox 3"/>
          <p:cNvSpPr txBox="1"/>
          <p:nvPr/>
        </p:nvSpPr>
        <p:spPr>
          <a:xfrm>
            <a:off x="7282383" y="393611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1,949,838</a:t>
            </a:r>
            <a:endParaRPr lang="en-US" dirty="0"/>
          </a:p>
        </p:txBody>
      </p:sp>
      <p:sp>
        <p:nvSpPr>
          <p:cNvPr id="8766" name="Rectangle 4"/>
          <p:cNvSpPr>
            <a:spLocks noChangeArrowheads="1"/>
          </p:cNvSpPr>
          <p:nvPr/>
        </p:nvSpPr>
        <p:spPr bwMode="auto">
          <a:xfrm>
            <a:off x="7861300" y="3964914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67" name="Rectangle 4"/>
          <p:cNvSpPr>
            <a:spLocks noChangeArrowheads="1"/>
          </p:cNvSpPr>
          <p:nvPr/>
        </p:nvSpPr>
        <p:spPr bwMode="auto">
          <a:xfrm>
            <a:off x="8094497" y="3964914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68" name="Rectangle 4"/>
          <p:cNvSpPr>
            <a:spLocks noChangeArrowheads="1"/>
          </p:cNvSpPr>
          <p:nvPr/>
        </p:nvSpPr>
        <p:spPr bwMode="auto">
          <a:xfrm>
            <a:off x="8333384" y="3964914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69" name="TextBox 3"/>
          <p:cNvSpPr txBox="1"/>
          <p:nvPr/>
        </p:nvSpPr>
        <p:spPr>
          <a:xfrm>
            <a:off x="8538006" y="3936110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484</a:t>
            </a:r>
            <a:endParaRPr lang="en-US" dirty="0"/>
          </a:p>
        </p:txBody>
      </p:sp>
      <p:sp>
        <p:nvSpPr>
          <p:cNvPr id="8770" name="Rectangle 4"/>
          <p:cNvSpPr>
            <a:spLocks noChangeArrowheads="1"/>
          </p:cNvSpPr>
          <p:nvPr/>
        </p:nvSpPr>
        <p:spPr bwMode="auto">
          <a:xfrm>
            <a:off x="878255" y="4360125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71" name="TextBox 3"/>
          <p:cNvSpPr txBox="1"/>
          <p:nvPr/>
        </p:nvSpPr>
        <p:spPr>
          <a:xfrm>
            <a:off x="827455" y="433132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8470530</a:t>
            </a:r>
            <a:endParaRPr lang="en-US" dirty="0"/>
          </a:p>
        </p:txBody>
      </p:sp>
      <p:sp>
        <p:nvSpPr>
          <p:cNvPr id="8772" name="Rectangle 4"/>
          <p:cNvSpPr>
            <a:spLocks noChangeArrowheads="1"/>
          </p:cNvSpPr>
          <p:nvPr/>
        </p:nvSpPr>
        <p:spPr bwMode="auto">
          <a:xfrm>
            <a:off x="1365758" y="4360125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73" name="TextBox 3"/>
          <p:cNvSpPr txBox="1"/>
          <p:nvPr/>
        </p:nvSpPr>
        <p:spPr>
          <a:xfrm>
            <a:off x="1314958" y="4331322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8774" name="TextBox 3"/>
          <p:cNvSpPr txBox="1"/>
          <p:nvPr/>
        </p:nvSpPr>
        <p:spPr>
          <a:xfrm>
            <a:off x="1314958" y="4448772"/>
            <a:ext cx="6011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Facilities </a:t>
            </a:r>
            <a:endParaRPr lang="en-US" dirty="0"/>
          </a:p>
        </p:txBody>
      </p:sp>
      <p:sp>
        <p:nvSpPr>
          <p:cNvPr id="8775" name="TextBox 3"/>
          <p:cNvSpPr txBox="1"/>
          <p:nvPr/>
        </p:nvSpPr>
        <p:spPr>
          <a:xfrm>
            <a:off x="1314958" y="4566221"/>
            <a:ext cx="770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Management</a:t>
            </a:r>
            <a:endParaRPr lang="en-US" dirty="0"/>
          </a:p>
        </p:txBody>
      </p:sp>
      <p:sp>
        <p:nvSpPr>
          <p:cNvPr id="8776" name="Rectangle 4"/>
          <p:cNvSpPr>
            <a:spLocks noChangeArrowheads="1"/>
          </p:cNvSpPr>
          <p:nvPr/>
        </p:nvSpPr>
        <p:spPr bwMode="auto">
          <a:xfrm>
            <a:off x="2163546" y="4360125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77" name="TextBox 3"/>
          <p:cNvSpPr txBox="1"/>
          <p:nvPr/>
        </p:nvSpPr>
        <p:spPr>
          <a:xfrm>
            <a:off x="2112746" y="433132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8778" name="Rectangle 4"/>
          <p:cNvSpPr>
            <a:spLocks noChangeArrowheads="1"/>
          </p:cNvSpPr>
          <p:nvPr/>
        </p:nvSpPr>
        <p:spPr bwMode="auto">
          <a:xfrm>
            <a:off x="2622702" y="4360125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79" name="TextBox 3"/>
          <p:cNvSpPr txBox="1"/>
          <p:nvPr/>
        </p:nvSpPr>
        <p:spPr>
          <a:xfrm>
            <a:off x="2571902" y="4331322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8780" name="TextBox 3"/>
          <p:cNvSpPr txBox="1"/>
          <p:nvPr/>
        </p:nvSpPr>
        <p:spPr>
          <a:xfrm>
            <a:off x="2571902" y="4448772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8781" name="TextBox 3"/>
          <p:cNvSpPr txBox="1"/>
          <p:nvPr/>
        </p:nvSpPr>
        <p:spPr>
          <a:xfrm>
            <a:off x="2571902" y="4566221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8782" name="Rectangle 4"/>
          <p:cNvSpPr>
            <a:spLocks noChangeArrowheads="1"/>
          </p:cNvSpPr>
          <p:nvPr/>
        </p:nvSpPr>
        <p:spPr bwMode="auto">
          <a:xfrm>
            <a:off x="3680282" y="4360125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83" name="TextBox 3"/>
          <p:cNvSpPr txBox="1"/>
          <p:nvPr/>
        </p:nvSpPr>
        <p:spPr>
          <a:xfrm>
            <a:off x="3629482" y="433132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847.8470530.1.412125.000000.847001.100178</a:t>
            </a:r>
            <a:endParaRPr lang="en-US" dirty="0"/>
          </a:p>
        </p:txBody>
      </p:sp>
      <p:sp>
        <p:nvSpPr>
          <p:cNvPr id="8784" name="Rectangle 4"/>
          <p:cNvSpPr>
            <a:spLocks noChangeArrowheads="1"/>
          </p:cNvSpPr>
          <p:nvPr/>
        </p:nvSpPr>
        <p:spPr bwMode="auto">
          <a:xfrm>
            <a:off x="5918962" y="436012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85" name="TextBox 3"/>
          <p:cNvSpPr txBox="1"/>
          <p:nvPr/>
        </p:nvSpPr>
        <p:spPr>
          <a:xfrm>
            <a:off x="5987491" y="433132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1,139,539</a:t>
            </a:r>
            <a:endParaRPr lang="en-US" dirty="0"/>
          </a:p>
        </p:txBody>
      </p:sp>
      <p:sp>
        <p:nvSpPr>
          <p:cNvPr id="8786" name="Rectangle 4"/>
          <p:cNvSpPr>
            <a:spLocks noChangeArrowheads="1"/>
          </p:cNvSpPr>
          <p:nvPr/>
        </p:nvSpPr>
        <p:spPr bwMode="auto">
          <a:xfrm>
            <a:off x="6566408" y="436012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87" name="TextBox 3"/>
          <p:cNvSpPr txBox="1"/>
          <p:nvPr/>
        </p:nvSpPr>
        <p:spPr>
          <a:xfrm>
            <a:off x="6634937" y="433132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1,223,439</a:t>
            </a:r>
            <a:endParaRPr lang="en-US" dirty="0"/>
          </a:p>
        </p:txBody>
      </p:sp>
      <p:sp>
        <p:nvSpPr>
          <p:cNvPr id="8788" name="Rectangle 4"/>
          <p:cNvSpPr>
            <a:spLocks noChangeArrowheads="1"/>
          </p:cNvSpPr>
          <p:nvPr/>
        </p:nvSpPr>
        <p:spPr bwMode="auto">
          <a:xfrm>
            <a:off x="7213854" y="436012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89" name="TextBox 3"/>
          <p:cNvSpPr txBox="1"/>
          <p:nvPr/>
        </p:nvSpPr>
        <p:spPr>
          <a:xfrm>
            <a:off x="7282383" y="433132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1,223,424</a:t>
            </a:r>
            <a:endParaRPr lang="en-US" dirty="0"/>
          </a:p>
        </p:txBody>
      </p:sp>
      <p:sp>
        <p:nvSpPr>
          <p:cNvPr id="8790" name="Rectangle 4"/>
          <p:cNvSpPr>
            <a:spLocks noChangeArrowheads="1"/>
          </p:cNvSpPr>
          <p:nvPr/>
        </p:nvSpPr>
        <p:spPr bwMode="auto">
          <a:xfrm>
            <a:off x="7861300" y="4360125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91" name="Rectangle 4"/>
          <p:cNvSpPr>
            <a:spLocks noChangeArrowheads="1"/>
          </p:cNvSpPr>
          <p:nvPr/>
        </p:nvSpPr>
        <p:spPr bwMode="auto">
          <a:xfrm>
            <a:off x="8094497" y="4360125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92" name="Rectangle 4"/>
          <p:cNvSpPr>
            <a:spLocks noChangeArrowheads="1"/>
          </p:cNvSpPr>
          <p:nvPr/>
        </p:nvSpPr>
        <p:spPr bwMode="auto">
          <a:xfrm>
            <a:off x="8333384" y="4360125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93" name="TextBox 3"/>
          <p:cNvSpPr txBox="1"/>
          <p:nvPr/>
        </p:nvSpPr>
        <p:spPr>
          <a:xfrm>
            <a:off x="8594496" y="4331322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15</a:t>
            </a:r>
            <a:endParaRPr lang="en-US" dirty="0"/>
          </a:p>
        </p:txBody>
      </p:sp>
      <p:sp>
        <p:nvSpPr>
          <p:cNvPr id="8794" name="Rectangle 4"/>
          <p:cNvSpPr>
            <a:spLocks noChangeArrowheads="1"/>
          </p:cNvSpPr>
          <p:nvPr/>
        </p:nvSpPr>
        <p:spPr bwMode="auto">
          <a:xfrm>
            <a:off x="878255" y="4755337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95" name="TextBox 3"/>
          <p:cNvSpPr txBox="1"/>
          <p:nvPr/>
        </p:nvSpPr>
        <p:spPr>
          <a:xfrm>
            <a:off x="827455" y="472653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8470530</a:t>
            </a:r>
            <a:endParaRPr lang="en-US" dirty="0"/>
          </a:p>
        </p:txBody>
      </p:sp>
      <p:sp>
        <p:nvSpPr>
          <p:cNvPr id="8796" name="Rectangle 4"/>
          <p:cNvSpPr>
            <a:spLocks noChangeArrowheads="1"/>
          </p:cNvSpPr>
          <p:nvPr/>
        </p:nvSpPr>
        <p:spPr bwMode="auto">
          <a:xfrm>
            <a:off x="1365758" y="4755337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797" name="TextBox 3"/>
          <p:cNvSpPr txBox="1"/>
          <p:nvPr/>
        </p:nvSpPr>
        <p:spPr>
          <a:xfrm>
            <a:off x="1314958" y="472653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8798" name="TextBox 3"/>
          <p:cNvSpPr txBox="1"/>
          <p:nvPr/>
        </p:nvSpPr>
        <p:spPr>
          <a:xfrm>
            <a:off x="1314958" y="4843983"/>
            <a:ext cx="6011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Facilities </a:t>
            </a:r>
            <a:endParaRPr lang="en-US" dirty="0"/>
          </a:p>
        </p:txBody>
      </p:sp>
      <p:sp>
        <p:nvSpPr>
          <p:cNvPr id="8799" name="TextBox 3"/>
          <p:cNvSpPr txBox="1"/>
          <p:nvPr/>
        </p:nvSpPr>
        <p:spPr>
          <a:xfrm>
            <a:off x="1314958" y="4961433"/>
            <a:ext cx="770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Management</a:t>
            </a:r>
            <a:endParaRPr lang="en-US" dirty="0"/>
          </a:p>
        </p:txBody>
      </p:sp>
      <p:sp>
        <p:nvSpPr>
          <p:cNvPr id="8800" name="Rectangle 4"/>
          <p:cNvSpPr>
            <a:spLocks noChangeArrowheads="1"/>
          </p:cNvSpPr>
          <p:nvPr/>
        </p:nvSpPr>
        <p:spPr bwMode="auto">
          <a:xfrm>
            <a:off x="2163546" y="4755337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01" name="TextBox 3"/>
          <p:cNvSpPr txBox="1"/>
          <p:nvPr/>
        </p:nvSpPr>
        <p:spPr>
          <a:xfrm>
            <a:off x="2112746" y="472653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8802" name="Rectangle 4"/>
          <p:cNvSpPr>
            <a:spLocks noChangeArrowheads="1"/>
          </p:cNvSpPr>
          <p:nvPr/>
        </p:nvSpPr>
        <p:spPr bwMode="auto">
          <a:xfrm>
            <a:off x="2622702" y="4755337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03" name="TextBox 3"/>
          <p:cNvSpPr txBox="1"/>
          <p:nvPr/>
        </p:nvSpPr>
        <p:spPr>
          <a:xfrm>
            <a:off x="2571902" y="4726533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8804" name="Rectangle 4"/>
          <p:cNvSpPr>
            <a:spLocks noChangeArrowheads="1"/>
          </p:cNvSpPr>
          <p:nvPr/>
        </p:nvSpPr>
        <p:spPr bwMode="auto">
          <a:xfrm>
            <a:off x="3680282" y="4755337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05" name="TextBox 3"/>
          <p:cNvSpPr txBox="1"/>
          <p:nvPr/>
        </p:nvSpPr>
        <p:spPr>
          <a:xfrm>
            <a:off x="3629482" y="472653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847.8470530.1.412523.000000.847001.100178</a:t>
            </a:r>
            <a:endParaRPr lang="en-US" dirty="0"/>
          </a:p>
        </p:txBody>
      </p:sp>
      <p:sp>
        <p:nvSpPr>
          <p:cNvPr id="8806" name="Rectangle 4"/>
          <p:cNvSpPr>
            <a:spLocks noChangeArrowheads="1"/>
          </p:cNvSpPr>
          <p:nvPr/>
        </p:nvSpPr>
        <p:spPr bwMode="auto">
          <a:xfrm>
            <a:off x="5918962" y="475533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07" name="TextBox 3"/>
          <p:cNvSpPr txBox="1"/>
          <p:nvPr/>
        </p:nvSpPr>
        <p:spPr>
          <a:xfrm>
            <a:off x="6128715" y="472653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21,600</a:t>
            </a:r>
            <a:endParaRPr lang="en-US" dirty="0"/>
          </a:p>
        </p:txBody>
      </p:sp>
      <p:sp>
        <p:nvSpPr>
          <p:cNvPr id="8808" name="Rectangle 4"/>
          <p:cNvSpPr>
            <a:spLocks noChangeArrowheads="1"/>
          </p:cNvSpPr>
          <p:nvPr/>
        </p:nvSpPr>
        <p:spPr bwMode="auto">
          <a:xfrm>
            <a:off x="6566408" y="475533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09" name="TextBox 3"/>
          <p:cNvSpPr txBox="1"/>
          <p:nvPr/>
        </p:nvSpPr>
        <p:spPr>
          <a:xfrm>
            <a:off x="6776161" y="472653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29,580</a:t>
            </a:r>
            <a:endParaRPr lang="en-US" dirty="0"/>
          </a:p>
        </p:txBody>
      </p:sp>
      <p:sp>
        <p:nvSpPr>
          <p:cNvPr id="8810" name="Rectangle 4"/>
          <p:cNvSpPr>
            <a:spLocks noChangeArrowheads="1"/>
          </p:cNvSpPr>
          <p:nvPr/>
        </p:nvSpPr>
        <p:spPr bwMode="auto">
          <a:xfrm>
            <a:off x="7213854" y="475533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11" name="TextBox 3"/>
          <p:cNvSpPr txBox="1"/>
          <p:nvPr/>
        </p:nvSpPr>
        <p:spPr>
          <a:xfrm>
            <a:off x="7423607" y="472653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29,580</a:t>
            </a:r>
            <a:endParaRPr lang="en-US" dirty="0"/>
          </a:p>
        </p:txBody>
      </p:sp>
      <p:sp>
        <p:nvSpPr>
          <p:cNvPr id="8812" name="Rectangle 4"/>
          <p:cNvSpPr>
            <a:spLocks noChangeArrowheads="1"/>
          </p:cNvSpPr>
          <p:nvPr/>
        </p:nvSpPr>
        <p:spPr bwMode="auto">
          <a:xfrm>
            <a:off x="7861300" y="4755337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13" name="Rectangle 4"/>
          <p:cNvSpPr>
            <a:spLocks noChangeArrowheads="1"/>
          </p:cNvSpPr>
          <p:nvPr/>
        </p:nvSpPr>
        <p:spPr bwMode="auto">
          <a:xfrm>
            <a:off x="8094497" y="4755337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14" name="Rectangle 4"/>
          <p:cNvSpPr>
            <a:spLocks noChangeArrowheads="1"/>
          </p:cNvSpPr>
          <p:nvPr/>
        </p:nvSpPr>
        <p:spPr bwMode="auto">
          <a:xfrm>
            <a:off x="8333384" y="4755337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15" name="TextBox 3"/>
          <p:cNvSpPr txBox="1"/>
          <p:nvPr/>
        </p:nvSpPr>
        <p:spPr>
          <a:xfrm>
            <a:off x="8650986" y="472653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8816" name="Rectangle 4"/>
          <p:cNvSpPr>
            <a:spLocks noChangeArrowheads="1"/>
          </p:cNvSpPr>
          <p:nvPr/>
        </p:nvSpPr>
        <p:spPr bwMode="auto">
          <a:xfrm>
            <a:off x="878255" y="5150548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17" name="TextBox 3"/>
          <p:cNvSpPr txBox="1"/>
          <p:nvPr/>
        </p:nvSpPr>
        <p:spPr>
          <a:xfrm>
            <a:off x="827455" y="512174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8470530</a:t>
            </a:r>
            <a:endParaRPr lang="en-US" dirty="0"/>
          </a:p>
        </p:txBody>
      </p:sp>
      <p:sp>
        <p:nvSpPr>
          <p:cNvPr id="8818" name="Rectangle 4"/>
          <p:cNvSpPr>
            <a:spLocks noChangeArrowheads="1"/>
          </p:cNvSpPr>
          <p:nvPr/>
        </p:nvSpPr>
        <p:spPr bwMode="auto">
          <a:xfrm>
            <a:off x="1365758" y="5150548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19" name="TextBox 3"/>
          <p:cNvSpPr txBox="1"/>
          <p:nvPr/>
        </p:nvSpPr>
        <p:spPr>
          <a:xfrm>
            <a:off x="1314958" y="512174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8820" name="TextBox 3"/>
          <p:cNvSpPr txBox="1"/>
          <p:nvPr/>
        </p:nvSpPr>
        <p:spPr>
          <a:xfrm>
            <a:off x="1314958" y="5239194"/>
            <a:ext cx="6011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Facilities </a:t>
            </a:r>
            <a:endParaRPr lang="en-US" dirty="0"/>
          </a:p>
        </p:txBody>
      </p:sp>
      <p:sp>
        <p:nvSpPr>
          <p:cNvPr id="8821" name="TextBox 3"/>
          <p:cNvSpPr txBox="1"/>
          <p:nvPr/>
        </p:nvSpPr>
        <p:spPr>
          <a:xfrm>
            <a:off x="1314958" y="5356644"/>
            <a:ext cx="770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Management</a:t>
            </a:r>
            <a:endParaRPr lang="en-US" dirty="0"/>
          </a:p>
        </p:txBody>
      </p:sp>
      <p:sp>
        <p:nvSpPr>
          <p:cNvPr id="8822" name="Rectangle 4"/>
          <p:cNvSpPr>
            <a:spLocks noChangeArrowheads="1"/>
          </p:cNvSpPr>
          <p:nvPr/>
        </p:nvSpPr>
        <p:spPr bwMode="auto">
          <a:xfrm>
            <a:off x="2163546" y="5150548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23" name="TextBox 3"/>
          <p:cNvSpPr txBox="1"/>
          <p:nvPr/>
        </p:nvSpPr>
        <p:spPr>
          <a:xfrm>
            <a:off x="2112746" y="512174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8824" name="Rectangle 4"/>
          <p:cNvSpPr>
            <a:spLocks noChangeArrowheads="1"/>
          </p:cNvSpPr>
          <p:nvPr/>
        </p:nvSpPr>
        <p:spPr bwMode="auto">
          <a:xfrm>
            <a:off x="2622702" y="5150548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25" name="TextBox 3"/>
          <p:cNvSpPr txBox="1"/>
          <p:nvPr/>
        </p:nvSpPr>
        <p:spPr>
          <a:xfrm>
            <a:off x="2571902" y="5121745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8826" name="TextBox 3"/>
          <p:cNvSpPr txBox="1"/>
          <p:nvPr/>
        </p:nvSpPr>
        <p:spPr>
          <a:xfrm>
            <a:off x="2571902" y="5239194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8827" name="Rectangle 4"/>
          <p:cNvSpPr>
            <a:spLocks noChangeArrowheads="1"/>
          </p:cNvSpPr>
          <p:nvPr/>
        </p:nvSpPr>
        <p:spPr bwMode="auto">
          <a:xfrm>
            <a:off x="3680282" y="5150548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28" name="TextBox 3"/>
          <p:cNvSpPr txBox="1"/>
          <p:nvPr/>
        </p:nvSpPr>
        <p:spPr>
          <a:xfrm>
            <a:off x="3629482" y="512174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847.8470530.1.412534.000000.847001.100178</a:t>
            </a:r>
            <a:endParaRPr lang="en-US" dirty="0"/>
          </a:p>
        </p:txBody>
      </p:sp>
      <p:sp>
        <p:nvSpPr>
          <p:cNvPr id="8829" name="Rectangle 4"/>
          <p:cNvSpPr>
            <a:spLocks noChangeArrowheads="1"/>
          </p:cNvSpPr>
          <p:nvPr/>
        </p:nvSpPr>
        <p:spPr bwMode="auto">
          <a:xfrm>
            <a:off x="5918962" y="515054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30" name="TextBox 3"/>
          <p:cNvSpPr txBox="1"/>
          <p:nvPr/>
        </p:nvSpPr>
        <p:spPr>
          <a:xfrm>
            <a:off x="6072225" y="512174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164,125</a:t>
            </a:r>
            <a:endParaRPr lang="en-US" dirty="0"/>
          </a:p>
        </p:txBody>
      </p:sp>
      <p:sp>
        <p:nvSpPr>
          <p:cNvPr id="8831" name="Rectangle 4"/>
          <p:cNvSpPr>
            <a:spLocks noChangeArrowheads="1"/>
          </p:cNvSpPr>
          <p:nvPr/>
        </p:nvSpPr>
        <p:spPr bwMode="auto">
          <a:xfrm>
            <a:off x="6566408" y="515054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32" name="TextBox 3"/>
          <p:cNvSpPr txBox="1"/>
          <p:nvPr/>
        </p:nvSpPr>
        <p:spPr>
          <a:xfrm>
            <a:off x="6719671" y="512174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209,995</a:t>
            </a:r>
            <a:endParaRPr lang="en-US" dirty="0"/>
          </a:p>
        </p:txBody>
      </p:sp>
      <p:sp>
        <p:nvSpPr>
          <p:cNvPr id="8833" name="Rectangle 4"/>
          <p:cNvSpPr>
            <a:spLocks noChangeArrowheads="1"/>
          </p:cNvSpPr>
          <p:nvPr/>
        </p:nvSpPr>
        <p:spPr bwMode="auto">
          <a:xfrm>
            <a:off x="7213854" y="515054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34" name="TextBox 3"/>
          <p:cNvSpPr txBox="1"/>
          <p:nvPr/>
        </p:nvSpPr>
        <p:spPr>
          <a:xfrm>
            <a:off x="7367118" y="512174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209,988</a:t>
            </a:r>
            <a:endParaRPr lang="en-US" dirty="0"/>
          </a:p>
        </p:txBody>
      </p:sp>
      <p:sp>
        <p:nvSpPr>
          <p:cNvPr id="8835" name="Rectangle 4"/>
          <p:cNvSpPr>
            <a:spLocks noChangeArrowheads="1"/>
          </p:cNvSpPr>
          <p:nvPr/>
        </p:nvSpPr>
        <p:spPr bwMode="auto">
          <a:xfrm>
            <a:off x="7861300" y="5150548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36" name="Rectangle 4"/>
          <p:cNvSpPr>
            <a:spLocks noChangeArrowheads="1"/>
          </p:cNvSpPr>
          <p:nvPr/>
        </p:nvSpPr>
        <p:spPr bwMode="auto">
          <a:xfrm>
            <a:off x="8094497" y="5150548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37" name="Rectangle 4"/>
          <p:cNvSpPr>
            <a:spLocks noChangeArrowheads="1"/>
          </p:cNvSpPr>
          <p:nvPr/>
        </p:nvSpPr>
        <p:spPr bwMode="auto">
          <a:xfrm>
            <a:off x="8333384" y="5150548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38" name="TextBox 3"/>
          <p:cNvSpPr txBox="1"/>
          <p:nvPr/>
        </p:nvSpPr>
        <p:spPr>
          <a:xfrm>
            <a:off x="8650986" y="512174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</a:t>
            </a:r>
            <a:endParaRPr lang="en-US" dirty="0"/>
          </a:p>
        </p:txBody>
      </p:sp>
      <p:sp>
        <p:nvSpPr>
          <p:cNvPr id="8839" name="Rectangle 4"/>
          <p:cNvSpPr>
            <a:spLocks noChangeArrowheads="1"/>
          </p:cNvSpPr>
          <p:nvPr/>
        </p:nvSpPr>
        <p:spPr bwMode="auto">
          <a:xfrm>
            <a:off x="878255" y="554575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40" name="TextBox 3"/>
          <p:cNvSpPr txBox="1"/>
          <p:nvPr/>
        </p:nvSpPr>
        <p:spPr>
          <a:xfrm>
            <a:off x="827455" y="551695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8470530</a:t>
            </a:r>
            <a:endParaRPr lang="en-US" dirty="0"/>
          </a:p>
        </p:txBody>
      </p:sp>
      <p:sp>
        <p:nvSpPr>
          <p:cNvPr id="8841" name="Rectangle 4"/>
          <p:cNvSpPr>
            <a:spLocks noChangeArrowheads="1"/>
          </p:cNvSpPr>
          <p:nvPr/>
        </p:nvSpPr>
        <p:spPr bwMode="auto">
          <a:xfrm>
            <a:off x="1365758" y="554575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42" name="TextBox 3"/>
          <p:cNvSpPr txBox="1"/>
          <p:nvPr/>
        </p:nvSpPr>
        <p:spPr>
          <a:xfrm>
            <a:off x="1314958" y="5516956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8843" name="TextBox 3"/>
          <p:cNvSpPr txBox="1"/>
          <p:nvPr/>
        </p:nvSpPr>
        <p:spPr>
          <a:xfrm>
            <a:off x="1314958" y="5634405"/>
            <a:ext cx="6011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Facilities </a:t>
            </a:r>
            <a:endParaRPr lang="en-US" dirty="0"/>
          </a:p>
        </p:txBody>
      </p:sp>
      <p:sp>
        <p:nvSpPr>
          <p:cNvPr id="8844" name="TextBox 3"/>
          <p:cNvSpPr txBox="1"/>
          <p:nvPr/>
        </p:nvSpPr>
        <p:spPr>
          <a:xfrm>
            <a:off x="1314958" y="5751855"/>
            <a:ext cx="770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Management</a:t>
            </a:r>
            <a:endParaRPr lang="en-US" dirty="0"/>
          </a:p>
        </p:txBody>
      </p:sp>
      <p:sp>
        <p:nvSpPr>
          <p:cNvPr id="8845" name="Rectangle 4"/>
          <p:cNvSpPr>
            <a:spLocks noChangeArrowheads="1"/>
          </p:cNvSpPr>
          <p:nvPr/>
        </p:nvSpPr>
        <p:spPr bwMode="auto">
          <a:xfrm>
            <a:off x="2163546" y="554575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46" name="TextBox 3"/>
          <p:cNvSpPr txBox="1"/>
          <p:nvPr/>
        </p:nvSpPr>
        <p:spPr>
          <a:xfrm>
            <a:off x="2112746" y="551695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8847" name="Rectangle 4"/>
          <p:cNvSpPr>
            <a:spLocks noChangeArrowheads="1"/>
          </p:cNvSpPr>
          <p:nvPr/>
        </p:nvSpPr>
        <p:spPr bwMode="auto">
          <a:xfrm>
            <a:off x="2622702" y="554575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48" name="TextBox 3"/>
          <p:cNvSpPr txBox="1"/>
          <p:nvPr/>
        </p:nvSpPr>
        <p:spPr>
          <a:xfrm>
            <a:off x="2571902" y="5516956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8849" name="Rectangle 4"/>
          <p:cNvSpPr>
            <a:spLocks noChangeArrowheads="1"/>
          </p:cNvSpPr>
          <p:nvPr/>
        </p:nvSpPr>
        <p:spPr bwMode="auto">
          <a:xfrm>
            <a:off x="3680282" y="554575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50" name="TextBox 3"/>
          <p:cNvSpPr txBox="1"/>
          <p:nvPr/>
        </p:nvSpPr>
        <p:spPr>
          <a:xfrm>
            <a:off x="3629482" y="551695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847.8470530.1.412546.000000.847001.100178</a:t>
            </a:r>
            <a:endParaRPr lang="en-US" dirty="0"/>
          </a:p>
        </p:txBody>
      </p:sp>
      <p:sp>
        <p:nvSpPr>
          <p:cNvPr id="8851" name="Rectangle 4"/>
          <p:cNvSpPr>
            <a:spLocks noChangeArrowheads="1"/>
          </p:cNvSpPr>
          <p:nvPr/>
        </p:nvSpPr>
        <p:spPr bwMode="auto">
          <a:xfrm>
            <a:off x="5918962" y="554575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52" name="TextBox 3"/>
          <p:cNvSpPr txBox="1"/>
          <p:nvPr/>
        </p:nvSpPr>
        <p:spPr>
          <a:xfrm>
            <a:off x="6128715" y="551695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13,607</a:t>
            </a:r>
            <a:endParaRPr lang="en-US" dirty="0"/>
          </a:p>
        </p:txBody>
      </p:sp>
      <p:sp>
        <p:nvSpPr>
          <p:cNvPr id="8853" name="Rectangle 4"/>
          <p:cNvSpPr>
            <a:spLocks noChangeArrowheads="1"/>
          </p:cNvSpPr>
          <p:nvPr/>
        </p:nvSpPr>
        <p:spPr bwMode="auto">
          <a:xfrm>
            <a:off x="6566408" y="554575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54" name="TextBox 3"/>
          <p:cNvSpPr txBox="1"/>
          <p:nvPr/>
        </p:nvSpPr>
        <p:spPr>
          <a:xfrm>
            <a:off x="6776161" y="551695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14,227</a:t>
            </a:r>
            <a:endParaRPr lang="en-US" dirty="0"/>
          </a:p>
        </p:txBody>
      </p:sp>
      <p:sp>
        <p:nvSpPr>
          <p:cNvPr id="8855" name="Rectangle 4"/>
          <p:cNvSpPr>
            <a:spLocks noChangeArrowheads="1"/>
          </p:cNvSpPr>
          <p:nvPr/>
        </p:nvSpPr>
        <p:spPr bwMode="auto">
          <a:xfrm>
            <a:off x="7213854" y="554575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56" name="TextBox 3"/>
          <p:cNvSpPr txBox="1"/>
          <p:nvPr/>
        </p:nvSpPr>
        <p:spPr>
          <a:xfrm>
            <a:off x="7423607" y="551695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14,226</a:t>
            </a:r>
            <a:endParaRPr lang="en-US" dirty="0"/>
          </a:p>
        </p:txBody>
      </p:sp>
      <p:sp>
        <p:nvSpPr>
          <p:cNvPr id="8857" name="Rectangle 4"/>
          <p:cNvSpPr>
            <a:spLocks noChangeArrowheads="1"/>
          </p:cNvSpPr>
          <p:nvPr/>
        </p:nvSpPr>
        <p:spPr bwMode="auto">
          <a:xfrm>
            <a:off x="7861300" y="554575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58" name="Rectangle 4"/>
          <p:cNvSpPr>
            <a:spLocks noChangeArrowheads="1"/>
          </p:cNvSpPr>
          <p:nvPr/>
        </p:nvSpPr>
        <p:spPr bwMode="auto">
          <a:xfrm>
            <a:off x="8094497" y="554575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59" name="Rectangle 4"/>
          <p:cNvSpPr>
            <a:spLocks noChangeArrowheads="1"/>
          </p:cNvSpPr>
          <p:nvPr/>
        </p:nvSpPr>
        <p:spPr bwMode="auto">
          <a:xfrm>
            <a:off x="8333384" y="554575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60" name="TextBox 3"/>
          <p:cNvSpPr txBox="1"/>
          <p:nvPr/>
        </p:nvSpPr>
        <p:spPr>
          <a:xfrm>
            <a:off x="8650986" y="551695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8861" name="Rectangle 4"/>
          <p:cNvSpPr>
            <a:spLocks noChangeArrowheads="1"/>
          </p:cNvSpPr>
          <p:nvPr/>
        </p:nvSpPr>
        <p:spPr bwMode="auto">
          <a:xfrm>
            <a:off x="878255" y="5940971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62" name="TextBox 3"/>
          <p:cNvSpPr txBox="1"/>
          <p:nvPr/>
        </p:nvSpPr>
        <p:spPr>
          <a:xfrm>
            <a:off x="827455" y="591216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8470530</a:t>
            </a:r>
            <a:endParaRPr lang="en-US" dirty="0"/>
          </a:p>
        </p:txBody>
      </p:sp>
      <p:sp>
        <p:nvSpPr>
          <p:cNvPr id="8863" name="Rectangle 4"/>
          <p:cNvSpPr>
            <a:spLocks noChangeArrowheads="1"/>
          </p:cNvSpPr>
          <p:nvPr/>
        </p:nvSpPr>
        <p:spPr bwMode="auto">
          <a:xfrm>
            <a:off x="1365758" y="5940971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64" name="TextBox 3"/>
          <p:cNvSpPr txBox="1"/>
          <p:nvPr/>
        </p:nvSpPr>
        <p:spPr>
          <a:xfrm>
            <a:off x="1314958" y="5912167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8865" name="TextBox 3"/>
          <p:cNvSpPr txBox="1"/>
          <p:nvPr/>
        </p:nvSpPr>
        <p:spPr>
          <a:xfrm>
            <a:off x="1314958" y="6029616"/>
            <a:ext cx="6011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Facilities </a:t>
            </a:r>
            <a:endParaRPr lang="en-US" dirty="0"/>
          </a:p>
        </p:txBody>
      </p:sp>
      <p:sp>
        <p:nvSpPr>
          <p:cNvPr id="8866" name="TextBox 3"/>
          <p:cNvSpPr txBox="1"/>
          <p:nvPr/>
        </p:nvSpPr>
        <p:spPr>
          <a:xfrm>
            <a:off x="1314958" y="6147066"/>
            <a:ext cx="770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Management</a:t>
            </a:r>
            <a:endParaRPr lang="en-US" dirty="0"/>
          </a:p>
        </p:txBody>
      </p:sp>
      <p:sp>
        <p:nvSpPr>
          <p:cNvPr id="8867" name="Rectangle 4"/>
          <p:cNvSpPr>
            <a:spLocks noChangeArrowheads="1"/>
          </p:cNvSpPr>
          <p:nvPr/>
        </p:nvSpPr>
        <p:spPr bwMode="auto">
          <a:xfrm>
            <a:off x="2163546" y="5940971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68" name="TextBox 3"/>
          <p:cNvSpPr txBox="1"/>
          <p:nvPr/>
        </p:nvSpPr>
        <p:spPr>
          <a:xfrm>
            <a:off x="2112746" y="591216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8869" name="Rectangle 4"/>
          <p:cNvSpPr>
            <a:spLocks noChangeArrowheads="1"/>
          </p:cNvSpPr>
          <p:nvPr/>
        </p:nvSpPr>
        <p:spPr bwMode="auto">
          <a:xfrm>
            <a:off x="2622702" y="5940971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70" name="TextBox 3"/>
          <p:cNvSpPr txBox="1"/>
          <p:nvPr/>
        </p:nvSpPr>
        <p:spPr>
          <a:xfrm>
            <a:off x="2571902" y="5912167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8871" name="TextBox 3"/>
          <p:cNvSpPr txBox="1"/>
          <p:nvPr/>
        </p:nvSpPr>
        <p:spPr>
          <a:xfrm>
            <a:off x="2571902" y="6029616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8872" name="Rectangle 4"/>
          <p:cNvSpPr>
            <a:spLocks noChangeArrowheads="1"/>
          </p:cNvSpPr>
          <p:nvPr/>
        </p:nvSpPr>
        <p:spPr bwMode="auto">
          <a:xfrm>
            <a:off x="3680282" y="5940971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73" name="TextBox 3"/>
          <p:cNvSpPr txBox="1"/>
          <p:nvPr/>
        </p:nvSpPr>
        <p:spPr>
          <a:xfrm>
            <a:off x="3629482" y="591216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847.8470530.1.415110.000000.847001.100178</a:t>
            </a:r>
            <a:endParaRPr lang="en-US" dirty="0"/>
          </a:p>
        </p:txBody>
      </p:sp>
      <p:sp>
        <p:nvSpPr>
          <p:cNvPr id="8874" name="Rectangle 4"/>
          <p:cNvSpPr>
            <a:spLocks noChangeArrowheads="1"/>
          </p:cNvSpPr>
          <p:nvPr/>
        </p:nvSpPr>
        <p:spPr bwMode="auto">
          <a:xfrm>
            <a:off x="5918962" y="594097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75" name="TextBox 3"/>
          <p:cNvSpPr txBox="1"/>
          <p:nvPr/>
        </p:nvSpPr>
        <p:spPr>
          <a:xfrm>
            <a:off x="6128715" y="591216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66,927</a:t>
            </a:r>
            <a:endParaRPr lang="en-US" dirty="0"/>
          </a:p>
        </p:txBody>
      </p:sp>
      <p:sp>
        <p:nvSpPr>
          <p:cNvPr id="8876" name="Rectangle 4"/>
          <p:cNvSpPr>
            <a:spLocks noChangeArrowheads="1"/>
          </p:cNvSpPr>
          <p:nvPr/>
        </p:nvSpPr>
        <p:spPr bwMode="auto">
          <a:xfrm>
            <a:off x="6566408" y="594097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77" name="TextBox 3"/>
          <p:cNvSpPr txBox="1"/>
          <p:nvPr/>
        </p:nvSpPr>
        <p:spPr>
          <a:xfrm>
            <a:off x="6776161" y="591216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71,017</a:t>
            </a:r>
            <a:endParaRPr lang="en-US" dirty="0"/>
          </a:p>
        </p:txBody>
      </p:sp>
      <p:sp>
        <p:nvSpPr>
          <p:cNvPr id="8878" name="Rectangle 4"/>
          <p:cNvSpPr>
            <a:spLocks noChangeArrowheads="1"/>
          </p:cNvSpPr>
          <p:nvPr/>
        </p:nvSpPr>
        <p:spPr bwMode="auto">
          <a:xfrm>
            <a:off x="7213854" y="594097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79" name="TextBox 3"/>
          <p:cNvSpPr txBox="1"/>
          <p:nvPr/>
        </p:nvSpPr>
        <p:spPr>
          <a:xfrm>
            <a:off x="7423607" y="591216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71,007</a:t>
            </a:r>
            <a:endParaRPr lang="en-US" dirty="0"/>
          </a:p>
        </p:txBody>
      </p:sp>
      <p:sp>
        <p:nvSpPr>
          <p:cNvPr id="8880" name="Rectangle 4"/>
          <p:cNvSpPr>
            <a:spLocks noChangeArrowheads="1"/>
          </p:cNvSpPr>
          <p:nvPr/>
        </p:nvSpPr>
        <p:spPr bwMode="auto">
          <a:xfrm>
            <a:off x="7861300" y="5940971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81" name="Rectangle 4"/>
          <p:cNvSpPr>
            <a:spLocks noChangeArrowheads="1"/>
          </p:cNvSpPr>
          <p:nvPr/>
        </p:nvSpPr>
        <p:spPr bwMode="auto">
          <a:xfrm>
            <a:off x="8094497" y="5940971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82" name="Rectangle 4"/>
          <p:cNvSpPr>
            <a:spLocks noChangeArrowheads="1"/>
          </p:cNvSpPr>
          <p:nvPr/>
        </p:nvSpPr>
        <p:spPr bwMode="auto">
          <a:xfrm>
            <a:off x="8333384" y="5940971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83" name="TextBox 3"/>
          <p:cNvSpPr txBox="1"/>
          <p:nvPr/>
        </p:nvSpPr>
        <p:spPr>
          <a:xfrm>
            <a:off x="8594496" y="5912167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</a:t>
            </a:r>
            <a:endParaRPr lang="en-US" dirty="0"/>
          </a:p>
        </p:txBody>
      </p:sp>
      <p:sp>
        <p:nvSpPr>
          <p:cNvPr id="8884" name="Rectangle 4"/>
          <p:cNvSpPr>
            <a:spLocks noChangeArrowheads="1"/>
          </p:cNvSpPr>
          <p:nvPr/>
        </p:nvSpPr>
        <p:spPr bwMode="auto">
          <a:xfrm>
            <a:off x="878255" y="6336182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85" name="TextBox 3"/>
          <p:cNvSpPr txBox="1"/>
          <p:nvPr/>
        </p:nvSpPr>
        <p:spPr>
          <a:xfrm>
            <a:off x="827455" y="630737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8470530</a:t>
            </a:r>
            <a:endParaRPr lang="en-US" dirty="0"/>
          </a:p>
        </p:txBody>
      </p:sp>
      <p:sp>
        <p:nvSpPr>
          <p:cNvPr id="8886" name="Rectangle 4"/>
          <p:cNvSpPr>
            <a:spLocks noChangeArrowheads="1"/>
          </p:cNvSpPr>
          <p:nvPr/>
        </p:nvSpPr>
        <p:spPr bwMode="auto">
          <a:xfrm>
            <a:off x="1365758" y="6336182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87" name="TextBox 3"/>
          <p:cNvSpPr txBox="1"/>
          <p:nvPr/>
        </p:nvSpPr>
        <p:spPr>
          <a:xfrm>
            <a:off x="1314958" y="6307378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8888" name="TextBox 3"/>
          <p:cNvSpPr txBox="1"/>
          <p:nvPr/>
        </p:nvSpPr>
        <p:spPr>
          <a:xfrm>
            <a:off x="1314958" y="6424828"/>
            <a:ext cx="6011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Facilities </a:t>
            </a:r>
            <a:endParaRPr lang="en-US" dirty="0"/>
          </a:p>
        </p:txBody>
      </p:sp>
      <p:sp>
        <p:nvSpPr>
          <p:cNvPr id="8889" name="TextBox 3"/>
          <p:cNvSpPr txBox="1"/>
          <p:nvPr/>
        </p:nvSpPr>
        <p:spPr>
          <a:xfrm>
            <a:off x="1314958" y="6542278"/>
            <a:ext cx="770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Management</a:t>
            </a:r>
            <a:endParaRPr lang="en-US" dirty="0"/>
          </a:p>
        </p:txBody>
      </p:sp>
      <p:sp>
        <p:nvSpPr>
          <p:cNvPr id="8890" name="Rectangle 4"/>
          <p:cNvSpPr>
            <a:spLocks noChangeArrowheads="1"/>
          </p:cNvSpPr>
          <p:nvPr/>
        </p:nvSpPr>
        <p:spPr bwMode="auto">
          <a:xfrm>
            <a:off x="2163546" y="6336182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91" name="TextBox 3"/>
          <p:cNvSpPr txBox="1"/>
          <p:nvPr/>
        </p:nvSpPr>
        <p:spPr>
          <a:xfrm>
            <a:off x="2112746" y="630737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8892" name="Rectangle 4"/>
          <p:cNvSpPr>
            <a:spLocks noChangeArrowheads="1"/>
          </p:cNvSpPr>
          <p:nvPr/>
        </p:nvSpPr>
        <p:spPr bwMode="auto">
          <a:xfrm>
            <a:off x="2622702" y="6336182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93" name="TextBox 3"/>
          <p:cNvSpPr txBox="1"/>
          <p:nvPr/>
        </p:nvSpPr>
        <p:spPr>
          <a:xfrm>
            <a:off x="2571902" y="6307378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8894" name="TextBox 3"/>
          <p:cNvSpPr txBox="1"/>
          <p:nvPr/>
        </p:nvSpPr>
        <p:spPr>
          <a:xfrm>
            <a:off x="2571902" y="6424828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8895" name="Rectangle 4"/>
          <p:cNvSpPr>
            <a:spLocks noChangeArrowheads="1"/>
          </p:cNvSpPr>
          <p:nvPr/>
        </p:nvSpPr>
        <p:spPr bwMode="auto">
          <a:xfrm>
            <a:off x="3680282" y="6336182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96" name="TextBox 3"/>
          <p:cNvSpPr txBox="1"/>
          <p:nvPr/>
        </p:nvSpPr>
        <p:spPr>
          <a:xfrm>
            <a:off x="3629482" y="630737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847.8470530.1.416110.000000.847001.100178</a:t>
            </a:r>
            <a:endParaRPr lang="en-US" dirty="0"/>
          </a:p>
        </p:txBody>
      </p:sp>
      <p:sp>
        <p:nvSpPr>
          <p:cNvPr id="8897" name="Rectangle 4"/>
          <p:cNvSpPr>
            <a:spLocks noChangeArrowheads="1"/>
          </p:cNvSpPr>
          <p:nvPr/>
        </p:nvSpPr>
        <p:spPr bwMode="auto">
          <a:xfrm>
            <a:off x="5918962" y="633618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898" name="TextBox 3"/>
          <p:cNvSpPr txBox="1"/>
          <p:nvPr/>
        </p:nvSpPr>
        <p:spPr>
          <a:xfrm>
            <a:off x="6382918" y="630737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8899" name="Rectangle 4"/>
          <p:cNvSpPr>
            <a:spLocks noChangeArrowheads="1"/>
          </p:cNvSpPr>
          <p:nvPr/>
        </p:nvSpPr>
        <p:spPr bwMode="auto">
          <a:xfrm>
            <a:off x="6566408" y="633618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900" name="TextBox 3"/>
          <p:cNvSpPr txBox="1"/>
          <p:nvPr/>
        </p:nvSpPr>
        <p:spPr>
          <a:xfrm>
            <a:off x="6776161" y="630737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72,600</a:t>
            </a:r>
            <a:endParaRPr lang="en-US" dirty="0"/>
          </a:p>
        </p:txBody>
      </p:sp>
      <p:sp>
        <p:nvSpPr>
          <p:cNvPr id="8901" name="Rectangle 4"/>
          <p:cNvSpPr>
            <a:spLocks noChangeArrowheads="1"/>
          </p:cNvSpPr>
          <p:nvPr/>
        </p:nvSpPr>
        <p:spPr bwMode="auto">
          <a:xfrm>
            <a:off x="7213854" y="633618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902" name="TextBox 3"/>
          <p:cNvSpPr txBox="1"/>
          <p:nvPr/>
        </p:nvSpPr>
        <p:spPr>
          <a:xfrm>
            <a:off x="7423607" y="630737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72,600</a:t>
            </a:r>
            <a:endParaRPr lang="en-US" dirty="0"/>
          </a:p>
        </p:txBody>
      </p:sp>
      <p:sp>
        <p:nvSpPr>
          <p:cNvPr id="8903" name="Rectangle 4"/>
          <p:cNvSpPr>
            <a:spLocks noChangeArrowheads="1"/>
          </p:cNvSpPr>
          <p:nvPr/>
        </p:nvSpPr>
        <p:spPr bwMode="auto">
          <a:xfrm>
            <a:off x="7861300" y="6336182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904" name="Rectangle 4"/>
          <p:cNvSpPr>
            <a:spLocks noChangeArrowheads="1"/>
          </p:cNvSpPr>
          <p:nvPr/>
        </p:nvSpPr>
        <p:spPr bwMode="auto">
          <a:xfrm>
            <a:off x="8094497" y="6336182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905" name="Rectangle 4"/>
          <p:cNvSpPr>
            <a:spLocks noChangeArrowheads="1"/>
          </p:cNvSpPr>
          <p:nvPr/>
        </p:nvSpPr>
        <p:spPr bwMode="auto">
          <a:xfrm>
            <a:off x="8333384" y="6336182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906" name="TextBox 3"/>
          <p:cNvSpPr txBox="1"/>
          <p:nvPr/>
        </p:nvSpPr>
        <p:spPr>
          <a:xfrm>
            <a:off x="8650986" y="630737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8907" name="Rectangle 4"/>
          <p:cNvSpPr>
            <a:spLocks noChangeArrowheads="1"/>
          </p:cNvSpPr>
          <p:nvPr/>
        </p:nvSpPr>
        <p:spPr bwMode="auto">
          <a:xfrm>
            <a:off x="878255" y="6731394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908" name="TextBox 3"/>
          <p:cNvSpPr txBox="1"/>
          <p:nvPr/>
        </p:nvSpPr>
        <p:spPr>
          <a:xfrm>
            <a:off x="827455" y="670259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8470530</a:t>
            </a:r>
            <a:endParaRPr lang="en-US" dirty="0"/>
          </a:p>
        </p:txBody>
      </p:sp>
      <p:sp>
        <p:nvSpPr>
          <p:cNvPr id="8909" name="Rectangle 4"/>
          <p:cNvSpPr>
            <a:spLocks noChangeArrowheads="1"/>
          </p:cNvSpPr>
          <p:nvPr/>
        </p:nvSpPr>
        <p:spPr bwMode="auto">
          <a:xfrm>
            <a:off x="1365758" y="6731394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910" name="TextBox 3"/>
          <p:cNvSpPr txBox="1"/>
          <p:nvPr/>
        </p:nvSpPr>
        <p:spPr>
          <a:xfrm>
            <a:off x="1314958" y="6702590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8911" name="TextBox 3"/>
          <p:cNvSpPr txBox="1"/>
          <p:nvPr/>
        </p:nvSpPr>
        <p:spPr>
          <a:xfrm>
            <a:off x="1314958" y="6820039"/>
            <a:ext cx="6011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Facilities </a:t>
            </a:r>
            <a:endParaRPr lang="en-US" dirty="0"/>
          </a:p>
        </p:txBody>
      </p:sp>
      <p:sp>
        <p:nvSpPr>
          <p:cNvPr id="8912" name="TextBox 3"/>
          <p:cNvSpPr txBox="1"/>
          <p:nvPr/>
        </p:nvSpPr>
        <p:spPr>
          <a:xfrm>
            <a:off x="1314958" y="6937489"/>
            <a:ext cx="770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Management</a:t>
            </a:r>
            <a:endParaRPr lang="en-US" dirty="0"/>
          </a:p>
        </p:txBody>
      </p:sp>
      <p:sp>
        <p:nvSpPr>
          <p:cNvPr id="8913" name="Rectangle 4"/>
          <p:cNvSpPr>
            <a:spLocks noChangeArrowheads="1"/>
          </p:cNvSpPr>
          <p:nvPr/>
        </p:nvSpPr>
        <p:spPr bwMode="auto">
          <a:xfrm>
            <a:off x="2163546" y="6731394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914" name="TextBox 3"/>
          <p:cNvSpPr txBox="1"/>
          <p:nvPr/>
        </p:nvSpPr>
        <p:spPr>
          <a:xfrm>
            <a:off x="2112746" y="670259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8915" name="Rectangle 4"/>
          <p:cNvSpPr>
            <a:spLocks noChangeArrowheads="1"/>
          </p:cNvSpPr>
          <p:nvPr/>
        </p:nvSpPr>
        <p:spPr bwMode="auto">
          <a:xfrm>
            <a:off x="2622702" y="6731394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916" name="TextBox 3"/>
          <p:cNvSpPr txBox="1"/>
          <p:nvPr/>
        </p:nvSpPr>
        <p:spPr>
          <a:xfrm>
            <a:off x="2571902" y="6702590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8917" name="TextBox 3"/>
          <p:cNvSpPr txBox="1"/>
          <p:nvPr/>
        </p:nvSpPr>
        <p:spPr>
          <a:xfrm>
            <a:off x="2571902" y="6820039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8918" name="Rectangle 4"/>
          <p:cNvSpPr>
            <a:spLocks noChangeArrowheads="1"/>
          </p:cNvSpPr>
          <p:nvPr/>
        </p:nvSpPr>
        <p:spPr bwMode="auto">
          <a:xfrm>
            <a:off x="3680282" y="6731394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919" name="TextBox 3"/>
          <p:cNvSpPr txBox="1"/>
          <p:nvPr/>
        </p:nvSpPr>
        <p:spPr>
          <a:xfrm>
            <a:off x="3629482" y="670259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847.8470530.1.416310.000000.847001.100178</a:t>
            </a:r>
            <a:endParaRPr lang="en-US" dirty="0"/>
          </a:p>
        </p:txBody>
      </p:sp>
      <p:sp>
        <p:nvSpPr>
          <p:cNvPr id="8920" name="Rectangle 4"/>
          <p:cNvSpPr>
            <a:spLocks noChangeArrowheads="1"/>
          </p:cNvSpPr>
          <p:nvPr/>
        </p:nvSpPr>
        <p:spPr bwMode="auto">
          <a:xfrm>
            <a:off x="5918962" y="673139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921" name="TextBox 3"/>
          <p:cNvSpPr txBox="1"/>
          <p:nvPr/>
        </p:nvSpPr>
        <p:spPr>
          <a:xfrm>
            <a:off x="6072225" y="670259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117,231</a:t>
            </a:r>
            <a:endParaRPr lang="en-US" dirty="0"/>
          </a:p>
        </p:txBody>
      </p:sp>
      <p:sp>
        <p:nvSpPr>
          <p:cNvPr id="8922" name="Rectangle 4"/>
          <p:cNvSpPr>
            <a:spLocks noChangeArrowheads="1"/>
          </p:cNvSpPr>
          <p:nvPr/>
        </p:nvSpPr>
        <p:spPr bwMode="auto">
          <a:xfrm>
            <a:off x="6566408" y="673139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923" name="TextBox 3"/>
          <p:cNvSpPr txBox="1"/>
          <p:nvPr/>
        </p:nvSpPr>
        <p:spPr>
          <a:xfrm>
            <a:off x="6776161" y="670259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56,420</a:t>
            </a:r>
            <a:endParaRPr lang="en-US" dirty="0"/>
          </a:p>
        </p:txBody>
      </p:sp>
      <p:sp>
        <p:nvSpPr>
          <p:cNvPr id="8924" name="Rectangle 4"/>
          <p:cNvSpPr>
            <a:spLocks noChangeArrowheads="1"/>
          </p:cNvSpPr>
          <p:nvPr/>
        </p:nvSpPr>
        <p:spPr bwMode="auto">
          <a:xfrm>
            <a:off x="7213854" y="673139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925" name="TextBox 3"/>
          <p:cNvSpPr txBox="1"/>
          <p:nvPr/>
        </p:nvSpPr>
        <p:spPr>
          <a:xfrm>
            <a:off x="7423607" y="670259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56,419</a:t>
            </a:r>
            <a:endParaRPr lang="en-US" dirty="0"/>
          </a:p>
        </p:txBody>
      </p:sp>
      <p:sp>
        <p:nvSpPr>
          <p:cNvPr id="8926" name="Rectangle 4"/>
          <p:cNvSpPr>
            <a:spLocks noChangeArrowheads="1"/>
          </p:cNvSpPr>
          <p:nvPr/>
        </p:nvSpPr>
        <p:spPr bwMode="auto">
          <a:xfrm>
            <a:off x="7861300" y="6731394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927" name="Rectangle 4"/>
          <p:cNvSpPr>
            <a:spLocks noChangeArrowheads="1"/>
          </p:cNvSpPr>
          <p:nvPr/>
        </p:nvSpPr>
        <p:spPr bwMode="auto">
          <a:xfrm>
            <a:off x="8094497" y="6731394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928" name="Rectangle 4"/>
          <p:cNvSpPr>
            <a:spLocks noChangeArrowheads="1"/>
          </p:cNvSpPr>
          <p:nvPr/>
        </p:nvSpPr>
        <p:spPr bwMode="auto">
          <a:xfrm>
            <a:off x="8333384" y="6731394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8929" name="TextBox 3"/>
          <p:cNvSpPr txBox="1"/>
          <p:nvPr/>
        </p:nvSpPr>
        <p:spPr>
          <a:xfrm>
            <a:off x="8650986" y="670259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8930" name="Rectangle 4"/>
          <p:cNvSpPr>
            <a:spLocks noChangeArrowheads="1"/>
          </p:cNvSpPr>
          <p:nvPr/>
        </p:nvSpPr>
        <p:spPr bwMode="auto">
          <a:xfrm>
            <a:off x="878255" y="7126605"/>
            <a:ext cx="487502" cy="160312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931" name="TextBox 3"/>
          <p:cNvSpPr txBox="1"/>
          <p:nvPr/>
        </p:nvSpPr>
        <p:spPr>
          <a:xfrm>
            <a:off x="827455" y="709780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8470530</a:t>
            </a:r>
            <a:endParaRPr lang="en-US" dirty="0"/>
          </a:p>
        </p:txBody>
      </p:sp>
      <p:sp>
        <p:nvSpPr>
          <p:cNvPr id="8932" name="Rectangle 4"/>
          <p:cNvSpPr>
            <a:spLocks noChangeArrowheads="1"/>
          </p:cNvSpPr>
          <p:nvPr/>
        </p:nvSpPr>
        <p:spPr bwMode="auto">
          <a:xfrm>
            <a:off x="1365758" y="7126605"/>
            <a:ext cx="797788" cy="160312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933" name="Rectangle 4"/>
          <p:cNvSpPr>
            <a:spLocks noChangeArrowheads="1"/>
          </p:cNvSpPr>
          <p:nvPr/>
        </p:nvSpPr>
        <p:spPr bwMode="auto">
          <a:xfrm>
            <a:off x="2163546" y="7126605"/>
            <a:ext cx="459155" cy="160312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934" name="Rectangle 4"/>
          <p:cNvSpPr>
            <a:spLocks noChangeArrowheads="1"/>
          </p:cNvSpPr>
          <p:nvPr/>
        </p:nvSpPr>
        <p:spPr bwMode="auto">
          <a:xfrm>
            <a:off x="2622702" y="7126605"/>
            <a:ext cx="1057579" cy="160312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935" name="Rectangle 4"/>
          <p:cNvSpPr>
            <a:spLocks noChangeArrowheads="1"/>
          </p:cNvSpPr>
          <p:nvPr/>
        </p:nvSpPr>
        <p:spPr bwMode="auto">
          <a:xfrm>
            <a:off x="3680282" y="7126605"/>
            <a:ext cx="2238679" cy="160312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936" name="Rectangle 4"/>
          <p:cNvSpPr>
            <a:spLocks noChangeArrowheads="1"/>
          </p:cNvSpPr>
          <p:nvPr/>
        </p:nvSpPr>
        <p:spPr bwMode="auto">
          <a:xfrm>
            <a:off x="5918962" y="7126605"/>
            <a:ext cx="647446" cy="160312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937" name="TextBox 3"/>
          <p:cNvSpPr txBox="1"/>
          <p:nvPr/>
        </p:nvSpPr>
        <p:spPr>
          <a:xfrm>
            <a:off x="5987491" y="709780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3,625,407</a:t>
            </a:r>
            <a:endParaRPr lang="en-US" dirty="0"/>
          </a:p>
        </p:txBody>
      </p:sp>
      <p:sp>
        <p:nvSpPr>
          <p:cNvPr id="8938" name="Rectangle 4"/>
          <p:cNvSpPr>
            <a:spLocks noChangeArrowheads="1"/>
          </p:cNvSpPr>
          <p:nvPr/>
        </p:nvSpPr>
        <p:spPr bwMode="auto">
          <a:xfrm>
            <a:off x="6566408" y="7126605"/>
            <a:ext cx="647446" cy="160312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939" name="TextBox 3"/>
          <p:cNvSpPr txBox="1"/>
          <p:nvPr/>
        </p:nvSpPr>
        <p:spPr>
          <a:xfrm>
            <a:off x="6634937" y="709780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3,627,600</a:t>
            </a:r>
            <a:endParaRPr lang="en-US" dirty="0"/>
          </a:p>
        </p:txBody>
      </p:sp>
      <p:sp>
        <p:nvSpPr>
          <p:cNvPr id="8940" name="Rectangle 4"/>
          <p:cNvSpPr>
            <a:spLocks noChangeArrowheads="1"/>
          </p:cNvSpPr>
          <p:nvPr/>
        </p:nvSpPr>
        <p:spPr bwMode="auto">
          <a:xfrm>
            <a:off x="7213854" y="7126605"/>
            <a:ext cx="647446" cy="160312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941" name="TextBox 3"/>
          <p:cNvSpPr txBox="1"/>
          <p:nvPr/>
        </p:nvSpPr>
        <p:spPr>
          <a:xfrm>
            <a:off x="7282383" y="709780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3,627,082</a:t>
            </a:r>
            <a:endParaRPr lang="en-US" dirty="0"/>
          </a:p>
        </p:txBody>
      </p:sp>
      <p:sp>
        <p:nvSpPr>
          <p:cNvPr id="8942" name="Rectangle 4"/>
          <p:cNvSpPr>
            <a:spLocks noChangeArrowheads="1"/>
          </p:cNvSpPr>
          <p:nvPr/>
        </p:nvSpPr>
        <p:spPr bwMode="auto">
          <a:xfrm>
            <a:off x="7861300" y="7126605"/>
            <a:ext cx="233197" cy="160312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943" name="Rectangle 4"/>
          <p:cNvSpPr>
            <a:spLocks noChangeArrowheads="1"/>
          </p:cNvSpPr>
          <p:nvPr/>
        </p:nvSpPr>
        <p:spPr bwMode="auto">
          <a:xfrm>
            <a:off x="8094497" y="7126605"/>
            <a:ext cx="238886" cy="160312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944" name="Rectangle 4"/>
          <p:cNvSpPr>
            <a:spLocks noChangeArrowheads="1"/>
          </p:cNvSpPr>
          <p:nvPr/>
        </p:nvSpPr>
        <p:spPr bwMode="auto">
          <a:xfrm>
            <a:off x="8333384" y="7126605"/>
            <a:ext cx="501091" cy="160312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945" name="TextBox 3"/>
          <p:cNvSpPr txBox="1"/>
          <p:nvPr/>
        </p:nvSpPr>
        <p:spPr>
          <a:xfrm>
            <a:off x="8538006" y="7097802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518</a:t>
            </a:r>
            <a:endParaRPr lang="en-US" dirty="0"/>
          </a:p>
        </p:txBody>
      </p:sp>
      <p:sp>
        <p:nvSpPr>
          <p:cNvPr id="8946" name="Rectangle 4"/>
          <p:cNvSpPr>
            <a:spLocks noChangeArrowheads="1"/>
          </p:cNvSpPr>
          <p:nvPr/>
        </p:nvSpPr>
        <p:spPr bwMode="auto">
          <a:xfrm>
            <a:off x="466725" y="917498"/>
            <a:ext cx="6350" cy="6372593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8947" name="Rectangle 4"/>
          <p:cNvSpPr>
            <a:spLocks noChangeArrowheads="1"/>
          </p:cNvSpPr>
          <p:nvPr/>
        </p:nvSpPr>
        <p:spPr bwMode="auto">
          <a:xfrm>
            <a:off x="7213854" y="554099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48" name="Rectangle 4"/>
          <p:cNvSpPr>
            <a:spLocks noChangeArrowheads="1"/>
          </p:cNvSpPr>
          <p:nvPr/>
        </p:nvSpPr>
        <p:spPr bwMode="auto">
          <a:xfrm>
            <a:off x="878255" y="554099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49" name="Rectangle 4"/>
          <p:cNvSpPr>
            <a:spLocks noChangeArrowheads="1"/>
          </p:cNvSpPr>
          <p:nvPr/>
        </p:nvSpPr>
        <p:spPr bwMode="auto">
          <a:xfrm>
            <a:off x="7213854" y="728215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50" name="Rectangle 4"/>
          <p:cNvSpPr>
            <a:spLocks noChangeArrowheads="1"/>
          </p:cNvSpPr>
          <p:nvPr/>
        </p:nvSpPr>
        <p:spPr bwMode="auto">
          <a:xfrm>
            <a:off x="878255" y="728215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51" name="Rectangle 4"/>
          <p:cNvSpPr>
            <a:spLocks noChangeArrowheads="1"/>
          </p:cNvSpPr>
          <p:nvPr/>
        </p:nvSpPr>
        <p:spPr bwMode="auto">
          <a:xfrm>
            <a:off x="7213854" y="475057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52" name="Rectangle 4"/>
          <p:cNvSpPr>
            <a:spLocks noChangeArrowheads="1"/>
          </p:cNvSpPr>
          <p:nvPr/>
        </p:nvSpPr>
        <p:spPr bwMode="auto">
          <a:xfrm>
            <a:off x="878255" y="475057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53" name="Rectangle 4"/>
          <p:cNvSpPr>
            <a:spLocks noChangeArrowheads="1"/>
          </p:cNvSpPr>
          <p:nvPr/>
        </p:nvSpPr>
        <p:spPr bwMode="auto">
          <a:xfrm>
            <a:off x="7213854" y="396015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54" name="Rectangle 4"/>
          <p:cNvSpPr>
            <a:spLocks noChangeArrowheads="1"/>
          </p:cNvSpPr>
          <p:nvPr/>
        </p:nvSpPr>
        <p:spPr bwMode="auto">
          <a:xfrm>
            <a:off x="878255" y="396015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55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56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57" name="Rectangle 4"/>
          <p:cNvSpPr>
            <a:spLocks noChangeArrowheads="1"/>
          </p:cNvSpPr>
          <p:nvPr/>
        </p:nvSpPr>
        <p:spPr bwMode="auto">
          <a:xfrm>
            <a:off x="7213854" y="328717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58" name="Rectangle 4"/>
          <p:cNvSpPr>
            <a:spLocks noChangeArrowheads="1"/>
          </p:cNvSpPr>
          <p:nvPr/>
        </p:nvSpPr>
        <p:spPr bwMode="auto">
          <a:xfrm>
            <a:off x="878255" y="328717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59" name="Rectangle 4"/>
          <p:cNvSpPr>
            <a:spLocks noChangeArrowheads="1"/>
          </p:cNvSpPr>
          <p:nvPr/>
        </p:nvSpPr>
        <p:spPr bwMode="auto">
          <a:xfrm>
            <a:off x="469900" y="7286917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60" name="Rectangle 4"/>
          <p:cNvSpPr>
            <a:spLocks noChangeArrowheads="1"/>
          </p:cNvSpPr>
          <p:nvPr/>
        </p:nvSpPr>
        <p:spPr bwMode="auto">
          <a:xfrm>
            <a:off x="7213854" y="712184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61" name="Rectangle 4"/>
          <p:cNvSpPr>
            <a:spLocks noChangeArrowheads="1"/>
          </p:cNvSpPr>
          <p:nvPr/>
        </p:nvSpPr>
        <p:spPr bwMode="auto">
          <a:xfrm>
            <a:off x="878255" y="712184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62" name="Rectangle 4"/>
          <p:cNvSpPr>
            <a:spLocks noChangeArrowheads="1"/>
          </p:cNvSpPr>
          <p:nvPr/>
        </p:nvSpPr>
        <p:spPr bwMode="auto">
          <a:xfrm>
            <a:off x="7213854" y="289196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63" name="Rectangle 4"/>
          <p:cNvSpPr>
            <a:spLocks noChangeArrowheads="1"/>
          </p:cNvSpPr>
          <p:nvPr/>
        </p:nvSpPr>
        <p:spPr bwMode="auto">
          <a:xfrm>
            <a:off x="878255" y="289196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64" name="Rectangle 4"/>
          <p:cNvSpPr>
            <a:spLocks noChangeArrowheads="1"/>
          </p:cNvSpPr>
          <p:nvPr/>
        </p:nvSpPr>
        <p:spPr bwMode="auto">
          <a:xfrm>
            <a:off x="7213854" y="249675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65" name="Rectangle 4"/>
          <p:cNvSpPr>
            <a:spLocks noChangeArrowheads="1"/>
          </p:cNvSpPr>
          <p:nvPr/>
        </p:nvSpPr>
        <p:spPr bwMode="auto">
          <a:xfrm>
            <a:off x="878255" y="249675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66" name="Rectangle 4"/>
          <p:cNvSpPr>
            <a:spLocks noChangeArrowheads="1"/>
          </p:cNvSpPr>
          <p:nvPr/>
        </p:nvSpPr>
        <p:spPr bwMode="auto">
          <a:xfrm>
            <a:off x="466725" y="917498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8967" name="Rectangle 4"/>
          <p:cNvSpPr>
            <a:spLocks noChangeArrowheads="1"/>
          </p:cNvSpPr>
          <p:nvPr/>
        </p:nvSpPr>
        <p:spPr bwMode="auto">
          <a:xfrm>
            <a:off x="7213854" y="593620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68" name="Rectangle 4"/>
          <p:cNvSpPr>
            <a:spLocks noChangeArrowheads="1"/>
          </p:cNvSpPr>
          <p:nvPr/>
        </p:nvSpPr>
        <p:spPr bwMode="auto">
          <a:xfrm>
            <a:off x="878255" y="593620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69" name="Rectangle 4"/>
          <p:cNvSpPr>
            <a:spLocks noChangeArrowheads="1"/>
          </p:cNvSpPr>
          <p:nvPr/>
        </p:nvSpPr>
        <p:spPr bwMode="auto">
          <a:xfrm>
            <a:off x="7213854" y="210154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70" name="Rectangle 4"/>
          <p:cNvSpPr>
            <a:spLocks noChangeArrowheads="1"/>
          </p:cNvSpPr>
          <p:nvPr/>
        </p:nvSpPr>
        <p:spPr bwMode="auto">
          <a:xfrm>
            <a:off x="878255" y="210154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71" name="Rectangle 4"/>
          <p:cNvSpPr>
            <a:spLocks noChangeArrowheads="1"/>
          </p:cNvSpPr>
          <p:nvPr/>
        </p:nvSpPr>
        <p:spPr bwMode="auto">
          <a:xfrm>
            <a:off x="7213854" y="514578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72" name="Rectangle 4"/>
          <p:cNvSpPr>
            <a:spLocks noChangeArrowheads="1"/>
          </p:cNvSpPr>
          <p:nvPr/>
        </p:nvSpPr>
        <p:spPr bwMode="auto">
          <a:xfrm>
            <a:off x="878255" y="514578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73" name="Rectangle 4"/>
          <p:cNvSpPr>
            <a:spLocks noChangeArrowheads="1"/>
          </p:cNvSpPr>
          <p:nvPr/>
        </p:nvSpPr>
        <p:spPr bwMode="auto">
          <a:xfrm>
            <a:off x="7213854" y="170633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74" name="Rectangle 4"/>
          <p:cNvSpPr>
            <a:spLocks noChangeArrowheads="1"/>
          </p:cNvSpPr>
          <p:nvPr/>
        </p:nvSpPr>
        <p:spPr bwMode="auto">
          <a:xfrm>
            <a:off x="878255" y="170633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75" name="Rectangle 4"/>
          <p:cNvSpPr>
            <a:spLocks noChangeArrowheads="1"/>
          </p:cNvSpPr>
          <p:nvPr/>
        </p:nvSpPr>
        <p:spPr bwMode="auto">
          <a:xfrm>
            <a:off x="7213854" y="435536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76" name="Rectangle 4"/>
          <p:cNvSpPr>
            <a:spLocks noChangeArrowheads="1"/>
          </p:cNvSpPr>
          <p:nvPr/>
        </p:nvSpPr>
        <p:spPr bwMode="auto">
          <a:xfrm>
            <a:off x="878255" y="435536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77" name="Rectangle 4"/>
          <p:cNvSpPr>
            <a:spLocks noChangeArrowheads="1"/>
          </p:cNvSpPr>
          <p:nvPr/>
        </p:nvSpPr>
        <p:spPr bwMode="auto">
          <a:xfrm>
            <a:off x="466725" y="7283742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8978" name="Rectangle 4"/>
          <p:cNvSpPr>
            <a:spLocks noChangeArrowheads="1"/>
          </p:cNvSpPr>
          <p:nvPr/>
        </p:nvSpPr>
        <p:spPr bwMode="auto">
          <a:xfrm>
            <a:off x="7213854" y="672663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79" name="Rectangle 4"/>
          <p:cNvSpPr>
            <a:spLocks noChangeArrowheads="1"/>
          </p:cNvSpPr>
          <p:nvPr/>
        </p:nvSpPr>
        <p:spPr bwMode="auto">
          <a:xfrm>
            <a:off x="878255" y="672663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80" name="Rectangle 4"/>
          <p:cNvSpPr>
            <a:spLocks noChangeArrowheads="1"/>
          </p:cNvSpPr>
          <p:nvPr/>
        </p:nvSpPr>
        <p:spPr bwMode="auto">
          <a:xfrm>
            <a:off x="7213854" y="368239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81" name="Rectangle 4"/>
          <p:cNvSpPr>
            <a:spLocks noChangeArrowheads="1"/>
          </p:cNvSpPr>
          <p:nvPr/>
        </p:nvSpPr>
        <p:spPr bwMode="auto">
          <a:xfrm>
            <a:off x="878255" y="368239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82" name="Rectangle 4"/>
          <p:cNvSpPr>
            <a:spLocks noChangeArrowheads="1"/>
          </p:cNvSpPr>
          <p:nvPr/>
        </p:nvSpPr>
        <p:spPr bwMode="auto">
          <a:xfrm>
            <a:off x="7213854" y="131112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83" name="Rectangle 4"/>
          <p:cNvSpPr>
            <a:spLocks noChangeArrowheads="1"/>
          </p:cNvSpPr>
          <p:nvPr/>
        </p:nvSpPr>
        <p:spPr bwMode="auto">
          <a:xfrm>
            <a:off x="878255" y="131112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84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85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86" name="Rectangle 4"/>
          <p:cNvSpPr>
            <a:spLocks noChangeArrowheads="1"/>
          </p:cNvSpPr>
          <p:nvPr/>
        </p:nvSpPr>
        <p:spPr bwMode="auto">
          <a:xfrm>
            <a:off x="7213854" y="633141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87" name="Rectangle 4"/>
          <p:cNvSpPr>
            <a:spLocks noChangeArrowheads="1"/>
          </p:cNvSpPr>
          <p:nvPr/>
        </p:nvSpPr>
        <p:spPr bwMode="auto">
          <a:xfrm>
            <a:off x="878255" y="633141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8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989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8990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8991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992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8993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8994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8995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996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8997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8998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8999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9000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9001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002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9003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004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9005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006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9007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9008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009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9010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9011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012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9013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9014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015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9016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017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9018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019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9020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9021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194433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22" name="TextBox 3"/>
          <p:cNvSpPr txBox="1"/>
          <p:nvPr/>
        </p:nvSpPr>
        <p:spPr>
          <a:xfrm>
            <a:off x="422275" y="895045"/>
            <a:ext cx="47701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</a:t>
            </a:r>
            <a:endParaRPr lang="en-US" dirty="0"/>
          </a:p>
        </p:txBody>
      </p:sp>
      <p:sp>
        <p:nvSpPr>
          <p:cNvPr id="9023" name="TextBox 3"/>
          <p:cNvSpPr txBox="1"/>
          <p:nvPr/>
        </p:nvSpPr>
        <p:spPr>
          <a:xfrm>
            <a:off x="422275" y="1012494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9024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160312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025" name="TextBox 3"/>
          <p:cNvSpPr txBox="1"/>
          <p:nvPr/>
        </p:nvSpPr>
        <p:spPr>
          <a:xfrm>
            <a:off x="827455" y="891870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9026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160312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027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160312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028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160312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029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160312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030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160312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031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160312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032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160312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033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160312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034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160312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035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160312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036" name="Rectangle 4"/>
          <p:cNvSpPr>
            <a:spLocks noChangeArrowheads="1"/>
          </p:cNvSpPr>
          <p:nvPr/>
        </p:nvSpPr>
        <p:spPr bwMode="auto">
          <a:xfrm>
            <a:off x="878255" y="1080985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37" name="TextBox 3"/>
          <p:cNvSpPr txBox="1"/>
          <p:nvPr/>
        </p:nvSpPr>
        <p:spPr>
          <a:xfrm>
            <a:off x="827455" y="105218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8470540</a:t>
            </a:r>
            <a:endParaRPr lang="en-US" dirty="0"/>
          </a:p>
        </p:txBody>
      </p:sp>
      <p:sp>
        <p:nvSpPr>
          <p:cNvPr id="9038" name="Rectangle 4"/>
          <p:cNvSpPr>
            <a:spLocks noChangeArrowheads="1"/>
          </p:cNvSpPr>
          <p:nvPr/>
        </p:nvSpPr>
        <p:spPr bwMode="auto">
          <a:xfrm>
            <a:off x="1365758" y="1080985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39" name="TextBox 3"/>
          <p:cNvSpPr txBox="1"/>
          <p:nvPr/>
        </p:nvSpPr>
        <p:spPr>
          <a:xfrm>
            <a:off x="1314958" y="1052182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9040" name="TextBox 3"/>
          <p:cNvSpPr txBox="1"/>
          <p:nvPr/>
        </p:nvSpPr>
        <p:spPr>
          <a:xfrm>
            <a:off x="1314958" y="1169631"/>
            <a:ext cx="8214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</a:t>
            </a:r>
            <a:endParaRPr lang="en-US" dirty="0"/>
          </a:p>
        </p:txBody>
      </p:sp>
      <p:sp>
        <p:nvSpPr>
          <p:cNvPr id="9041" name="Rectangle 4"/>
          <p:cNvSpPr>
            <a:spLocks noChangeArrowheads="1"/>
          </p:cNvSpPr>
          <p:nvPr/>
        </p:nvSpPr>
        <p:spPr bwMode="auto">
          <a:xfrm>
            <a:off x="2163546" y="1080985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42" name="TextBox 3"/>
          <p:cNvSpPr txBox="1"/>
          <p:nvPr/>
        </p:nvSpPr>
        <p:spPr>
          <a:xfrm>
            <a:off x="2112746" y="105218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9043" name="Rectangle 4"/>
          <p:cNvSpPr>
            <a:spLocks noChangeArrowheads="1"/>
          </p:cNvSpPr>
          <p:nvPr/>
        </p:nvSpPr>
        <p:spPr bwMode="auto">
          <a:xfrm>
            <a:off x="2622702" y="1080985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44" name="TextBox 3"/>
          <p:cNvSpPr txBox="1"/>
          <p:nvPr/>
        </p:nvSpPr>
        <p:spPr>
          <a:xfrm>
            <a:off x="2571902" y="1052182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9045" name="TextBox 3"/>
          <p:cNvSpPr txBox="1"/>
          <p:nvPr/>
        </p:nvSpPr>
        <p:spPr>
          <a:xfrm>
            <a:off x="2571902" y="1169631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9046" name="Rectangle 4"/>
          <p:cNvSpPr>
            <a:spLocks noChangeArrowheads="1"/>
          </p:cNvSpPr>
          <p:nvPr/>
        </p:nvSpPr>
        <p:spPr bwMode="auto">
          <a:xfrm>
            <a:off x="3680282" y="1080985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47" name="TextBox 3"/>
          <p:cNvSpPr txBox="1"/>
          <p:nvPr/>
        </p:nvSpPr>
        <p:spPr>
          <a:xfrm>
            <a:off x="3629482" y="105218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847.8470540.1.412121.000000.847001.100178</a:t>
            </a:r>
            <a:endParaRPr lang="en-US" dirty="0"/>
          </a:p>
        </p:txBody>
      </p:sp>
      <p:sp>
        <p:nvSpPr>
          <p:cNvPr id="9048" name="Rectangle 4"/>
          <p:cNvSpPr>
            <a:spLocks noChangeArrowheads="1"/>
          </p:cNvSpPr>
          <p:nvPr/>
        </p:nvSpPr>
        <p:spPr bwMode="auto">
          <a:xfrm>
            <a:off x="5918962" y="108098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49" name="TextBox 3"/>
          <p:cNvSpPr txBox="1"/>
          <p:nvPr/>
        </p:nvSpPr>
        <p:spPr>
          <a:xfrm>
            <a:off x="5987491" y="105218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1,844,544</a:t>
            </a:r>
            <a:endParaRPr lang="en-US" dirty="0"/>
          </a:p>
        </p:txBody>
      </p:sp>
      <p:sp>
        <p:nvSpPr>
          <p:cNvPr id="9050" name="Rectangle 4"/>
          <p:cNvSpPr>
            <a:spLocks noChangeArrowheads="1"/>
          </p:cNvSpPr>
          <p:nvPr/>
        </p:nvSpPr>
        <p:spPr bwMode="auto">
          <a:xfrm>
            <a:off x="6566408" y="108098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51" name="TextBox 3"/>
          <p:cNvSpPr txBox="1"/>
          <p:nvPr/>
        </p:nvSpPr>
        <p:spPr>
          <a:xfrm>
            <a:off x="6634937" y="105218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2,766,680</a:t>
            </a:r>
            <a:endParaRPr lang="en-US" dirty="0"/>
          </a:p>
        </p:txBody>
      </p:sp>
      <p:sp>
        <p:nvSpPr>
          <p:cNvPr id="9052" name="Rectangle 4"/>
          <p:cNvSpPr>
            <a:spLocks noChangeArrowheads="1"/>
          </p:cNvSpPr>
          <p:nvPr/>
        </p:nvSpPr>
        <p:spPr bwMode="auto">
          <a:xfrm>
            <a:off x="7213854" y="108098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53" name="TextBox 3"/>
          <p:cNvSpPr txBox="1"/>
          <p:nvPr/>
        </p:nvSpPr>
        <p:spPr>
          <a:xfrm>
            <a:off x="7282383" y="105218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2,766,261</a:t>
            </a:r>
            <a:endParaRPr lang="en-US" dirty="0"/>
          </a:p>
        </p:txBody>
      </p:sp>
      <p:sp>
        <p:nvSpPr>
          <p:cNvPr id="9054" name="Rectangle 4"/>
          <p:cNvSpPr>
            <a:spLocks noChangeArrowheads="1"/>
          </p:cNvSpPr>
          <p:nvPr/>
        </p:nvSpPr>
        <p:spPr bwMode="auto">
          <a:xfrm>
            <a:off x="7861300" y="1080985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55" name="Rectangle 4"/>
          <p:cNvSpPr>
            <a:spLocks noChangeArrowheads="1"/>
          </p:cNvSpPr>
          <p:nvPr/>
        </p:nvSpPr>
        <p:spPr bwMode="auto">
          <a:xfrm>
            <a:off x="8094497" y="1080985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56" name="Rectangle 4"/>
          <p:cNvSpPr>
            <a:spLocks noChangeArrowheads="1"/>
          </p:cNvSpPr>
          <p:nvPr/>
        </p:nvSpPr>
        <p:spPr bwMode="auto">
          <a:xfrm>
            <a:off x="8333384" y="1080985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57" name="TextBox 3"/>
          <p:cNvSpPr txBox="1"/>
          <p:nvPr/>
        </p:nvSpPr>
        <p:spPr>
          <a:xfrm>
            <a:off x="8538006" y="1052182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419</a:t>
            </a:r>
            <a:endParaRPr lang="en-US" dirty="0"/>
          </a:p>
        </p:txBody>
      </p:sp>
      <p:sp>
        <p:nvSpPr>
          <p:cNvPr id="9058" name="Rectangle 4"/>
          <p:cNvSpPr>
            <a:spLocks noChangeArrowheads="1"/>
          </p:cNvSpPr>
          <p:nvPr/>
        </p:nvSpPr>
        <p:spPr bwMode="auto">
          <a:xfrm>
            <a:off x="878255" y="1358747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59" name="TextBox 3"/>
          <p:cNvSpPr txBox="1"/>
          <p:nvPr/>
        </p:nvSpPr>
        <p:spPr>
          <a:xfrm>
            <a:off x="827455" y="132994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8470540</a:t>
            </a:r>
            <a:endParaRPr lang="en-US" dirty="0"/>
          </a:p>
        </p:txBody>
      </p:sp>
      <p:sp>
        <p:nvSpPr>
          <p:cNvPr id="9060" name="Rectangle 4"/>
          <p:cNvSpPr>
            <a:spLocks noChangeArrowheads="1"/>
          </p:cNvSpPr>
          <p:nvPr/>
        </p:nvSpPr>
        <p:spPr bwMode="auto">
          <a:xfrm>
            <a:off x="1365758" y="1358747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61" name="TextBox 3"/>
          <p:cNvSpPr txBox="1"/>
          <p:nvPr/>
        </p:nvSpPr>
        <p:spPr>
          <a:xfrm>
            <a:off x="1314958" y="132994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9062" name="TextBox 3"/>
          <p:cNvSpPr txBox="1"/>
          <p:nvPr/>
        </p:nvSpPr>
        <p:spPr>
          <a:xfrm>
            <a:off x="1314958" y="1447393"/>
            <a:ext cx="8214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</a:t>
            </a:r>
            <a:endParaRPr lang="en-US" dirty="0"/>
          </a:p>
        </p:txBody>
      </p:sp>
      <p:sp>
        <p:nvSpPr>
          <p:cNvPr id="9063" name="Rectangle 4"/>
          <p:cNvSpPr>
            <a:spLocks noChangeArrowheads="1"/>
          </p:cNvSpPr>
          <p:nvPr/>
        </p:nvSpPr>
        <p:spPr bwMode="auto">
          <a:xfrm>
            <a:off x="2163546" y="1358747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64" name="TextBox 3"/>
          <p:cNvSpPr txBox="1"/>
          <p:nvPr/>
        </p:nvSpPr>
        <p:spPr>
          <a:xfrm>
            <a:off x="2112746" y="132994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412123</a:t>
            </a:r>
            <a:endParaRPr lang="en-US" dirty="0"/>
          </a:p>
        </p:txBody>
      </p:sp>
      <p:sp>
        <p:nvSpPr>
          <p:cNvPr id="9065" name="Rectangle 4"/>
          <p:cNvSpPr>
            <a:spLocks noChangeArrowheads="1"/>
          </p:cNvSpPr>
          <p:nvPr/>
        </p:nvSpPr>
        <p:spPr bwMode="auto">
          <a:xfrm>
            <a:off x="2622702" y="1358747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66" name="TextBox 3"/>
          <p:cNvSpPr txBox="1"/>
          <p:nvPr/>
        </p:nvSpPr>
        <p:spPr>
          <a:xfrm>
            <a:off x="2571902" y="1329944"/>
            <a:ext cx="11320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Nationality allowance</a:t>
            </a:r>
            <a:endParaRPr lang="en-US" dirty="0"/>
          </a:p>
        </p:txBody>
      </p:sp>
      <p:sp>
        <p:nvSpPr>
          <p:cNvPr id="9067" name="TextBox 3"/>
          <p:cNvSpPr txBox="1"/>
          <p:nvPr/>
        </p:nvSpPr>
        <p:spPr>
          <a:xfrm>
            <a:off x="2571902" y="1447393"/>
            <a:ext cx="10021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- Regular situation</a:t>
            </a:r>
            <a:endParaRPr lang="en-US" dirty="0"/>
          </a:p>
        </p:txBody>
      </p:sp>
      <p:sp>
        <p:nvSpPr>
          <p:cNvPr id="9068" name="Rectangle 4"/>
          <p:cNvSpPr>
            <a:spLocks noChangeArrowheads="1"/>
          </p:cNvSpPr>
          <p:nvPr/>
        </p:nvSpPr>
        <p:spPr bwMode="auto">
          <a:xfrm>
            <a:off x="3680282" y="1358747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69" name="TextBox 3"/>
          <p:cNvSpPr txBox="1"/>
          <p:nvPr/>
        </p:nvSpPr>
        <p:spPr>
          <a:xfrm>
            <a:off x="3629482" y="132994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847.8470540.1.412123.000000.847001.100178</a:t>
            </a:r>
            <a:endParaRPr lang="en-US" dirty="0"/>
          </a:p>
        </p:txBody>
      </p:sp>
      <p:sp>
        <p:nvSpPr>
          <p:cNvPr id="9070" name="Rectangle 4"/>
          <p:cNvSpPr>
            <a:spLocks noChangeArrowheads="1"/>
          </p:cNvSpPr>
          <p:nvPr/>
        </p:nvSpPr>
        <p:spPr bwMode="auto">
          <a:xfrm>
            <a:off x="5918962" y="135874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71" name="TextBox 3"/>
          <p:cNvSpPr txBox="1"/>
          <p:nvPr/>
        </p:nvSpPr>
        <p:spPr>
          <a:xfrm>
            <a:off x="6382918" y="132994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9072" name="Rectangle 4"/>
          <p:cNvSpPr>
            <a:spLocks noChangeArrowheads="1"/>
          </p:cNvSpPr>
          <p:nvPr/>
        </p:nvSpPr>
        <p:spPr bwMode="auto">
          <a:xfrm>
            <a:off x="6566408" y="135874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73" name="TextBox 3"/>
          <p:cNvSpPr txBox="1"/>
          <p:nvPr/>
        </p:nvSpPr>
        <p:spPr>
          <a:xfrm>
            <a:off x="7030365" y="132994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9074" name="Rectangle 4"/>
          <p:cNvSpPr>
            <a:spLocks noChangeArrowheads="1"/>
          </p:cNvSpPr>
          <p:nvPr/>
        </p:nvSpPr>
        <p:spPr bwMode="auto">
          <a:xfrm>
            <a:off x="7213854" y="135874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75" name="Rectangle 4"/>
          <p:cNvSpPr>
            <a:spLocks noChangeArrowheads="1"/>
          </p:cNvSpPr>
          <p:nvPr/>
        </p:nvSpPr>
        <p:spPr bwMode="auto">
          <a:xfrm>
            <a:off x="7861300" y="1358747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76" name="Rectangle 4"/>
          <p:cNvSpPr>
            <a:spLocks noChangeArrowheads="1"/>
          </p:cNvSpPr>
          <p:nvPr/>
        </p:nvSpPr>
        <p:spPr bwMode="auto">
          <a:xfrm>
            <a:off x="8094497" y="1358747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77" name="Rectangle 4"/>
          <p:cNvSpPr>
            <a:spLocks noChangeArrowheads="1"/>
          </p:cNvSpPr>
          <p:nvPr/>
        </p:nvSpPr>
        <p:spPr bwMode="auto">
          <a:xfrm>
            <a:off x="8333384" y="1358747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78" name="TextBox 3"/>
          <p:cNvSpPr txBox="1"/>
          <p:nvPr/>
        </p:nvSpPr>
        <p:spPr>
          <a:xfrm>
            <a:off x="8650986" y="132994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9079" name="Rectangle 4"/>
          <p:cNvSpPr>
            <a:spLocks noChangeArrowheads="1"/>
          </p:cNvSpPr>
          <p:nvPr/>
        </p:nvSpPr>
        <p:spPr bwMode="auto">
          <a:xfrm>
            <a:off x="878255" y="163650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80" name="TextBox 3"/>
          <p:cNvSpPr txBox="1"/>
          <p:nvPr/>
        </p:nvSpPr>
        <p:spPr>
          <a:xfrm>
            <a:off x="827455" y="160770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8470540</a:t>
            </a:r>
            <a:endParaRPr lang="en-US" dirty="0"/>
          </a:p>
        </p:txBody>
      </p:sp>
      <p:sp>
        <p:nvSpPr>
          <p:cNvPr id="9081" name="Rectangle 4"/>
          <p:cNvSpPr>
            <a:spLocks noChangeArrowheads="1"/>
          </p:cNvSpPr>
          <p:nvPr/>
        </p:nvSpPr>
        <p:spPr bwMode="auto">
          <a:xfrm>
            <a:off x="1365758" y="163650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82" name="TextBox 3"/>
          <p:cNvSpPr txBox="1"/>
          <p:nvPr/>
        </p:nvSpPr>
        <p:spPr>
          <a:xfrm>
            <a:off x="1314958" y="160770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9083" name="TextBox 3"/>
          <p:cNvSpPr txBox="1"/>
          <p:nvPr/>
        </p:nvSpPr>
        <p:spPr>
          <a:xfrm>
            <a:off x="1314958" y="1725155"/>
            <a:ext cx="8214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</a:t>
            </a:r>
            <a:endParaRPr lang="en-US" dirty="0"/>
          </a:p>
        </p:txBody>
      </p:sp>
      <p:sp>
        <p:nvSpPr>
          <p:cNvPr id="9084" name="Rectangle 4"/>
          <p:cNvSpPr>
            <a:spLocks noChangeArrowheads="1"/>
          </p:cNvSpPr>
          <p:nvPr/>
        </p:nvSpPr>
        <p:spPr bwMode="auto">
          <a:xfrm>
            <a:off x="2163546" y="163650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85" name="TextBox 3"/>
          <p:cNvSpPr txBox="1"/>
          <p:nvPr/>
        </p:nvSpPr>
        <p:spPr>
          <a:xfrm>
            <a:off x="2112746" y="160770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9086" name="Rectangle 4"/>
          <p:cNvSpPr>
            <a:spLocks noChangeArrowheads="1"/>
          </p:cNvSpPr>
          <p:nvPr/>
        </p:nvSpPr>
        <p:spPr bwMode="auto">
          <a:xfrm>
            <a:off x="2622702" y="163650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87" name="TextBox 3"/>
          <p:cNvSpPr txBox="1"/>
          <p:nvPr/>
        </p:nvSpPr>
        <p:spPr>
          <a:xfrm>
            <a:off x="2571902" y="1607705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9088" name="TextBox 3"/>
          <p:cNvSpPr txBox="1"/>
          <p:nvPr/>
        </p:nvSpPr>
        <p:spPr>
          <a:xfrm>
            <a:off x="2571902" y="1725155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9089" name="TextBox 3"/>
          <p:cNvSpPr txBox="1"/>
          <p:nvPr/>
        </p:nvSpPr>
        <p:spPr>
          <a:xfrm>
            <a:off x="2571902" y="1842605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9090" name="Rectangle 4"/>
          <p:cNvSpPr>
            <a:spLocks noChangeArrowheads="1"/>
          </p:cNvSpPr>
          <p:nvPr/>
        </p:nvSpPr>
        <p:spPr bwMode="auto">
          <a:xfrm>
            <a:off x="3680282" y="163650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91" name="TextBox 3"/>
          <p:cNvSpPr txBox="1"/>
          <p:nvPr/>
        </p:nvSpPr>
        <p:spPr>
          <a:xfrm>
            <a:off x="3629482" y="160770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847.8470540.1.412125.000000.847001.100178</a:t>
            </a:r>
            <a:endParaRPr lang="en-US" dirty="0"/>
          </a:p>
        </p:txBody>
      </p:sp>
      <p:sp>
        <p:nvSpPr>
          <p:cNvPr id="9092" name="Rectangle 4"/>
          <p:cNvSpPr>
            <a:spLocks noChangeArrowheads="1"/>
          </p:cNvSpPr>
          <p:nvPr/>
        </p:nvSpPr>
        <p:spPr bwMode="auto">
          <a:xfrm>
            <a:off x="5918962" y="163650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93" name="TextBox 3"/>
          <p:cNvSpPr txBox="1"/>
          <p:nvPr/>
        </p:nvSpPr>
        <p:spPr>
          <a:xfrm>
            <a:off x="5987491" y="16077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2,897,432</a:t>
            </a:r>
            <a:endParaRPr lang="en-US" dirty="0"/>
          </a:p>
        </p:txBody>
      </p:sp>
      <p:sp>
        <p:nvSpPr>
          <p:cNvPr id="9094" name="Rectangle 4"/>
          <p:cNvSpPr>
            <a:spLocks noChangeArrowheads="1"/>
          </p:cNvSpPr>
          <p:nvPr/>
        </p:nvSpPr>
        <p:spPr bwMode="auto">
          <a:xfrm>
            <a:off x="6566408" y="163650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95" name="TextBox 3"/>
          <p:cNvSpPr txBox="1"/>
          <p:nvPr/>
        </p:nvSpPr>
        <p:spPr>
          <a:xfrm>
            <a:off x="6634937" y="16077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4,399,432</a:t>
            </a:r>
            <a:endParaRPr lang="en-US" dirty="0"/>
          </a:p>
        </p:txBody>
      </p:sp>
      <p:sp>
        <p:nvSpPr>
          <p:cNvPr id="9096" name="Rectangle 4"/>
          <p:cNvSpPr>
            <a:spLocks noChangeArrowheads="1"/>
          </p:cNvSpPr>
          <p:nvPr/>
        </p:nvSpPr>
        <p:spPr bwMode="auto">
          <a:xfrm>
            <a:off x="7213854" y="163650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97" name="TextBox 3"/>
          <p:cNvSpPr txBox="1"/>
          <p:nvPr/>
        </p:nvSpPr>
        <p:spPr>
          <a:xfrm>
            <a:off x="7282383" y="16077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4,398,850</a:t>
            </a:r>
            <a:endParaRPr lang="en-US" dirty="0"/>
          </a:p>
        </p:txBody>
      </p:sp>
      <p:sp>
        <p:nvSpPr>
          <p:cNvPr id="9098" name="Rectangle 4"/>
          <p:cNvSpPr>
            <a:spLocks noChangeArrowheads="1"/>
          </p:cNvSpPr>
          <p:nvPr/>
        </p:nvSpPr>
        <p:spPr bwMode="auto">
          <a:xfrm>
            <a:off x="7861300" y="163650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099" name="Rectangle 4"/>
          <p:cNvSpPr>
            <a:spLocks noChangeArrowheads="1"/>
          </p:cNvSpPr>
          <p:nvPr/>
        </p:nvSpPr>
        <p:spPr bwMode="auto">
          <a:xfrm>
            <a:off x="8094497" y="163650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00" name="Rectangle 4"/>
          <p:cNvSpPr>
            <a:spLocks noChangeArrowheads="1"/>
          </p:cNvSpPr>
          <p:nvPr/>
        </p:nvSpPr>
        <p:spPr bwMode="auto">
          <a:xfrm>
            <a:off x="8333384" y="163650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01" name="TextBox 3"/>
          <p:cNvSpPr txBox="1"/>
          <p:nvPr/>
        </p:nvSpPr>
        <p:spPr>
          <a:xfrm>
            <a:off x="8538006" y="1607705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582</a:t>
            </a:r>
            <a:endParaRPr lang="en-US" dirty="0"/>
          </a:p>
        </p:txBody>
      </p:sp>
      <p:sp>
        <p:nvSpPr>
          <p:cNvPr id="9102" name="Rectangle 4"/>
          <p:cNvSpPr>
            <a:spLocks noChangeArrowheads="1"/>
          </p:cNvSpPr>
          <p:nvPr/>
        </p:nvSpPr>
        <p:spPr bwMode="auto">
          <a:xfrm>
            <a:off x="878255" y="2031720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03" name="TextBox 3"/>
          <p:cNvSpPr txBox="1"/>
          <p:nvPr/>
        </p:nvSpPr>
        <p:spPr>
          <a:xfrm>
            <a:off x="827455" y="200291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8470540</a:t>
            </a:r>
            <a:endParaRPr lang="en-US" dirty="0"/>
          </a:p>
        </p:txBody>
      </p:sp>
      <p:sp>
        <p:nvSpPr>
          <p:cNvPr id="9104" name="Rectangle 4"/>
          <p:cNvSpPr>
            <a:spLocks noChangeArrowheads="1"/>
          </p:cNvSpPr>
          <p:nvPr/>
        </p:nvSpPr>
        <p:spPr bwMode="auto">
          <a:xfrm>
            <a:off x="1365758" y="2031720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05" name="TextBox 3"/>
          <p:cNvSpPr txBox="1"/>
          <p:nvPr/>
        </p:nvSpPr>
        <p:spPr>
          <a:xfrm>
            <a:off x="1314958" y="2002917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9106" name="TextBox 3"/>
          <p:cNvSpPr txBox="1"/>
          <p:nvPr/>
        </p:nvSpPr>
        <p:spPr>
          <a:xfrm>
            <a:off x="1314958" y="2120366"/>
            <a:ext cx="8214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</a:t>
            </a:r>
            <a:endParaRPr lang="en-US" dirty="0"/>
          </a:p>
        </p:txBody>
      </p:sp>
      <p:sp>
        <p:nvSpPr>
          <p:cNvPr id="9107" name="Rectangle 4"/>
          <p:cNvSpPr>
            <a:spLocks noChangeArrowheads="1"/>
          </p:cNvSpPr>
          <p:nvPr/>
        </p:nvSpPr>
        <p:spPr bwMode="auto">
          <a:xfrm>
            <a:off x="2163546" y="2031720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08" name="TextBox 3"/>
          <p:cNvSpPr txBox="1"/>
          <p:nvPr/>
        </p:nvSpPr>
        <p:spPr>
          <a:xfrm>
            <a:off x="2112746" y="200291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9109" name="Rectangle 4"/>
          <p:cNvSpPr>
            <a:spLocks noChangeArrowheads="1"/>
          </p:cNvSpPr>
          <p:nvPr/>
        </p:nvSpPr>
        <p:spPr bwMode="auto">
          <a:xfrm>
            <a:off x="2622702" y="2031720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10" name="TextBox 3"/>
          <p:cNvSpPr txBox="1"/>
          <p:nvPr/>
        </p:nvSpPr>
        <p:spPr>
          <a:xfrm>
            <a:off x="2571902" y="2002917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9111" name="Rectangle 4"/>
          <p:cNvSpPr>
            <a:spLocks noChangeArrowheads="1"/>
          </p:cNvSpPr>
          <p:nvPr/>
        </p:nvSpPr>
        <p:spPr bwMode="auto">
          <a:xfrm>
            <a:off x="3680282" y="2031720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12" name="TextBox 3"/>
          <p:cNvSpPr txBox="1"/>
          <p:nvPr/>
        </p:nvSpPr>
        <p:spPr>
          <a:xfrm>
            <a:off x="3629482" y="200291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847.8470540.1.412523.000000.847001.100178</a:t>
            </a:r>
            <a:endParaRPr lang="en-US" dirty="0"/>
          </a:p>
        </p:txBody>
      </p:sp>
      <p:sp>
        <p:nvSpPr>
          <p:cNvPr id="9113" name="Rectangle 4"/>
          <p:cNvSpPr>
            <a:spLocks noChangeArrowheads="1"/>
          </p:cNvSpPr>
          <p:nvPr/>
        </p:nvSpPr>
        <p:spPr bwMode="auto">
          <a:xfrm>
            <a:off x="5918962" y="203172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14" name="TextBox 3"/>
          <p:cNvSpPr txBox="1"/>
          <p:nvPr/>
        </p:nvSpPr>
        <p:spPr>
          <a:xfrm>
            <a:off x="6072225" y="200291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151,200</a:t>
            </a:r>
            <a:endParaRPr lang="en-US" dirty="0"/>
          </a:p>
        </p:txBody>
      </p:sp>
      <p:sp>
        <p:nvSpPr>
          <p:cNvPr id="9115" name="Rectangle 4"/>
          <p:cNvSpPr>
            <a:spLocks noChangeArrowheads="1"/>
          </p:cNvSpPr>
          <p:nvPr/>
        </p:nvSpPr>
        <p:spPr bwMode="auto">
          <a:xfrm>
            <a:off x="6566408" y="203172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16" name="TextBox 3"/>
          <p:cNvSpPr txBox="1"/>
          <p:nvPr/>
        </p:nvSpPr>
        <p:spPr>
          <a:xfrm>
            <a:off x="6719671" y="200291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286,020</a:t>
            </a:r>
            <a:endParaRPr lang="en-US" dirty="0"/>
          </a:p>
        </p:txBody>
      </p:sp>
      <p:sp>
        <p:nvSpPr>
          <p:cNvPr id="9117" name="Rectangle 4"/>
          <p:cNvSpPr>
            <a:spLocks noChangeArrowheads="1"/>
          </p:cNvSpPr>
          <p:nvPr/>
        </p:nvSpPr>
        <p:spPr bwMode="auto">
          <a:xfrm>
            <a:off x="7213854" y="203172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18" name="TextBox 3"/>
          <p:cNvSpPr txBox="1"/>
          <p:nvPr/>
        </p:nvSpPr>
        <p:spPr>
          <a:xfrm>
            <a:off x="7367118" y="200291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286,020</a:t>
            </a:r>
            <a:endParaRPr lang="en-US" dirty="0"/>
          </a:p>
        </p:txBody>
      </p:sp>
      <p:sp>
        <p:nvSpPr>
          <p:cNvPr id="9119" name="Rectangle 4"/>
          <p:cNvSpPr>
            <a:spLocks noChangeArrowheads="1"/>
          </p:cNvSpPr>
          <p:nvPr/>
        </p:nvSpPr>
        <p:spPr bwMode="auto">
          <a:xfrm>
            <a:off x="7861300" y="2031720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20" name="Rectangle 4"/>
          <p:cNvSpPr>
            <a:spLocks noChangeArrowheads="1"/>
          </p:cNvSpPr>
          <p:nvPr/>
        </p:nvSpPr>
        <p:spPr bwMode="auto">
          <a:xfrm>
            <a:off x="8094497" y="2031720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21" name="Rectangle 4"/>
          <p:cNvSpPr>
            <a:spLocks noChangeArrowheads="1"/>
          </p:cNvSpPr>
          <p:nvPr/>
        </p:nvSpPr>
        <p:spPr bwMode="auto">
          <a:xfrm>
            <a:off x="8333384" y="2031720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22" name="TextBox 3"/>
          <p:cNvSpPr txBox="1"/>
          <p:nvPr/>
        </p:nvSpPr>
        <p:spPr>
          <a:xfrm>
            <a:off x="8650986" y="200291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9123" name="Rectangle 4"/>
          <p:cNvSpPr>
            <a:spLocks noChangeArrowheads="1"/>
          </p:cNvSpPr>
          <p:nvPr/>
        </p:nvSpPr>
        <p:spPr bwMode="auto">
          <a:xfrm>
            <a:off x="878255" y="2309482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24" name="TextBox 3"/>
          <p:cNvSpPr txBox="1"/>
          <p:nvPr/>
        </p:nvSpPr>
        <p:spPr>
          <a:xfrm>
            <a:off x="827455" y="228067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8470540</a:t>
            </a:r>
            <a:endParaRPr lang="en-US" dirty="0"/>
          </a:p>
        </p:txBody>
      </p:sp>
      <p:sp>
        <p:nvSpPr>
          <p:cNvPr id="9125" name="Rectangle 4"/>
          <p:cNvSpPr>
            <a:spLocks noChangeArrowheads="1"/>
          </p:cNvSpPr>
          <p:nvPr/>
        </p:nvSpPr>
        <p:spPr bwMode="auto">
          <a:xfrm>
            <a:off x="1365758" y="2309482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26" name="TextBox 3"/>
          <p:cNvSpPr txBox="1"/>
          <p:nvPr/>
        </p:nvSpPr>
        <p:spPr>
          <a:xfrm>
            <a:off x="1314958" y="2280678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9127" name="TextBox 3"/>
          <p:cNvSpPr txBox="1"/>
          <p:nvPr/>
        </p:nvSpPr>
        <p:spPr>
          <a:xfrm>
            <a:off x="1314958" y="2398128"/>
            <a:ext cx="8214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</a:t>
            </a:r>
            <a:endParaRPr lang="en-US" dirty="0"/>
          </a:p>
        </p:txBody>
      </p:sp>
      <p:sp>
        <p:nvSpPr>
          <p:cNvPr id="9128" name="Rectangle 4"/>
          <p:cNvSpPr>
            <a:spLocks noChangeArrowheads="1"/>
          </p:cNvSpPr>
          <p:nvPr/>
        </p:nvSpPr>
        <p:spPr bwMode="auto">
          <a:xfrm>
            <a:off x="2163546" y="2309482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29" name="TextBox 3"/>
          <p:cNvSpPr txBox="1"/>
          <p:nvPr/>
        </p:nvSpPr>
        <p:spPr>
          <a:xfrm>
            <a:off x="2112746" y="228067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9130" name="Rectangle 4"/>
          <p:cNvSpPr>
            <a:spLocks noChangeArrowheads="1"/>
          </p:cNvSpPr>
          <p:nvPr/>
        </p:nvSpPr>
        <p:spPr bwMode="auto">
          <a:xfrm>
            <a:off x="2622702" y="2309482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31" name="TextBox 3"/>
          <p:cNvSpPr txBox="1"/>
          <p:nvPr/>
        </p:nvSpPr>
        <p:spPr>
          <a:xfrm>
            <a:off x="2571902" y="2280678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9132" name="TextBox 3"/>
          <p:cNvSpPr txBox="1"/>
          <p:nvPr/>
        </p:nvSpPr>
        <p:spPr>
          <a:xfrm>
            <a:off x="2571902" y="2398128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9133" name="Rectangle 4"/>
          <p:cNvSpPr>
            <a:spLocks noChangeArrowheads="1"/>
          </p:cNvSpPr>
          <p:nvPr/>
        </p:nvSpPr>
        <p:spPr bwMode="auto">
          <a:xfrm>
            <a:off x="3680282" y="2309482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34" name="TextBox 3"/>
          <p:cNvSpPr txBox="1"/>
          <p:nvPr/>
        </p:nvSpPr>
        <p:spPr>
          <a:xfrm>
            <a:off x="3629482" y="228067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847.8470540.1.412534.000000.847001.100178</a:t>
            </a:r>
            <a:endParaRPr lang="en-US" dirty="0"/>
          </a:p>
        </p:txBody>
      </p:sp>
      <p:sp>
        <p:nvSpPr>
          <p:cNvPr id="9135" name="Rectangle 4"/>
          <p:cNvSpPr>
            <a:spLocks noChangeArrowheads="1"/>
          </p:cNvSpPr>
          <p:nvPr/>
        </p:nvSpPr>
        <p:spPr bwMode="auto">
          <a:xfrm>
            <a:off x="5918962" y="230948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36" name="TextBox 3"/>
          <p:cNvSpPr txBox="1"/>
          <p:nvPr/>
        </p:nvSpPr>
        <p:spPr>
          <a:xfrm>
            <a:off x="6382918" y="228067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9137" name="Rectangle 4"/>
          <p:cNvSpPr>
            <a:spLocks noChangeArrowheads="1"/>
          </p:cNvSpPr>
          <p:nvPr/>
        </p:nvSpPr>
        <p:spPr bwMode="auto">
          <a:xfrm>
            <a:off x="6566408" y="230948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38" name="TextBox 3"/>
          <p:cNvSpPr txBox="1"/>
          <p:nvPr/>
        </p:nvSpPr>
        <p:spPr>
          <a:xfrm>
            <a:off x="6719671" y="228067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179,550</a:t>
            </a:r>
            <a:endParaRPr lang="en-US" dirty="0"/>
          </a:p>
        </p:txBody>
      </p:sp>
      <p:sp>
        <p:nvSpPr>
          <p:cNvPr id="9139" name="Rectangle 4"/>
          <p:cNvSpPr>
            <a:spLocks noChangeArrowheads="1"/>
          </p:cNvSpPr>
          <p:nvPr/>
        </p:nvSpPr>
        <p:spPr bwMode="auto">
          <a:xfrm>
            <a:off x="7213854" y="230948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40" name="TextBox 3"/>
          <p:cNvSpPr txBox="1"/>
          <p:nvPr/>
        </p:nvSpPr>
        <p:spPr>
          <a:xfrm>
            <a:off x="7367118" y="228067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179,550</a:t>
            </a:r>
            <a:endParaRPr lang="en-US" dirty="0"/>
          </a:p>
        </p:txBody>
      </p:sp>
      <p:sp>
        <p:nvSpPr>
          <p:cNvPr id="9141" name="Rectangle 4"/>
          <p:cNvSpPr>
            <a:spLocks noChangeArrowheads="1"/>
          </p:cNvSpPr>
          <p:nvPr/>
        </p:nvSpPr>
        <p:spPr bwMode="auto">
          <a:xfrm>
            <a:off x="7861300" y="2309482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42" name="Rectangle 4"/>
          <p:cNvSpPr>
            <a:spLocks noChangeArrowheads="1"/>
          </p:cNvSpPr>
          <p:nvPr/>
        </p:nvSpPr>
        <p:spPr bwMode="auto">
          <a:xfrm>
            <a:off x="8094497" y="2309482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43" name="Rectangle 4"/>
          <p:cNvSpPr>
            <a:spLocks noChangeArrowheads="1"/>
          </p:cNvSpPr>
          <p:nvPr/>
        </p:nvSpPr>
        <p:spPr bwMode="auto">
          <a:xfrm>
            <a:off x="8333384" y="2309482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44" name="TextBox 3"/>
          <p:cNvSpPr txBox="1"/>
          <p:nvPr/>
        </p:nvSpPr>
        <p:spPr>
          <a:xfrm>
            <a:off x="8650986" y="228067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9145" name="Rectangle 4"/>
          <p:cNvSpPr>
            <a:spLocks noChangeArrowheads="1"/>
          </p:cNvSpPr>
          <p:nvPr/>
        </p:nvSpPr>
        <p:spPr bwMode="auto">
          <a:xfrm>
            <a:off x="878255" y="2587244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46" name="TextBox 3"/>
          <p:cNvSpPr txBox="1"/>
          <p:nvPr/>
        </p:nvSpPr>
        <p:spPr>
          <a:xfrm>
            <a:off x="827455" y="255844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8470540</a:t>
            </a:r>
            <a:endParaRPr lang="en-US" dirty="0"/>
          </a:p>
        </p:txBody>
      </p:sp>
      <p:sp>
        <p:nvSpPr>
          <p:cNvPr id="9147" name="Rectangle 4"/>
          <p:cNvSpPr>
            <a:spLocks noChangeArrowheads="1"/>
          </p:cNvSpPr>
          <p:nvPr/>
        </p:nvSpPr>
        <p:spPr bwMode="auto">
          <a:xfrm>
            <a:off x="1365758" y="2587244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48" name="TextBox 3"/>
          <p:cNvSpPr txBox="1"/>
          <p:nvPr/>
        </p:nvSpPr>
        <p:spPr>
          <a:xfrm>
            <a:off x="1314958" y="2558440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9149" name="TextBox 3"/>
          <p:cNvSpPr txBox="1"/>
          <p:nvPr/>
        </p:nvSpPr>
        <p:spPr>
          <a:xfrm>
            <a:off x="1314958" y="2675890"/>
            <a:ext cx="8214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</a:t>
            </a:r>
            <a:endParaRPr lang="en-US" dirty="0"/>
          </a:p>
        </p:txBody>
      </p:sp>
      <p:sp>
        <p:nvSpPr>
          <p:cNvPr id="9150" name="Rectangle 4"/>
          <p:cNvSpPr>
            <a:spLocks noChangeArrowheads="1"/>
          </p:cNvSpPr>
          <p:nvPr/>
        </p:nvSpPr>
        <p:spPr bwMode="auto">
          <a:xfrm>
            <a:off x="2163546" y="2587244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51" name="TextBox 3"/>
          <p:cNvSpPr txBox="1"/>
          <p:nvPr/>
        </p:nvSpPr>
        <p:spPr>
          <a:xfrm>
            <a:off x="2112746" y="255844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9152" name="Rectangle 4"/>
          <p:cNvSpPr>
            <a:spLocks noChangeArrowheads="1"/>
          </p:cNvSpPr>
          <p:nvPr/>
        </p:nvSpPr>
        <p:spPr bwMode="auto">
          <a:xfrm>
            <a:off x="2622702" y="2587244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53" name="TextBox 3"/>
          <p:cNvSpPr txBox="1"/>
          <p:nvPr/>
        </p:nvSpPr>
        <p:spPr>
          <a:xfrm>
            <a:off x="2571902" y="2558440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9154" name="Rectangle 4"/>
          <p:cNvSpPr>
            <a:spLocks noChangeArrowheads="1"/>
          </p:cNvSpPr>
          <p:nvPr/>
        </p:nvSpPr>
        <p:spPr bwMode="auto">
          <a:xfrm>
            <a:off x="3680282" y="2587244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55" name="TextBox 3"/>
          <p:cNvSpPr txBox="1"/>
          <p:nvPr/>
        </p:nvSpPr>
        <p:spPr>
          <a:xfrm>
            <a:off x="3629482" y="255844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847.8470540.1.412546.000000.847001.100178</a:t>
            </a:r>
            <a:endParaRPr lang="en-US" dirty="0"/>
          </a:p>
        </p:txBody>
      </p:sp>
      <p:sp>
        <p:nvSpPr>
          <p:cNvPr id="9156" name="Rectangle 4"/>
          <p:cNvSpPr>
            <a:spLocks noChangeArrowheads="1"/>
          </p:cNvSpPr>
          <p:nvPr/>
        </p:nvSpPr>
        <p:spPr bwMode="auto">
          <a:xfrm>
            <a:off x="5918962" y="258724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57" name="TextBox 3"/>
          <p:cNvSpPr txBox="1"/>
          <p:nvPr/>
        </p:nvSpPr>
        <p:spPr>
          <a:xfrm>
            <a:off x="6072225" y="255844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153,720</a:t>
            </a:r>
            <a:endParaRPr lang="en-US" dirty="0"/>
          </a:p>
        </p:txBody>
      </p:sp>
      <p:sp>
        <p:nvSpPr>
          <p:cNvPr id="9158" name="Rectangle 4"/>
          <p:cNvSpPr>
            <a:spLocks noChangeArrowheads="1"/>
          </p:cNvSpPr>
          <p:nvPr/>
        </p:nvSpPr>
        <p:spPr bwMode="auto">
          <a:xfrm>
            <a:off x="6566408" y="258724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59" name="TextBox 3"/>
          <p:cNvSpPr txBox="1"/>
          <p:nvPr/>
        </p:nvSpPr>
        <p:spPr>
          <a:xfrm>
            <a:off x="6719671" y="255844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221,510</a:t>
            </a:r>
            <a:endParaRPr lang="en-US" dirty="0"/>
          </a:p>
        </p:txBody>
      </p:sp>
      <p:sp>
        <p:nvSpPr>
          <p:cNvPr id="9160" name="Rectangle 4"/>
          <p:cNvSpPr>
            <a:spLocks noChangeArrowheads="1"/>
          </p:cNvSpPr>
          <p:nvPr/>
        </p:nvSpPr>
        <p:spPr bwMode="auto">
          <a:xfrm>
            <a:off x="7213854" y="258724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61" name="TextBox 3"/>
          <p:cNvSpPr txBox="1"/>
          <p:nvPr/>
        </p:nvSpPr>
        <p:spPr>
          <a:xfrm>
            <a:off x="7367118" y="255844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221,503</a:t>
            </a:r>
            <a:endParaRPr lang="en-US" dirty="0"/>
          </a:p>
        </p:txBody>
      </p:sp>
      <p:sp>
        <p:nvSpPr>
          <p:cNvPr id="9162" name="Rectangle 4"/>
          <p:cNvSpPr>
            <a:spLocks noChangeArrowheads="1"/>
          </p:cNvSpPr>
          <p:nvPr/>
        </p:nvSpPr>
        <p:spPr bwMode="auto">
          <a:xfrm>
            <a:off x="7861300" y="2587244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63" name="Rectangle 4"/>
          <p:cNvSpPr>
            <a:spLocks noChangeArrowheads="1"/>
          </p:cNvSpPr>
          <p:nvPr/>
        </p:nvSpPr>
        <p:spPr bwMode="auto">
          <a:xfrm>
            <a:off x="8094497" y="2587244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64" name="Rectangle 4"/>
          <p:cNvSpPr>
            <a:spLocks noChangeArrowheads="1"/>
          </p:cNvSpPr>
          <p:nvPr/>
        </p:nvSpPr>
        <p:spPr bwMode="auto">
          <a:xfrm>
            <a:off x="8333384" y="2587244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65" name="TextBox 3"/>
          <p:cNvSpPr txBox="1"/>
          <p:nvPr/>
        </p:nvSpPr>
        <p:spPr>
          <a:xfrm>
            <a:off x="8650986" y="255844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</a:t>
            </a:r>
            <a:endParaRPr lang="en-US" dirty="0"/>
          </a:p>
        </p:txBody>
      </p:sp>
      <p:sp>
        <p:nvSpPr>
          <p:cNvPr id="9166" name="Rectangle 4"/>
          <p:cNvSpPr>
            <a:spLocks noChangeArrowheads="1"/>
          </p:cNvSpPr>
          <p:nvPr/>
        </p:nvSpPr>
        <p:spPr bwMode="auto">
          <a:xfrm>
            <a:off x="469900" y="2865005"/>
            <a:ext cx="408355" cy="439018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67" name="Rectangle 4"/>
          <p:cNvSpPr>
            <a:spLocks noChangeArrowheads="1"/>
          </p:cNvSpPr>
          <p:nvPr/>
        </p:nvSpPr>
        <p:spPr bwMode="auto">
          <a:xfrm>
            <a:off x="878255" y="2865005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68" name="TextBox 3"/>
          <p:cNvSpPr txBox="1"/>
          <p:nvPr/>
        </p:nvSpPr>
        <p:spPr>
          <a:xfrm>
            <a:off x="827455" y="283620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8470540</a:t>
            </a:r>
            <a:endParaRPr lang="en-US" dirty="0"/>
          </a:p>
        </p:txBody>
      </p:sp>
      <p:sp>
        <p:nvSpPr>
          <p:cNvPr id="9169" name="Rectangle 4"/>
          <p:cNvSpPr>
            <a:spLocks noChangeArrowheads="1"/>
          </p:cNvSpPr>
          <p:nvPr/>
        </p:nvSpPr>
        <p:spPr bwMode="auto">
          <a:xfrm>
            <a:off x="1365758" y="2865005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70" name="TextBox 3"/>
          <p:cNvSpPr txBox="1"/>
          <p:nvPr/>
        </p:nvSpPr>
        <p:spPr>
          <a:xfrm>
            <a:off x="1314958" y="2836202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9171" name="TextBox 3"/>
          <p:cNvSpPr txBox="1"/>
          <p:nvPr/>
        </p:nvSpPr>
        <p:spPr>
          <a:xfrm>
            <a:off x="1314958" y="2953652"/>
            <a:ext cx="8214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</a:t>
            </a:r>
            <a:endParaRPr lang="en-US" dirty="0"/>
          </a:p>
        </p:txBody>
      </p:sp>
      <p:sp>
        <p:nvSpPr>
          <p:cNvPr id="9172" name="Rectangle 4"/>
          <p:cNvSpPr>
            <a:spLocks noChangeArrowheads="1"/>
          </p:cNvSpPr>
          <p:nvPr/>
        </p:nvSpPr>
        <p:spPr bwMode="auto">
          <a:xfrm>
            <a:off x="2163546" y="2865005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73" name="TextBox 3"/>
          <p:cNvSpPr txBox="1"/>
          <p:nvPr/>
        </p:nvSpPr>
        <p:spPr>
          <a:xfrm>
            <a:off x="2112746" y="283620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9174" name="Rectangle 4"/>
          <p:cNvSpPr>
            <a:spLocks noChangeArrowheads="1"/>
          </p:cNvSpPr>
          <p:nvPr/>
        </p:nvSpPr>
        <p:spPr bwMode="auto">
          <a:xfrm>
            <a:off x="2622702" y="2865005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75" name="TextBox 3"/>
          <p:cNvSpPr txBox="1"/>
          <p:nvPr/>
        </p:nvSpPr>
        <p:spPr>
          <a:xfrm>
            <a:off x="2571902" y="2836202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9176" name="TextBox 3"/>
          <p:cNvSpPr txBox="1"/>
          <p:nvPr/>
        </p:nvSpPr>
        <p:spPr>
          <a:xfrm>
            <a:off x="2571902" y="2953652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9177" name="Rectangle 4"/>
          <p:cNvSpPr>
            <a:spLocks noChangeArrowheads="1"/>
          </p:cNvSpPr>
          <p:nvPr/>
        </p:nvSpPr>
        <p:spPr bwMode="auto">
          <a:xfrm>
            <a:off x="3680282" y="2865005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78" name="TextBox 3"/>
          <p:cNvSpPr txBox="1"/>
          <p:nvPr/>
        </p:nvSpPr>
        <p:spPr>
          <a:xfrm>
            <a:off x="3629482" y="283620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847.8470540.1.415110.000000.847001.100178</a:t>
            </a:r>
            <a:endParaRPr lang="en-US" dirty="0"/>
          </a:p>
        </p:txBody>
      </p:sp>
      <p:sp>
        <p:nvSpPr>
          <p:cNvPr id="9179" name="Rectangle 4"/>
          <p:cNvSpPr>
            <a:spLocks noChangeArrowheads="1"/>
          </p:cNvSpPr>
          <p:nvPr/>
        </p:nvSpPr>
        <p:spPr bwMode="auto">
          <a:xfrm>
            <a:off x="5918962" y="286500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80" name="TextBox 3"/>
          <p:cNvSpPr txBox="1"/>
          <p:nvPr/>
        </p:nvSpPr>
        <p:spPr>
          <a:xfrm>
            <a:off x="6072225" y="283620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735,521</a:t>
            </a:r>
            <a:endParaRPr lang="en-US" dirty="0"/>
          </a:p>
        </p:txBody>
      </p:sp>
      <p:sp>
        <p:nvSpPr>
          <p:cNvPr id="9181" name="Rectangle 4"/>
          <p:cNvSpPr>
            <a:spLocks noChangeArrowheads="1"/>
          </p:cNvSpPr>
          <p:nvPr/>
        </p:nvSpPr>
        <p:spPr bwMode="auto">
          <a:xfrm>
            <a:off x="6566408" y="286500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82" name="TextBox 3"/>
          <p:cNvSpPr txBox="1"/>
          <p:nvPr/>
        </p:nvSpPr>
        <p:spPr>
          <a:xfrm>
            <a:off x="6634937" y="283620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1,068,213</a:t>
            </a:r>
            <a:endParaRPr lang="en-US" dirty="0"/>
          </a:p>
        </p:txBody>
      </p:sp>
      <p:sp>
        <p:nvSpPr>
          <p:cNvPr id="9183" name="Rectangle 4"/>
          <p:cNvSpPr>
            <a:spLocks noChangeArrowheads="1"/>
          </p:cNvSpPr>
          <p:nvPr/>
        </p:nvSpPr>
        <p:spPr bwMode="auto">
          <a:xfrm>
            <a:off x="7213854" y="286500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84" name="TextBox 3"/>
          <p:cNvSpPr txBox="1"/>
          <p:nvPr/>
        </p:nvSpPr>
        <p:spPr>
          <a:xfrm>
            <a:off x="7282383" y="283620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1,068,212</a:t>
            </a:r>
            <a:endParaRPr lang="en-US" dirty="0"/>
          </a:p>
        </p:txBody>
      </p:sp>
      <p:sp>
        <p:nvSpPr>
          <p:cNvPr id="9185" name="Rectangle 4"/>
          <p:cNvSpPr>
            <a:spLocks noChangeArrowheads="1"/>
          </p:cNvSpPr>
          <p:nvPr/>
        </p:nvSpPr>
        <p:spPr bwMode="auto">
          <a:xfrm>
            <a:off x="7861300" y="2865005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86" name="Rectangle 4"/>
          <p:cNvSpPr>
            <a:spLocks noChangeArrowheads="1"/>
          </p:cNvSpPr>
          <p:nvPr/>
        </p:nvSpPr>
        <p:spPr bwMode="auto">
          <a:xfrm>
            <a:off x="8094497" y="2865005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87" name="Rectangle 4"/>
          <p:cNvSpPr>
            <a:spLocks noChangeArrowheads="1"/>
          </p:cNvSpPr>
          <p:nvPr/>
        </p:nvSpPr>
        <p:spPr bwMode="auto">
          <a:xfrm>
            <a:off x="8333384" y="2865005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188" name="TextBox 3"/>
          <p:cNvSpPr txBox="1"/>
          <p:nvPr/>
        </p:nvSpPr>
        <p:spPr>
          <a:xfrm>
            <a:off x="8650986" y="283620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9189" name="Rectangle 4"/>
          <p:cNvSpPr>
            <a:spLocks noChangeArrowheads="1"/>
          </p:cNvSpPr>
          <p:nvPr/>
        </p:nvSpPr>
        <p:spPr bwMode="auto">
          <a:xfrm>
            <a:off x="878255" y="3142767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190" name="TextBox 3"/>
          <p:cNvSpPr txBox="1"/>
          <p:nvPr/>
        </p:nvSpPr>
        <p:spPr>
          <a:xfrm>
            <a:off x="827455" y="311396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8470540</a:t>
            </a:r>
            <a:endParaRPr lang="en-US" dirty="0"/>
          </a:p>
        </p:txBody>
      </p:sp>
      <p:sp>
        <p:nvSpPr>
          <p:cNvPr id="9191" name="TextBox 3"/>
          <p:cNvSpPr txBox="1"/>
          <p:nvPr/>
        </p:nvSpPr>
        <p:spPr>
          <a:xfrm>
            <a:off x="827455" y="3231413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9192" name="Rectangle 4"/>
          <p:cNvSpPr>
            <a:spLocks noChangeArrowheads="1"/>
          </p:cNvSpPr>
          <p:nvPr/>
        </p:nvSpPr>
        <p:spPr bwMode="auto">
          <a:xfrm>
            <a:off x="1365758" y="3142767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193" name="Rectangle 4"/>
          <p:cNvSpPr>
            <a:spLocks noChangeArrowheads="1"/>
          </p:cNvSpPr>
          <p:nvPr/>
        </p:nvSpPr>
        <p:spPr bwMode="auto">
          <a:xfrm>
            <a:off x="2163546" y="3142767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194" name="Rectangle 4"/>
          <p:cNvSpPr>
            <a:spLocks noChangeArrowheads="1"/>
          </p:cNvSpPr>
          <p:nvPr/>
        </p:nvSpPr>
        <p:spPr bwMode="auto">
          <a:xfrm>
            <a:off x="2622702" y="3142767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195" name="Rectangle 4"/>
          <p:cNvSpPr>
            <a:spLocks noChangeArrowheads="1"/>
          </p:cNvSpPr>
          <p:nvPr/>
        </p:nvSpPr>
        <p:spPr bwMode="auto">
          <a:xfrm>
            <a:off x="3680282" y="3142767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196" name="Rectangle 4"/>
          <p:cNvSpPr>
            <a:spLocks noChangeArrowheads="1"/>
          </p:cNvSpPr>
          <p:nvPr/>
        </p:nvSpPr>
        <p:spPr bwMode="auto">
          <a:xfrm>
            <a:off x="5918962" y="314276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197" name="TextBox 3"/>
          <p:cNvSpPr txBox="1"/>
          <p:nvPr/>
        </p:nvSpPr>
        <p:spPr>
          <a:xfrm>
            <a:off x="5987491" y="311396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5,782,417</a:t>
            </a:r>
            <a:endParaRPr lang="en-US" dirty="0"/>
          </a:p>
        </p:txBody>
      </p:sp>
      <p:sp>
        <p:nvSpPr>
          <p:cNvPr id="9198" name="Rectangle 4"/>
          <p:cNvSpPr>
            <a:spLocks noChangeArrowheads="1"/>
          </p:cNvSpPr>
          <p:nvPr/>
        </p:nvSpPr>
        <p:spPr bwMode="auto">
          <a:xfrm>
            <a:off x="6566408" y="314276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199" name="TextBox 3"/>
          <p:cNvSpPr txBox="1"/>
          <p:nvPr/>
        </p:nvSpPr>
        <p:spPr>
          <a:xfrm>
            <a:off x="6634937" y="311396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8,921,405</a:t>
            </a:r>
            <a:endParaRPr lang="en-US" dirty="0"/>
          </a:p>
        </p:txBody>
      </p:sp>
      <p:sp>
        <p:nvSpPr>
          <p:cNvPr id="9200" name="Rectangle 4"/>
          <p:cNvSpPr>
            <a:spLocks noChangeArrowheads="1"/>
          </p:cNvSpPr>
          <p:nvPr/>
        </p:nvSpPr>
        <p:spPr bwMode="auto">
          <a:xfrm>
            <a:off x="7213854" y="314276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201" name="TextBox 3"/>
          <p:cNvSpPr txBox="1"/>
          <p:nvPr/>
        </p:nvSpPr>
        <p:spPr>
          <a:xfrm>
            <a:off x="7282383" y="311396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8,920,396</a:t>
            </a:r>
            <a:endParaRPr lang="en-US" dirty="0"/>
          </a:p>
        </p:txBody>
      </p:sp>
      <p:sp>
        <p:nvSpPr>
          <p:cNvPr id="9202" name="Rectangle 4"/>
          <p:cNvSpPr>
            <a:spLocks noChangeArrowheads="1"/>
          </p:cNvSpPr>
          <p:nvPr/>
        </p:nvSpPr>
        <p:spPr bwMode="auto">
          <a:xfrm>
            <a:off x="7861300" y="3142767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203" name="Rectangle 4"/>
          <p:cNvSpPr>
            <a:spLocks noChangeArrowheads="1"/>
          </p:cNvSpPr>
          <p:nvPr/>
        </p:nvSpPr>
        <p:spPr bwMode="auto">
          <a:xfrm>
            <a:off x="8094497" y="3142767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204" name="Rectangle 4"/>
          <p:cNvSpPr>
            <a:spLocks noChangeArrowheads="1"/>
          </p:cNvSpPr>
          <p:nvPr/>
        </p:nvSpPr>
        <p:spPr bwMode="auto">
          <a:xfrm>
            <a:off x="8333384" y="3142767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205" name="TextBox 3"/>
          <p:cNvSpPr txBox="1"/>
          <p:nvPr/>
        </p:nvSpPr>
        <p:spPr>
          <a:xfrm>
            <a:off x="8453272" y="3113964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1,009</a:t>
            </a:r>
            <a:endParaRPr lang="en-US" dirty="0"/>
          </a:p>
        </p:txBody>
      </p:sp>
      <p:sp>
        <p:nvSpPr>
          <p:cNvPr id="9206" name="Rectangle 4"/>
          <p:cNvSpPr>
            <a:spLocks noChangeArrowheads="1"/>
          </p:cNvSpPr>
          <p:nvPr/>
        </p:nvSpPr>
        <p:spPr bwMode="auto">
          <a:xfrm>
            <a:off x="878255" y="342052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07" name="TextBox 3"/>
          <p:cNvSpPr txBox="1"/>
          <p:nvPr/>
        </p:nvSpPr>
        <p:spPr>
          <a:xfrm>
            <a:off x="827455" y="339172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8470550</a:t>
            </a:r>
            <a:endParaRPr lang="en-US" dirty="0"/>
          </a:p>
        </p:txBody>
      </p:sp>
      <p:sp>
        <p:nvSpPr>
          <p:cNvPr id="9208" name="Rectangle 4"/>
          <p:cNvSpPr>
            <a:spLocks noChangeArrowheads="1"/>
          </p:cNvSpPr>
          <p:nvPr/>
        </p:nvSpPr>
        <p:spPr bwMode="auto">
          <a:xfrm>
            <a:off x="1365758" y="342052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09" name="TextBox 3"/>
          <p:cNvSpPr txBox="1"/>
          <p:nvPr/>
        </p:nvSpPr>
        <p:spPr>
          <a:xfrm>
            <a:off x="1314958" y="3391725"/>
            <a:ext cx="827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-Space </a:t>
            </a:r>
            <a:endParaRPr lang="en-US" dirty="0"/>
          </a:p>
        </p:txBody>
      </p:sp>
      <p:sp>
        <p:nvSpPr>
          <p:cNvPr id="9210" name="TextBox 3"/>
          <p:cNvSpPr txBox="1"/>
          <p:nvPr/>
        </p:nvSpPr>
        <p:spPr>
          <a:xfrm>
            <a:off x="1314958" y="3509175"/>
            <a:ext cx="770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and Projects </a:t>
            </a:r>
            <a:endParaRPr lang="en-US" dirty="0"/>
          </a:p>
        </p:txBody>
      </p:sp>
      <p:sp>
        <p:nvSpPr>
          <p:cNvPr id="9211" name="TextBox 3"/>
          <p:cNvSpPr txBox="1"/>
          <p:nvPr/>
        </p:nvSpPr>
        <p:spPr>
          <a:xfrm>
            <a:off x="1314958" y="3626624"/>
            <a:ext cx="573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Planning</a:t>
            </a:r>
            <a:endParaRPr lang="en-US" dirty="0"/>
          </a:p>
        </p:txBody>
      </p:sp>
      <p:sp>
        <p:nvSpPr>
          <p:cNvPr id="9212" name="Rectangle 4"/>
          <p:cNvSpPr>
            <a:spLocks noChangeArrowheads="1"/>
          </p:cNvSpPr>
          <p:nvPr/>
        </p:nvSpPr>
        <p:spPr bwMode="auto">
          <a:xfrm>
            <a:off x="2163546" y="342052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13" name="TextBox 3"/>
          <p:cNvSpPr txBox="1"/>
          <p:nvPr/>
        </p:nvSpPr>
        <p:spPr>
          <a:xfrm>
            <a:off x="2112746" y="339172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9214" name="Rectangle 4"/>
          <p:cNvSpPr>
            <a:spLocks noChangeArrowheads="1"/>
          </p:cNvSpPr>
          <p:nvPr/>
        </p:nvSpPr>
        <p:spPr bwMode="auto">
          <a:xfrm>
            <a:off x="2622702" y="342052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15" name="TextBox 3"/>
          <p:cNvSpPr txBox="1"/>
          <p:nvPr/>
        </p:nvSpPr>
        <p:spPr>
          <a:xfrm>
            <a:off x="2571902" y="3391725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9216" name="TextBox 3"/>
          <p:cNvSpPr txBox="1"/>
          <p:nvPr/>
        </p:nvSpPr>
        <p:spPr>
          <a:xfrm>
            <a:off x="2571902" y="3509175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9217" name="Rectangle 4"/>
          <p:cNvSpPr>
            <a:spLocks noChangeArrowheads="1"/>
          </p:cNvSpPr>
          <p:nvPr/>
        </p:nvSpPr>
        <p:spPr bwMode="auto">
          <a:xfrm>
            <a:off x="3680282" y="342052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18" name="TextBox 3"/>
          <p:cNvSpPr txBox="1"/>
          <p:nvPr/>
        </p:nvSpPr>
        <p:spPr>
          <a:xfrm>
            <a:off x="3629482" y="339172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847.8470550.1.412121.000000.847001.100178</a:t>
            </a:r>
            <a:endParaRPr lang="en-US" dirty="0"/>
          </a:p>
        </p:txBody>
      </p:sp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5918962" y="342052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20" name="TextBox 3"/>
          <p:cNvSpPr txBox="1"/>
          <p:nvPr/>
        </p:nvSpPr>
        <p:spPr>
          <a:xfrm>
            <a:off x="5987491" y="339172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1,444,570</a:t>
            </a:r>
            <a:endParaRPr lang="en-US" dirty="0"/>
          </a:p>
        </p:txBody>
      </p:sp>
      <p:sp>
        <p:nvSpPr>
          <p:cNvPr id="9221" name="Rectangle 4"/>
          <p:cNvSpPr>
            <a:spLocks noChangeArrowheads="1"/>
          </p:cNvSpPr>
          <p:nvPr/>
        </p:nvSpPr>
        <p:spPr bwMode="auto">
          <a:xfrm>
            <a:off x="6566408" y="342052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22" name="TextBox 3"/>
          <p:cNvSpPr txBox="1"/>
          <p:nvPr/>
        </p:nvSpPr>
        <p:spPr>
          <a:xfrm>
            <a:off x="6634937" y="339172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1,231,220</a:t>
            </a:r>
            <a:endParaRPr lang="en-US" dirty="0"/>
          </a:p>
        </p:txBody>
      </p:sp>
      <p:sp>
        <p:nvSpPr>
          <p:cNvPr id="9223" name="Rectangle 4"/>
          <p:cNvSpPr>
            <a:spLocks noChangeArrowheads="1"/>
          </p:cNvSpPr>
          <p:nvPr/>
        </p:nvSpPr>
        <p:spPr bwMode="auto">
          <a:xfrm>
            <a:off x="7213854" y="342052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24" name="TextBox 3"/>
          <p:cNvSpPr txBox="1"/>
          <p:nvPr/>
        </p:nvSpPr>
        <p:spPr>
          <a:xfrm>
            <a:off x="7282383" y="339172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1,231,219</a:t>
            </a:r>
            <a:endParaRPr lang="en-US" dirty="0"/>
          </a:p>
        </p:txBody>
      </p:sp>
      <p:sp>
        <p:nvSpPr>
          <p:cNvPr id="9225" name="Rectangle 4"/>
          <p:cNvSpPr>
            <a:spLocks noChangeArrowheads="1"/>
          </p:cNvSpPr>
          <p:nvPr/>
        </p:nvSpPr>
        <p:spPr bwMode="auto">
          <a:xfrm>
            <a:off x="7861300" y="342052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26" name="Rectangle 4"/>
          <p:cNvSpPr>
            <a:spLocks noChangeArrowheads="1"/>
          </p:cNvSpPr>
          <p:nvPr/>
        </p:nvSpPr>
        <p:spPr bwMode="auto">
          <a:xfrm>
            <a:off x="8094497" y="342052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27" name="Rectangle 4"/>
          <p:cNvSpPr>
            <a:spLocks noChangeArrowheads="1"/>
          </p:cNvSpPr>
          <p:nvPr/>
        </p:nvSpPr>
        <p:spPr bwMode="auto">
          <a:xfrm>
            <a:off x="8333384" y="342052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28" name="TextBox 3"/>
          <p:cNvSpPr txBox="1"/>
          <p:nvPr/>
        </p:nvSpPr>
        <p:spPr>
          <a:xfrm>
            <a:off x="8650986" y="339172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9229" name="Rectangle 4"/>
          <p:cNvSpPr>
            <a:spLocks noChangeArrowheads="1"/>
          </p:cNvSpPr>
          <p:nvPr/>
        </p:nvSpPr>
        <p:spPr bwMode="auto">
          <a:xfrm>
            <a:off x="878255" y="3815740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30" name="TextBox 3"/>
          <p:cNvSpPr txBox="1"/>
          <p:nvPr/>
        </p:nvSpPr>
        <p:spPr>
          <a:xfrm>
            <a:off x="827455" y="378693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8470550</a:t>
            </a:r>
            <a:endParaRPr lang="en-US" dirty="0"/>
          </a:p>
        </p:txBody>
      </p:sp>
      <p:sp>
        <p:nvSpPr>
          <p:cNvPr id="9231" name="Rectangle 4"/>
          <p:cNvSpPr>
            <a:spLocks noChangeArrowheads="1"/>
          </p:cNvSpPr>
          <p:nvPr/>
        </p:nvSpPr>
        <p:spPr bwMode="auto">
          <a:xfrm>
            <a:off x="1365758" y="3815740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32" name="TextBox 3"/>
          <p:cNvSpPr txBox="1"/>
          <p:nvPr/>
        </p:nvSpPr>
        <p:spPr>
          <a:xfrm>
            <a:off x="1314958" y="3786936"/>
            <a:ext cx="827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-Space </a:t>
            </a:r>
            <a:endParaRPr lang="en-US" dirty="0"/>
          </a:p>
        </p:txBody>
      </p:sp>
      <p:sp>
        <p:nvSpPr>
          <p:cNvPr id="9233" name="TextBox 3"/>
          <p:cNvSpPr txBox="1"/>
          <p:nvPr/>
        </p:nvSpPr>
        <p:spPr>
          <a:xfrm>
            <a:off x="1314958" y="3904386"/>
            <a:ext cx="770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and Projects </a:t>
            </a:r>
            <a:endParaRPr lang="en-US" dirty="0"/>
          </a:p>
        </p:txBody>
      </p:sp>
      <p:sp>
        <p:nvSpPr>
          <p:cNvPr id="9234" name="TextBox 3"/>
          <p:cNvSpPr txBox="1"/>
          <p:nvPr/>
        </p:nvSpPr>
        <p:spPr>
          <a:xfrm>
            <a:off x="1314958" y="4021835"/>
            <a:ext cx="573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Planning</a:t>
            </a:r>
            <a:endParaRPr lang="en-US" dirty="0"/>
          </a:p>
        </p:txBody>
      </p:sp>
      <p:sp>
        <p:nvSpPr>
          <p:cNvPr id="9235" name="Rectangle 4"/>
          <p:cNvSpPr>
            <a:spLocks noChangeArrowheads="1"/>
          </p:cNvSpPr>
          <p:nvPr/>
        </p:nvSpPr>
        <p:spPr bwMode="auto">
          <a:xfrm>
            <a:off x="2163546" y="3815740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36" name="TextBox 3"/>
          <p:cNvSpPr txBox="1"/>
          <p:nvPr/>
        </p:nvSpPr>
        <p:spPr>
          <a:xfrm>
            <a:off x="2112746" y="378693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9237" name="Rectangle 4"/>
          <p:cNvSpPr>
            <a:spLocks noChangeArrowheads="1"/>
          </p:cNvSpPr>
          <p:nvPr/>
        </p:nvSpPr>
        <p:spPr bwMode="auto">
          <a:xfrm>
            <a:off x="2622702" y="3815740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38" name="TextBox 3"/>
          <p:cNvSpPr txBox="1"/>
          <p:nvPr/>
        </p:nvSpPr>
        <p:spPr>
          <a:xfrm>
            <a:off x="2571902" y="3786936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9239" name="TextBox 3"/>
          <p:cNvSpPr txBox="1"/>
          <p:nvPr/>
        </p:nvSpPr>
        <p:spPr>
          <a:xfrm>
            <a:off x="2571902" y="3904386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9240" name="TextBox 3"/>
          <p:cNvSpPr txBox="1"/>
          <p:nvPr/>
        </p:nvSpPr>
        <p:spPr>
          <a:xfrm>
            <a:off x="2571902" y="4021835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9241" name="Rectangle 4"/>
          <p:cNvSpPr>
            <a:spLocks noChangeArrowheads="1"/>
          </p:cNvSpPr>
          <p:nvPr/>
        </p:nvSpPr>
        <p:spPr bwMode="auto">
          <a:xfrm>
            <a:off x="3680282" y="3815740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42" name="TextBox 3"/>
          <p:cNvSpPr txBox="1"/>
          <p:nvPr/>
        </p:nvSpPr>
        <p:spPr>
          <a:xfrm>
            <a:off x="3629482" y="378693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847.8470550.1.412125.000000.847001.100178</a:t>
            </a:r>
            <a:endParaRPr lang="en-US" dirty="0"/>
          </a:p>
        </p:txBody>
      </p:sp>
      <p:sp>
        <p:nvSpPr>
          <p:cNvPr id="9243" name="Rectangle 4"/>
          <p:cNvSpPr>
            <a:spLocks noChangeArrowheads="1"/>
          </p:cNvSpPr>
          <p:nvPr/>
        </p:nvSpPr>
        <p:spPr bwMode="auto">
          <a:xfrm>
            <a:off x="5918962" y="381574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44" name="TextBox 3"/>
          <p:cNvSpPr txBox="1"/>
          <p:nvPr/>
        </p:nvSpPr>
        <p:spPr>
          <a:xfrm>
            <a:off x="5987491" y="378693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1,247,308</a:t>
            </a:r>
            <a:endParaRPr lang="en-US" dirty="0"/>
          </a:p>
        </p:txBody>
      </p:sp>
      <p:sp>
        <p:nvSpPr>
          <p:cNvPr id="9245" name="Rectangle 4"/>
          <p:cNvSpPr>
            <a:spLocks noChangeArrowheads="1"/>
          </p:cNvSpPr>
          <p:nvPr/>
        </p:nvSpPr>
        <p:spPr bwMode="auto">
          <a:xfrm>
            <a:off x="6566408" y="381574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46" name="TextBox 3"/>
          <p:cNvSpPr txBox="1"/>
          <p:nvPr/>
        </p:nvSpPr>
        <p:spPr>
          <a:xfrm>
            <a:off x="6634937" y="378693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1,220,617</a:t>
            </a:r>
            <a:endParaRPr lang="en-US" dirty="0"/>
          </a:p>
        </p:txBody>
      </p:sp>
      <p:sp>
        <p:nvSpPr>
          <p:cNvPr id="9247" name="Rectangle 4"/>
          <p:cNvSpPr>
            <a:spLocks noChangeArrowheads="1"/>
          </p:cNvSpPr>
          <p:nvPr/>
        </p:nvSpPr>
        <p:spPr bwMode="auto">
          <a:xfrm>
            <a:off x="7213854" y="381574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48" name="TextBox 3"/>
          <p:cNvSpPr txBox="1"/>
          <p:nvPr/>
        </p:nvSpPr>
        <p:spPr>
          <a:xfrm>
            <a:off x="7282383" y="378693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1,220,617</a:t>
            </a:r>
            <a:endParaRPr lang="en-US" dirty="0"/>
          </a:p>
        </p:txBody>
      </p:sp>
      <p:sp>
        <p:nvSpPr>
          <p:cNvPr id="9249" name="Rectangle 4"/>
          <p:cNvSpPr>
            <a:spLocks noChangeArrowheads="1"/>
          </p:cNvSpPr>
          <p:nvPr/>
        </p:nvSpPr>
        <p:spPr bwMode="auto">
          <a:xfrm>
            <a:off x="7861300" y="3815740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50" name="Rectangle 4"/>
          <p:cNvSpPr>
            <a:spLocks noChangeArrowheads="1"/>
          </p:cNvSpPr>
          <p:nvPr/>
        </p:nvSpPr>
        <p:spPr bwMode="auto">
          <a:xfrm>
            <a:off x="8094497" y="3815740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51" name="Rectangle 4"/>
          <p:cNvSpPr>
            <a:spLocks noChangeArrowheads="1"/>
          </p:cNvSpPr>
          <p:nvPr/>
        </p:nvSpPr>
        <p:spPr bwMode="auto">
          <a:xfrm>
            <a:off x="8333384" y="3815740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52" name="TextBox 3"/>
          <p:cNvSpPr txBox="1"/>
          <p:nvPr/>
        </p:nvSpPr>
        <p:spPr>
          <a:xfrm>
            <a:off x="8650986" y="378693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9253" name="Rectangle 4"/>
          <p:cNvSpPr>
            <a:spLocks noChangeArrowheads="1"/>
          </p:cNvSpPr>
          <p:nvPr/>
        </p:nvSpPr>
        <p:spPr bwMode="auto">
          <a:xfrm>
            <a:off x="878255" y="4210952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54" name="TextBox 3"/>
          <p:cNvSpPr txBox="1"/>
          <p:nvPr/>
        </p:nvSpPr>
        <p:spPr>
          <a:xfrm>
            <a:off x="827455" y="418214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8470550</a:t>
            </a:r>
            <a:endParaRPr lang="en-US" dirty="0"/>
          </a:p>
        </p:txBody>
      </p:sp>
      <p:sp>
        <p:nvSpPr>
          <p:cNvPr id="9255" name="Rectangle 4"/>
          <p:cNvSpPr>
            <a:spLocks noChangeArrowheads="1"/>
          </p:cNvSpPr>
          <p:nvPr/>
        </p:nvSpPr>
        <p:spPr bwMode="auto">
          <a:xfrm>
            <a:off x="1365758" y="4210952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56" name="TextBox 3"/>
          <p:cNvSpPr txBox="1"/>
          <p:nvPr/>
        </p:nvSpPr>
        <p:spPr>
          <a:xfrm>
            <a:off x="1314958" y="4182148"/>
            <a:ext cx="827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-Space </a:t>
            </a:r>
            <a:endParaRPr lang="en-US" dirty="0"/>
          </a:p>
        </p:txBody>
      </p:sp>
      <p:sp>
        <p:nvSpPr>
          <p:cNvPr id="9257" name="TextBox 3"/>
          <p:cNvSpPr txBox="1"/>
          <p:nvPr/>
        </p:nvSpPr>
        <p:spPr>
          <a:xfrm>
            <a:off x="1314958" y="4299597"/>
            <a:ext cx="770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and Projects </a:t>
            </a:r>
            <a:endParaRPr lang="en-US" dirty="0"/>
          </a:p>
        </p:txBody>
      </p:sp>
      <p:sp>
        <p:nvSpPr>
          <p:cNvPr id="9258" name="TextBox 3"/>
          <p:cNvSpPr txBox="1"/>
          <p:nvPr/>
        </p:nvSpPr>
        <p:spPr>
          <a:xfrm>
            <a:off x="1314958" y="4417047"/>
            <a:ext cx="573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Planning</a:t>
            </a:r>
            <a:endParaRPr lang="en-US" dirty="0"/>
          </a:p>
        </p:txBody>
      </p:sp>
      <p:sp>
        <p:nvSpPr>
          <p:cNvPr id="9259" name="Rectangle 4"/>
          <p:cNvSpPr>
            <a:spLocks noChangeArrowheads="1"/>
          </p:cNvSpPr>
          <p:nvPr/>
        </p:nvSpPr>
        <p:spPr bwMode="auto">
          <a:xfrm>
            <a:off x="2163546" y="4210952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60" name="TextBox 3"/>
          <p:cNvSpPr txBox="1"/>
          <p:nvPr/>
        </p:nvSpPr>
        <p:spPr>
          <a:xfrm>
            <a:off x="2112746" y="418214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9261" name="Rectangle 4"/>
          <p:cNvSpPr>
            <a:spLocks noChangeArrowheads="1"/>
          </p:cNvSpPr>
          <p:nvPr/>
        </p:nvSpPr>
        <p:spPr bwMode="auto">
          <a:xfrm>
            <a:off x="2622702" y="4210952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62" name="TextBox 3"/>
          <p:cNvSpPr txBox="1"/>
          <p:nvPr/>
        </p:nvSpPr>
        <p:spPr>
          <a:xfrm>
            <a:off x="2571902" y="4182148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9263" name="Rectangle 4"/>
          <p:cNvSpPr>
            <a:spLocks noChangeArrowheads="1"/>
          </p:cNvSpPr>
          <p:nvPr/>
        </p:nvSpPr>
        <p:spPr bwMode="auto">
          <a:xfrm>
            <a:off x="3680282" y="4210952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64" name="TextBox 3"/>
          <p:cNvSpPr txBox="1"/>
          <p:nvPr/>
        </p:nvSpPr>
        <p:spPr>
          <a:xfrm>
            <a:off x="3629482" y="418214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847.8470550.1.412523.000000.847001.100178</a:t>
            </a:r>
            <a:endParaRPr lang="en-US" dirty="0"/>
          </a:p>
        </p:txBody>
      </p:sp>
      <p:sp>
        <p:nvSpPr>
          <p:cNvPr id="9265" name="Rectangle 4"/>
          <p:cNvSpPr>
            <a:spLocks noChangeArrowheads="1"/>
          </p:cNvSpPr>
          <p:nvPr/>
        </p:nvSpPr>
        <p:spPr bwMode="auto">
          <a:xfrm>
            <a:off x="5918962" y="421095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66" name="TextBox 3"/>
          <p:cNvSpPr txBox="1"/>
          <p:nvPr/>
        </p:nvSpPr>
        <p:spPr>
          <a:xfrm>
            <a:off x="6128715" y="418214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21,600</a:t>
            </a:r>
            <a:endParaRPr lang="en-US" dirty="0"/>
          </a:p>
        </p:txBody>
      </p:sp>
      <p:sp>
        <p:nvSpPr>
          <p:cNvPr id="9267" name="Rectangle 4"/>
          <p:cNvSpPr>
            <a:spLocks noChangeArrowheads="1"/>
          </p:cNvSpPr>
          <p:nvPr/>
        </p:nvSpPr>
        <p:spPr bwMode="auto">
          <a:xfrm>
            <a:off x="6566408" y="421095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68" name="TextBox 3"/>
          <p:cNvSpPr txBox="1"/>
          <p:nvPr/>
        </p:nvSpPr>
        <p:spPr>
          <a:xfrm>
            <a:off x="6776161" y="418214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21,600</a:t>
            </a:r>
            <a:endParaRPr lang="en-US" dirty="0"/>
          </a:p>
        </p:txBody>
      </p:sp>
      <p:sp>
        <p:nvSpPr>
          <p:cNvPr id="9269" name="Rectangle 4"/>
          <p:cNvSpPr>
            <a:spLocks noChangeArrowheads="1"/>
          </p:cNvSpPr>
          <p:nvPr/>
        </p:nvSpPr>
        <p:spPr bwMode="auto">
          <a:xfrm>
            <a:off x="7213854" y="421095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70" name="TextBox 3"/>
          <p:cNvSpPr txBox="1"/>
          <p:nvPr/>
        </p:nvSpPr>
        <p:spPr>
          <a:xfrm>
            <a:off x="7423607" y="418214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21,600</a:t>
            </a:r>
            <a:endParaRPr lang="en-US" dirty="0"/>
          </a:p>
        </p:txBody>
      </p:sp>
      <p:sp>
        <p:nvSpPr>
          <p:cNvPr id="9271" name="Rectangle 4"/>
          <p:cNvSpPr>
            <a:spLocks noChangeArrowheads="1"/>
          </p:cNvSpPr>
          <p:nvPr/>
        </p:nvSpPr>
        <p:spPr bwMode="auto">
          <a:xfrm>
            <a:off x="7861300" y="4210952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72" name="Rectangle 4"/>
          <p:cNvSpPr>
            <a:spLocks noChangeArrowheads="1"/>
          </p:cNvSpPr>
          <p:nvPr/>
        </p:nvSpPr>
        <p:spPr bwMode="auto">
          <a:xfrm>
            <a:off x="8094497" y="4210952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73" name="Rectangle 4"/>
          <p:cNvSpPr>
            <a:spLocks noChangeArrowheads="1"/>
          </p:cNvSpPr>
          <p:nvPr/>
        </p:nvSpPr>
        <p:spPr bwMode="auto">
          <a:xfrm>
            <a:off x="8333384" y="4210952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74" name="TextBox 3"/>
          <p:cNvSpPr txBox="1"/>
          <p:nvPr/>
        </p:nvSpPr>
        <p:spPr>
          <a:xfrm>
            <a:off x="8650986" y="418214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9275" name="Rectangle 4"/>
          <p:cNvSpPr>
            <a:spLocks noChangeArrowheads="1"/>
          </p:cNvSpPr>
          <p:nvPr/>
        </p:nvSpPr>
        <p:spPr bwMode="auto">
          <a:xfrm>
            <a:off x="878255" y="460616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76" name="TextBox 3"/>
          <p:cNvSpPr txBox="1"/>
          <p:nvPr/>
        </p:nvSpPr>
        <p:spPr>
          <a:xfrm>
            <a:off x="827455" y="457735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8470550</a:t>
            </a:r>
            <a:endParaRPr lang="en-US" dirty="0"/>
          </a:p>
        </p:txBody>
      </p:sp>
      <p:sp>
        <p:nvSpPr>
          <p:cNvPr id="9277" name="Rectangle 4"/>
          <p:cNvSpPr>
            <a:spLocks noChangeArrowheads="1"/>
          </p:cNvSpPr>
          <p:nvPr/>
        </p:nvSpPr>
        <p:spPr bwMode="auto">
          <a:xfrm>
            <a:off x="1365758" y="460616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78" name="TextBox 3"/>
          <p:cNvSpPr txBox="1"/>
          <p:nvPr/>
        </p:nvSpPr>
        <p:spPr>
          <a:xfrm>
            <a:off x="1314958" y="4577359"/>
            <a:ext cx="827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-Space </a:t>
            </a:r>
            <a:endParaRPr lang="en-US" dirty="0"/>
          </a:p>
        </p:txBody>
      </p:sp>
      <p:sp>
        <p:nvSpPr>
          <p:cNvPr id="9279" name="TextBox 3"/>
          <p:cNvSpPr txBox="1"/>
          <p:nvPr/>
        </p:nvSpPr>
        <p:spPr>
          <a:xfrm>
            <a:off x="1314958" y="4694809"/>
            <a:ext cx="770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and Projects </a:t>
            </a:r>
            <a:endParaRPr lang="en-US" dirty="0"/>
          </a:p>
        </p:txBody>
      </p:sp>
      <p:sp>
        <p:nvSpPr>
          <p:cNvPr id="9280" name="TextBox 3"/>
          <p:cNvSpPr txBox="1"/>
          <p:nvPr/>
        </p:nvSpPr>
        <p:spPr>
          <a:xfrm>
            <a:off x="1314958" y="4812258"/>
            <a:ext cx="573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Planning</a:t>
            </a:r>
            <a:endParaRPr lang="en-US" dirty="0"/>
          </a:p>
        </p:txBody>
      </p:sp>
      <p:sp>
        <p:nvSpPr>
          <p:cNvPr id="9281" name="Rectangle 4"/>
          <p:cNvSpPr>
            <a:spLocks noChangeArrowheads="1"/>
          </p:cNvSpPr>
          <p:nvPr/>
        </p:nvSpPr>
        <p:spPr bwMode="auto">
          <a:xfrm>
            <a:off x="2163546" y="460616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82" name="TextBox 3"/>
          <p:cNvSpPr txBox="1"/>
          <p:nvPr/>
        </p:nvSpPr>
        <p:spPr>
          <a:xfrm>
            <a:off x="2112746" y="457735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9283" name="Rectangle 4"/>
          <p:cNvSpPr>
            <a:spLocks noChangeArrowheads="1"/>
          </p:cNvSpPr>
          <p:nvPr/>
        </p:nvSpPr>
        <p:spPr bwMode="auto">
          <a:xfrm>
            <a:off x="2622702" y="460616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84" name="TextBox 3"/>
          <p:cNvSpPr txBox="1"/>
          <p:nvPr/>
        </p:nvSpPr>
        <p:spPr>
          <a:xfrm>
            <a:off x="2571902" y="4577359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9285" name="TextBox 3"/>
          <p:cNvSpPr txBox="1"/>
          <p:nvPr/>
        </p:nvSpPr>
        <p:spPr>
          <a:xfrm>
            <a:off x="2571902" y="4694809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9286" name="Rectangle 4"/>
          <p:cNvSpPr>
            <a:spLocks noChangeArrowheads="1"/>
          </p:cNvSpPr>
          <p:nvPr/>
        </p:nvSpPr>
        <p:spPr bwMode="auto">
          <a:xfrm>
            <a:off x="3680282" y="460616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87" name="TextBox 3"/>
          <p:cNvSpPr txBox="1"/>
          <p:nvPr/>
        </p:nvSpPr>
        <p:spPr>
          <a:xfrm>
            <a:off x="3629482" y="457735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847.8470550.1.412534.000000.847001.100178</a:t>
            </a:r>
            <a:endParaRPr lang="en-US" dirty="0"/>
          </a:p>
        </p:txBody>
      </p:sp>
      <p:sp>
        <p:nvSpPr>
          <p:cNvPr id="9288" name="Rectangle 4"/>
          <p:cNvSpPr>
            <a:spLocks noChangeArrowheads="1"/>
          </p:cNvSpPr>
          <p:nvPr/>
        </p:nvSpPr>
        <p:spPr bwMode="auto">
          <a:xfrm>
            <a:off x="5918962" y="460616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89" name="TextBox 3"/>
          <p:cNvSpPr txBox="1"/>
          <p:nvPr/>
        </p:nvSpPr>
        <p:spPr>
          <a:xfrm>
            <a:off x="6072225" y="457735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225,000</a:t>
            </a:r>
            <a:endParaRPr lang="en-US" dirty="0"/>
          </a:p>
        </p:txBody>
      </p:sp>
      <p:sp>
        <p:nvSpPr>
          <p:cNvPr id="9290" name="Rectangle 4"/>
          <p:cNvSpPr>
            <a:spLocks noChangeArrowheads="1"/>
          </p:cNvSpPr>
          <p:nvPr/>
        </p:nvSpPr>
        <p:spPr bwMode="auto">
          <a:xfrm>
            <a:off x="6566408" y="460616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91" name="TextBox 3"/>
          <p:cNvSpPr txBox="1"/>
          <p:nvPr/>
        </p:nvSpPr>
        <p:spPr>
          <a:xfrm>
            <a:off x="6776161" y="457735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91,000</a:t>
            </a:r>
            <a:endParaRPr lang="en-US" dirty="0"/>
          </a:p>
        </p:txBody>
      </p:sp>
      <p:sp>
        <p:nvSpPr>
          <p:cNvPr id="9292" name="Rectangle 4"/>
          <p:cNvSpPr>
            <a:spLocks noChangeArrowheads="1"/>
          </p:cNvSpPr>
          <p:nvPr/>
        </p:nvSpPr>
        <p:spPr bwMode="auto">
          <a:xfrm>
            <a:off x="7213854" y="460616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93" name="TextBox 3"/>
          <p:cNvSpPr txBox="1"/>
          <p:nvPr/>
        </p:nvSpPr>
        <p:spPr>
          <a:xfrm>
            <a:off x="7423607" y="457735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91,000</a:t>
            </a:r>
            <a:endParaRPr lang="en-US" dirty="0"/>
          </a:p>
        </p:txBody>
      </p:sp>
      <p:sp>
        <p:nvSpPr>
          <p:cNvPr id="9294" name="Rectangle 4"/>
          <p:cNvSpPr>
            <a:spLocks noChangeArrowheads="1"/>
          </p:cNvSpPr>
          <p:nvPr/>
        </p:nvSpPr>
        <p:spPr bwMode="auto">
          <a:xfrm>
            <a:off x="7861300" y="460616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95" name="Rectangle 4"/>
          <p:cNvSpPr>
            <a:spLocks noChangeArrowheads="1"/>
          </p:cNvSpPr>
          <p:nvPr/>
        </p:nvSpPr>
        <p:spPr bwMode="auto">
          <a:xfrm>
            <a:off x="8094497" y="460616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96" name="Rectangle 4"/>
          <p:cNvSpPr>
            <a:spLocks noChangeArrowheads="1"/>
          </p:cNvSpPr>
          <p:nvPr/>
        </p:nvSpPr>
        <p:spPr bwMode="auto">
          <a:xfrm>
            <a:off x="8333384" y="460616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97" name="TextBox 3"/>
          <p:cNvSpPr txBox="1"/>
          <p:nvPr/>
        </p:nvSpPr>
        <p:spPr>
          <a:xfrm>
            <a:off x="8650986" y="457735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9298" name="Rectangle 4"/>
          <p:cNvSpPr>
            <a:spLocks noChangeArrowheads="1"/>
          </p:cNvSpPr>
          <p:nvPr/>
        </p:nvSpPr>
        <p:spPr bwMode="auto">
          <a:xfrm>
            <a:off x="878255" y="5001374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299" name="TextBox 3"/>
          <p:cNvSpPr txBox="1"/>
          <p:nvPr/>
        </p:nvSpPr>
        <p:spPr>
          <a:xfrm>
            <a:off x="827455" y="497257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8470550</a:t>
            </a:r>
            <a:endParaRPr lang="en-US" dirty="0"/>
          </a:p>
        </p:txBody>
      </p:sp>
      <p:sp>
        <p:nvSpPr>
          <p:cNvPr id="9300" name="Rectangle 4"/>
          <p:cNvSpPr>
            <a:spLocks noChangeArrowheads="1"/>
          </p:cNvSpPr>
          <p:nvPr/>
        </p:nvSpPr>
        <p:spPr bwMode="auto">
          <a:xfrm>
            <a:off x="1365758" y="5001374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01" name="TextBox 3"/>
          <p:cNvSpPr txBox="1"/>
          <p:nvPr/>
        </p:nvSpPr>
        <p:spPr>
          <a:xfrm>
            <a:off x="1314958" y="4972570"/>
            <a:ext cx="827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-Space </a:t>
            </a:r>
            <a:endParaRPr lang="en-US" dirty="0"/>
          </a:p>
        </p:txBody>
      </p:sp>
      <p:sp>
        <p:nvSpPr>
          <p:cNvPr id="9302" name="TextBox 3"/>
          <p:cNvSpPr txBox="1"/>
          <p:nvPr/>
        </p:nvSpPr>
        <p:spPr>
          <a:xfrm>
            <a:off x="1314958" y="5090020"/>
            <a:ext cx="770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and Projects </a:t>
            </a:r>
            <a:endParaRPr lang="en-US" dirty="0"/>
          </a:p>
        </p:txBody>
      </p:sp>
      <p:sp>
        <p:nvSpPr>
          <p:cNvPr id="9303" name="TextBox 3"/>
          <p:cNvSpPr txBox="1"/>
          <p:nvPr/>
        </p:nvSpPr>
        <p:spPr>
          <a:xfrm>
            <a:off x="1314958" y="5207470"/>
            <a:ext cx="573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Planning</a:t>
            </a:r>
            <a:endParaRPr lang="en-US" dirty="0"/>
          </a:p>
        </p:txBody>
      </p:sp>
      <p:sp>
        <p:nvSpPr>
          <p:cNvPr id="9304" name="Rectangle 4"/>
          <p:cNvSpPr>
            <a:spLocks noChangeArrowheads="1"/>
          </p:cNvSpPr>
          <p:nvPr/>
        </p:nvSpPr>
        <p:spPr bwMode="auto">
          <a:xfrm>
            <a:off x="2163546" y="5001374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05" name="TextBox 3"/>
          <p:cNvSpPr txBox="1"/>
          <p:nvPr/>
        </p:nvSpPr>
        <p:spPr>
          <a:xfrm>
            <a:off x="2112746" y="497257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9306" name="Rectangle 4"/>
          <p:cNvSpPr>
            <a:spLocks noChangeArrowheads="1"/>
          </p:cNvSpPr>
          <p:nvPr/>
        </p:nvSpPr>
        <p:spPr bwMode="auto">
          <a:xfrm>
            <a:off x="2622702" y="5001374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07" name="TextBox 3"/>
          <p:cNvSpPr txBox="1"/>
          <p:nvPr/>
        </p:nvSpPr>
        <p:spPr>
          <a:xfrm>
            <a:off x="2571902" y="4972570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9308" name="Rectangle 4"/>
          <p:cNvSpPr>
            <a:spLocks noChangeArrowheads="1"/>
          </p:cNvSpPr>
          <p:nvPr/>
        </p:nvSpPr>
        <p:spPr bwMode="auto">
          <a:xfrm>
            <a:off x="3680282" y="5001374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09" name="TextBox 3"/>
          <p:cNvSpPr txBox="1"/>
          <p:nvPr/>
        </p:nvSpPr>
        <p:spPr>
          <a:xfrm>
            <a:off x="3629482" y="497257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847.8470550.1.412546.000000.847001.100178</a:t>
            </a:r>
            <a:endParaRPr lang="en-US" dirty="0"/>
          </a:p>
        </p:txBody>
      </p:sp>
      <p:sp>
        <p:nvSpPr>
          <p:cNvPr id="9310" name="Rectangle 4"/>
          <p:cNvSpPr>
            <a:spLocks noChangeArrowheads="1"/>
          </p:cNvSpPr>
          <p:nvPr/>
        </p:nvSpPr>
        <p:spPr bwMode="auto">
          <a:xfrm>
            <a:off x="5918962" y="500137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11" name="TextBox 3"/>
          <p:cNvSpPr txBox="1"/>
          <p:nvPr/>
        </p:nvSpPr>
        <p:spPr>
          <a:xfrm>
            <a:off x="6128715" y="497257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50,758</a:t>
            </a:r>
            <a:endParaRPr lang="en-US" dirty="0"/>
          </a:p>
        </p:txBody>
      </p:sp>
      <p:sp>
        <p:nvSpPr>
          <p:cNvPr id="9312" name="Rectangle 4"/>
          <p:cNvSpPr>
            <a:spLocks noChangeArrowheads="1"/>
          </p:cNvSpPr>
          <p:nvPr/>
        </p:nvSpPr>
        <p:spPr bwMode="auto">
          <a:xfrm>
            <a:off x="6566408" y="500137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13" name="TextBox 3"/>
          <p:cNvSpPr txBox="1"/>
          <p:nvPr/>
        </p:nvSpPr>
        <p:spPr>
          <a:xfrm>
            <a:off x="6776161" y="497257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36,690</a:t>
            </a:r>
            <a:endParaRPr lang="en-US" dirty="0"/>
          </a:p>
        </p:txBody>
      </p:sp>
      <p:sp>
        <p:nvSpPr>
          <p:cNvPr id="9314" name="Rectangle 4"/>
          <p:cNvSpPr>
            <a:spLocks noChangeArrowheads="1"/>
          </p:cNvSpPr>
          <p:nvPr/>
        </p:nvSpPr>
        <p:spPr bwMode="auto">
          <a:xfrm>
            <a:off x="7213854" y="500137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15" name="TextBox 3"/>
          <p:cNvSpPr txBox="1"/>
          <p:nvPr/>
        </p:nvSpPr>
        <p:spPr>
          <a:xfrm>
            <a:off x="7423607" y="497257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36,690</a:t>
            </a:r>
            <a:endParaRPr lang="en-US" dirty="0"/>
          </a:p>
        </p:txBody>
      </p:sp>
      <p:sp>
        <p:nvSpPr>
          <p:cNvPr id="9316" name="Rectangle 4"/>
          <p:cNvSpPr>
            <a:spLocks noChangeArrowheads="1"/>
          </p:cNvSpPr>
          <p:nvPr/>
        </p:nvSpPr>
        <p:spPr bwMode="auto">
          <a:xfrm>
            <a:off x="7861300" y="5001374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17" name="Rectangle 4"/>
          <p:cNvSpPr>
            <a:spLocks noChangeArrowheads="1"/>
          </p:cNvSpPr>
          <p:nvPr/>
        </p:nvSpPr>
        <p:spPr bwMode="auto">
          <a:xfrm>
            <a:off x="8094497" y="5001374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18" name="Rectangle 4"/>
          <p:cNvSpPr>
            <a:spLocks noChangeArrowheads="1"/>
          </p:cNvSpPr>
          <p:nvPr/>
        </p:nvSpPr>
        <p:spPr bwMode="auto">
          <a:xfrm>
            <a:off x="8333384" y="5001374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19" name="TextBox 3"/>
          <p:cNvSpPr txBox="1"/>
          <p:nvPr/>
        </p:nvSpPr>
        <p:spPr>
          <a:xfrm>
            <a:off x="8650986" y="497257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9320" name="Rectangle 4"/>
          <p:cNvSpPr>
            <a:spLocks noChangeArrowheads="1"/>
          </p:cNvSpPr>
          <p:nvPr/>
        </p:nvSpPr>
        <p:spPr bwMode="auto">
          <a:xfrm>
            <a:off x="878255" y="5396585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21" name="TextBox 3"/>
          <p:cNvSpPr txBox="1"/>
          <p:nvPr/>
        </p:nvSpPr>
        <p:spPr>
          <a:xfrm>
            <a:off x="827455" y="536778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8470550</a:t>
            </a:r>
            <a:endParaRPr lang="en-US" dirty="0"/>
          </a:p>
        </p:txBody>
      </p:sp>
      <p:sp>
        <p:nvSpPr>
          <p:cNvPr id="9322" name="Rectangle 4"/>
          <p:cNvSpPr>
            <a:spLocks noChangeArrowheads="1"/>
          </p:cNvSpPr>
          <p:nvPr/>
        </p:nvSpPr>
        <p:spPr bwMode="auto">
          <a:xfrm>
            <a:off x="1365758" y="5396585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23" name="TextBox 3"/>
          <p:cNvSpPr txBox="1"/>
          <p:nvPr/>
        </p:nvSpPr>
        <p:spPr>
          <a:xfrm>
            <a:off x="1314958" y="5367782"/>
            <a:ext cx="827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-Space </a:t>
            </a:r>
            <a:endParaRPr lang="en-US" dirty="0"/>
          </a:p>
        </p:txBody>
      </p:sp>
      <p:sp>
        <p:nvSpPr>
          <p:cNvPr id="9324" name="TextBox 3"/>
          <p:cNvSpPr txBox="1"/>
          <p:nvPr/>
        </p:nvSpPr>
        <p:spPr>
          <a:xfrm>
            <a:off x="1314958" y="5485231"/>
            <a:ext cx="770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and Projects </a:t>
            </a:r>
            <a:endParaRPr lang="en-US" dirty="0"/>
          </a:p>
        </p:txBody>
      </p:sp>
      <p:sp>
        <p:nvSpPr>
          <p:cNvPr id="9325" name="TextBox 3"/>
          <p:cNvSpPr txBox="1"/>
          <p:nvPr/>
        </p:nvSpPr>
        <p:spPr>
          <a:xfrm>
            <a:off x="1314958" y="5602681"/>
            <a:ext cx="573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Planning</a:t>
            </a:r>
            <a:endParaRPr lang="en-US" dirty="0"/>
          </a:p>
        </p:txBody>
      </p:sp>
      <p:sp>
        <p:nvSpPr>
          <p:cNvPr id="9326" name="Rectangle 4"/>
          <p:cNvSpPr>
            <a:spLocks noChangeArrowheads="1"/>
          </p:cNvSpPr>
          <p:nvPr/>
        </p:nvSpPr>
        <p:spPr bwMode="auto">
          <a:xfrm>
            <a:off x="2163546" y="5396585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27" name="TextBox 3"/>
          <p:cNvSpPr txBox="1"/>
          <p:nvPr/>
        </p:nvSpPr>
        <p:spPr>
          <a:xfrm>
            <a:off x="2112746" y="536778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414120</a:t>
            </a:r>
            <a:endParaRPr lang="en-US" dirty="0"/>
          </a:p>
        </p:txBody>
      </p:sp>
      <p:sp>
        <p:nvSpPr>
          <p:cNvPr id="9328" name="Rectangle 4"/>
          <p:cNvSpPr>
            <a:spLocks noChangeArrowheads="1"/>
          </p:cNvSpPr>
          <p:nvPr/>
        </p:nvSpPr>
        <p:spPr bwMode="auto">
          <a:xfrm>
            <a:off x="2622702" y="5396585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29" name="TextBox 3"/>
          <p:cNvSpPr txBox="1"/>
          <p:nvPr/>
        </p:nvSpPr>
        <p:spPr>
          <a:xfrm>
            <a:off x="2571902" y="5367782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Gratuity - Non-</a:t>
            </a:r>
            <a:endParaRPr lang="en-US" dirty="0"/>
          </a:p>
        </p:txBody>
      </p:sp>
      <p:sp>
        <p:nvSpPr>
          <p:cNvPr id="9330" name="TextBox 3"/>
          <p:cNvSpPr txBox="1"/>
          <p:nvPr/>
        </p:nvSpPr>
        <p:spPr>
          <a:xfrm>
            <a:off x="2571902" y="5485231"/>
            <a:ext cx="7538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pensionable </a:t>
            </a:r>
            <a:endParaRPr lang="en-US" dirty="0"/>
          </a:p>
        </p:txBody>
      </p:sp>
      <p:sp>
        <p:nvSpPr>
          <p:cNvPr id="9331" name="TextBox 3"/>
          <p:cNvSpPr txBox="1"/>
          <p:nvPr/>
        </p:nvSpPr>
        <p:spPr>
          <a:xfrm>
            <a:off x="2571902" y="5602681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9332" name="Rectangle 4"/>
          <p:cNvSpPr>
            <a:spLocks noChangeArrowheads="1"/>
          </p:cNvSpPr>
          <p:nvPr/>
        </p:nvSpPr>
        <p:spPr bwMode="auto">
          <a:xfrm>
            <a:off x="3680282" y="5396585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33" name="TextBox 3"/>
          <p:cNvSpPr txBox="1"/>
          <p:nvPr/>
        </p:nvSpPr>
        <p:spPr>
          <a:xfrm>
            <a:off x="3629482" y="536778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847.8470550.1.414120.000000.847001.100178</a:t>
            </a:r>
            <a:endParaRPr lang="en-US" dirty="0"/>
          </a:p>
        </p:txBody>
      </p:sp>
      <p:sp>
        <p:nvSpPr>
          <p:cNvPr id="9334" name="Rectangle 4"/>
          <p:cNvSpPr>
            <a:spLocks noChangeArrowheads="1"/>
          </p:cNvSpPr>
          <p:nvPr/>
        </p:nvSpPr>
        <p:spPr bwMode="auto">
          <a:xfrm>
            <a:off x="5918962" y="539658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35" name="TextBox 3"/>
          <p:cNvSpPr txBox="1"/>
          <p:nvPr/>
        </p:nvSpPr>
        <p:spPr>
          <a:xfrm>
            <a:off x="6382918" y="536778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9336" name="Rectangle 4"/>
          <p:cNvSpPr>
            <a:spLocks noChangeArrowheads="1"/>
          </p:cNvSpPr>
          <p:nvPr/>
        </p:nvSpPr>
        <p:spPr bwMode="auto">
          <a:xfrm>
            <a:off x="6566408" y="539658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37" name="TextBox 3"/>
          <p:cNvSpPr txBox="1"/>
          <p:nvPr/>
        </p:nvSpPr>
        <p:spPr>
          <a:xfrm>
            <a:off x="6776161" y="536778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70,520</a:t>
            </a:r>
            <a:endParaRPr lang="en-US" dirty="0"/>
          </a:p>
        </p:txBody>
      </p:sp>
      <p:sp>
        <p:nvSpPr>
          <p:cNvPr id="9338" name="Rectangle 4"/>
          <p:cNvSpPr>
            <a:spLocks noChangeArrowheads="1"/>
          </p:cNvSpPr>
          <p:nvPr/>
        </p:nvSpPr>
        <p:spPr bwMode="auto">
          <a:xfrm>
            <a:off x="7213854" y="539658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39" name="TextBox 3"/>
          <p:cNvSpPr txBox="1"/>
          <p:nvPr/>
        </p:nvSpPr>
        <p:spPr>
          <a:xfrm>
            <a:off x="7423607" y="536778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70,517</a:t>
            </a:r>
            <a:endParaRPr lang="en-US" dirty="0"/>
          </a:p>
        </p:txBody>
      </p:sp>
      <p:sp>
        <p:nvSpPr>
          <p:cNvPr id="9340" name="Rectangle 4"/>
          <p:cNvSpPr>
            <a:spLocks noChangeArrowheads="1"/>
          </p:cNvSpPr>
          <p:nvPr/>
        </p:nvSpPr>
        <p:spPr bwMode="auto">
          <a:xfrm>
            <a:off x="7861300" y="5396585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41" name="Rectangle 4"/>
          <p:cNvSpPr>
            <a:spLocks noChangeArrowheads="1"/>
          </p:cNvSpPr>
          <p:nvPr/>
        </p:nvSpPr>
        <p:spPr bwMode="auto">
          <a:xfrm>
            <a:off x="8094497" y="5396585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42" name="Rectangle 4"/>
          <p:cNvSpPr>
            <a:spLocks noChangeArrowheads="1"/>
          </p:cNvSpPr>
          <p:nvPr/>
        </p:nvSpPr>
        <p:spPr bwMode="auto">
          <a:xfrm>
            <a:off x="8333384" y="5396585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43" name="TextBox 3"/>
          <p:cNvSpPr txBox="1"/>
          <p:nvPr/>
        </p:nvSpPr>
        <p:spPr>
          <a:xfrm>
            <a:off x="8650986" y="536778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</a:t>
            </a:r>
            <a:endParaRPr lang="en-US" dirty="0"/>
          </a:p>
        </p:txBody>
      </p:sp>
      <p:sp>
        <p:nvSpPr>
          <p:cNvPr id="9344" name="Rectangle 4"/>
          <p:cNvSpPr>
            <a:spLocks noChangeArrowheads="1"/>
          </p:cNvSpPr>
          <p:nvPr/>
        </p:nvSpPr>
        <p:spPr bwMode="auto">
          <a:xfrm>
            <a:off x="878255" y="5791797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45" name="TextBox 3"/>
          <p:cNvSpPr txBox="1"/>
          <p:nvPr/>
        </p:nvSpPr>
        <p:spPr>
          <a:xfrm>
            <a:off x="827455" y="576299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8470550</a:t>
            </a:r>
            <a:endParaRPr lang="en-US" dirty="0"/>
          </a:p>
        </p:txBody>
      </p:sp>
      <p:sp>
        <p:nvSpPr>
          <p:cNvPr id="9346" name="Rectangle 4"/>
          <p:cNvSpPr>
            <a:spLocks noChangeArrowheads="1"/>
          </p:cNvSpPr>
          <p:nvPr/>
        </p:nvSpPr>
        <p:spPr bwMode="auto">
          <a:xfrm>
            <a:off x="1365758" y="5791797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47" name="TextBox 3"/>
          <p:cNvSpPr txBox="1"/>
          <p:nvPr/>
        </p:nvSpPr>
        <p:spPr>
          <a:xfrm>
            <a:off x="1314958" y="5762993"/>
            <a:ext cx="827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-Space </a:t>
            </a:r>
            <a:endParaRPr lang="en-US" dirty="0"/>
          </a:p>
        </p:txBody>
      </p:sp>
      <p:sp>
        <p:nvSpPr>
          <p:cNvPr id="9348" name="TextBox 3"/>
          <p:cNvSpPr txBox="1"/>
          <p:nvPr/>
        </p:nvSpPr>
        <p:spPr>
          <a:xfrm>
            <a:off x="1314958" y="5880443"/>
            <a:ext cx="770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and Projects </a:t>
            </a:r>
            <a:endParaRPr lang="en-US" dirty="0"/>
          </a:p>
        </p:txBody>
      </p:sp>
      <p:sp>
        <p:nvSpPr>
          <p:cNvPr id="9349" name="TextBox 3"/>
          <p:cNvSpPr txBox="1"/>
          <p:nvPr/>
        </p:nvSpPr>
        <p:spPr>
          <a:xfrm>
            <a:off x="1314958" y="5997892"/>
            <a:ext cx="573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Planning</a:t>
            </a:r>
            <a:endParaRPr lang="en-US" dirty="0"/>
          </a:p>
        </p:txBody>
      </p:sp>
      <p:sp>
        <p:nvSpPr>
          <p:cNvPr id="9350" name="Rectangle 4"/>
          <p:cNvSpPr>
            <a:spLocks noChangeArrowheads="1"/>
          </p:cNvSpPr>
          <p:nvPr/>
        </p:nvSpPr>
        <p:spPr bwMode="auto">
          <a:xfrm>
            <a:off x="2163546" y="5791797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51" name="TextBox 3"/>
          <p:cNvSpPr txBox="1"/>
          <p:nvPr/>
        </p:nvSpPr>
        <p:spPr>
          <a:xfrm>
            <a:off x="2112746" y="576299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9352" name="Rectangle 4"/>
          <p:cNvSpPr>
            <a:spLocks noChangeArrowheads="1"/>
          </p:cNvSpPr>
          <p:nvPr/>
        </p:nvSpPr>
        <p:spPr bwMode="auto">
          <a:xfrm>
            <a:off x="2622702" y="5791797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53" name="TextBox 3"/>
          <p:cNvSpPr txBox="1"/>
          <p:nvPr/>
        </p:nvSpPr>
        <p:spPr>
          <a:xfrm>
            <a:off x="2571902" y="5762993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9354" name="TextBox 3"/>
          <p:cNvSpPr txBox="1"/>
          <p:nvPr/>
        </p:nvSpPr>
        <p:spPr>
          <a:xfrm>
            <a:off x="2571902" y="5880443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9355" name="Rectangle 4"/>
          <p:cNvSpPr>
            <a:spLocks noChangeArrowheads="1"/>
          </p:cNvSpPr>
          <p:nvPr/>
        </p:nvSpPr>
        <p:spPr bwMode="auto">
          <a:xfrm>
            <a:off x="3680282" y="5791797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56" name="TextBox 3"/>
          <p:cNvSpPr txBox="1"/>
          <p:nvPr/>
        </p:nvSpPr>
        <p:spPr>
          <a:xfrm>
            <a:off x="3629482" y="576299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847.8470550.1.415110.000000.847001.100178</a:t>
            </a:r>
            <a:endParaRPr lang="en-US" dirty="0"/>
          </a:p>
        </p:txBody>
      </p:sp>
      <p:sp>
        <p:nvSpPr>
          <p:cNvPr id="9357" name="Rectangle 4"/>
          <p:cNvSpPr>
            <a:spLocks noChangeArrowheads="1"/>
          </p:cNvSpPr>
          <p:nvPr/>
        </p:nvSpPr>
        <p:spPr bwMode="auto">
          <a:xfrm>
            <a:off x="5918962" y="579179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58" name="TextBox 3"/>
          <p:cNvSpPr txBox="1"/>
          <p:nvPr/>
        </p:nvSpPr>
        <p:spPr>
          <a:xfrm>
            <a:off x="6072225" y="576299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169,742</a:t>
            </a:r>
            <a:endParaRPr lang="en-US" dirty="0"/>
          </a:p>
        </p:txBody>
      </p:sp>
      <p:sp>
        <p:nvSpPr>
          <p:cNvPr id="9359" name="Rectangle 4"/>
          <p:cNvSpPr>
            <a:spLocks noChangeArrowheads="1"/>
          </p:cNvSpPr>
          <p:nvPr/>
        </p:nvSpPr>
        <p:spPr bwMode="auto">
          <a:xfrm>
            <a:off x="6566408" y="579179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60" name="TextBox 3"/>
          <p:cNvSpPr txBox="1"/>
          <p:nvPr/>
        </p:nvSpPr>
        <p:spPr>
          <a:xfrm>
            <a:off x="6719671" y="576299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169,742</a:t>
            </a:r>
            <a:endParaRPr lang="en-US" dirty="0"/>
          </a:p>
        </p:txBody>
      </p:sp>
      <p:sp>
        <p:nvSpPr>
          <p:cNvPr id="9361" name="Rectangle 4"/>
          <p:cNvSpPr>
            <a:spLocks noChangeArrowheads="1"/>
          </p:cNvSpPr>
          <p:nvPr/>
        </p:nvSpPr>
        <p:spPr bwMode="auto">
          <a:xfrm>
            <a:off x="7213854" y="579179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62" name="TextBox 3"/>
          <p:cNvSpPr txBox="1"/>
          <p:nvPr/>
        </p:nvSpPr>
        <p:spPr>
          <a:xfrm>
            <a:off x="7367118" y="576299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169,428</a:t>
            </a:r>
            <a:endParaRPr lang="en-US" dirty="0"/>
          </a:p>
        </p:txBody>
      </p:sp>
      <p:sp>
        <p:nvSpPr>
          <p:cNvPr id="9363" name="Rectangle 4"/>
          <p:cNvSpPr>
            <a:spLocks noChangeArrowheads="1"/>
          </p:cNvSpPr>
          <p:nvPr/>
        </p:nvSpPr>
        <p:spPr bwMode="auto">
          <a:xfrm>
            <a:off x="7861300" y="5791797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64" name="Rectangle 4"/>
          <p:cNvSpPr>
            <a:spLocks noChangeArrowheads="1"/>
          </p:cNvSpPr>
          <p:nvPr/>
        </p:nvSpPr>
        <p:spPr bwMode="auto">
          <a:xfrm>
            <a:off x="8094497" y="5791797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65" name="Rectangle 4"/>
          <p:cNvSpPr>
            <a:spLocks noChangeArrowheads="1"/>
          </p:cNvSpPr>
          <p:nvPr/>
        </p:nvSpPr>
        <p:spPr bwMode="auto">
          <a:xfrm>
            <a:off x="8333384" y="5791797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66" name="TextBox 3"/>
          <p:cNvSpPr txBox="1"/>
          <p:nvPr/>
        </p:nvSpPr>
        <p:spPr>
          <a:xfrm>
            <a:off x="8538006" y="5762993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314</a:t>
            </a:r>
            <a:endParaRPr lang="en-US" dirty="0"/>
          </a:p>
        </p:txBody>
      </p:sp>
      <p:sp>
        <p:nvSpPr>
          <p:cNvPr id="9367" name="Rectangle 4"/>
          <p:cNvSpPr>
            <a:spLocks noChangeArrowheads="1"/>
          </p:cNvSpPr>
          <p:nvPr/>
        </p:nvSpPr>
        <p:spPr bwMode="auto">
          <a:xfrm>
            <a:off x="878255" y="6187008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68" name="TextBox 3"/>
          <p:cNvSpPr txBox="1"/>
          <p:nvPr/>
        </p:nvSpPr>
        <p:spPr>
          <a:xfrm>
            <a:off x="827455" y="615820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8470550</a:t>
            </a:r>
            <a:endParaRPr lang="en-US" dirty="0"/>
          </a:p>
        </p:txBody>
      </p:sp>
      <p:sp>
        <p:nvSpPr>
          <p:cNvPr id="9369" name="Rectangle 4"/>
          <p:cNvSpPr>
            <a:spLocks noChangeArrowheads="1"/>
          </p:cNvSpPr>
          <p:nvPr/>
        </p:nvSpPr>
        <p:spPr bwMode="auto">
          <a:xfrm>
            <a:off x="1365758" y="6187008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70" name="TextBox 3"/>
          <p:cNvSpPr txBox="1"/>
          <p:nvPr/>
        </p:nvSpPr>
        <p:spPr>
          <a:xfrm>
            <a:off x="1314958" y="6158204"/>
            <a:ext cx="827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-Space </a:t>
            </a:r>
            <a:endParaRPr lang="en-US" dirty="0"/>
          </a:p>
        </p:txBody>
      </p:sp>
      <p:sp>
        <p:nvSpPr>
          <p:cNvPr id="9371" name="TextBox 3"/>
          <p:cNvSpPr txBox="1"/>
          <p:nvPr/>
        </p:nvSpPr>
        <p:spPr>
          <a:xfrm>
            <a:off x="1314958" y="6275654"/>
            <a:ext cx="770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and Projects </a:t>
            </a:r>
            <a:endParaRPr lang="en-US" dirty="0"/>
          </a:p>
        </p:txBody>
      </p:sp>
      <p:sp>
        <p:nvSpPr>
          <p:cNvPr id="9372" name="TextBox 3"/>
          <p:cNvSpPr txBox="1"/>
          <p:nvPr/>
        </p:nvSpPr>
        <p:spPr>
          <a:xfrm>
            <a:off x="1314958" y="6393103"/>
            <a:ext cx="573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Planning</a:t>
            </a:r>
            <a:endParaRPr lang="en-US" dirty="0"/>
          </a:p>
        </p:txBody>
      </p:sp>
      <p:sp>
        <p:nvSpPr>
          <p:cNvPr id="9373" name="Rectangle 4"/>
          <p:cNvSpPr>
            <a:spLocks noChangeArrowheads="1"/>
          </p:cNvSpPr>
          <p:nvPr/>
        </p:nvSpPr>
        <p:spPr bwMode="auto">
          <a:xfrm>
            <a:off x="2163546" y="6187008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74" name="TextBox 3"/>
          <p:cNvSpPr txBox="1"/>
          <p:nvPr/>
        </p:nvSpPr>
        <p:spPr>
          <a:xfrm>
            <a:off x="2112746" y="615820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9375" name="Rectangle 4"/>
          <p:cNvSpPr>
            <a:spLocks noChangeArrowheads="1"/>
          </p:cNvSpPr>
          <p:nvPr/>
        </p:nvSpPr>
        <p:spPr bwMode="auto">
          <a:xfrm>
            <a:off x="2622702" y="6187008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76" name="TextBox 3"/>
          <p:cNvSpPr txBox="1"/>
          <p:nvPr/>
        </p:nvSpPr>
        <p:spPr>
          <a:xfrm>
            <a:off x="2571902" y="6158204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9377" name="TextBox 3"/>
          <p:cNvSpPr txBox="1"/>
          <p:nvPr/>
        </p:nvSpPr>
        <p:spPr>
          <a:xfrm>
            <a:off x="2571902" y="6275654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9378" name="Rectangle 4"/>
          <p:cNvSpPr>
            <a:spLocks noChangeArrowheads="1"/>
          </p:cNvSpPr>
          <p:nvPr/>
        </p:nvSpPr>
        <p:spPr bwMode="auto">
          <a:xfrm>
            <a:off x="3680282" y="6187008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79" name="TextBox 3"/>
          <p:cNvSpPr txBox="1"/>
          <p:nvPr/>
        </p:nvSpPr>
        <p:spPr>
          <a:xfrm>
            <a:off x="3629482" y="615820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847.8470550.1.416110.000000.847001.100178</a:t>
            </a:r>
            <a:endParaRPr lang="en-US" dirty="0"/>
          </a:p>
        </p:txBody>
      </p:sp>
      <p:sp>
        <p:nvSpPr>
          <p:cNvPr id="9380" name="Rectangle 4"/>
          <p:cNvSpPr>
            <a:spLocks noChangeArrowheads="1"/>
          </p:cNvSpPr>
          <p:nvPr/>
        </p:nvSpPr>
        <p:spPr bwMode="auto">
          <a:xfrm>
            <a:off x="5918962" y="618700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81" name="TextBox 3"/>
          <p:cNvSpPr txBox="1"/>
          <p:nvPr/>
        </p:nvSpPr>
        <p:spPr>
          <a:xfrm>
            <a:off x="6128715" y="615820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81,034</a:t>
            </a:r>
            <a:endParaRPr lang="en-US" dirty="0"/>
          </a:p>
        </p:txBody>
      </p:sp>
      <p:sp>
        <p:nvSpPr>
          <p:cNvPr id="9382" name="Rectangle 4"/>
          <p:cNvSpPr>
            <a:spLocks noChangeArrowheads="1"/>
          </p:cNvSpPr>
          <p:nvPr/>
        </p:nvSpPr>
        <p:spPr bwMode="auto">
          <a:xfrm>
            <a:off x="6566408" y="618700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83" name="TextBox 3"/>
          <p:cNvSpPr txBox="1"/>
          <p:nvPr/>
        </p:nvSpPr>
        <p:spPr>
          <a:xfrm>
            <a:off x="6776161" y="615820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31,518</a:t>
            </a:r>
            <a:endParaRPr lang="en-US" dirty="0"/>
          </a:p>
        </p:txBody>
      </p:sp>
      <p:sp>
        <p:nvSpPr>
          <p:cNvPr id="9384" name="Rectangle 4"/>
          <p:cNvSpPr>
            <a:spLocks noChangeArrowheads="1"/>
          </p:cNvSpPr>
          <p:nvPr/>
        </p:nvSpPr>
        <p:spPr bwMode="auto">
          <a:xfrm>
            <a:off x="7213854" y="618700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85" name="TextBox 3"/>
          <p:cNvSpPr txBox="1"/>
          <p:nvPr/>
        </p:nvSpPr>
        <p:spPr>
          <a:xfrm>
            <a:off x="7423607" y="615820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31,517</a:t>
            </a:r>
            <a:endParaRPr lang="en-US" dirty="0"/>
          </a:p>
        </p:txBody>
      </p:sp>
      <p:sp>
        <p:nvSpPr>
          <p:cNvPr id="9386" name="Rectangle 4"/>
          <p:cNvSpPr>
            <a:spLocks noChangeArrowheads="1"/>
          </p:cNvSpPr>
          <p:nvPr/>
        </p:nvSpPr>
        <p:spPr bwMode="auto">
          <a:xfrm>
            <a:off x="7861300" y="6187008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87" name="Rectangle 4"/>
          <p:cNvSpPr>
            <a:spLocks noChangeArrowheads="1"/>
          </p:cNvSpPr>
          <p:nvPr/>
        </p:nvSpPr>
        <p:spPr bwMode="auto">
          <a:xfrm>
            <a:off x="8094497" y="6187008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88" name="Rectangle 4"/>
          <p:cNvSpPr>
            <a:spLocks noChangeArrowheads="1"/>
          </p:cNvSpPr>
          <p:nvPr/>
        </p:nvSpPr>
        <p:spPr bwMode="auto">
          <a:xfrm>
            <a:off x="8333384" y="6187008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89" name="TextBox 3"/>
          <p:cNvSpPr txBox="1"/>
          <p:nvPr/>
        </p:nvSpPr>
        <p:spPr>
          <a:xfrm>
            <a:off x="8650986" y="615820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9390" name="Rectangle 4"/>
          <p:cNvSpPr>
            <a:spLocks noChangeArrowheads="1"/>
          </p:cNvSpPr>
          <p:nvPr/>
        </p:nvSpPr>
        <p:spPr bwMode="auto">
          <a:xfrm>
            <a:off x="878255" y="658221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91" name="TextBox 3"/>
          <p:cNvSpPr txBox="1"/>
          <p:nvPr/>
        </p:nvSpPr>
        <p:spPr>
          <a:xfrm>
            <a:off x="827455" y="655341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8470550</a:t>
            </a:r>
            <a:endParaRPr lang="en-US" dirty="0"/>
          </a:p>
        </p:txBody>
      </p:sp>
      <p:sp>
        <p:nvSpPr>
          <p:cNvPr id="9392" name="Rectangle 4"/>
          <p:cNvSpPr>
            <a:spLocks noChangeArrowheads="1"/>
          </p:cNvSpPr>
          <p:nvPr/>
        </p:nvSpPr>
        <p:spPr bwMode="auto">
          <a:xfrm>
            <a:off x="1365758" y="658221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93" name="TextBox 3"/>
          <p:cNvSpPr txBox="1"/>
          <p:nvPr/>
        </p:nvSpPr>
        <p:spPr>
          <a:xfrm>
            <a:off x="1314958" y="6553415"/>
            <a:ext cx="827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-Space </a:t>
            </a:r>
            <a:endParaRPr lang="en-US" dirty="0"/>
          </a:p>
        </p:txBody>
      </p:sp>
      <p:sp>
        <p:nvSpPr>
          <p:cNvPr id="9394" name="TextBox 3"/>
          <p:cNvSpPr txBox="1"/>
          <p:nvPr/>
        </p:nvSpPr>
        <p:spPr>
          <a:xfrm>
            <a:off x="1314958" y="6670865"/>
            <a:ext cx="770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and Projects </a:t>
            </a:r>
            <a:endParaRPr lang="en-US" dirty="0"/>
          </a:p>
        </p:txBody>
      </p:sp>
      <p:sp>
        <p:nvSpPr>
          <p:cNvPr id="9395" name="TextBox 3"/>
          <p:cNvSpPr txBox="1"/>
          <p:nvPr/>
        </p:nvSpPr>
        <p:spPr>
          <a:xfrm>
            <a:off x="1314958" y="6788315"/>
            <a:ext cx="573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Planning</a:t>
            </a:r>
            <a:endParaRPr lang="en-US" dirty="0"/>
          </a:p>
        </p:txBody>
      </p:sp>
      <p:sp>
        <p:nvSpPr>
          <p:cNvPr id="9396" name="Rectangle 4"/>
          <p:cNvSpPr>
            <a:spLocks noChangeArrowheads="1"/>
          </p:cNvSpPr>
          <p:nvPr/>
        </p:nvSpPr>
        <p:spPr bwMode="auto">
          <a:xfrm>
            <a:off x="2163546" y="658221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97" name="TextBox 3"/>
          <p:cNvSpPr txBox="1"/>
          <p:nvPr/>
        </p:nvSpPr>
        <p:spPr>
          <a:xfrm>
            <a:off x="2112746" y="655341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9398" name="Rectangle 4"/>
          <p:cNvSpPr>
            <a:spLocks noChangeArrowheads="1"/>
          </p:cNvSpPr>
          <p:nvPr/>
        </p:nvSpPr>
        <p:spPr bwMode="auto">
          <a:xfrm>
            <a:off x="2622702" y="658221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399" name="TextBox 3"/>
          <p:cNvSpPr txBox="1"/>
          <p:nvPr/>
        </p:nvSpPr>
        <p:spPr>
          <a:xfrm>
            <a:off x="2571902" y="6553415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9400" name="TextBox 3"/>
          <p:cNvSpPr txBox="1"/>
          <p:nvPr/>
        </p:nvSpPr>
        <p:spPr>
          <a:xfrm>
            <a:off x="2571902" y="6670865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9401" name="Rectangle 4"/>
          <p:cNvSpPr>
            <a:spLocks noChangeArrowheads="1"/>
          </p:cNvSpPr>
          <p:nvPr/>
        </p:nvSpPr>
        <p:spPr bwMode="auto">
          <a:xfrm>
            <a:off x="3680282" y="658221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402" name="TextBox 3"/>
          <p:cNvSpPr txBox="1"/>
          <p:nvPr/>
        </p:nvSpPr>
        <p:spPr>
          <a:xfrm>
            <a:off x="3629482" y="655341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847.8470550.1.416310.000000.847001.100178</a:t>
            </a:r>
            <a:endParaRPr lang="en-US" dirty="0"/>
          </a:p>
        </p:txBody>
      </p:sp>
      <p:sp>
        <p:nvSpPr>
          <p:cNvPr id="9403" name="Rectangle 4"/>
          <p:cNvSpPr>
            <a:spLocks noChangeArrowheads="1"/>
          </p:cNvSpPr>
          <p:nvPr/>
        </p:nvSpPr>
        <p:spPr bwMode="auto">
          <a:xfrm>
            <a:off x="5918962" y="658221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404" name="TextBox 3"/>
          <p:cNvSpPr txBox="1"/>
          <p:nvPr/>
        </p:nvSpPr>
        <p:spPr>
          <a:xfrm>
            <a:off x="6072225" y="655341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101,182</a:t>
            </a:r>
            <a:endParaRPr lang="en-US" dirty="0"/>
          </a:p>
        </p:txBody>
      </p:sp>
      <p:sp>
        <p:nvSpPr>
          <p:cNvPr id="9405" name="Rectangle 4"/>
          <p:cNvSpPr>
            <a:spLocks noChangeArrowheads="1"/>
          </p:cNvSpPr>
          <p:nvPr/>
        </p:nvSpPr>
        <p:spPr bwMode="auto">
          <a:xfrm>
            <a:off x="6566408" y="658221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406" name="TextBox 3"/>
          <p:cNvSpPr txBox="1"/>
          <p:nvPr/>
        </p:nvSpPr>
        <p:spPr>
          <a:xfrm>
            <a:off x="6776161" y="655341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78,447</a:t>
            </a:r>
            <a:endParaRPr lang="en-US" dirty="0"/>
          </a:p>
        </p:txBody>
      </p:sp>
      <p:sp>
        <p:nvSpPr>
          <p:cNvPr id="9407" name="Rectangle 4"/>
          <p:cNvSpPr>
            <a:spLocks noChangeArrowheads="1"/>
          </p:cNvSpPr>
          <p:nvPr/>
        </p:nvSpPr>
        <p:spPr bwMode="auto">
          <a:xfrm>
            <a:off x="7213854" y="658221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408" name="TextBox 3"/>
          <p:cNvSpPr txBox="1"/>
          <p:nvPr/>
        </p:nvSpPr>
        <p:spPr>
          <a:xfrm>
            <a:off x="7423607" y="655341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78,447</a:t>
            </a:r>
            <a:endParaRPr lang="en-US" dirty="0"/>
          </a:p>
        </p:txBody>
      </p:sp>
      <p:sp>
        <p:nvSpPr>
          <p:cNvPr id="9409" name="Rectangle 4"/>
          <p:cNvSpPr>
            <a:spLocks noChangeArrowheads="1"/>
          </p:cNvSpPr>
          <p:nvPr/>
        </p:nvSpPr>
        <p:spPr bwMode="auto">
          <a:xfrm>
            <a:off x="7861300" y="658221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410" name="Rectangle 4"/>
          <p:cNvSpPr>
            <a:spLocks noChangeArrowheads="1"/>
          </p:cNvSpPr>
          <p:nvPr/>
        </p:nvSpPr>
        <p:spPr bwMode="auto">
          <a:xfrm>
            <a:off x="8094497" y="658221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411" name="Rectangle 4"/>
          <p:cNvSpPr>
            <a:spLocks noChangeArrowheads="1"/>
          </p:cNvSpPr>
          <p:nvPr/>
        </p:nvSpPr>
        <p:spPr bwMode="auto">
          <a:xfrm>
            <a:off x="8333384" y="658221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412" name="TextBox 3"/>
          <p:cNvSpPr txBox="1"/>
          <p:nvPr/>
        </p:nvSpPr>
        <p:spPr>
          <a:xfrm>
            <a:off x="8650986" y="655341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9413" name="Rectangle 4"/>
          <p:cNvSpPr>
            <a:spLocks noChangeArrowheads="1"/>
          </p:cNvSpPr>
          <p:nvPr/>
        </p:nvSpPr>
        <p:spPr bwMode="auto">
          <a:xfrm>
            <a:off x="878255" y="6977430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414" name="TextBox 3"/>
          <p:cNvSpPr txBox="1"/>
          <p:nvPr/>
        </p:nvSpPr>
        <p:spPr>
          <a:xfrm>
            <a:off x="827455" y="694862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8470550</a:t>
            </a:r>
            <a:endParaRPr lang="en-US" dirty="0"/>
          </a:p>
        </p:txBody>
      </p:sp>
      <p:sp>
        <p:nvSpPr>
          <p:cNvPr id="9415" name="TextBox 3"/>
          <p:cNvSpPr txBox="1"/>
          <p:nvPr/>
        </p:nvSpPr>
        <p:spPr>
          <a:xfrm>
            <a:off x="827455" y="7066076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9416" name="Rectangle 4"/>
          <p:cNvSpPr>
            <a:spLocks noChangeArrowheads="1"/>
          </p:cNvSpPr>
          <p:nvPr/>
        </p:nvSpPr>
        <p:spPr bwMode="auto">
          <a:xfrm>
            <a:off x="1365758" y="6977430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417" name="Rectangle 4"/>
          <p:cNvSpPr>
            <a:spLocks noChangeArrowheads="1"/>
          </p:cNvSpPr>
          <p:nvPr/>
        </p:nvSpPr>
        <p:spPr bwMode="auto">
          <a:xfrm>
            <a:off x="2163546" y="6977430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418" name="Rectangle 4"/>
          <p:cNvSpPr>
            <a:spLocks noChangeArrowheads="1"/>
          </p:cNvSpPr>
          <p:nvPr/>
        </p:nvSpPr>
        <p:spPr bwMode="auto">
          <a:xfrm>
            <a:off x="2622702" y="6977430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419" name="Rectangle 4"/>
          <p:cNvSpPr>
            <a:spLocks noChangeArrowheads="1"/>
          </p:cNvSpPr>
          <p:nvPr/>
        </p:nvSpPr>
        <p:spPr bwMode="auto">
          <a:xfrm>
            <a:off x="3680282" y="6977430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420" name="Rectangle 4"/>
          <p:cNvSpPr>
            <a:spLocks noChangeArrowheads="1"/>
          </p:cNvSpPr>
          <p:nvPr/>
        </p:nvSpPr>
        <p:spPr bwMode="auto">
          <a:xfrm>
            <a:off x="5918962" y="6977430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421" name="TextBox 3"/>
          <p:cNvSpPr txBox="1"/>
          <p:nvPr/>
        </p:nvSpPr>
        <p:spPr>
          <a:xfrm>
            <a:off x="5987491" y="694862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3,341,194</a:t>
            </a:r>
            <a:endParaRPr lang="en-US" dirty="0"/>
          </a:p>
        </p:txBody>
      </p:sp>
      <p:sp>
        <p:nvSpPr>
          <p:cNvPr id="9422" name="Rectangle 4"/>
          <p:cNvSpPr>
            <a:spLocks noChangeArrowheads="1"/>
          </p:cNvSpPr>
          <p:nvPr/>
        </p:nvSpPr>
        <p:spPr bwMode="auto">
          <a:xfrm>
            <a:off x="6566408" y="6977430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423" name="TextBox 3"/>
          <p:cNvSpPr txBox="1"/>
          <p:nvPr/>
        </p:nvSpPr>
        <p:spPr>
          <a:xfrm>
            <a:off x="6634937" y="694862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2,951,354</a:t>
            </a:r>
            <a:endParaRPr lang="en-US" dirty="0"/>
          </a:p>
        </p:txBody>
      </p:sp>
      <p:sp>
        <p:nvSpPr>
          <p:cNvPr id="9424" name="Rectangle 4"/>
          <p:cNvSpPr>
            <a:spLocks noChangeArrowheads="1"/>
          </p:cNvSpPr>
          <p:nvPr/>
        </p:nvSpPr>
        <p:spPr bwMode="auto">
          <a:xfrm>
            <a:off x="7213854" y="6977430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425" name="TextBox 3"/>
          <p:cNvSpPr txBox="1"/>
          <p:nvPr/>
        </p:nvSpPr>
        <p:spPr>
          <a:xfrm>
            <a:off x="7282383" y="694862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2,951,035</a:t>
            </a:r>
            <a:endParaRPr lang="en-US" dirty="0"/>
          </a:p>
        </p:txBody>
      </p:sp>
      <p:sp>
        <p:nvSpPr>
          <p:cNvPr id="9426" name="Rectangle 4"/>
          <p:cNvSpPr>
            <a:spLocks noChangeArrowheads="1"/>
          </p:cNvSpPr>
          <p:nvPr/>
        </p:nvSpPr>
        <p:spPr bwMode="auto">
          <a:xfrm>
            <a:off x="7861300" y="6977430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427" name="Rectangle 4"/>
          <p:cNvSpPr>
            <a:spLocks noChangeArrowheads="1"/>
          </p:cNvSpPr>
          <p:nvPr/>
        </p:nvSpPr>
        <p:spPr bwMode="auto">
          <a:xfrm>
            <a:off x="8094497" y="6977430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428" name="Rectangle 4"/>
          <p:cNvSpPr>
            <a:spLocks noChangeArrowheads="1"/>
          </p:cNvSpPr>
          <p:nvPr/>
        </p:nvSpPr>
        <p:spPr bwMode="auto">
          <a:xfrm>
            <a:off x="8333384" y="6977430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429" name="TextBox 3"/>
          <p:cNvSpPr txBox="1"/>
          <p:nvPr/>
        </p:nvSpPr>
        <p:spPr>
          <a:xfrm>
            <a:off x="8538006" y="6948627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319</a:t>
            </a:r>
            <a:endParaRPr lang="en-US" dirty="0"/>
          </a:p>
        </p:txBody>
      </p:sp>
      <p:sp>
        <p:nvSpPr>
          <p:cNvPr id="9430" name="Rectangle 4"/>
          <p:cNvSpPr>
            <a:spLocks noChangeArrowheads="1"/>
          </p:cNvSpPr>
          <p:nvPr/>
        </p:nvSpPr>
        <p:spPr bwMode="auto">
          <a:xfrm>
            <a:off x="466725" y="917498"/>
            <a:ext cx="6350" cy="6340868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9431" name="Rectangle 4"/>
          <p:cNvSpPr>
            <a:spLocks noChangeArrowheads="1"/>
          </p:cNvSpPr>
          <p:nvPr/>
        </p:nvSpPr>
        <p:spPr bwMode="auto">
          <a:xfrm>
            <a:off x="466725" y="2861830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9432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33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34" name="Rectangle 4"/>
          <p:cNvSpPr>
            <a:spLocks noChangeArrowheads="1"/>
          </p:cNvSpPr>
          <p:nvPr/>
        </p:nvSpPr>
        <p:spPr bwMode="auto">
          <a:xfrm>
            <a:off x="7213854" y="286024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35" name="Rectangle 4"/>
          <p:cNvSpPr>
            <a:spLocks noChangeArrowheads="1"/>
          </p:cNvSpPr>
          <p:nvPr/>
        </p:nvSpPr>
        <p:spPr bwMode="auto">
          <a:xfrm>
            <a:off x="878255" y="286024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36" name="Rectangle 4"/>
          <p:cNvSpPr>
            <a:spLocks noChangeArrowheads="1"/>
          </p:cNvSpPr>
          <p:nvPr/>
        </p:nvSpPr>
        <p:spPr bwMode="auto">
          <a:xfrm>
            <a:off x="7213854" y="578703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37" name="Rectangle 4"/>
          <p:cNvSpPr>
            <a:spLocks noChangeArrowheads="1"/>
          </p:cNvSpPr>
          <p:nvPr/>
        </p:nvSpPr>
        <p:spPr bwMode="auto">
          <a:xfrm>
            <a:off x="878255" y="578703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38" name="Rectangle 4"/>
          <p:cNvSpPr>
            <a:spLocks noChangeArrowheads="1"/>
          </p:cNvSpPr>
          <p:nvPr/>
        </p:nvSpPr>
        <p:spPr bwMode="auto">
          <a:xfrm>
            <a:off x="469900" y="7255193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39" name="Rectangle 4"/>
          <p:cNvSpPr>
            <a:spLocks noChangeArrowheads="1"/>
          </p:cNvSpPr>
          <p:nvPr/>
        </p:nvSpPr>
        <p:spPr bwMode="auto">
          <a:xfrm>
            <a:off x="7213854" y="202695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40" name="Rectangle 4"/>
          <p:cNvSpPr>
            <a:spLocks noChangeArrowheads="1"/>
          </p:cNvSpPr>
          <p:nvPr/>
        </p:nvSpPr>
        <p:spPr bwMode="auto">
          <a:xfrm>
            <a:off x="878255" y="202695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41" name="Rectangle 4"/>
          <p:cNvSpPr>
            <a:spLocks noChangeArrowheads="1"/>
          </p:cNvSpPr>
          <p:nvPr/>
        </p:nvSpPr>
        <p:spPr bwMode="auto">
          <a:xfrm>
            <a:off x="7213854" y="499661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42" name="Rectangle 4"/>
          <p:cNvSpPr>
            <a:spLocks noChangeArrowheads="1"/>
          </p:cNvSpPr>
          <p:nvPr/>
        </p:nvSpPr>
        <p:spPr bwMode="auto">
          <a:xfrm>
            <a:off x="878255" y="499661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43" name="Rectangle 4"/>
          <p:cNvSpPr>
            <a:spLocks noChangeArrowheads="1"/>
          </p:cNvSpPr>
          <p:nvPr/>
        </p:nvSpPr>
        <p:spPr bwMode="auto">
          <a:xfrm>
            <a:off x="7213854" y="163174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44" name="Rectangle 4"/>
          <p:cNvSpPr>
            <a:spLocks noChangeArrowheads="1"/>
          </p:cNvSpPr>
          <p:nvPr/>
        </p:nvSpPr>
        <p:spPr bwMode="auto">
          <a:xfrm>
            <a:off x="878255" y="163174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45" name="Rectangle 4"/>
          <p:cNvSpPr>
            <a:spLocks noChangeArrowheads="1"/>
          </p:cNvSpPr>
          <p:nvPr/>
        </p:nvSpPr>
        <p:spPr bwMode="auto">
          <a:xfrm>
            <a:off x="7213854" y="420618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46" name="Rectangle 4"/>
          <p:cNvSpPr>
            <a:spLocks noChangeArrowheads="1"/>
          </p:cNvSpPr>
          <p:nvPr/>
        </p:nvSpPr>
        <p:spPr bwMode="auto">
          <a:xfrm>
            <a:off x="878255" y="420618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47" name="Rectangle 4"/>
          <p:cNvSpPr>
            <a:spLocks noChangeArrowheads="1"/>
          </p:cNvSpPr>
          <p:nvPr/>
        </p:nvSpPr>
        <p:spPr bwMode="auto">
          <a:xfrm>
            <a:off x="7213854" y="341576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48" name="Rectangle 4"/>
          <p:cNvSpPr>
            <a:spLocks noChangeArrowheads="1"/>
          </p:cNvSpPr>
          <p:nvPr/>
        </p:nvSpPr>
        <p:spPr bwMode="auto">
          <a:xfrm>
            <a:off x="878255" y="341576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49" name="Rectangle 4"/>
          <p:cNvSpPr>
            <a:spLocks noChangeArrowheads="1"/>
          </p:cNvSpPr>
          <p:nvPr/>
        </p:nvSpPr>
        <p:spPr bwMode="auto">
          <a:xfrm>
            <a:off x="7213854" y="697266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50" name="Rectangle 4"/>
          <p:cNvSpPr>
            <a:spLocks noChangeArrowheads="1"/>
          </p:cNvSpPr>
          <p:nvPr/>
        </p:nvSpPr>
        <p:spPr bwMode="auto">
          <a:xfrm>
            <a:off x="878255" y="697266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51" name="Rectangle 4"/>
          <p:cNvSpPr>
            <a:spLocks noChangeArrowheads="1"/>
          </p:cNvSpPr>
          <p:nvPr/>
        </p:nvSpPr>
        <p:spPr bwMode="auto">
          <a:xfrm>
            <a:off x="466725" y="917498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9452" name="Rectangle 4"/>
          <p:cNvSpPr>
            <a:spLocks noChangeArrowheads="1"/>
          </p:cNvSpPr>
          <p:nvPr/>
        </p:nvSpPr>
        <p:spPr bwMode="auto">
          <a:xfrm>
            <a:off x="466725" y="7252017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9453" name="Rectangle 4"/>
          <p:cNvSpPr>
            <a:spLocks noChangeArrowheads="1"/>
          </p:cNvSpPr>
          <p:nvPr/>
        </p:nvSpPr>
        <p:spPr bwMode="auto">
          <a:xfrm>
            <a:off x="7213854" y="258248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54" name="Rectangle 4"/>
          <p:cNvSpPr>
            <a:spLocks noChangeArrowheads="1"/>
          </p:cNvSpPr>
          <p:nvPr/>
        </p:nvSpPr>
        <p:spPr bwMode="auto">
          <a:xfrm>
            <a:off x="878255" y="258248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55" name="Rectangle 4"/>
          <p:cNvSpPr>
            <a:spLocks noChangeArrowheads="1"/>
          </p:cNvSpPr>
          <p:nvPr/>
        </p:nvSpPr>
        <p:spPr bwMode="auto">
          <a:xfrm>
            <a:off x="7213854" y="657745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56" name="Rectangle 4"/>
          <p:cNvSpPr>
            <a:spLocks noChangeArrowheads="1"/>
          </p:cNvSpPr>
          <p:nvPr/>
        </p:nvSpPr>
        <p:spPr bwMode="auto">
          <a:xfrm>
            <a:off x="878255" y="657745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57" name="Rectangle 4"/>
          <p:cNvSpPr>
            <a:spLocks noChangeArrowheads="1"/>
          </p:cNvSpPr>
          <p:nvPr/>
        </p:nvSpPr>
        <p:spPr bwMode="auto">
          <a:xfrm>
            <a:off x="7213854" y="107622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58" name="Rectangle 4"/>
          <p:cNvSpPr>
            <a:spLocks noChangeArrowheads="1"/>
          </p:cNvSpPr>
          <p:nvPr/>
        </p:nvSpPr>
        <p:spPr bwMode="auto">
          <a:xfrm>
            <a:off x="878255" y="107622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59" name="Rectangle 4"/>
          <p:cNvSpPr>
            <a:spLocks noChangeArrowheads="1"/>
          </p:cNvSpPr>
          <p:nvPr/>
        </p:nvSpPr>
        <p:spPr bwMode="auto">
          <a:xfrm>
            <a:off x="7213854" y="618224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60" name="Rectangle 4"/>
          <p:cNvSpPr>
            <a:spLocks noChangeArrowheads="1"/>
          </p:cNvSpPr>
          <p:nvPr/>
        </p:nvSpPr>
        <p:spPr bwMode="auto">
          <a:xfrm>
            <a:off x="878255" y="618224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61" name="Rectangle 4"/>
          <p:cNvSpPr>
            <a:spLocks noChangeArrowheads="1"/>
          </p:cNvSpPr>
          <p:nvPr/>
        </p:nvSpPr>
        <p:spPr bwMode="auto">
          <a:xfrm>
            <a:off x="7213854" y="539182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62" name="Rectangle 4"/>
          <p:cNvSpPr>
            <a:spLocks noChangeArrowheads="1"/>
          </p:cNvSpPr>
          <p:nvPr/>
        </p:nvSpPr>
        <p:spPr bwMode="auto">
          <a:xfrm>
            <a:off x="878255" y="539182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63" name="Rectangle 4"/>
          <p:cNvSpPr>
            <a:spLocks noChangeArrowheads="1"/>
          </p:cNvSpPr>
          <p:nvPr/>
        </p:nvSpPr>
        <p:spPr bwMode="auto">
          <a:xfrm>
            <a:off x="7213854" y="460140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64" name="Rectangle 4"/>
          <p:cNvSpPr>
            <a:spLocks noChangeArrowheads="1"/>
          </p:cNvSpPr>
          <p:nvPr/>
        </p:nvSpPr>
        <p:spPr bwMode="auto">
          <a:xfrm>
            <a:off x="878255" y="460140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65" name="Rectangle 4"/>
          <p:cNvSpPr>
            <a:spLocks noChangeArrowheads="1"/>
          </p:cNvSpPr>
          <p:nvPr/>
        </p:nvSpPr>
        <p:spPr bwMode="auto">
          <a:xfrm>
            <a:off x="7213854" y="381097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66" name="Rectangle 4"/>
          <p:cNvSpPr>
            <a:spLocks noChangeArrowheads="1"/>
          </p:cNvSpPr>
          <p:nvPr/>
        </p:nvSpPr>
        <p:spPr bwMode="auto">
          <a:xfrm>
            <a:off x="878255" y="381097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67" name="Rectangle 4"/>
          <p:cNvSpPr>
            <a:spLocks noChangeArrowheads="1"/>
          </p:cNvSpPr>
          <p:nvPr/>
        </p:nvSpPr>
        <p:spPr bwMode="auto">
          <a:xfrm>
            <a:off x="7213854" y="313800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68" name="Rectangle 4"/>
          <p:cNvSpPr>
            <a:spLocks noChangeArrowheads="1"/>
          </p:cNvSpPr>
          <p:nvPr/>
        </p:nvSpPr>
        <p:spPr bwMode="auto">
          <a:xfrm>
            <a:off x="878255" y="313800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69" name="Rectangle 4"/>
          <p:cNvSpPr>
            <a:spLocks noChangeArrowheads="1"/>
          </p:cNvSpPr>
          <p:nvPr/>
        </p:nvSpPr>
        <p:spPr bwMode="auto">
          <a:xfrm>
            <a:off x="7213854" y="230471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70" name="Rectangle 4"/>
          <p:cNvSpPr>
            <a:spLocks noChangeArrowheads="1"/>
          </p:cNvSpPr>
          <p:nvPr/>
        </p:nvSpPr>
        <p:spPr bwMode="auto">
          <a:xfrm>
            <a:off x="878255" y="230471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71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72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73" name="Rectangle 4"/>
          <p:cNvSpPr>
            <a:spLocks noChangeArrowheads="1"/>
          </p:cNvSpPr>
          <p:nvPr/>
        </p:nvSpPr>
        <p:spPr bwMode="auto">
          <a:xfrm>
            <a:off x="7213854" y="135398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74" name="Rectangle 4"/>
          <p:cNvSpPr>
            <a:spLocks noChangeArrowheads="1"/>
          </p:cNvSpPr>
          <p:nvPr/>
        </p:nvSpPr>
        <p:spPr bwMode="auto">
          <a:xfrm>
            <a:off x="878255" y="135398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75" name="Rectangle 4"/>
          <p:cNvSpPr>
            <a:spLocks noChangeArrowheads="1"/>
          </p:cNvSpPr>
          <p:nvPr/>
        </p:nvSpPr>
        <p:spPr bwMode="auto">
          <a:xfrm>
            <a:off x="7213854" y="725043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76" name="Rectangle 4"/>
          <p:cNvSpPr>
            <a:spLocks noChangeArrowheads="1"/>
          </p:cNvSpPr>
          <p:nvPr/>
        </p:nvSpPr>
        <p:spPr bwMode="auto">
          <a:xfrm>
            <a:off x="878255" y="725043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7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478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9479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9480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481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9482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9483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9484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485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9486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9487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488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9489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9490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491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9492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493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9494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495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9496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9497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498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9499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9500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501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9502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9503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504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9505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506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9507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508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9509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9510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36624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11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12" name="TextBox 3"/>
          <p:cNvSpPr txBox="1"/>
          <p:nvPr/>
        </p:nvSpPr>
        <p:spPr>
          <a:xfrm>
            <a:off x="827455" y="89187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8470610</a:t>
            </a:r>
            <a:endParaRPr lang="en-US" dirty="0"/>
          </a:p>
        </p:txBody>
      </p:sp>
      <p:sp>
        <p:nvSpPr>
          <p:cNvPr id="9513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14" name="TextBox 3"/>
          <p:cNvSpPr txBox="1"/>
          <p:nvPr/>
        </p:nvSpPr>
        <p:spPr>
          <a:xfrm>
            <a:off x="1314958" y="891870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9515" name="TextBox 3"/>
          <p:cNvSpPr txBox="1"/>
          <p:nvPr/>
        </p:nvSpPr>
        <p:spPr>
          <a:xfrm>
            <a:off x="1314958" y="1009319"/>
            <a:ext cx="7651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Finance and </a:t>
            </a:r>
            <a:endParaRPr lang="en-US" dirty="0"/>
          </a:p>
        </p:txBody>
      </p:sp>
      <p:sp>
        <p:nvSpPr>
          <p:cNvPr id="9516" name="TextBox 3"/>
          <p:cNvSpPr txBox="1"/>
          <p:nvPr/>
        </p:nvSpPr>
        <p:spPr>
          <a:xfrm>
            <a:off x="1314958" y="1126769"/>
            <a:ext cx="7933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 Office</a:t>
            </a:r>
            <a:endParaRPr lang="en-US" dirty="0"/>
          </a:p>
        </p:txBody>
      </p:sp>
      <p:sp>
        <p:nvSpPr>
          <p:cNvPr id="9517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18" name="TextBox 3"/>
          <p:cNvSpPr txBox="1"/>
          <p:nvPr/>
        </p:nvSpPr>
        <p:spPr>
          <a:xfrm>
            <a:off x="2112746" y="89187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9519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20" name="TextBox 3"/>
          <p:cNvSpPr txBox="1"/>
          <p:nvPr/>
        </p:nvSpPr>
        <p:spPr>
          <a:xfrm>
            <a:off x="2571902" y="891870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9521" name="TextBox 3"/>
          <p:cNvSpPr txBox="1"/>
          <p:nvPr/>
        </p:nvSpPr>
        <p:spPr>
          <a:xfrm>
            <a:off x="2571902" y="1009319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9522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23" name="TextBox 3"/>
          <p:cNvSpPr txBox="1"/>
          <p:nvPr/>
        </p:nvSpPr>
        <p:spPr>
          <a:xfrm>
            <a:off x="3629482" y="89187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847.8470610.1.412121.000000.847001.100178</a:t>
            </a:r>
            <a:endParaRPr lang="en-US" dirty="0"/>
          </a:p>
        </p:txBody>
      </p:sp>
      <p:sp>
        <p:nvSpPr>
          <p:cNvPr id="9524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25" name="TextBox 3"/>
          <p:cNvSpPr txBox="1"/>
          <p:nvPr/>
        </p:nvSpPr>
        <p:spPr>
          <a:xfrm>
            <a:off x="5987491" y="89187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2,190,923</a:t>
            </a:r>
            <a:endParaRPr lang="en-US" dirty="0"/>
          </a:p>
        </p:txBody>
      </p:sp>
      <p:sp>
        <p:nvSpPr>
          <p:cNvPr id="9526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27" name="TextBox 3"/>
          <p:cNvSpPr txBox="1"/>
          <p:nvPr/>
        </p:nvSpPr>
        <p:spPr>
          <a:xfrm>
            <a:off x="6634937" y="89187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2,060,295</a:t>
            </a:r>
            <a:endParaRPr lang="en-US" dirty="0"/>
          </a:p>
        </p:txBody>
      </p:sp>
      <p:sp>
        <p:nvSpPr>
          <p:cNvPr id="9528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29" name="TextBox 3"/>
          <p:cNvSpPr txBox="1"/>
          <p:nvPr/>
        </p:nvSpPr>
        <p:spPr>
          <a:xfrm>
            <a:off x="7282383" y="89187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2,060,295</a:t>
            </a:r>
            <a:endParaRPr lang="en-US" dirty="0"/>
          </a:p>
        </p:txBody>
      </p:sp>
      <p:sp>
        <p:nvSpPr>
          <p:cNvPr id="9530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31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32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33" name="TextBox 3"/>
          <p:cNvSpPr txBox="1"/>
          <p:nvPr/>
        </p:nvSpPr>
        <p:spPr>
          <a:xfrm>
            <a:off x="8650986" y="89187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9534" name="Rectangle 4"/>
          <p:cNvSpPr>
            <a:spLocks noChangeArrowheads="1"/>
          </p:cNvSpPr>
          <p:nvPr/>
        </p:nvSpPr>
        <p:spPr bwMode="auto">
          <a:xfrm>
            <a:off x="878255" y="1315885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35" name="TextBox 3"/>
          <p:cNvSpPr txBox="1"/>
          <p:nvPr/>
        </p:nvSpPr>
        <p:spPr>
          <a:xfrm>
            <a:off x="827455" y="128708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8470610</a:t>
            </a:r>
            <a:endParaRPr lang="en-US" dirty="0"/>
          </a:p>
        </p:txBody>
      </p:sp>
      <p:sp>
        <p:nvSpPr>
          <p:cNvPr id="9536" name="Rectangle 4"/>
          <p:cNvSpPr>
            <a:spLocks noChangeArrowheads="1"/>
          </p:cNvSpPr>
          <p:nvPr/>
        </p:nvSpPr>
        <p:spPr bwMode="auto">
          <a:xfrm>
            <a:off x="1365758" y="1315885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37" name="TextBox 3"/>
          <p:cNvSpPr txBox="1"/>
          <p:nvPr/>
        </p:nvSpPr>
        <p:spPr>
          <a:xfrm>
            <a:off x="1314958" y="1287081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9538" name="TextBox 3"/>
          <p:cNvSpPr txBox="1"/>
          <p:nvPr/>
        </p:nvSpPr>
        <p:spPr>
          <a:xfrm>
            <a:off x="1314958" y="1404531"/>
            <a:ext cx="7651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Finance and </a:t>
            </a:r>
            <a:endParaRPr lang="en-US" dirty="0"/>
          </a:p>
        </p:txBody>
      </p:sp>
      <p:sp>
        <p:nvSpPr>
          <p:cNvPr id="9539" name="TextBox 3"/>
          <p:cNvSpPr txBox="1"/>
          <p:nvPr/>
        </p:nvSpPr>
        <p:spPr>
          <a:xfrm>
            <a:off x="1314958" y="1521980"/>
            <a:ext cx="7933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 Office</a:t>
            </a:r>
            <a:endParaRPr lang="en-US" dirty="0"/>
          </a:p>
        </p:txBody>
      </p:sp>
      <p:sp>
        <p:nvSpPr>
          <p:cNvPr id="9540" name="Rectangle 4"/>
          <p:cNvSpPr>
            <a:spLocks noChangeArrowheads="1"/>
          </p:cNvSpPr>
          <p:nvPr/>
        </p:nvSpPr>
        <p:spPr bwMode="auto">
          <a:xfrm>
            <a:off x="2163546" y="1315885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41" name="TextBox 3"/>
          <p:cNvSpPr txBox="1"/>
          <p:nvPr/>
        </p:nvSpPr>
        <p:spPr>
          <a:xfrm>
            <a:off x="2112746" y="128708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412123</a:t>
            </a:r>
            <a:endParaRPr lang="en-US" dirty="0"/>
          </a:p>
        </p:txBody>
      </p:sp>
      <p:sp>
        <p:nvSpPr>
          <p:cNvPr id="9542" name="Rectangle 4"/>
          <p:cNvSpPr>
            <a:spLocks noChangeArrowheads="1"/>
          </p:cNvSpPr>
          <p:nvPr/>
        </p:nvSpPr>
        <p:spPr bwMode="auto">
          <a:xfrm>
            <a:off x="2622702" y="1315885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43" name="TextBox 3"/>
          <p:cNvSpPr txBox="1"/>
          <p:nvPr/>
        </p:nvSpPr>
        <p:spPr>
          <a:xfrm>
            <a:off x="2571902" y="1287081"/>
            <a:ext cx="11320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Nationality allowance</a:t>
            </a:r>
            <a:endParaRPr lang="en-US" dirty="0"/>
          </a:p>
        </p:txBody>
      </p:sp>
      <p:sp>
        <p:nvSpPr>
          <p:cNvPr id="9544" name="TextBox 3"/>
          <p:cNvSpPr txBox="1"/>
          <p:nvPr/>
        </p:nvSpPr>
        <p:spPr>
          <a:xfrm>
            <a:off x="2571902" y="1404531"/>
            <a:ext cx="10021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- Regular situation</a:t>
            </a:r>
            <a:endParaRPr lang="en-US" dirty="0"/>
          </a:p>
        </p:txBody>
      </p:sp>
      <p:sp>
        <p:nvSpPr>
          <p:cNvPr id="9545" name="Rectangle 4"/>
          <p:cNvSpPr>
            <a:spLocks noChangeArrowheads="1"/>
          </p:cNvSpPr>
          <p:nvPr/>
        </p:nvSpPr>
        <p:spPr bwMode="auto">
          <a:xfrm>
            <a:off x="3680282" y="1315885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46" name="TextBox 3"/>
          <p:cNvSpPr txBox="1"/>
          <p:nvPr/>
        </p:nvSpPr>
        <p:spPr>
          <a:xfrm>
            <a:off x="3629482" y="128708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847.8470610.1.412123.000000.847001.100178</a:t>
            </a:r>
            <a:endParaRPr lang="en-US" dirty="0"/>
          </a:p>
        </p:txBody>
      </p:sp>
      <p:sp>
        <p:nvSpPr>
          <p:cNvPr id="9547" name="Rectangle 4"/>
          <p:cNvSpPr>
            <a:spLocks noChangeArrowheads="1"/>
          </p:cNvSpPr>
          <p:nvPr/>
        </p:nvSpPr>
        <p:spPr bwMode="auto">
          <a:xfrm>
            <a:off x="5918962" y="131588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48" name="TextBox 3"/>
          <p:cNvSpPr txBox="1"/>
          <p:nvPr/>
        </p:nvSpPr>
        <p:spPr>
          <a:xfrm>
            <a:off x="6128715" y="128708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19,200</a:t>
            </a:r>
            <a:endParaRPr lang="en-US" dirty="0"/>
          </a:p>
        </p:txBody>
      </p:sp>
      <p:sp>
        <p:nvSpPr>
          <p:cNvPr id="9549" name="Rectangle 4"/>
          <p:cNvSpPr>
            <a:spLocks noChangeArrowheads="1"/>
          </p:cNvSpPr>
          <p:nvPr/>
        </p:nvSpPr>
        <p:spPr bwMode="auto">
          <a:xfrm>
            <a:off x="6566408" y="131588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50" name="TextBox 3"/>
          <p:cNvSpPr txBox="1"/>
          <p:nvPr/>
        </p:nvSpPr>
        <p:spPr>
          <a:xfrm>
            <a:off x="6776161" y="128708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19,200</a:t>
            </a:r>
            <a:endParaRPr lang="en-US" dirty="0"/>
          </a:p>
        </p:txBody>
      </p:sp>
      <p:sp>
        <p:nvSpPr>
          <p:cNvPr id="9551" name="Rectangle 4"/>
          <p:cNvSpPr>
            <a:spLocks noChangeArrowheads="1"/>
          </p:cNvSpPr>
          <p:nvPr/>
        </p:nvSpPr>
        <p:spPr bwMode="auto">
          <a:xfrm>
            <a:off x="7213854" y="131588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52" name="TextBox 3"/>
          <p:cNvSpPr txBox="1"/>
          <p:nvPr/>
        </p:nvSpPr>
        <p:spPr>
          <a:xfrm>
            <a:off x="7423607" y="128708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17,100</a:t>
            </a:r>
            <a:endParaRPr lang="en-US" dirty="0"/>
          </a:p>
        </p:txBody>
      </p:sp>
      <p:sp>
        <p:nvSpPr>
          <p:cNvPr id="9553" name="Rectangle 4"/>
          <p:cNvSpPr>
            <a:spLocks noChangeArrowheads="1"/>
          </p:cNvSpPr>
          <p:nvPr/>
        </p:nvSpPr>
        <p:spPr bwMode="auto">
          <a:xfrm>
            <a:off x="7861300" y="1315885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54" name="Rectangle 4"/>
          <p:cNvSpPr>
            <a:spLocks noChangeArrowheads="1"/>
          </p:cNvSpPr>
          <p:nvPr/>
        </p:nvSpPr>
        <p:spPr bwMode="auto">
          <a:xfrm>
            <a:off x="8094497" y="1315885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55" name="Rectangle 4"/>
          <p:cNvSpPr>
            <a:spLocks noChangeArrowheads="1"/>
          </p:cNvSpPr>
          <p:nvPr/>
        </p:nvSpPr>
        <p:spPr bwMode="auto">
          <a:xfrm>
            <a:off x="8333384" y="1315885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56" name="TextBox 3"/>
          <p:cNvSpPr txBox="1"/>
          <p:nvPr/>
        </p:nvSpPr>
        <p:spPr>
          <a:xfrm>
            <a:off x="8453272" y="1287081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2,100</a:t>
            </a:r>
            <a:endParaRPr lang="en-US" dirty="0"/>
          </a:p>
        </p:txBody>
      </p:sp>
      <p:sp>
        <p:nvSpPr>
          <p:cNvPr id="9557" name="Rectangle 4"/>
          <p:cNvSpPr>
            <a:spLocks noChangeArrowheads="1"/>
          </p:cNvSpPr>
          <p:nvPr/>
        </p:nvSpPr>
        <p:spPr bwMode="auto">
          <a:xfrm>
            <a:off x="878255" y="1711096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58" name="TextBox 3"/>
          <p:cNvSpPr txBox="1"/>
          <p:nvPr/>
        </p:nvSpPr>
        <p:spPr>
          <a:xfrm>
            <a:off x="827455" y="168229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8470610</a:t>
            </a:r>
            <a:endParaRPr lang="en-US" dirty="0"/>
          </a:p>
        </p:txBody>
      </p:sp>
      <p:sp>
        <p:nvSpPr>
          <p:cNvPr id="9559" name="Rectangle 4"/>
          <p:cNvSpPr>
            <a:spLocks noChangeArrowheads="1"/>
          </p:cNvSpPr>
          <p:nvPr/>
        </p:nvSpPr>
        <p:spPr bwMode="auto">
          <a:xfrm>
            <a:off x="1365758" y="1711096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60" name="TextBox 3"/>
          <p:cNvSpPr txBox="1"/>
          <p:nvPr/>
        </p:nvSpPr>
        <p:spPr>
          <a:xfrm>
            <a:off x="1314958" y="1682292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9561" name="TextBox 3"/>
          <p:cNvSpPr txBox="1"/>
          <p:nvPr/>
        </p:nvSpPr>
        <p:spPr>
          <a:xfrm>
            <a:off x="1314958" y="1799742"/>
            <a:ext cx="7651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Finance and </a:t>
            </a:r>
            <a:endParaRPr lang="en-US" dirty="0"/>
          </a:p>
        </p:txBody>
      </p:sp>
      <p:sp>
        <p:nvSpPr>
          <p:cNvPr id="9562" name="TextBox 3"/>
          <p:cNvSpPr txBox="1"/>
          <p:nvPr/>
        </p:nvSpPr>
        <p:spPr>
          <a:xfrm>
            <a:off x="1314958" y="1917192"/>
            <a:ext cx="7933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 Office</a:t>
            </a:r>
            <a:endParaRPr lang="en-US" dirty="0"/>
          </a:p>
        </p:txBody>
      </p:sp>
      <p:sp>
        <p:nvSpPr>
          <p:cNvPr id="9563" name="Rectangle 4"/>
          <p:cNvSpPr>
            <a:spLocks noChangeArrowheads="1"/>
          </p:cNvSpPr>
          <p:nvPr/>
        </p:nvSpPr>
        <p:spPr bwMode="auto">
          <a:xfrm>
            <a:off x="2163546" y="1711096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64" name="TextBox 3"/>
          <p:cNvSpPr txBox="1"/>
          <p:nvPr/>
        </p:nvSpPr>
        <p:spPr>
          <a:xfrm>
            <a:off x="2112746" y="168229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9565" name="Rectangle 4"/>
          <p:cNvSpPr>
            <a:spLocks noChangeArrowheads="1"/>
          </p:cNvSpPr>
          <p:nvPr/>
        </p:nvSpPr>
        <p:spPr bwMode="auto">
          <a:xfrm>
            <a:off x="2622702" y="1711096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66" name="TextBox 3"/>
          <p:cNvSpPr txBox="1"/>
          <p:nvPr/>
        </p:nvSpPr>
        <p:spPr>
          <a:xfrm>
            <a:off x="2571902" y="1682292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9567" name="TextBox 3"/>
          <p:cNvSpPr txBox="1"/>
          <p:nvPr/>
        </p:nvSpPr>
        <p:spPr>
          <a:xfrm>
            <a:off x="2571902" y="1799742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9568" name="TextBox 3"/>
          <p:cNvSpPr txBox="1"/>
          <p:nvPr/>
        </p:nvSpPr>
        <p:spPr>
          <a:xfrm>
            <a:off x="2571902" y="1917192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9569" name="Rectangle 4"/>
          <p:cNvSpPr>
            <a:spLocks noChangeArrowheads="1"/>
          </p:cNvSpPr>
          <p:nvPr/>
        </p:nvSpPr>
        <p:spPr bwMode="auto">
          <a:xfrm>
            <a:off x="3680282" y="1711096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70" name="TextBox 3"/>
          <p:cNvSpPr txBox="1"/>
          <p:nvPr/>
        </p:nvSpPr>
        <p:spPr>
          <a:xfrm>
            <a:off x="3629482" y="168229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847.8470610.1.412125.000000.847001.100178</a:t>
            </a:r>
            <a:endParaRPr lang="en-US" dirty="0"/>
          </a:p>
        </p:txBody>
      </p:sp>
      <p:sp>
        <p:nvSpPr>
          <p:cNvPr id="9571" name="Rectangle 4"/>
          <p:cNvSpPr>
            <a:spLocks noChangeArrowheads="1"/>
          </p:cNvSpPr>
          <p:nvPr/>
        </p:nvSpPr>
        <p:spPr bwMode="auto">
          <a:xfrm>
            <a:off x="5918962" y="171109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72" name="TextBox 3"/>
          <p:cNvSpPr txBox="1"/>
          <p:nvPr/>
        </p:nvSpPr>
        <p:spPr>
          <a:xfrm>
            <a:off x="5987491" y="168229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2,532,723</a:t>
            </a:r>
            <a:endParaRPr lang="en-US" dirty="0"/>
          </a:p>
        </p:txBody>
      </p:sp>
      <p:sp>
        <p:nvSpPr>
          <p:cNvPr id="9573" name="Rectangle 4"/>
          <p:cNvSpPr>
            <a:spLocks noChangeArrowheads="1"/>
          </p:cNvSpPr>
          <p:nvPr/>
        </p:nvSpPr>
        <p:spPr bwMode="auto">
          <a:xfrm>
            <a:off x="6566408" y="171109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74" name="TextBox 3"/>
          <p:cNvSpPr txBox="1"/>
          <p:nvPr/>
        </p:nvSpPr>
        <p:spPr>
          <a:xfrm>
            <a:off x="6634937" y="168229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2,608,146</a:t>
            </a:r>
            <a:endParaRPr lang="en-US" dirty="0"/>
          </a:p>
        </p:txBody>
      </p:sp>
      <p:sp>
        <p:nvSpPr>
          <p:cNvPr id="9575" name="Rectangle 4"/>
          <p:cNvSpPr>
            <a:spLocks noChangeArrowheads="1"/>
          </p:cNvSpPr>
          <p:nvPr/>
        </p:nvSpPr>
        <p:spPr bwMode="auto">
          <a:xfrm>
            <a:off x="7213854" y="171109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76" name="TextBox 3"/>
          <p:cNvSpPr txBox="1"/>
          <p:nvPr/>
        </p:nvSpPr>
        <p:spPr>
          <a:xfrm>
            <a:off x="7282383" y="168229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2,608,146</a:t>
            </a:r>
            <a:endParaRPr lang="en-US" dirty="0"/>
          </a:p>
        </p:txBody>
      </p:sp>
      <p:sp>
        <p:nvSpPr>
          <p:cNvPr id="9577" name="Rectangle 4"/>
          <p:cNvSpPr>
            <a:spLocks noChangeArrowheads="1"/>
          </p:cNvSpPr>
          <p:nvPr/>
        </p:nvSpPr>
        <p:spPr bwMode="auto">
          <a:xfrm>
            <a:off x="7861300" y="1711096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78" name="Rectangle 4"/>
          <p:cNvSpPr>
            <a:spLocks noChangeArrowheads="1"/>
          </p:cNvSpPr>
          <p:nvPr/>
        </p:nvSpPr>
        <p:spPr bwMode="auto">
          <a:xfrm>
            <a:off x="8094497" y="1711096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79" name="Rectangle 4"/>
          <p:cNvSpPr>
            <a:spLocks noChangeArrowheads="1"/>
          </p:cNvSpPr>
          <p:nvPr/>
        </p:nvSpPr>
        <p:spPr bwMode="auto">
          <a:xfrm>
            <a:off x="8333384" y="1711096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80" name="TextBox 3"/>
          <p:cNvSpPr txBox="1"/>
          <p:nvPr/>
        </p:nvSpPr>
        <p:spPr>
          <a:xfrm>
            <a:off x="8650986" y="168229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9581" name="Rectangle 4"/>
          <p:cNvSpPr>
            <a:spLocks noChangeArrowheads="1"/>
          </p:cNvSpPr>
          <p:nvPr/>
        </p:nvSpPr>
        <p:spPr bwMode="auto">
          <a:xfrm>
            <a:off x="878255" y="2106307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82" name="TextBox 3"/>
          <p:cNvSpPr txBox="1"/>
          <p:nvPr/>
        </p:nvSpPr>
        <p:spPr>
          <a:xfrm>
            <a:off x="827455" y="207750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8470610</a:t>
            </a:r>
            <a:endParaRPr lang="en-US" dirty="0"/>
          </a:p>
        </p:txBody>
      </p:sp>
      <p:sp>
        <p:nvSpPr>
          <p:cNvPr id="9583" name="Rectangle 4"/>
          <p:cNvSpPr>
            <a:spLocks noChangeArrowheads="1"/>
          </p:cNvSpPr>
          <p:nvPr/>
        </p:nvSpPr>
        <p:spPr bwMode="auto">
          <a:xfrm>
            <a:off x="1365758" y="2106307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84" name="TextBox 3"/>
          <p:cNvSpPr txBox="1"/>
          <p:nvPr/>
        </p:nvSpPr>
        <p:spPr>
          <a:xfrm>
            <a:off x="1314958" y="2077504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9585" name="TextBox 3"/>
          <p:cNvSpPr txBox="1"/>
          <p:nvPr/>
        </p:nvSpPr>
        <p:spPr>
          <a:xfrm>
            <a:off x="1314958" y="2194953"/>
            <a:ext cx="7651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Finance and </a:t>
            </a:r>
            <a:endParaRPr lang="en-US" dirty="0"/>
          </a:p>
        </p:txBody>
      </p:sp>
      <p:sp>
        <p:nvSpPr>
          <p:cNvPr id="9586" name="TextBox 3"/>
          <p:cNvSpPr txBox="1"/>
          <p:nvPr/>
        </p:nvSpPr>
        <p:spPr>
          <a:xfrm>
            <a:off x="1314958" y="2312403"/>
            <a:ext cx="7933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 Office</a:t>
            </a:r>
            <a:endParaRPr lang="en-US" dirty="0"/>
          </a:p>
        </p:txBody>
      </p:sp>
      <p:sp>
        <p:nvSpPr>
          <p:cNvPr id="9587" name="Rectangle 4"/>
          <p:cNvSpPr>
            <a:spLocks noChangeArrowheads="1"/>
          </p:cNvSpPr>
          <p:nvPr/>
        </p:nvSpPr>
        <p:spPr bwMode="auto">
          <a:xfrm>
            <a:off x="2163546" y="2106307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88" name="TextBox 3"/>
          <p:cNvSpPr txBox="1"/>
          <p:nvPr/>
        </p:nvSpPr>
        <p:spPr>
          <a:xfrm>
            <a:off x="2112746" y="207750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412511</a:t>
            </a:r>
            <a:endParaRPr lang="en-US" dirty="0"/>
          </a:p>
        </p:txBody>
      </p:sp>
      <p:sp>
        <p:nvSpPr>
          <p:cNvPr id="9589" name="Rectangle 4"/>
          <p:cNvSpPr>
            <a:spLocks noChangeArrowheads="1"/>
          </p:cNvSpPr>
          <p:nvPr/>
        </p:nvSpPr>
        <p:spPr bwMode="auto">
          <a:xfrm>
            <a:off x="2622702" y="2106307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90" name="TextBox 3"/>
          <p:cNvSpPr txBox="1"/>
          <p:nvPr/>
        </p:nvSpPr>
        <p:spPr>
          <a:xfrm>
            <a:off x="2571902" y="2077504"/>
            <a:ext cx="798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Consolidated </a:t>
            </a:r>
            <a:endParaRPr lang="en-US" dirty="0"/>
          </a:p>
        </p:txBody>
      </p:sp>
      <p:sp>
        <p:nvSpPr>
          <p:cNvPr id="9591" name="TextBox 3"/>
          <p:cNvSpPr txBox="1"/>
          <p:nvPr/>
        </p:nvSpPr>
        <p:spPr>
          <a:xfrm>
            <a:off x="2571902" y="2194953"/>
            <a:ext cx="1081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allowances: Emirati </a:t>
            </a:r>
            <a:endParaRPr lang="en-US" dirty="0"/>
          </a:p>
        </p:txBody>
      </p:sp>
      <p:sp>
        <p:nvSpPr>
          <p:cNvPr id="9592" name="TextBox 3"/>
          <p:cNvSpPr txBox="1"/>
          <p:nvPr/>
        </p:nvSpPr>
        <p:spPr>
          <a:xfrm>
            <a:off x="2571902" y="2312403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9593" name="Rectangle 4"/>
          <p:cNvSpPr>
            <a:spLocks noChangeArrowheads="1"/>
          </p:cNvSpPr>
          <p:nvPr/>
        </p:nvSpPr>
        <p:spPr bwMode="auto">
          <a:xfrm>
            <a:off x="3680282" y="2106307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94" name="TextBox 3"/>
          <p:cNvSpPr txBox="1"/>
          <p:nvPr/>
        </p:nvSpPr>
        <p:spPr>
          <a:xfrm>
            <a:off x="3629482" y="207750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847.8470610.1.412511.000000.847001.100178</a:t>
            </a:r>
            <a:endParaRPr lang="en-US" dirty="0"/>
          </a:p>
        </p:txBody>
      </p:sp>
      <p:sp>
        <p:nvSpPr>
          <p:cNvPr id="9595" name="Rectangle 4"/>
          <p:cNvSpPr>
            <a:spLocks noChangeArrowheads="1"/>
          </p:cNvSpPr>
          <p:nvPr/>
        </p:nvSpPr>
        <p:spPr bwMode="auto">
          <a:xfrm>
            <a:off x="5918962" y="210630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96" name="TextBox 3"/>
          <p:cNvSpPr txBox="1"/>
          <p:nvPr/>
        </p:nvSpPr>
        <p:spPr>
          <a:xfrm>
            <a:off x="6072225" y="207750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112,680</a:t>
            </a:r>
            <a:endParaRPr lang="en-US" dirty="0"/>
          </a:p>
        </p:txBody>
      </p:sp>
      <p:sp>
        <p:nvSpPr>
          <p:cNvPr id="9597" name="Rectangle 4"/>
          <p:cNvSpPr>
            <a:spLocks noChangeArrowheads="1"/>
          </p:cNvSpPr>
          <p:nvPr/>
        </p:nvSpPr>
        <p:spPr bwMode="auto">
          <a:xfrm>
            <a:off x="6566408" y="210630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598" name="TextBox 3"/>
          <p:cNvSpPr txBox="1"/>
          <p:nvPr/>
        </p:nvSpPr>
        <p:spPr>
          <a:xfrm>
            <a:off x="6776161" y="207750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84,510</a:t>
            </a:r>
            <a:endParaRPr lang="en-US" dirty="0"/>
          </a:p>
        </p:txBody>
      </p:sp>
      <p:sp>
        <p:nvSpPr>
          <p:cNvPr id="9599" name="Rectangle 4"/>
          <p:cNvSpPr>
            <a:spLocks noChangeArrowheads="1"/>
          </p:cNvSpPr>
          <p:nvPr/>
        </p:nvSpPr>
        <p:spPr bwMode="auto">
          <a:xfrm>
            <a:off x="7213854" y="210630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00" name="TextBox 3"/>
          <p:cNvSpPr txBox="1"/>
          <p:nvPr/>
        </p:nvSpPr>
        <p:spPr>
          <a:xfrm>
            <a:off x="7423607" y="207750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84,510</a:t>
            </a:r>
            <a:endParaRPr lang="en-US" dirty="0"/>
          </a:p>
        </p:txBody>
      </p:sp>
      <p:sp>
        <p:nvSpPr>
          <p:cNvPr id="9601" name="Rectangle 4"/>
          <p:cNvSpPr>
            <a:spLocks noChangeArrowheads="1"/>
          </p:cNvSpPr>
          <p:nvPr/>
        </p:nvSpPr>
        <p:spPr bwMode="auto">
          <a:xfrm>
            <a:off x="7861300" y="2106307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02" name="Rectangle 4"/>
          <p:cNvSpPr>
            <a:spLocks noChangeArrowheads="1"/>
          </p:cNvSpPr>
          <p:nvPr/>
        </p:nvSpPr>
        <p:spPr bwMode="auto">
          <a:xfrm>
            <a:off x="8094497" y="2106307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03" name="Rectangle 4"/>
          <p:cNvSpPr>
            <a:spLocks noChangeArrowheads="1"/>
          </p:cNvSpPr>
          <p:nvPr/>
        </p:nvSpPr>
        <p:spPr bwMode="auto">
          <a:xfrm>
            <a:off x="8333384" y="2106307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04" name="TextBox 3"/>
          <p:cNvSpPr txBox="1"/>
          <p:nvPr/>
        </p:nvSpPr>
        <p:spPr>
          <a:xfrm>
            <a:off x="8650986" y="207750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9605" name="Rectangle 4"/>
          <p:cNvSpPr>
            <a:spLocks noChangeArrowheads="1"/>
          </p:cNvSpPr>
          <p:nvPr/>
        </p:nvSpPr>
        <p:spPr bwMode="auto">
          <a:xfrm>
            <a:off x="878255" y="250151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06" name="TextBox 3"/>
          <p:cNvSpPr txBox="1"/>
          <p:nvPr/>
        </p:nvSpPr>
        <p:spPr>
          <a:xfrm>
            <a:off x="827455" y="247271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8470610</a:t>
            </a:r>
            <a:endParaRPr lang="en-US" dirty="0"/>
          </a:p>
        </p:txBody>
      </p:sp>
      <p:sp>
        <p:nvSpPr>
          <p:cNvPr id="9607" name="Rectangle 4"/>
          <p:cNvSpPr>
            <a:spLocks noChangeArrowheads="1"/>
          </p:cNvSpPr>
          <p:nvPr/>
        </p:nvSpPr>
        <p:spPr bwMode="auto">
          <a:xfrm>
            <a:off x="1365758" y="250151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08" name="TextBox 3"/>
          <p:cNvSpPr txBox="1"/>
          <p:nvPr/>
        </p:nvSpPr>
        <p:spPr>
          <a:xfrm>
            <a:off x="1314958" y="2472715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9609" name="TextBox 3"/>
          <p:cNvSpPr txBox="1"/>
          <p:nvPr/>
        </p:nvSpPr>
        <p:spPr>
          <a:xfrm>
            <a:off x="1314958" y="2590165"/>
            <a:ext cx="7651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Finance and </a:t>
            </a:r>
            <a:endParaRPr lang="en-US" dirty="0"/>
          </a:p>
        </p:txBody>
      </p:sp>
      <p:sp>
        <p:nvSpPr>
          <p:cNvPr id="9610" name="TextBox 3"/>
          <p:cNvSpPr txBox="1"/>
          <p:nvPr/>
        </p:nvSpPr>
        <p:spPr>
          <a:xfrm>
            <a:off x="1314958" y="2707614"/>
            <a:ext cx="7933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 Office</a:t>
            </a:r>
            <a:endParaRPr lang="en-US" dirty="0"/>
          </a:p>
        </p:txBody>
      </p:sp>
      <p:sp>
        <p:nvSpPr>
          <p:cNvPr id="9611" name="Rectangle 4"/>
          <p:cNvSpPr>
            <a:spLocks noChangeArrowheads="1"/>
          </p:cNvSpPr>
          <p:nvPr/>
        </p:nvSpPr>
        <p:spPr bwMode="auto">
          <a:xfrm>
            <a:off x="2163546" y="250151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12" name="TextBox 3"/>
          <p:cNvSpPr txBox="1"/>
          <p:nvPr/>
        </p:nvSpPr>
        <p:spPr>
          <a:xfrm>
            <a:off x="2112746" y="247271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412521</a:t>
            </a:r>
            <a:endParaRPr lang="en-US" dirty="0"/>
          </a:p>
        </p:txBody>
      </p:sp>
      <p:sp>
        <p:nvSpPr>
          <p:cNvPr id="9613" name="Rectangle 4"/>
          <p:cNvSpPr>
            <a:spLocks noChangeArrowheads="1"/>
          </p:cNvSpPr>
          <p:nvPr/>
        </p:nvSpPr>
        <p:spPr bwMode="auto">
          <a:xfrm>
            <a:off x="2622702" y="250151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14" name="TextBox 3"/>
          <p:cNvSpPr txBox="1"/>
          <p:nvPr/>
        </p:nvSpPr>
        <p:spPr>
          <a:xfrm>
            <a:off x="2571902" y="2472715"/>
            <a:ext cx="8496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 </a:t>
            </a:r>
            <a:endParaRPr lang="en-US" dirty="0"/>
          </a:p>
        </p:txBody>
      </p:sp>
      <p:sp>
        <p:nvSpPr>
          <p:cNvPr id="9615" name="TextBox 3"/>
          <p:cNvSpPr txBox="1"/>
          <p:nvPr/>
        </p:nvSpPr>
        <p:spPr>
          <a:xfrm>
            <a:off x="2571902" y="2590165"/>
            <a:ext cx="1120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 (including </a:t>
            </a:r>
            <a:endParaRPr lang="en-US" dirty="0"/>
          </a:p>
        </p:txBody>
      </p:sp>
      <p:sp>
        <p:nvSpPr>
          <p:cNvPr id="9616" name="TextBox 3"/>
          <p:cNvSpPr txBox="1"/>
          <p:nvPr/>
        </p:nvSpPr>
        <p:spPr>
          <a:xfrm>
            <a:off x="2571902" y="2707614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Mansab)</a:t>
            </a:r>
            <a:endParaRPr lang="en-US" dirty="0"/>
          </a:p>
        </p:txBody>
      </p:sp>
      <p:sp>
        <p:nvSpPr>
          <p:cNvPr id="9617" name="Rectangle 4"/>
          <p:cNvSpPr>
            <a:spLocks noChangeArrowheads="1"/>
          </p:cNvSpPr>
          <p:nvPr/>
        </p:nvSpPr>
        <p:spPr bwMode="auto">
          <a:xfrm>
            <a:off x="3680282" y="250151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18" name="TextBox 3"/>
          <p:cNvSpPr txBox="1"/>
          <p:nvPr/>
        </p:nvSpPr>
        <p:spPr>
          <a:xfrm>
            <a:off x="3629482" y="247271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847.8470610.1.412521.000000.847001.100178</a:t>
            </a:r>
            <a:endParaRPr lang="en-US" dirty="0"/>
          </a:p>
        </p:txBody>
      </p:sp>
      <p:sp>
        <p:nvSpPr>
          <p:cNvPr id="9619" name="Rectangle 4"/>
          <p:cNvSpPr>
            <a:spLocks noChangeArrowheads="1"/>
          </p:cNvSpPr>
          <p:nvPr/>
        </p:nvSpPr>
        <p:spPr bwMode="auto">
          <a:xfrm>
            <a:off x="5918962" y="250151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20" name="TextBox 3"/>
          <p:cNvSpPr txBox="1"/>
          <p:nvPr/>
        </p:nvSpPr>
        <p:spPr>
          <a:xfrm>
            <a:off x="6128715" y="247271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49,413</a:t>
            </a:r>
            <a:endParaRPr lang="en-US" dirty="0"/>
          </a:p>
        </p:txBody>
      </p:sp>
      <p:sp>
        <p:nvSpPr>
          <p:cNvPr id="9621" name="Rectangle 4"/>
          <p:cNvSpPr>
            <a:spLocks noChangeArrowheads="1"/>
          </p:cNvSpPr>
          <p:nvPr/>
        </p:nvSpPr>
        <p:spPr bwMode="auto">
          <a:xfrm>
            <a:off x="6566408" y="250151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22" name="TextBox 3"/>
          <p:cNvSpPr txBox="1"/>
          <p:nvPr/>
        </p:nvSpPr>
        <p:spPr>
          <a:xfrm>
            <a:off x="6776161" y="247271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20,500</a:t>
            </a:r>
            <a:endParaRPr lang="en-US" dirty="0"/>
          </a:p>
        </p:txBody>
      </p:sp>
      <p:sp>
        <p:nvSpPr>
          <p:cNvPr id="9623" name="Rectangle 4"/>
          <p:cNvSpPr>
            <a:spLocks noChangeArrowheads="1"/>
          </p:cNvSpPr>
          <p:nvPr/>
        </p:nvSpPr>
        <p:spPr bwMode="auto">
          <a:xfrm>
            <a:off x="7213854" y="250151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24" name="TextBox 3"/>
          <p:cNvSpPr txBox="1"/>
          <p:nvPr/>
        </p:nvSpPr>
        <p:spPr>
          <a:xfrm>
            <a:off x="7423607" y="247271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20,500</a:t>
            </a:r>
            <a:endParaRPr lang="en-US" dirty="0"/>
          </a:p>
        </p:txBody>
      </p:sp>
      <p:sp>
        <p:nvSpPr>
          <p:cNvPr id="9625" name="Rectangle 4"/>
          <p:cNvSpPr>
            <a:spLocks noChangeArrowheads="1"/>
          </p:cNvSpPr>
          <p:nvPr/>
        </p:nvSpPr>
        <p:spPr bwMode="auto">
          <a:xfrm>
            <a:off x="7861300" y="250151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26" name="Rectangle 4"/>
          <p:cNvSpPr>
            <a:spLocks noChangeArrowheads="1"/>
          </p:cNvSpPr>
          <p:nvPr/>
        </p:nvSpPr>
        <p:spPr bwMode="auto">
          <a:xfrm>
            <a:off x="8094497" y="250151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27" name="Rectangle 4"/>
          <p:cNvSpPr>
            <a:spLocks noChangeArrowheads="1"/>
          </p:cNvSpPr>
          <p:nvPr/>
        </p:nvSpPr>
        <p:spPr bwMode="auto">
          <a:xfrm>
            <a:off x="8333384" y="250151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28" name="TextBox 3"/>
          <p:cNvSpPr txBox="1"/>
          <p:nvPr/>
        </p:nvSpPr>
        <p:spPr>
          <a:xfrm>
            <a:off x="8650986" y="247271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9629" name="Rectangle 4"/>
          <p:cNvSpPr>
            <a:spLocks noChangeArrowheads="1"/>
          </p:cNvSpPr>
          <p:nvPr/>
        </p:nvSpPr>
        <p:spPr bwMode="auto">
          <a:xfrm>
            <a:off x="878255" y="2896730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30" name="TextBox 3"/>
          <p:cNvSpPr txBox="1"/>
          <p:nvPr/>
        </p:nvSpPr>
        <p:spPr>
          <a:xfrm>
            <a:off x="827455" y="286792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8470610</a:t>
            </a:r>
            <a:endParaRPr lang="en-US" dirty="0"/>
          </a:p>
        </p:txBody>
      </p:sp>
      <p:sp>
        <p:nvSpPr>
          <p:cNvPr id="9631" name="Rectangle 4"/>
          <p:cNvSpPr>
            <a:spLocks noChangeArrowheads="1"/>
          </p:cNvSpPr>
          <p:nvPr/>
        </p:nvSpPr>
        <p:spPr bwMode="auto">
          <a:xfrm>
            <a:off x="1365758" y="2896730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32" name="TextBox 3"/>
          <p:cNvSpPr txBox="1"/>
          <p:nvPr/>
        </p:nvSpPr>
        <p:spPr>
          <a:xfrm>
            <a:off x="1314958" y="2867927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9633" name="TextBox 3"/>
          <p:cNvSpPr txBox="1"/>
          <p:nvPr/>
        </p:nvSpPr>
        <p:spPr>
          <a:xfrm>
            <a:off x="1314958" y="2985376"/>
            <a:ext cx="7651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Finance and </a:t>
            </a:r>
            <a:endParaRPr lang="en-US" dirty="0"/>
          </a:p>
        </p:txBody>
      </p:sp>
      <p:sp>
        <p:nvSpPr>
          <p:cNvPr id="9634" name="TextBox 3"/>
          <p:cNvSpPr txBox="1"/>
          <p:nvPr/>
        </p:nvSpPr>
        <p:spPr>
          <a:xfrm>
            <a:off x="1314958" y="3102826"/>
            <a:ext cx="7933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 Office</a:t>
            </a:r>
            <a:endParaRPr lang="en-US" dirty="0"/>
          </a:p>
        </p:txBody>
      </p:sp>
      <p:sp>
        <p:nvSpPr>
          <p:cNvPr id="9635" name="Rectangle 4"/>
          <p:cNvSpPr>
            <a:spLocks noChangeArrowheads="1"/>
          </p:cNvSpPr>
          <p:nvPr/>
        </p:nvSpPr>
        <p:spPr bwMode="auto">
          <a:xfrm>
            <a:off x="2163546" y="2896730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36" name="TextBox 3"/>
          <p:cNvSpPr txBox="1"/>
          <p:nvPr/>
        </p:nvSpPr>
        <p:spPr>
          <a:xfrm>
            <a:off x="2112746" y="286792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9637" name="Rectangle 4"/>
          <p:cNvSpPr>
            <a:spLocks noChangeArrowheads="1"/>
          </p:cNvSpPr>
          <p:nvPr/>
        </p:nvSpPr>
        <p:spPr bwMode="auto">
          <a:xfrm>
            <a:off x="2622702" y="2896730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38" name="TextBox 3"/>
          <p:cNvSpPr txBox="1"/>
          <p:nvPr/>
        </p:nvSpPr>
        <p:spPr>
          <a:xfrm>
            <a:off x="2571902" y="2867927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9639" name="Rectangle 4"/>
          <p:cNvSpPr>
            <a:spLocks noChangeArrowheads="1"/>
          </p:cNvSpPr>
          <p:nvPr/>
        </p:nvSpPr>
        <p:spPr bwMode="auto">
          <a:xfrm>
            <a:off x="3680282" y="2896730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40" name="TextBox 3"/>
          <p:cNvSpPr txBox="1"/>
          <p:nvPr/>
        </p:nvSpPr>
        <p:spPr>
          <a:xfrm>
            <a:off x="3629482" y="286792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847.8470610.1.412523.000000.847001.100178</a:t>
            </a:r>
            <a:endParaRPr lang="en-US" dirty="0"/>
          </a:p>
        </p:txBody>
      </p:sp>
      <p:sp>
        <p:nvSpPr>
          <p:cNvPr id="9641" name="Rectangle 4"/>
          <p:cNvSpPr>
            <a:spLocks noChangeArrowheads="1"/>
          </p:cNvSpPr>
          <p:nvPr/>
        </p:nvSpPr>
        <p:spPr bwMode="auto">
          <a:xfrm>
            <a:off x="5918962" y="289673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42" name="TextBox 3"/>
          <p:cNvSpPr txBox="1"/>
          <p:nvPr/>
        </p:nvSpPr>
        <p:spPr>
          <a:xfrm>
            <a:off x="6128715" y="286792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72,000</a:t>
            </a:r>
            <a:endParaRPr lang="en-US" dirty="0"/>
          </a:p>
        </p:txBody>
      </p:sp>
      <p:sp>
        <p:nvSpPr>
          <p:cNvPr id="9643" name="Rectangle 4"/>
          <p:cNvSpPr>
            <a:spLocks noChangeArrowheads="1"/>
          </p:cNvSpPr>
          <p:nvPr/>
        </p:nvSpPr>
        <p:spPr bwMode="auto">
          <a:xfrm>
            <a:off x="6566408" y="289673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44" name="TextBox 3"/>
          <p:cNvSpPr txBox="1"/>
          <p:nvPr/>
        </p:nvSpPr>
        <p:spPr>
          <a:xfrm>
            <a:off x="6776161" y="286792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72,000</a:t>
            </a:r>
            <a:endParaRPr lang="en-US" dirty="0"/>
          </a:p>
        </p:txBody>
      </p:sp>
      <p:sp>
        <p:nvSpPr>
          <p:cNvPr id="9645" name="Rectangle 4"/>
          <p:cNvSpPr>
            <a:spLocks noChangeArrowheads="1"/>
          </p:cNvSpPr>
          <p:nvPr/>
        </p:nvSpPr>
        <p:spPr bwMode="auto">
          <a:xfrm>
            <a:off x="7213854" y="289673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46" name="TextBox 3"/>
          <p:cNvSpPr txBox="1"/>
          <p:nvPr/>
        </p:nvSpPr>
        <p:spPr>
          <a:xfrm>
            <a:off x="7423607" y="286792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72,000</a:t>
            </a:r>
            <a:endParaRPr lang="en-US" dirty="0"/>
          </a:p>
        </p:txBody>
      </p:sp>
      <p:sp>
        <p:nvSpPr>
          <p:cNvPr id="9647" name="Rectangle 4"/>
          <p:cNvSpPr>
            <a:spLocks noChangeArrowheads="1"/>
          </p:cNvSpPr>
          <p:nvPr/>
        </p:nvSpPr>
        <p:spPr bwMode="auto">
          <a:xfrm>
            <a:off x="7861300" y="2896730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48" name="Rectangle 4"/>
          <p:cNvSpPr>
            <a:spLocks noChangeArrowheads="1"/>
          </p:cNvSpPr>
          <p:nvPr/>
        </p:nvSpPr>
        <p:spPr bwMode="auto">
          <a:xfrm>
            <a:off x="8094497" y="2896730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49" name="Rectangle 4"/>
          <p:cNvSpPr>
            <a:spLocks noChangeArrowheads="1"/>
          </p:cNvSpPr>
          <p:nvPr/>
        </p:nvSpPr>
        <p:spPr bwMode="auto">
          <a:xfrm>
            <a:off x="8333384" y="2896730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50" name="TextBox 3"/>
          <p:cNvSpPr txBox="1"/>
          <p:nvPr/>
        </p:nvSpPr>
        <p:spPr>
          <a:xfrm>
            <a:off x="8650986" y="286792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9651" name="Rectangle 4"/>
          <p:cNvSpPr>
            <a:spLocks noChangeArrowheads="1"/>
          </p:cNvSpPr>
          <p:nvPr/>
        </p:nvSpPr>
        <p:spPr bwMode="auto">
          <a:xfrm>
            <a:off x="878255" y="3291941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52" name="TextBox 3"/>
          <p:cNvSpPr txBox="1"/>
          <p:nvPr/>
        </p:nvSpPr>
        <p:spPr>
          <a:xfrm>
            <a:off x="827455" y="326313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8470610</a:t>
            </a:r>
            <a:endParaRPr lang="en-US" dirty="0"/>
          </a:p>
        </p:txBody>
      </p:sp>
      <p:sp>
        <p:nvSpPr>
          <p:cNvPr id="9653" name="Rectangle 4"/>
          <p:cNvSpPr>
            <a:spLocks noChangeArrowheads="1"/>
          </p:cNvSpPr>
          <p:nvPr/>
        </p:nvSpPr>
        <p:spPr bwMode="auto">
          <a:xfrm>
            <a:off x="1365758" y="3291941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54" name="TextBox 3"/>
          <p:cNvSpPr txBox="1"/>
          <p:nvPr/>
        </p:nvSpPr>
        <p:spPr>
          <a:xfrm>
            <a:off x="1314958" y="3263138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9655" name="TextBox 3"/>
          <p:cNvSpPr txBox="1"/>
          <p:nvPr/>
        </p:nvSpPr>
        <p:spPr>
          <a:xfrm>
            <a:off x="1314958" y="3380587"/>
            <a:ext cx="7651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Finance and </a:t>
            </a:r>
            <a:endParaRPr lang="en-US" dirty="0"/>
          </a:p>
        </p:txBody>
      </p:sp>
      <p:sp>
        <p:nvSpPr>
          <p:cNvPr id="9656" name="TextBox 3"/>
          <p:cNvSpPr txBox="1"/>
          <p:nvPr/>
        </p:nvSpPr>
        <p:spPr>
          <a:xfrm>
            <a:off x="1314958" y="3498037"/>
            <a:ext cx="7933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 Office</a:t>
            </a:r>
            <a:endParaRPr lang="en-US" dirty="0"/>
          </a:p>
        </p:txBody>
      </p:sp>
      <p:sp>
        <p:nvSpPr>
          <p:cNvPr id="9657" name="Rectangle 4"/>
          <p:cNvSpPr>
            <a:spLocks noChangeArrowheads="1"/>
          </p:cNvSpPr>
          <p:nvPr/>
        </p:nvSpPr>
        <p:spPr bwMode="auto">
          <a:xfrm>
            <a:off x="2163546" y="3291941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58" name="TextBox 3"/>
          <p:cNvSpPr txBox="1"/>
          <p:nvPr/>
        </p:nvSpPr>
        <p:spPr>
          <a:xfrm>
            <a:off x="2112746" y="326313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412526</a:t>
            </a:r>
            <a:endParaRPr lang="en-US" dirty="0"/>
          </a:p>
        </p:txBody>
      </p:sp>
      <p:sp>
        <p:nvSpPr>
          <p:cNvPr id="9659" name="Rectangle 4"/>
          <p:cNvSpPr>
            <a:spLocks noChangeArrowheads="1"/>
          </p:cNvSpPr>
          <p:nvPr/>
        </p:nvSpPr>
        <p:spPr bwMode="auto">
          <a:xfrm>
            <a:off x="2622702" y="3291941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60" name="TextBox 3"/>
          <p:cNvSpPr txBox="1"/>
          <p:nvPr/>
        </p:nvSpPr>
        <p:spPr>
          <a:xfrm>
            <a:off x="2571902" y="3263138"/>
            <a:ext cx="10304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Housing allowance</a:t>
            </a:r>
            <a:endParaRPr lang="en-US" dirty="0"/>
          </a:p>
        </p:txBody>
      </p:sp>
      <p:sp>
        <p:nvSpPr>
          <p:cNvPr id="9661" name="Rectangle 4"/>
          <p:cNvSpPr>
            <a:spLocks noChangeArrowheads="1"/>
          </p:cNvSpPr>
          <p:nvPr/>
        </p:nvSpPr>
        <p:spPr bwMode="auto">
          <a:xfrm>
            <a:off x="3680282" y="3291941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62" name="TextBox 3"/>
          <p:cNvSpPr txBox="1"/>
          <p:nvPr/>
        </p:nvSpPr>
        <p:spPr>
          <a:xfrm>
            <a:off x="3629482" y="326313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847.8470610.1.412526.000000.847001.100178</a:t>
            </a:r>
            <a:endParaRPr lang="en-US" dirty="0"/>
          </a:p>
        </p:txBody>
      </p:sp>
      <p:sp>
        <p:nvSpPr>
          <p:cNvPr id="9663" name="Rectangle 4"/>
          <p:cNvSpPr>
            <a:spLocks noChangeArrowheads="1"/>
          </p:cNvSpPr>
          <p:nvPr/>
        </p:nvSpPr>
        <p:spPr bwMode="auto">
          <a:xfrm>
            <a:off x="5918962" y="329194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64" name="TextBox 3"/>
          <p:cNvSpPr txBox="1"/>
          <p:nvPr/>
        </p:nvSpPr>
        <p:spPr>
          <a:xfrm>
            <a:off x="6072225" y="326313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336,000</a:t>
            </a:r>
            <a:endParaRPr lang="en-US" dirty="0"/>
          </a:p>
        </p:txBody>
      </p:sp>
      <p:sp>
        <p:nvSpPr>
          <p:cNvPr id="9665" name="Rectangle 4"/>
          <p:cNvSpPr>
            <a:spLocks noChangeArrowheads="1"/>
          </p:cNvSpPr>
          <p:nvPr/>
        </p:nvSpPr>
        <p:spPr bwMode="auto">
          <a:xfrm>
            <a:off x="6566408" y="329194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66" name="TextBox 3"/>
          <p:cNvSpPr txBox="1"/>
          <p:nvPr/>
        </p:nvSpPr>
        <p:spPr>
          <a:xfrm>
            <a:off x="6719671" y="326313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252,001</a:t>
            </a:r>
            <a:endParaRPr lang="en-US" dirty="0"/>
          </a:p>
        </p:txBody>
      </p:sp>
      <p:sp>
        <p:nvSpPr>
          <p:cNvPr id="9667" name="Rectangle 4"/>
          <p:cNvSpPr>
            <a:spLocks noChangeArrowheads="1"/>
          </p:cNvSpPr>
          <p:nvPr/>
        </p:nvSpPr>
        <p:spPr bwMode="auto">
          <a:xfrm>
            <a:off x="7213854" y="329194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68" name="TextBox 3"/>
          <p:cNvSpPr txBox="1"/>
          <p:nvPr/>
        </p:nvSpPr>
        <p:spPr>
          <a:xfrm>
            <a:off x="7367118" y="326313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252,000</a:t>
            </a:r>
            <a:endParaRPr lang="en-US" dirty="0"/>
          </a:p>
        </p:txBody>
      </p:sp>
      <p:sp>
        <p:nvSpPr>
          <p:cNvPr id="9669" name="Rectangle 4"/>
          <p:cNvSpPr>
            <a:spLocks noChangeArrowheads="1"/>
          </p:cNvSpPr>
          <p:nvPr/>
        </p:nvSpPr>
        <p:spPr bwMode="auto">
          <a:xfrm>
            <a:off x="7861300" y="3291941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70" name="Rectangle 4"/>
          <p:cNvSpPr>
            <a:spLocks noChangeArrowheads="1"/>
          </p:cNvSpPr>
          <p:nvPr/>
        </p:nvSpPr>
        <p:spPr bwMode="auto">
          <a:xfrm>
            <a:off x="8094497" y="3291941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71" name="Rectangle 4"/>
          <p:cNvSpPr>
            <a:spLocks noChangeArrowheads="1"/>
          </p:cNvSpPr>
          <p:nvPr/>
        </p:nvSpPr>
        <p:spPr bwMode="auto">
          <a:xfrm>
            <a:off x="8333384" y="3291941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72" name="TextBox 3"/>
          <p:cNvSpPr txBox="1"/>
          <p:nvPr/>
        </p:nvSpPr>
        <p:spPr>
          <a:xfrm>
            <a:off x="8650986" y="326313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9673" name="Rectangle 4"/>
          <p:cNvSpPr>
            <a:spLocks noChangeArrowheads="1"/>
          </p:cNvSpPr>
          <p:nvPr/>
        </p:nvSpPr>
        <p:spPr bwMode="auto">
          <a:xfrm>
            <a:off x="878255" y="368715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74" name="TextBox 3"/>
          <p:cNvSpPr txBox="1"/>
          <p:nvPr/>
        </p:nvSpPr>
        <p:spPr>
          <a:xfrm>
            <a:off x="827455" y="365834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8470610</a:t>
            </a:r>
            <a:endParaRPr lang="en-US" dirty="0"/>
          </a:p>
        </p:txBody>
      </p:sp>
      <p:sp>
        <p:nvSpPr>
          <p:cNvPr id="9675" name="Rectangle 4"/>
          <p:cNvSpPr>
            <a:spLocks noChangeArrowheads="1"/>
          </p:cNvSpPr>
          <p:nvPr/>
        </p:nvSpPr>
        <p:spPr bwMode="auto">
          <a:xfrm>
            <a:off x="1365758" y="368715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76" name="TextBox 3"/>
          <p:cNvSpPr txBox="1"/>
          <p:nvPr/>
        </p:nvSpPr>
        <p:spPr>
          <a:xfrm>
            <a:off x="1314958" y="3658349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9677" name="TextBox 3"/>
          <p:cNvSpPr txBox="1"/>
          <p:nvPr/>
        </p:nvSpPr>
        <p:spPr>
          <a:xfrm>
            <a:off x="1314958" y="3775799"/>
            <a:ext cx="7651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Finance and </a:t>
            </a:r>
            <a:endParaRPr lang="en-US" dirty="0"/>
          </a:p>
        </p:txBody>
      </p:sp>
      <p:sp>
        <p:nvSpPr>
          <p:cNvPr id="9678" name="TextBox 3"/>
          <p:cNvSpPr txBox="1"/>
          <p:nvPr/>
        </p:nvSpPr>
        <p:spPr>
          <a:xfrm>
            <a:off x="1314958" y="3893248"/>
            <a:ext cx="7933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 Office</a:t>
            </a:r>
            <a:endParaRPr lang="en-US" dirty="0"/>
          </a:p>
        </p:txBody>
      </p:sp>
      <p:sp>
        <p:nvSpPr>
          <p:cNvPr id="9679" name="Rectangle 4"/>
          <p:cNvSpPr>
            <a:spLocks noChangeArrowheads="1"/>
          </p:cNvSpPr>
          <p:nvPr/>
        </p:nvSpPr>
        <p:spPr bwMode="auto">
          <a:xfrm>
            <a:off x="2163546" y="368715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80" name="TextBox 3"/>
          <p:cNvSpPr txBox="1"/>
          <p:nvPr/>
        </p:nvSpPr>
        <p:spPr>
          <a:xfrm>
            <a:off x="2112746" y="365834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9681" name="Rectangle 4"/>
          <p:cNvSpPr>
            <a:spLocks noChangeArrowheads="1"/>
          </p:cNvSpPr>
          <p:nvPr/>
        </p:nvSpPr>
        <p:spPr bwMode="auto">
          <a:xfrm>
            <a:off x="2622702" y="368715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82" name="TextBox 3"/>
          <p:cNvSpPr txBox="1"/>
          <p:nvPr/>
        </p:nvSpPr>
        <p:spPr>
          <a:xfrm>
            <a:off x="2571902" y="3658349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9683" name="TextBox 3"/>
          <p:cNvSpPr txBox="1"/>
          <p:nvPr/>
        </p:nvSpPr>
        <p:spPr>
          <a:xfrm>
            <a:off x="2571902" y="3775799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9684" name="Rectangle 4"/>
          <p:cNvSpPr>
            <a:spLocks noChangeArrowheads="1"/>
          </p:cNvSpPr>
          <p:nvPr/>
        </p:nvSpPr>
        <p:spPr bwMode="auto">
          <a:xfrm>
            <a:off x="3680282" y="368715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85" name="TextBox 3"/>
          <p:cNvSpPr txBox="1"/>
          <p:nvPr/>
        </p:nvSpPr>
        <p:spPr>
          <a:xfrm>
            <a:off x="3629482" y="365834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847.8470610.1.412534.000000.847001.100178</a:t>
            </a:r>
            <a:endParaRPr lang="en-US" dirty="0"/>
          </a:p>
        </p:txBody>
      </p:sp>
      <p:sp>
        <p:nvSpPr>
          <p:cNvPr id="9686" name="Rectangle 4"/>
          <p:cNvSpPr>
            <a:spLocks noChangeArrowheads="1"/>
          </p:cNvSpPr>
          <p:nvPr/>
        </p:nvSpPr>
        <p:spPr bwMode="auto">
          <a:xfrm>
            <a:off x="5918962" y="368715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87" name="TextBox 3"/>
          <p:cNvSpPr txBox="1"/>
          <p:nvPr/>
        </p:nvSpPr>
        <p:spPr>
          <a:xfrm>
            <a:off x="6382918" y="365834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9688" name="Rectangle 4"/>
          <p:cNvSpPr>
            <a:spLocks noChangeArrowheads="1"/>
          </p:cNvSpPr>
          <p:nvPr/>
        </p:nvSpPr>
        <p:spPr bwMode="auto">
          <a:xfrm>
            <a:off x="6566408" y="368715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89" name="TextBox 3"/>
          <p:cNvSpPr txBox="1"/>
          <p:nvPr/>
        </p:nvSpPr>
        <p:spPr>
          <a:xfrm>
            <a:off x="6719671" y="365834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104,379</a:t>
            </a:r>
            <a:endParaRPr lang="en-US" dirty="0"/>
          </a:p>
        </p:txBody>
      </p:sp>
      <p:sp>
        <p:nvSpPr>
          <p:cNvPr id="9690" name="Rectangle 4"/>
          <p:cNvSpPr>
            <a:spLocks noChangeArrowheads="1"/>
          </p:cNvSpPr>
          <p:nvPr/>
        </p:nvSpPr>
        <p:spPr bwMode="auto">
          <a:xfrm>
            <a:off x="7213854" y="368715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91" name="TextBox 3"/>
          <p:cNvSpPr txBox="1"/>
          <p:nvPr/>
        </p:nvSpPr>
        <p:spPr>
          <a:xfrm>
            <a:off x="7367118" y="365834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104,379</a:t>
            </a:r>
            <a:endParaRPr lang="en-US" dirty="0"/>
          </a:p>
        </p:txBody>
      </p:sp>
      <p:sp>
        <p:nvSpPr>
          <p:cNvPr id="9692" name="Rectangle 4"/>
          <p:cNvSpPr>
            <a:spLocks noChangeArrowheads="1"/>
          </p:cNvSpPr>
          <p:nvPr/>
        </p:nvSpPr>
        <p:spPr bwMode="auto">
          <a:xfrm>
            <a:off x="7861300" y="368715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93" name="Rectangle 4"/>
          <p:cNvSpPr>
            <a:spLocks noChangeArrowheads="1"/>
          </p:cNvSpPr>
          <p:nvPr/>
        </p:nvSpPr>
        <p:spPr bwMode="auto">
          <a:xfrm>
            <a:off x="8094497" y="368715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94" name="Rectangle 4"/>
          <p:cNvSpPr>
            <a:spLocks noChangeArrowheads="1"/>
          </p:cNvSpPr>
          <p:nvPr/>
        </p:nvSpPr>
        <p:spPr bwMode="auto">
          <a:xfrm>
            <a:off x="8333384" y="368715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95" name="TextBox 3"/>
          <p:cNvSpPr txBox="1"/>
          <p:nvPr/>
        </p:nvSpPr>
        <p:spPr>
          <a:xfrm>
            <a:off x="8650986" y="365834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9696" name="Rectangle 4"/>
          <p:cNvSpPr>
            <a:spLocks noChangeArrowheads="1"/>
          </p:cNvSpPr>
          <p:nvPr/>
        </p:nvSpPr>
        <p:spPr bwMode="auto">
          <a:xfrm>
            <a:off x="878255" y="4082364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97" name="TextBox 3"/>
          <p:cNvSpPr txBox="1"/>
          <p:nvPr/>
        </p:nvSpPr>
        <p:spPr>
          <a:xfrm>
            <a:off x="827455" y="405356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8470610</a:t>
            </a:r>
            <a:endParaRPr lang="en-US" dirty="0"/>
          </a:p>
        </p:txBody>
      </p:sp>
      <p:sp>
        <p:nvSpPr>
          <p:cNvPr id="9698" name="Rectangle 4"/>
          <p:cNvSpPr>
            <a:spLocks noChangeArrowheads="1"/>
          </p:cNvSpPr>
          <p:nvPr/>
        </p:nvSpPr>
        <p:spPr bwMode="auto">
          <a:xfrm>
            <a:off x="1365758" y="4082364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699" name="TextBox 3"/>
          <p:cNvSpPr txBox="1"/>
          <p:nvPr/>
        </p:nvSpPr>
        <p:spPr>
          <a:xfrm>
            <a:off x="1314958" y="4053560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9700" name="TextBox 3"/>
          <p:cNvSpPr txBox="1"/>
          <p:nvPr/>
        </p:nvSpPr>
        <p:spPr>
          <a:xfrm>
            <a:off x="1314958" y="4171010"/>
            <a:ext cx="7651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Finance and </a:t>
            </a:r>
            <a:endParaRPr lang="en-US" dirty="0"/>
          </a:p>
        </p:txBody>
      </p:sp>
      <p:sp>
        <p:nvSpPr>
          <p:cNvPr id="9701" name="TextBox 3"/>
          <p:cNvSpPr txBox="1"/>
          <p:nvPr/>
        </p:nvSpPr>
        <p:spPr>
          <a:xfrm>
            <a:off x="1314958" y="4288459"/>
            <a:ext cx="7933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 Office</a:t>
            </a:r>
            <a:endParaRPr lang="en-US" dirty="0"/>
          </a:p>
        </p:txBody>
      </p:sp>
      <p:sp>
        <p:nvSpPr>
          <p:cNvPr id="9702" name="Rectangle 4"/>
          <p:cNvSpPr>
            <a:spLocks noChangeArrowheads="1"/>
          </p:cNvSpPr>
          <p:nvPr/>
        </p:nvSpPr>
        <p:spPr bwMode="auto">
          <a:xfrm>
            <a:off x="2163546" y="4082364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03" name="TextBox 3"/>
          <p:cNvSpPr txBox="1"/>
          <p:nvPr/>
        </p:nvSpPr>
        <p:spPr>
          <a:xfrm>
            <a:off x="2112746" y="405356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9704" name="Rectangle 4"/>
          <p:cNvSpPr>
            <a:spLocks noChangeArrowheads="1"/>
          </p:cNvSpPr>
          <p:nvPr/>
        </p:nvSpPr>
        <p:spPr bwMode="auto">
          <a:xfrm>
            <a:off x="2622702" y="4082364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05" name="TextBox 3"/>
          <p:cNvSpPr txBox="1"/>
          <p:nvPr/>
        </p:nvSpPr>
        <p:spPr>
          <a:xfrm>
            <a:off x="2571902" y="4053560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9706" name="Rectangle 4"/>
          <p:cNvSpPr>
            <a:spLocks noChangeArrowheads="1"/>
          </p:cNvSpPr>
          <p:nvPr/>
        </p:nvSpPr>
        <p:spPr bwMode="auto">
          <a:xfrm>
            <a:off x="3680282" y="4082364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07" name="TextBox 3"/>
          <p:cNvSpPr txBox="1"/>
          <p:nvPr/>
        </p:nvSpPr>
        <p:spPr>
          <a:xfrm>
            <a:off x="3629482" y="405356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847.8470610.1.412546.000000.847001.100178</a:t>
            </a:r>
            <a:endParaRPr lang="en-US" dirty="0"/>
          </a:p>
        </p:txBody>
      </p:sp>
      <p:sp>
        <p:nvSpPr>
          <p:cNvPr id="9708" name="Rectangle 4"/>
          <p:cNvSpPr>
            <a:spLocks noChangeArrowheads="1"/>
          </p:cNvSpPr>
          <p:nvPr/>
        </p:nvSpPr>
        <p:spPr bwMode="auto">
          <a:xfrm>
            <a:off x="5918962" y="408236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09" name="TextBox 3"/>
          <p:cNvSpPr txBox="1"/>
          <p:nvPr/>
        </p:nvSpPr>
        <p:spPr>
          <a:xfrm>
            <a:off x="6128715" y="405356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99,343</a:t>
            </a:r>
            <a:endParaRPr lang="en-US" dirty="0"/>
          </a:p>
        </p:txBody>
      </p:sp>
      <p:sp>
        <p:nvSpPr>
          <p:cNvPr id="9710" name="Rectangle 4"/>
          <p:cNvSpPr>
            <a:spLocks noChangeArrowheads="1"/>
          </p:cNvSpPr>
          <p:nvPr/>
        </p:nvSpPr>
        <p:spPr bwMode="auto">
          <a:xfrm>
            <a:off x="6566408" y="408236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11" name="TextBox 3"/>
          <p:cNvSpPr txBox="1"/>
          <p:nvPr/>
        </p:nvSpPr>
        <p:spPr>
          <a:xfrm>
            <a:off x="6719671" y="405356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100,263</a:t>
            </a:r>
            <a:endParaRPr lang="en-US" dirty="0"/>
          </a:p>
        </p:txBody>
      </p:sp>
      <p:sp>
        <p:nvSpPr>
          <p:cNvPr id="9712" name="Rectangle 4"/>
          <p:cNvSpPr>
            <a:spLocks noChangeArrowheads="1"/>
          </p:cNvSpPr>
          <p:nvPr/>
        </p:nvSpPr>
        <p:spPr bwMode="auto">
          <a:xfrm>
            <a:off x="7213854" y="408236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13" name="TextBox 3"/>
          <p:cNvSpPr txBox="1"/>
          <p:nvPr/>
        </p:nvSpPr>
        <p:spPr>
          <a:xfrm>
            <a:off x="7367118" y="405356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100,263</a:t>
            </a:r>
            <a:endParaRPr lang="en-US" dirty="0"/>
          </a:p>
        </p:txBody>
      </p:sp>
      <p:sp>
        <p:nvSpPr>
          <p:cNvPr id="9714" name="Rectangle 4"/>
          <p:cNvSpPr>
            <a:spLocks noChangeArrowheads="1"/>
          </p:cNvSpPr>
          <p:nvPr/>
        </p:nvSpPr>
        <p:spPr bwMode="auto">
          <a:xfrm>
            <a:off x="7861300" y="4082364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15" name="Rectangle 4"/>
          <p:cNvSpPr>
            <a:spLocks noChangeArrowheads="1"/>
          </p:cNvSpPr>
          <p:nvPr/>
        </p:nvSpPr>
        <p:spPr bwMode="auto">
          <a:xfrm>
            <a:off x="8094497" y="4082364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16" name="Rectangle 4"/>
          <p:cNvSpPr>
            <a:spLocks noChangeArrowheads="1"/>
          </p:cNvSpPr>
          <p:nvPr/>
        </p:nvSpPr>
        <p:spPr bwMode="auto">
          <a:xfrm>
            <a:off x="8333384" y="4082364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17" name="TextBox 3"/>
          <p:cNvSpPr txBox="1"/>
          <p:nvPr/>
        </p:nvSpPr>
        <p:spPr>
          <a:xfrm>
            <a:off x="8650986" y="405356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9718" name="Rectangle 4"/>
          <p:cNvSpPr>
            <a:spLocks noChangeArrowheads="1"/>
          </p:cNvSpPr>
          <p:nvPr/>
        </p:nvSpPr>
        <p:spPr bwMode="auto">
          <a:xfrm>
            <a:off x="878255" y="4477575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19" name="TextBox 3"/>
          <p:cNvSpPr txBox="1"/>
          <p:nvPr/>
        </p:nvSpPr>
        <p:spPr>
          <a:xfrm>
            <a:off x="827455" y="444877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8470610</a:t>
            </a:r>
            <a:endParaRPr lang="en-US" dirty="0"/>
          </a:p>
        </p:txBody>
      </p:sp>
      <p:sp>
        <p:nvSpPr>
          <p:cNvPr id="9720" name="Rectangle 4"/>
          <p:cNvSpPr>
            <a:spLocks noChangeArrowheads="1"/>
          </p:cNvSpPr>
          <p:nvPr/>
        </p:nvSpPr>
        <p:spPr bwMode="auto">
          <a:xfrm>
            <a:off x="1365758" y="4477575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21" name="TextBox 3"/>
          <p:cNvSpPr txBox="1"/>
          <p:nvPr/>
        </p:nvSpPr>
        <p:spPr>
          <a:xfrm>
            <a:off x="1314958" y="4448772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9722" name="TextBox 3"/>
          <p:cNvSpPr txBox="1"/>
          <p:nvPr/>
        </p:nvSpPr>
        <p:spPr>
          <a:xfrm>
            <a:off x="1314958" y="4566221"/>
            <a:ext cx="7651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Finance and </a:t>
            </a:r>
            <a:endParaRPr lang="en-US" dirty="0"/>
          </a:p>
        </p:txBody>
      </p:sp>
      <p:sp>
        <p:nvSpPr>
          <p:cNvPr id="9723" name="TextBox 3"/>
          <p:cNvSpPr txBox="1"/>
          <p:nvPr/>
        </p:nvSpPr>
        <p:spPr>
          <a:xfrm>
            <a:off x="1314958" y="4683671"/>
            <a:ext cx="7933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 Office</a:t>
            </a:r>
            <a:endParaRPr lang="en-US" dirty="0"/>
          </a:p>
        </p:txBody>
      </p:sp>
      <p:sp>
        <p:nvSpPr>
          <p:cNvPr id="9724" name="Rectangle 4"/>
          <p:cNvSpPr>
            <a:spLocks noChangeArrowheads="1"/>
          </p:cNvSpPr>
          <p:nvPr/>
        </p:nvSpPr>
        <p:spPr bwMode="auto">
          <a:xfrm>
            <a:off x="2163546" y="4477575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25" name="TextBox 3"/>
          <p:cNvSpPr txBox="1"/>
          <p:nvPr/>
        </p:nvSpPr>
        <p:spPr>
          <a:xfrm>
            <a:off x="2112746" y="444877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9726" name="Rectangle 4"/>
          <p:cNvSpPr>
            <a:spLocks noChangeArrowheads="1"/>
          </p:cNvSpPr>
          <p:nvPr/>
        </p:nvSpPr>
        <p:spPr bwMode="auto">
          <a:xfrm>
            <a:off x="2622702" y="4477575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27" name="TextBox 3"/>
          <p:cNvSpPr txBox="1"/>
          <p:nvPr/>
        </p:nvSpPr>
        <p:spPr>
          <a:xfrm>
            <a:off x="2571902" y="4448772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9728" name="TextBox 3"/>
          <p:cNvSpPr txBox="1"/>
          <p:nvPr/>
        </p:nvSpPr>
        <p:spPr>
          <a:xfrm>
            <a:off x="2571902" y="4566221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9729" name="Rectangle 4"/>
          <p:cNvSpPr>
            <a:spLocks noChangeArrowheads="1"/>
          </p:cNvSpPr>
          <p:nvPr/>
        </p:nvSpPr>
        <p:spPr bwMode="auto">
          <a:xfrm>
            <a:off x="3680282" y="4477575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30" name="TextBox 3"/>
          <p:cNvSpPr txBox="1"/>
          <p:nvPr/>
        </p:nvSpPr>
        <p:spPr>
          <a:xfrm>
            <a:off x="3629482" y="444877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847.8470610.1.415110.000000.847001.100178</a:t>
            </a:r>
            <a:endParaRPr lang="en-US" dirty="0"/>
          </a:p>
        </p:txBody>
      </p:sp>
      <p:sp>
        <p:nvSpPr>
          <p:cNvPr id="9731" name="Rectangle 4"/>
          <p:cNvSpPr>
            <a:spLocks noChangeArrowheads="1"/>
          </p:cNvSpPr>
          <p:nvPr/>
        </p:nvSpPr>
        <p:spPr bwMode="auto">
          <a:xfrm>
            <a:off x="5918962" y="447757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32" name="TextBox 3"/>
          <p:cNvSpPr txBox="1"/>
          <p:nvPr/>
        </p:nvSpPr>
        <p:spPr>
          <a:xfrm>
            <a:off x="6072225" y="444877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647,770</a:t>
            </a:r>
            <a:endParaRPr lang="en-US" dirty="0"/>
          </a:p>
        </p:txBody>
      </p:sp>
      <p:sp>
        <p:nvSpPr>
          <p:cNvPr id="9733" name="Rectangle 4"/>
          <p:cNvSpPr>
            <a:spLocks noChangeArrowheads="1"/>
          </p:cNvSpPr>
          <p:nvPr/>
        </p:nvSpPr>
        <p:spPr bwMode="auto">
          <a:xfrm>
            <a:off x="6566408" y="447757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34" name="TextBox 3"/>
          <p:cNvSpPr txBox="1"/>
          <p:nvPr/>
        </p:nvSpPr>
        <p:spPr>
          <a:xfrm>
            <a:off x="6719671" y="444877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621,074</a:t>
            </a:r>
            <a:endParaRPr lang="en-US" dirty="0"/>
          </a:p>
        </p:txBody>
      </p:sp>
      <p:sp>
        <p:nvSpPr>
          <p:cNvPr id="9735" name="Rectangle 4"/>
          <p:cNvSpPr>
            <a:spLocks noChangeArrowheads="1"/>
          </p:cNvSpPr>
          <p:nvPr/>
        </p:nvSpPr>
        <p:spPr bwMode="auto">
          <a:xfrm>
            <a:off x="7213854" y="447757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36" name="TextBox 3"/>
          <p:cNvSpPr txBox="1"/>
          <p:nvPr/>
        </p:nvSpPr>
        <p:spPr>
          <a:xfrm>
            <a:off x="7367118" y="444877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621,074</a:t>
            </a:r>
            <a:endParaRPr lang="en-US" dirty="0"/>
          </a:p>
        </p:txBody>
      </p:sp>
      <p:sp>
        <p:nvSpPr>
          <p:cNvPr id="9737" name="Rectangle 4"/>
          <p:cNvSpPr>
            <a:spLocks noChangeArrowheads="1"/>
          </p:cNvSpPr>
          <p:nvPr/>
        </p:nvSpPr>
        <p:spPr bwMode="auto">
          <a:xfrm>
            <a:off x="7861300" y="4477575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38" name="Rectangle 4"/>
          <p:cNvSpPr>
            <a:spLocks noChangeArrowheads="1"/>
          </p:cNvSpPr>
          <p:nvPr/>
        </p:nvSpPr>
        <p:spPr bwMode="auto">
          <a:xfrm>
            <a:off x="8094497" y="4477575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39" name="Rectangle 4"/>
          <p:cNvSpPr>
            <a:spLocks noChangeArrowheads="1"/>
          </p:cNvSpPr>
          <p:nvPr/>
        </p:nvSpPr>
        <p:spPr bwMode="auto">
          <a:xfrm>
            <a:off x="8333384" y="4477575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40" name="TextBox 3"/>
          <p:cNvSpPr txBox="1"/>
          <p:nvPr/>
        </p:nvSpPr>
        <p:spPr>
          <a:xfrm>
            <a:off x="8650986" y="444877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9741" name="Rectangle 4"/>
          <p:cNvSpPr>
            <a:spLocks noChangeArrowheads="1"/>
          </p:cNvSpPr>
          <p:nvPr/>
        </p:nvSpPr>
        <p:spPr bwMode="auto">
          <a:xfrm>
            <a:off x="878255" y="4872786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42" name="TextBox 3"/>
          <p:cNvSpPr txBox="1"/>
          <p:nvPr/>
        </p:nvSpPr>
        <p:spPr>
          <a:xfrm>
            <a:off x="827455" y="484398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8470610</a:t>
            </a:r>
            <a:endParaRPr lang="en-US" dirty="0"/>
          </a:p>
        </p:txBody>
      </p:sp>
      <p:sp>
        <p:nvSpPr>
          <p:cNvPr id="9743" name="Rectangle 4"/>
          <p:cNvSpPr>
            <a:spLocks noChangeArrowheads="1"/>
          </p:cNvSpPr>
          <p:nvPr/>
        </p:nvSpPr>
        <p:spPr bwMode="auto">
          <a:xfrm>
            <a:off x="1365758" y="4872786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44" name="TextBox 3"/>
          <p:cNvSpPr txBox="1"/>
          <p:nvPr/>
        </p:nvSpPr>
        <p:spPr>
          <a:xfrm>
            <a:off x="1314958" y="4843983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9745" name="TextBox 3"/>
          <p:cNvSpPr txBox="1"/>
          <p:nvPr/>
        </p:nvSpPr>
        <p:spPr>
          <a:xfrm>
            <a:off x="1314958" y="4961433"/>
            <a:ext cx="7651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Finance and </a:t>
            </a:r>
            <a:endParaRPr lang="en-US" dirty="0"/>
          </a:p>
        </p:txBody>
      </p:sp>
      <p:sp>
        <p:nvSpPr>
          <p:cNvPr id="9746" name="TextBox 3"/>
          <p:cNvSpPr txBox="1"/>
          <p:nvPr/>
        </p:nvSpPr>
        <p:spPr>
          <a:xfrm>
            <a:off x="1314958" y="5078882"/>
            <a:ext cx="7933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 Office</a:t>
            </a:r>
            <a:endParaRPr lang="en-US" dirty="0"/>
          </a:p>
        </p:txBody>
      </p:sp>
      <p:sp>
        <p:nvSpPr>
          <p:cNvPr id="9747" name="Rectangle 4"/>
          <p:cNvSpPr>
            <a:spLocks noChangeArrowheads="1"/>
          </p:cNvSpPr>
          <p:nvPr/>
        </p:nvSpPr>
        <p:spPr bwMode="auto">
          <a:xfrm>
            <a:off x="2163546" y="4872786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48" name="TextBox 3"/>
          <p:cNvSpPr txBox="1"/>
          <p:nvPr/>
        </p:nvSpPr>
        <p:spPr>
          <a:xfrm>
            <a:off x="2112746" y="484398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9749" name="Rectangle 4"/>
          <p:cNvSpPr>
            <a:spLocks noChangeArrowheads="1"/>
          </p:cNvSpPr>
          <p:nvPr/>
        </p:nvSpPr>
        <p:spPr bwMode="auto">
          <a:xfrm>
            <a:off x="2622702" y="4872786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50" name="TextBox 3"/>
          <p:cNvSpPr txBox="1"/>
          <p:nvPr/>
        </p:nvSpPr>
        <p:spPr>
          <a:xfrm>
            <a:off x="2571902" y="4843983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9751" name="TextBox 3"/>
          <p:cNvSpPr txBox="1"/>
          <p:nvPr/>
        </p:nvSpPr>
        <p:spPr>
          <a:xfrm>
            <a:off x="2571902" y="4961433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9752" name="Rectangle 4"/>
          <p:cNvSpPr>
            <a:spLocks noChangeArrowheads="1"/>
          </p:cNvSpPr>
          <p:nvPr/>
        </p:nvSpPr>
        <p:spPr bwMode="auto">
          <a:xfrm>
            <a:off x="3680282" y="4872786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53" name="TextBox 3"/>
          <p:cNvSpPr txBox="1"/>
          <p:nvPr/>
        </p:nvSpPr>
        <p:spPr>
          <a:xfrm>
            <a:off x="3629482" y="484398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847.8470610.1.416110.000000.847001.100178</a:t>
            </a:r>
            <a:endParaRPr lang="en-US" dirty="0"/>
          </a:p>
        </p:txBody>
      </p:sp>
      <p:sp>
        <p:nvSpPr>
          <p:cNvPr id="9754" name="Rectangle 4"/>
          <p:cNvSpPr>
            <a:spLocks noChangeArrowheads="1"/>
          </p:cNvSpPr>
          <p:nvPr/>
        </p:nvSpPr>
        <p:spPr bwMode="auto">
          <a:xfrm>
            <a:off x="5918962" y="487278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55" name="TextBox 3"/>
          <p:cNvSpPr txBox="1"/>
          <p:nvPr/>
        </p:nvSpPr>
        <p:spPr>
          <a:xfrm>
            <a:off x="6382918" y="484398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9756" name="Rectangle 4"/>
          <p:cNvSpPr>
            <a:spLocks noChangeArrowheads="1"/>
          </p:cNvSpPr>
          <p:nvPr/>
        </p:nvSpPr>
        <p:spPr bwMode="auto">
          <a:xfrm>
            <a:off x="6566408" y="487278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57" name="TextBox 3"/>
          <p:cNvSpPr txBox="1"/>
          <p:nvPr/>
        </p:nvSpPr>
        <p:spPr>
          <a:xfrm>
            <a:off x="6776161" y="484398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47,819</a:t>
            </a:r>
            <a:endParaRPr lang="en-US" dirty="0"/>
          </a:p>
        </p:txBody>
      </p:sp>
      <p:sp>
        <p:nvSpPr>
          <p:cNvPr id="9758" name="Rectangle 4"/>
          <p:cNvSpPr>
            <a:spLocks noChangeArrowheads="1"/>
          </p:cNvSpPr>
          <p:nvPr/>
        </p:nvSpPr>
        <p:spPr bwMode="auto">
          <a:xfrm>
            <a:off x="7213854" y="487278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59" name="TextBox 3"/>
          <p:cNvSpPr txBox="1"/>
          <p:nvPr/>
        </p:nvSpPr>
        <p:spPr>
          <a:xfrm>
            <a:off x="7423607" y="484398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47,720</a:t>
            </a:r>
            <a:endParaRPr lang="en-US" dirty="0"/>
          </a:p>
        </p:txBody>
      </p:sp>
      <p:sp>
        <p:nvSpPr>
          <p:cNvPr id="9760" name="Rectangle 4"/>
          <p:cNvSpPr>
            <a:spLocks noChangeArrowheads="1"/>
          </p:cNvSpPr>
          <p:nvPr/>
        </p:nvSpPr>
        <p:spPr bwMode="auto">
          <a:xfrm>
            <a:off x="7861300" y="4872786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61" name="Rectangle 4"/>
          <p:cNvSpPr>
            <a:spLocks noChangeArrowheads="1"/>
          </p:cNvSpPr>
          <p:nvPr/>
        </p:nvSpPr>
        <p:spPr bwMode="auto">
          <a:xfrm>
            <a:off x="8094497" y="4872786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62" name="Rectangle 4"/>
          <p:cNvSpPr>
            <a:spLocks noChangeArrowheads="1"/>
          </p:cNvSpPr>
          <p:nvPr/>
        </p:nvSpPr>
        <p:spPr bwMode="auto">
          <a:xfrm>
            <a:off x="8333384" y="4872786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63" name="TextBox 3"/>
          <p:cNvSpPr txBox="1"/>
          <p:nvPr/>
        </p:nvSpPr>
        <p:spPr>
          <a:xfrm>
            <a:off x="8594496" y="4843983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99</a:t>
            </a:r>
            <a:endParaRPr lang="en-US" dirty="0"/>
          </a:p>
        </p:txBody>
      </p:sp>
      <p:sp>
        <p:nvSpPr>
          <p:cNvPr id="9764" name="Rectangle 4"/>
          <p:cNvSpPr>
            <a:spLocks noChangeArrowheads="1"/>
          </p:cNvSpPr>
          <p:nvPr/>
        </p:nvSpPr>
        <p:spPr bwMode="auto">
          <a:xfrm>
            <a:off x="878255" y="5267998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65" name="TextBox 3"/>
          <p:cNvSpPr txBox="1"/>
          <p:nvPr/>
        </p:nvSpPr>
        <p:spPr>
          <a:xfrm>
            <a:off x="827455" y="523919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8470610</a:t>
            </a:r>
            <a:endParaRPr lang="en-US" dirty="0"/>
          </a:p>
        </p:txBody>
      </p:sp>
      <p:sp>
        <p:nvSpPr>
          <p:cNvPr id="9766" name="Rectangle 4"/>
          <p:cNvSpPr>
            <a:spLocks noChangeArrowheads="1"/>
          </p:cNvSpPr>
          <p:nvPr/>
        </p:nvSpPr>
        <p:spPr bwMode="auto">
          <a:xfrm>
            <a:off x="1365758" y="5267998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67" name="TextBox 3"/>
          <p:cNvSpPr txBox="1"/>
          <p:nvPr/>
        </p:nvSpPr>
        <p:spPr>
          <a:xfrm>
            <a:off x="1314958" y="5239194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9768" name="TextBox 3"/>
          <p:cNvSpPr txBox="1"/>
          <p:nvPr/>
        </p:nvSpPr>
        <p:spPr>
          <a:xfrm>
            <a:off x="1314958" y="5356644"/>
            <a:ext cx="7651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Finance and </a:t>
            </a:r>
            <a:endParaRPr lang="en-US" dirty="0"/>
          </a:p>
        </p:txBody>
      </p:sp>
      <p:sp>
        <p:nvSpPr>
          <p:cNvPr id="9769" name="TextBox 3"/>
          <p:cNvSpPr txBox="1"/>
          <p:nvPr/>
        </p:nvSpPr>
        <p:spPr>
          <a:xfrm>
            <a:off x="1314958" y="5474094"/>
            <a:ext cx="7933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 Office</a:t>
            </a:r>
            <a:endParaRPr lang="en-US" dirty="0"/>
          </a:p>
        </p:txBody>
      </p:sp>
      <p:sp>
        <p:nvSpPr>
          <p:cNvPr id="9770" name="Rectangle 4"/>
          <p:cNvSpPr>
            <a:spLocks noChangeArrowheads="1"/>
          </p:cNvSpPr>
          <p:nvPr/>
        </p:nvSpPr>
        <p:spPr bwMode="auto">
          <a:xfrm>
            <a:off x="2163546" y="5267998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71" name="TextBox 3"/>
          <p:cNvSpPr txBox="1"/>
          <p:nvPr/>
        </p:nvSpPr>
        <p:spPr>
          <a:xfrm>
            <a:off x="2112746" y="523919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9772" name="Rectangle 4"/>
          <p:cNvSpPr>
            <a:spLocks noChangeArrowheads="1"/>
          </p:cNvSpPr>
          <p:nvPr/>
        </p:nvSpPr>
        <p:spPr bwMode="auto">
          <a:xfrm>
            <a:off x="2622702" y="5267998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73" name="TextBox 3"/>
          <p:cNvSpPr txBox="1"/>
          <p:nvPr/>
        </p:nvSpPr>
        <p:spPr>
          <a:xfrm>
            <a:off x="2571902" y="5239194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9774" name="TextBox 3"/>
          <p:cNvSpPr txBox="1"/>
          <p:nvPr/>
        </p:nvSpPr>
        <p:spPr>
          <a:xfrm>
            <a:off x="2571902" y="5356644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9775" name="Rectangle 4"/>
          <p:cNvSpPr>
            <a:spLocks noChangeArrowheads="1"/>
          </p:cNvSpPr>
          <p:nvPr/>
        </p:nvSpPr>
        <p:spPr bwMode="auto">
          <a:xfrm>
            <a:off x="3680282" y="5267998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76" name="TextBox 3"/>
          <p:cNvSpPr txBox="1"/>
          <p:nvPr/>
        </p:nvSpPr>
        <p:spPr>
          <a:xfrm>
            <a:off x="3629482" y="523919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847.8470610.1.416310.000000.847001.100178</a:t>
            </a:r>
            <a:endParaRPr lang="en-US" dirty="0"/>
          </a:p>
        </p:txBody>
      </p:sp>
      <p:sp>
        <p:nvSpPr>
          <p:cNvPr id="9777" name="Rectangle 4"/>
          <p:cNvSpPr>
            <a:spLocks noChangeArrowheads="1"/>
          </p:cNvSpPr>
          <p:nvPr/>
        </p:nvSpPr>
        <p:spPr bwMode="auto">
          <a:xfrm>
            <a:off x="5918962" y="526799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78" name="TextBox 3"/>
          <p:cNvSpPr txBox="1"/>
          <p:nvPr/>
        </p:nvSpPr>
        <p:spPr>
          <a:xfrm>
            <a:off x="6128715" y="523919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13,000</a:t>
            </a:r>
            <a:endParaRPr lang="en-US" dirty="0"/>
          </a:p>
        </p:txBody>
      </p:sp>
      <p:sp>
        <p:nvSpPr>
          <p:cNvPr id="9779" name="Rectangle 4"/>
          <p:cNvSpPr>
            <a:spLocks noChangeArrowheads="1"/>
          </p:cNvSpPr>
          <p:nvPr/>
        </p:nvSpPr>
        <p:spPr bwMode="auto">
          <a:xfrm>
            <a:off x="6566408" y="526799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80" name="TextBox 3"/>
          <p:cNvSpPr txBox="1"/>
          <p:nvPr/>
        </p:nvSpPr>
        <p:spPr>
          <a:xfrm>
            <a:off x="6776161" y="523919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11,410</a:t>
            </a:r>
            <a:endParaRPr lang="en-US" dirty="0"/>
          </a:p>
        </p:txBody>
      </p:sp>
      <p:sp>
        <p:nvSpPr>
          <p:cNvPr id="9781" name="Rectangle 4"/>
          <p:cNvSpPr>
            <a:spLocks noChangeArrowheads="1"/>
          </p:cNvSpPr>
          <p:nvPr/>
        </p:nvSpPr>
        <p:spPr bwMode="auto">
          <a:xfrm>
            <a:off x="7213854" y="526799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82" name="TextBox 3"/>
          <p:cNvSpPr txBox="1"/>
          <p:nvPr/>
        </p:nvSpPr>
        <p:spPr>
          <a:xfrm>
            <a:off x="7423607" y="523919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11,410</a:t>
            </a:r>
            <a:endParaRPr lang="en-US" dirty="0"/>
          </a:p>
        </p:txBody>
      </p:sp>
      <p:sp>
        <p:nvSpPr>
          <p:cNvPr id="9783" name="Rectangle 4"/>
          <p:cNvSpPr>
            <a:spLocks noChangeArrowheads="1"/>
          </p:cNvSpPr>
          <p:nvPr/>
        </p:nvSpPr>
        <p:spPr bwMode="auto">
          <a:xfrm>
            <a:off x="7861300" y="5267998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84" name="Rectangle 4"/>
          <p:cNvSpPr>
            <a:spLocks noChangeArrowheads="1"/>
          </p:cNvSpPr>
          <p:nvPr/>
        </p:nvSpPr>
        <p:spPr bwMode="auto">
          <a:xfrm>
            <a:off x="8094497" y="5267998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85" name="Rectangle 4"/>
          <p:cNvSpPr>
            <a:spLocks noChangeArrowheads="1"/>
          </p:cNvSpPr>
          <p:nvPr/>
        </p:nvSpPr>
        <p:spPr bwMode="auto">
          <a:xfrm>
            <a:off x="8333384" y="5267998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786" name="TextBox 3"/>
          <p:cNvSpPr txBox="1"/>
          <p:nvPr/>
        </p:nvSpPr>
        <p:spPr>
          <a:xfrm>
            <a:off x="8650986" y="523919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9787" name="Rectangle 4"/>
          <p:cNvSpPr>
            <a:spLocks noChangeArrowheads="1"/>
          </p:cNvSpPr>
          <p:nvPr/>
        </p:nvSpPr>
        <p:spPr bwMode="auto">
          <a:xfrm>
            <a:off x="878255" y="5663209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788" name="TextBox 3"/>
          <p:cNvSpPr txBox="1"/>
          <p:nvPr/>
        </p:nvSpPr>
        <p:spPr>
          <a:xfrm>
            <a:off x="827455" y="563440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8470610</a:t>
            </a:r>
            <a:endParaRPr lang="en-US" dirty="0"/>
          </a:p>
        </p:txBody>
      </p:sp>
      <p:sp>
        <p:nvSpPr>
          <p:cNvPr id="9789" name="TextBox 3"/>
          <p:cNvSpPr txBox="1"/>
          <p:nvPr/>
        </p:nvSpPr>
        <p:spPr>
          <a:xfrm>
            <a:off x="827455" y="5751855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9790" name="Rectangle 4"/>
          <p:cNvSpPr>
            <a:spLocks noChangeArrowheads="1"/>
          </p:cNvSpPr>
          <p:nvPr/>
        </p:nvSpPr>
        <p:spPr bwMode="auto">
          <a:xfrm>
            <a:off x="1365758" y="5663209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791" name="Rectangle 4"/>
          <p:cNvSpPr>
            <a:spLocks noChangeArrowheads="1"/>
          </p:cNvSpPr>
          <p:nvPr/>
        </p:nvSpPr>
        <p:spPr bwMode="auto">
          <a:xfrm>
            <a:off x="2163546" y="5663209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792" name="Rectangle 4"/>
          <p:cNvSpPr>
            <a:spLocks noChangeArrowheads="1"/>
          </p:cNvSpPr>
          <p:nvPr/>
        </p:nvSpPr>
        <p:spPr bwMode="auto">
          <a:xfrm>
            <a:off x="2622702" y="5663209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793" name="Rectangle 4"/>
          <p:cNvSpPr>
            <a:spLocks noChangeArrowheads="1"/>
          </p:cNvSpPr>
          <p:nvPr/>
        </p:nvSpPr>
        <p:spPr bwMode="auto">
          <a:xfrm>
            <a:off x="3680282" y="5663209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794" name="Rectangle 4"/>
          <p:cNvSpPr>
            <a:spLocks noChangeArrowheads="1"/>
          </p:cNvSpPr>
          <p:nvPr/>
        </p:nvSpPr>
        <p:spPr bwMode="auto">
          <a:xfrm>
            <a:off x="5918962" y="5663209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795" name="TextBox 3"/>
          <p:cNvSpPr txBox="1"/>
          <p:nvPr/>
        </p:nvSpPr>
        <p:spPr>
          <a:xfrm>
            <a:off x="5987491" y="56344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6,073,052</a:t>
            </a:r>
            <a:endParaRPr lang="en-US" dirty="0"/>
          </a:p>
        </p:txBody>
      </p:sp>
      <p:sp>
        <p:nvSpPr>
          <p:cNvPr id="9796" name="Rectangle 4"/>
          <p:cNvSpPr>
            <a:spLocks noChangeArrowheads="1"/>
          </p:cNvSpPr>
          <p:nvPr/>
        </p:nvSpPr>
        <p:spPr bwMode="auto">
          <a:xfrm>
            <a:off x="6566408" y="5663209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797" name="TextBox 3"/>
          <p:cNvSpPr txBox="1"/>
          <p:nvPr/>
        </p:nvSpPr>
        <p:spPr>
          <a:xfrm>
            <a:off x="6634937" y="56344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6,001,597</a:t>
            </a:r>
            <a:endParaRPr lang="en-US" dirty="0"/>
          </a:p>
        </p:txBody>
      </p:sp>
      <p:sp>
        <p:nvSpPr>
          <p:cNvPr id="9798" name="Rectangle 4"/>
          <p:cNvSpPr>
            <a:spLocks noChangeArrowheads="1"/>
          </p:cNvSpPr>
          <p:nvPr/>
        </p:nvSpPr>
        <p:spPr bwMode="auto">
          <a:xfrm>
            <a:off x="7213854" y="5663209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799" name="TextBox 3"/>
          <p:cNvSpPr txBox="1"/>
          <p:nvPr/>
        </p:nvSpPr>
        <p:spPr>
          <a:xfrm>
            <a:off x="7282383" y="563440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5,999,396</a:t>
            </a:r>
            <a:endParaRPr lang="en-US" dirty="0"/>
          </a:p>
        </p:txBody>
      </p:sp>
      <p:sp>
        <p:nvSpPr>
          <p:cNvPr id="9800" name="Rectangle 4"/>
          <p:cNvSpPr>
            <a:spLocks noChangeArrowheads="1"/>
          </p:cNvSpPr>
          <p:nvPr/>
        </p:nvSpPr>
        <p:spPr bwMode="auto">
          <a:xfrm>
            <a:off x="7861300" y="5663209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801" name="Rectangle 4"/>
          <p:cNvSpPr>
            <a:spLocks noChangeArrowheads="1"/>
          </p:cNvSpPr>
          <p:nvPr/>
        </p:nvSpPr>
        <p:spPr bwMode="auto">
          <a:xfrm>
            <a:off x="8094497" y="5663209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802" name="Rectangle 4"/>
          <p:cNvSpPr>
            <a:spLocks noChangeArrowheads="1"/>
          </p:cNvSpPr>
          <p:nvPr/>
        </p:nvSpPr>
        <p:spPr bwMode="auto">
          <a:xfrm>
            <a:off x="8333384" y="5663209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803" name="TextBox 3"/>
          <p:cNvSpPr txBox="1"/>
          <p:nvPr/>
        </p:nvSpPr>
        <p:spPr>
          <a:xfrm>
            <a:off x="8453272" y="5634405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2,201</a:t>
            </a:r>
            <a:endParaRPr lang="en-US" dirty="0"/>
          </a:p>
        </p:txBody>
      </p:sp>
      <p:sp>
        <p:nvSpPr>
          <p:cNvPr id="9804" name="Rectangle 4"/>
          <p:cNvSpPr>
            <a:spLocks noChangeArrowheads="1"/>
          </p:cNvSpPr>
          <p:nvPr/>
        </p:nvSpPr>
        <p:spPr bwMode="auto">
          <a:xfrm>
            <a:off x="878255" y="5940971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05" name="TextBox 3"/>
          <p:cNvSpPr txBox="1"/>
          <p:nvPr/>
        </p:nvSpPr>
        <p:spPr>
          <a:xfrm>
            <a:off x="827455" y="591216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8470620</a:t>
            </a:r>
            <a:endParaRPr lang="en-US" dirty="0"/>
          </a:p>
        </p:txBody>
      </p:sp>
      <p:sp>
        <p:nvSpPr>
          <p:cNvPr id="9806" name="Rectangle 4"/>
          <p:cNvSpPr>
            <a:spLocks noChangeArrowheads="1"/>
          </p:cNvSpPr>
          <p:nvPr/>
        </p:nvSpPr>
        <p:spPr bwMode="auto">
          <a:xfrm>
            <a:off x="1365758" y="5940971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07" name="TextBox 3"/>
          <p:cNvSpPr txBox="1"/>
          <p:nvPr/>
        </p:nvSpPr>
        <p:spPr>
          <a:xfrm>
            <a:off x="1314958" y="5912167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9808" name="TextBox 3"/>
          <p:cNvSpPr txBox="1"/>
          <p:nvPr/>
        </p:nvSpPr>
        <p:spPr>
          <a:xfrm>
            <a:off x="1314958" y="6029616"/>
            <a:ext cx="5674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Finance </a:t>
            </a:r>
            <a:endParaRPr lang="en-US" dirty="0"/>
          </a:p>
        </p:txBody>
      </p:sp>
      <p:sp>
        <p:nvSpPr>
          <p:cNvPr id="9809" name="TextBox 3"/>
          <p:cNvSpPr txBox="1"/>
          <p:nvPr/>
        </p:nvSpPr>
        <p:spPr>
          <a:xfrm>
            <a:off x="1314958" y="6147066"/>
            <a:ext cx="6747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Operations</a:t>
            </a:r>
            <a:endParaRPr lang="en-US" dirty="0"/>
          </a:p>
        </p:txBody>
      </p:sp>
      <p:sp>
        <p:nvSpPr>
          <p:cNvPr id="9810" name="Rectangle 4"/>
          <p:cNvSpPr>
            <a:spLocks noChangeArrowheads="1"/>
          </p:cNvSpPr>
          <p:nvPr/>
        </p:nvSpPr>
        <p:spPr bwMode="auto">
          <a:xfrm>
            <a:off x="2163546" y="5940971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11" name="TextBox 3"/>
          <p:cNvSpPr txBox="1"/>
          <p:nvPr/>
        </p:nvSpPr>
        <p:spPr>
          <a:xfrm>
            <a:off x="2112746" y="591216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9812" name="Rectangle 4"/>
          <p:cNvSpPr>
            <a:spLocks noChangeArrowheads="1"/>
          </p:cNvSpPr>
          <p:nvPr/>
        </p:nvSpPr>
        <p:spPr bwMode="auto">
          <a:xfrm>
            <a:off x="2622702" y="5940971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13" name="TextBox 3"/>
          <p:cNvSpPr txBox="1"/>
          <p:nvPr/>
        </p:nvSpPr>
        <p:spPr>
          <a:xfrm>
            <a:off x="2571902" y="5912167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9814" name="TextBox 3"/>
          <p:cNvSpPr txBox="1"/>
          <p:nvPr/>
        </p:nvSpPr>
        <p:spPr>
          <a:xfrm>
            <a:off x="2571902" y="6029616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9815" name="Rectangle 4"/>
          <p:cNvSpPr>
            <a:spLocks noChangeArrowheads="1"/>
          </p:cNvSpPr>
          <p:nvPr/>
        </p:nvSpPr>
        <p:spPr bwMode="auto">
          <a:xfrm>
            <a:off x="3680282" y="5940971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16" name="TextBox 3"/>
          <p:cNvSpPr txBox="1"/>
          <p:nvPr/>
        </p:nvSpPr>
        <p:spPr>
          <a:xfrm>
            <a:off x="3629482" y="591216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847.8470620.1.412121.000000.847001.100178</a:t>
            </a:r>
            <a:endParaRPr lang="en-US" dirty="0"/>
          </a:p>
        </p:txBody>
      </p:sp>
      <p:sp>
        <p:nvSpPr>
          <p:cNvPr id="9817" name="Rectangle 4"/>
          <p:cNvSpPr>
            <a:spLocks noChangeArrowheads="1"/>
          </p:cNvSpPr>
          <p:nvPr/>
        </p:nvSpPr>
        <p:spPr bwMode="auto">
          <a:xfrm>
            <a:off x="5918962" y="594097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18" name="TextBox 3"/>
          <p:cNvSpPr txBox="1"/>
          <p:nvPr/>
        </p:nvSpPr>
        <p:spPr>
          <a:xfrm>
            <a:off x="5987491" y="591216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3,852,723</a:t>
            </a:r>
            <a:endParaRPr lang="en-US" dirty="0"/>
          </a:p>
        </p:txBody>
      </p:sp>
      <p:sp>
        <p:nvSpPr>
          <p:cNvPr id="9819" name="Rectangle 4"/>
          <p:cNvSpPr>
            <a:spLocks noChangeArrowheads="1"/>
          </p:cNvSpPr>
          <p:nvPr/>
        </p:nvSpPr>
        <p:spPr bwMode="auto">
          <a:xfrm>
            <a:off x="6566408" y="594097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20" name="TextBox 3"/>
          <p:cNvSpPr txBox="1"/>
          <p:nvPr/>
        </p:nvSpPr>
        <p:spPr>
          <a:xfrm>
            <a:off x="6634937" y="591216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4,146,719</a:t>
            </a:r>
            <a:endParaRPr lang="en-US" dirty="0"/>
          </a:p>
        </p:txBody>
      </p:sp>
      <p:sp>
        <p:nvSpPr>
          <p:cNvPr id="9821" name="Rectangle 4"/>
          <p:cNvSpPr>
            <a:spLocks noChangeArrowheads="1"/>
          </p:cNvSpPr>
          <p:nvPr/>
        </p:nvSpPr>
        <p:spPr bwMode="auto">
          <a:xfrm>
            <a:off x="7213854" y="594097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22" name="TextBox 3"/>
          <p:cNvSpPr txBox="1"/>
          <p:nvPr/>
        </p:nvSpPr>
        <p:spPr>
          <a:xfrm>
            <a:off x="7282383" y="591216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4,146,519</a:t>
            </a:r>
            <a:endParaRPr lang="en-US" dirty="0"/>
          </a:p>
        </p:txBody>
      </p:sp>
      <p:sp>
        <p:nvSpPr>
          <p:cNvPr id="9823" name="Rectangle 4"/>
          <p:cNvSpPr>
            <a:spLocks noChangeArrowheads="1"/>
          </p:cNvSpPr>
          <p:nvPr/>
        </p:nvSpPr>
        <p:spPr bwMode="auto">
          <a:xfrm>
            <a:off x="7861300" y="5940971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24" name="Rectangle 4"/>
          <p:cNvSpPr>
            <a:spLocks noChangeArrowheads="1"/>
          </p:cNvSpPr>
          <p:nvPr/>
        </p:nvSpPr>
        <p:spPr bwMode="auto">
          <a:xfrm>
            <a:off x="8094497" y="5940971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25" name="Rectangle 4"/>
          <p:cNvSpPr>
            <a:spLocks noChangeArrowheads="1"/>
          </p:cNvSpPr>
          <p:nvPr/>
        </p:nvSpPr>
        <p:spPr bwMode="auto">
          <a:xfrm>
            <a:off x="8333384" y="5940971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26" name="TextBox 3"/>
          <p:cNvSpPr txBox="1"/>
          <p:nvPr/>
        </p:nvSpPr>
        <p:spPr>
          <a:xfrm>
            <a:off x="8538006" y="5912167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200</a:t>
            </a:r>
            <a:endParaRPr lang="en-US" dirty="0"/>
          </a:p>
        </p:txBody>
      </p:sp>
      <p:sp>
        <p:nvSpPr>
          <p:cNvPr id="9827" name="Rectangle 4"/>
          <p:cNvSpPr>
            <a:spLocks noChangeArrowheads="1"/>
          </p:cNvSpPr>
          <p:nvPr/>
        </p:nvSpPr>
        <p:spPr bwMode="auto">
          <a:xfrm>
            <a:off x="878255" y="6336182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28" name="TextBox 3"/>
          <p:cNvSpPr txBox="1"/>
          <p:nvPr/>
        </p:nvSpPr>
        <p:spPr>
          <a:xfrm>
            <a:off x="827455" y="630737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8470620</a:t>
            </a:r>
            <a:endParaRPr lang="en-US" dirty="0"/>
          </a:p>
        </p:txBody>
      </p:sp>
      <p:sp>
        <p:nvSpPr>
          <p:cNvPr id="9829" name="Rectangle 4"/>
          <p:cNvSpPr>
            <a:spLocks noChangeArrowheads="1"/>
          </p:cNvSpPr>
          <p:nvPr/>
        </p:nvSpPr>
        <p:spPr bwMode="auto">
          <a:xfrm>
            <a:off x="1365758" y="6336182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30" name="TextBox 3"/>
          <p:cNvSpPr txBox="1"/>
          <p:nvPr/>
        </p:nvSpPr>
        <p:spPr>
          <a:xfrm>
            <a:off x="1314958" y="6307378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9831" name="TextBox 3"/>
          <p:cNvSpPr txBox="1"/>
          <p:nvPr/>
        </p:nvSpPr>
        <p:spPr>
          <a:xfrm>
            <a:off x="1314958" y="6424828"/>
            <a:ext cx="5674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Finance </a:t>
            </a:r>
            <a:endParaRPr lang="en-US" dirty="0"/>
          </a:p>
        </p:txBody>
      </p:sp>
      <p:sp>
        <p:nvSpPr>
          <p:cNvPr id="9832" name="TextBox 3"/>
          <p:cNvSpPr txBox="1"/>
          <p:nvPr/>
        </p:nvSpPr>
        <p:spPr>
          <a:xfrm>
            <a:off x="1314958" y="6542278"/>
            <a:ext cx="6747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Operations</a:t>
            </a:r>
            <a:endParaRPr lang="en-US" dirty="0"/>
          </a:p>
        </p:txBody>
      </p:sp>
      <p:sp>
        <p:nvSpPr>
          <p:cNvPr id="9833" name="Rectangle 4"/>
          <p:cNvSpPr>
            <a:spLocks noChangeArrowheads="1"/>
          </p:cNvSpPr>
          <p:nvPr/>
        </p:nvSpPr>
        <p:spPr bwMode="auto">
          <a:xfrm>
            <a:off x="2163546" y="6336182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34" name="TextBox 3"/>
          <p:cNvSpPr txBox="1"/>
          <p:nvPr/>
        </p:nvSpPr>
        <p:spPr>
          <a:xfrm>
            <a:off x="2112746" y="630737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9835" name="Rectangle 4"/>
          <p:cNvSpPr>
            <a:spLocks noChangeArrowheads="1"/>
          </p:cNvSpPr>
          <p:nvPr/>
        </p:nvSpPr>
        <p:spPr bwMode="auto">
          <a:xfrm>
            <a:off x="2622702" y="6336182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36" name="TextBox 3"/>
          <p:cNvSpPr txBox="1"/>
          <p:nvPr/>
        </p:nvSpPr>
        <p:spPr>
          <a:xfrm>
            <a:off x="2571902" y="6307378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9837" name="TextBox 3"/>
          <p:cNvSpPr txBox="1"/>
          <p:nvPr/>
        </p:nvSpPr>
        <p:spPr>
          <a:xfrm>
            <a:off x="2571902" y="6424828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9838" name="TextBox 3"/>
          <p:cNvSpPr txBox="1"/>
          <p:nvPr/>
        </p:nvSpPr>
        <p:spPr>
          <a:xfrm>
            <a:off x="2571902" y="6542278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9839" name="Rectangle 4"/>
          <p:cNvSpPr>
            <a:spLocks noChangeArrowheads="1"/>
          </p:cNvSpPr>
          <p:nvPr/>
        </p:nvSpPr>
        <p:spPr bwMode="auto">
          <a:xfrm>
            <a:off x="3680282" y="6336182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40" name="TextBox 3"/>
          <p:cNvSpPr txBox="1"/>
          <p:nvPr/>
        </p:nvSpPr>
        <p:spPr>
          <a:xfrm>
            <a:off x="3629482" y="630737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847.8470620.1.412125.000000.847001.100178</a:t>
            </a:r>
            <a:endParaRPr lang="en-US" dirty="0"/>
          </a:p>
        </p:txBody>
      </p:sp>
      <p:sp>
        <p:nvSpPr>
          <p:cNvPr id="9841" name="Rectangle 4"/>
          <p:cNvSpPr>
            <a:spLocks noChangeArrowheads="1"/>
          </p:cNvSpPr>
          <p:nvPr/>
        </p:nvSpPr>
        <p:spPr bwMode="auto">
          <a:xfrm>
            <a:off x="5918962" y="633618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42" name="TextBox 3"/>
          <p:cNvSpPr txBox="1"/>
          <p:nvPr/>
        </p:nvSpPr>
        <p:spPr>
          <a:xfrm>
            <a:off x="5987491" y="630737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5,508,289</a:t>
            </a:r>
            <a:endParaRPr lang="en-US" dirty="0"/>
          </a:p>
        </p:txBody>
      </p:sp>
      <p:sp>
        <p:nvSpPr>
          <p:cNvPr id="9843" name="Rectangle 4"/>
          <p:cNvSpPr>
            <a:spLocks noChangeArrowheads="1"/>
          </p:cNvSpPr>
          <p:nvPr/>
        </p:nvSpPr>
        <p:spPr bwMode="auto">
          <a:xfrm>
            <a:off x="6566408" y="633618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44" name="TextBox 3"/>
          <p:cNvSpPr txBox="1"/>
          <p:nvPr/>
        </p:nvSpPr>
        <p:spPr>
          <a:xfrm>
            <a:off x="6634937" y="630737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5,844,589</a:t>
            </a:r>
            <a:endParaRPr lang="en-US" dirty="0"/>
          </a:p>
        </p:txBody>
      </p:sp>
      <p:sp>
        <p:nvSpPr>
          <p:cNvPr id="9845" name="Rectangle 4"/>
          <p:cNvSpPr>
            <a:spLocks noChangeArrowheads="1"/>
          </p:cNvSpPr>
          <p:nvPr/>
        </p:nvSpPr>
        <p:spPr bwMode="auto">
          <a:xfrm>
            <a:off x="7213854" y="633618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46" name="TextBox 3"/>
          <p:cNvSpPr txBox="1"/>
          <p:nvPr/>
        </p:nvSpPr>
        <p:spPr>
          <a:xfrm>
            <a:off x="7282383" y="630737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5,842,884</a:t>
            </a:r>
            <a:endParaRPr lang="en-US" dirty="0"/>
          </a:p>
        </p:txBody>
      </p:sp>
      <p:sp>
        <p:nvSpPr>
          <p:cNvPr id="9847" name="Rectangle 4"/>
          <p:cNvSpPr>
            <a:spLocks noChangeArrowheads="1"/>
          </p:cNvSpPr>
          <p:nvPr/>
        </p:nvSpPr>
        <p:spPr bwMode="auto">
          <a:xfrm>
            <a:off x="7861300" y="6336182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48" name="Rectangle 4"/>
          <p:cNvSpPr>
            <a:spLocks noChangeArrowheads="1"/>
          </p:cNvSpPr>
          <p:nvPr/>
        </p:nvSpPr>
        <p:spPr bwMode="auto">
          <a:xfrm>
            <a:off x="8094497" y="6336182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49" name="Rectangle 4"/>
          <p:cNvSpPr>
            <a:spLocks noChangeArrowheads="1"/>
          </p:cNvSpPr>
          <p:nvPr/>
        </p:nvSpPr>
        <p:spPr bwMode="auto">
          <a:xfrm>
            <a:off x="8333384" y="6336182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50" name="TextBox 3"/>
          <p:cNvSpPr txBox="1"/>
          <p:nvPr/>
        </p:nvSpPr>
        <p:spPr>
          <a:xfrm>
            <a:off x="8453272" y="6307378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1,705</a:t>
            </a:r>
            <a:endParaRPr lang="en-US" dirty="0"/>
          </a:p>
        </p:txBody>
      </p:sp>
      <p:sp>
        <p:nvSpPr>
          <p:cNvPr id="9851" name="Rectangle 4"/>
          <p:cNvSpPr>
            <a:spLocks noChangeArrowheads="1"/>
          </p:cNvSpPr>
          <p:nvPr/>
        </p:nvSpPr>
        <p:spPr bwMode="auto">
          <a:xfrm>
            <a:off x="878255" y="6731394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52" name="TextBox 3"/>
          <p:cNvSpPr txBox="1"/>
          <p:nvPr/>
        </p:nvSpPr>
        <p:spPr>
          <a:xfrm>
            <a:off x="827455" y="670259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8470620</a:t>
            </a:r>
            <a:endParaRPr lang="en-US" dirty="0"/>
          </a:p>
        </p:txBody>
      </p:sp>
      <p:sp>
        <p:nvSpPr>
          <p:cNvPr id="9853" name="Rectangle 4"/>
          <p:cNvSpPr>
            <a:spLocks noChangeArrowheads="1"/>
          </p:cNvSpPr>
          <p:nvPr/>
        </p:nvSpPr>
        <p:spPr bwMode="auto">
          <a:xfrm>
            <a:off x="1365758" y="6731394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54" name="TextBox 3"/>
          <p:cNvSpPr txBox="1"/>
          <p:nvPr/>
        </p:nvSpPr>
        <p:spPr>
          <a:xfrm>
            <a:off x="1314958" y="6702590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9855" name="TextBox 3"/>
          <p:cNvSpPr txBox="1"/>
          <p:nvPr/>
        </p:nvSpPr>
        <p:spPr>
          <a:xfrm>
            <a:off x="1314958" y="6820039"/>
            <a:ext cx="5674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Finance </a:t>
            </a:r>
            <a:endParaRPr lang="en-US" dirty="0"/>
          </a:p>
        </p:txBody>
      </p:sp>
      <p:sp>
        <p:nvSpPr>
          <p:cNvPr id="9856" name="TextBox 3"/>
          <p:cNvSpPr txBox="1"/>
          <p:nvPr/>
        </p:nvSpPr>
        <p:spPr>
          <a:xfrm>
            <a:off x="1314958" y="6937489"/>
            <a:ext cx="6747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Operations</a:t>
            </a:r>
            <a:endParaRPr lang="en-US" dirty="0"/>
          </a:p>
        </p:txBody>
      </p:sp>
      <p:sp>
        <p:nvSpPr>
          <p:cNvPr id="9857" name="Rectangle 4"/>
          <p:cNvSpPr>
            <a:spLocks noChangeArrowheads="1"/>
          </p:cNvSpPr>
          <p:nvPr/>
        </p:nvSpPr>
        <p:spPr bwMode="auto">
          <a:xfrm>
            <a:off x="2163546" y="6731394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58" name="TextBox 3"/>
          <p:cNvSpPr txBox="1"/>
          <p:nvPr/>
        </p:nvSpPr>
        <p:spPr>
          <a:xfrm>
            <a:off x="2112746" y="670259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9859" name="Rectangle 4"/>
          <p:cNvSpPr>
            <a:spLocks noChangeArrowheads="1"/>
          </p:cNvSpPr>
          <p:nvPr/>
        </p:nvSpPr>
        <p:spPr bwMode="auto">
          <a:xfrm>
            <a:off x="2622702" y="6731394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60" name="TextBox 3"/>
          <p:cNvSpPr txBox="1"/>
          <p:nvPr/>
        </p:nvSpPr>
        <p:spPr>
          <a:xfrm>
            <a:off x="2571902" y="6702590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9861" name="Rectangle 4"/>
          <p:cNvSpPr>
            <a:spLocks noChangeArrowheads="1"/>
          </p:cNvSpPr>
          <p:nvPr/>
        </p:nvSpPr>
        <p:spPr bwMode="auto">
          <a:xfrm>
            <a:off x="3680282" y="6731394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62" name="TextBox 3"/>
          <p:cNvSpPr txBox="1"/>
          <p:nvPr/>
        </p:nvSpPr>
        <p:spPr>
          <a:xfrm>
            <a:off x="3629482" y="670259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847.8470620.1.412523.000000.847001.100178</a:t>
            </a:r>
            <a:endParaRPr lang="en-US" dirty="0"/>
          </a:p>
        </p:txBody>
      </p:sp>
      <p:sp>
        <p:nvSpPr>
          <p:cNvPr id="9863" name="Rectangle 4"/>
          <p:cNvSpPr>
            <a:spLocks noChangeArrowheads="1"/>
          </p:cNvSpPr>
          <p:nvPr/>
        </p:nvSpPr>
        <p:spPr bwMode="auto">
          <a:xfrm>
            <a:off x="5918962" y="673139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64" name="TextBox 3"/>
          <p:cNvSpPr txBox="1"/>
          <p:nvPr/>
        </p:nvSpPr>
        <p:spPr>
          <a:xfrm>
            <a:off x="6128715" y="670259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86,400</a:t>
            </a:r>
            <a:endParaRPr lang="en-US" dirty="0"/>
          </a:p>
        </p:txBody>
      </p:sp>
      <p:sp>
        <p:nvSpPr>
          <p:cNvPr id="9865" name="Rectangle 4"/>
          <p:cNvSpPr>
            <a:spLocks noChangeArrowheads="1"/>
          </p:cNvSpPr>
          <p:nvPr/>
        </p:nvSpPr>
        <p:spPr bwMode="auto">
          <a:xfrm>
            <a:off x="6566408" y="673139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66" name="TextBox 3"/>
          <p:cNvSpPr txBox="1"/>
          <p:nvPr/>
        </p:nvSpPr>
        <p:spPr>
          <a:xfrm>
            <a:off x="6776161" y="670259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94,560</a:t>
            </a:r>
            <a:endParaRPr lang="en-US" dirty="0"/>
          </a:p>
        </p:txBody>
      </p:sp>
      <p:sp>
        <p:nvSpPr>
          <p:cNvPr id="9867" name="Rectangle 4"/>
          <p:cNvSpPr>
            <a:spLocks noChangeArrowheads="1"/>
          </p:cNvSpPr>
          <p:nvPr/>
        </p:nvSpPr>
        <p:spPr bwMode="auto">
          <a:xfrm>
            <a:off x="7213854" y="673139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68" name="TextBox 3"/>
          <p:cNvSpPr txBox="1"/>
          <p:nvPr/>
        </p:nvSpPr>
        <p:spPr>
          <a:xfrm>
            <a:off x="7423607" y="670259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94,560</a:t>
            </a:r>
            <a:endParaRPr lang="en-US" dirty="0"/>
          </a:p>
        </p:txBody>
      </p:sp>
      <p:sp>
        <p:nvSpPr>
          <p:cNvPr id="9869" name="Rectangle 4"/>
          <p:cNvSpPr>
            <a:spLocks noChangeArrowheads="1"/>
          </p:cNvSpPr>
          <p:nvPr/>
        </p:nvSpPr>
        <p:spPr bwMode="auto">
          <a:xfrm>
            <a:off x="7861300" y="6731394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70" name="Rectangle 4"/>
          <p:cNvSpPr>
            <a:spLocks noChangeArrowheads="1"/>
          </p:cNvSpPr>
          <p:nvPr/>
        </p:nvSpPr>
        <p:spPr bwMode="auto">
          <a:xfrm>
            <a:off x="8094497" y="6731394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71" name="Rectangle 4"/>
          <p:cNvSpPr>
            <a:spLocks noChangeArrowheads="1"/>
          </p:cNvSpPr>
          <p:nvPr/>
        </p:nvSpPr>
        <p:spPr bwMode="auto">
          <a:xfrm>
            <a:off x="8333384" y="6731394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72" name="TextBox 3"/>
          <p:cNvSpPr txBox="1"/>
          <p:nvPr/>
        </p:nvSpPr>
        <p:spPr>
          <a:xfrm>
            <a:off x="8650986" y="670259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9873" name="Rectangle 4"/>
          <p:cNvSpPr>
            <a:spLocks noChangeArrowheads="1"/>
          </p:cNvSpPr>
          <p:nvPr/>
        </p:nvSpPr>
        <p:spPr bwMode="auto">
          <a:xfrm>
            <a:off x="878255" y="7126605"/>
            <a:ext cx="487502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74" name="TextBox 3"/>
          <p:cNvSpPr txBox="1"/>
          <p:nvPr/>
        </p:nvSpPr>
        <p:spPr>
          <a:xfrm>
            <a:off x="827455" y="709780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8470620</a:t>
            </a:r>
            <a:endParaRPr lang="en-US" dirty="0"/>
          </a:p>
        </p:txBody>
      </p:sp>
      <p:sp>
        <p:nvSpPr>
          <p:cNvPr id="9875" name="Rectangle 4"/>
          <p:cNvSpPr>
            <a:spLocks noChangeArrowheads="1"/>
          </p:cNvSpPr>
          <p:nvPr/>
        </p:nvSpPr>
        <p:spPr bwMode="auto">
          <a:xfrm>
            <a:off x="1365758" y="7126605"/>
            <a:ext cx="797788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76" name="TextBox 3"/>
          <p:cNvSpPr txBox="1"/>
          <p:nvPr/>
        </p:nvSpPr>
        <p:spPr>
          <a:xfrm>
            <a:off x="1314958" y="7097802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9877" name="Rectangle 4"/>
          <p:cNvSpPr>
            <a:spLocks noChangeArrowheads="1"/>
          </p:cNvSpPr>
          <p:nvPr/>
        </p:nvSpPr>
        <p:spPr bwMode="auto">
          <a:xfrm>
            <a:off x="2163546" y="7126605"/>
            <a:ext cx="459155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78" name="TextBox 3"/>
          <p:cNvSpPr txBox="1"/>
          <p:nvPr/>
        </p:nvSpPr>
        <p:spPr>
          <a:xfrm>
            <a:off x="2112746" y="709780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9879" name="Rectangle 4"/>
          <p:cNvSpPr>
            <a:spLocks noChangeArrowheads="1"/>
          </p:cNvSpPr>
          <p:nvPr/>
        </p:nvSpPr>
        <p:spPr bwMode="auto">
          <a:xfrm>
            <a:off x="2622702" y="7126605"/>
            <a:ext cx="10575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80" name="TextBox 3"/>
          <p:cNvSpPr txBox="1"/>
          <p:nvPr/>
        </p:nvSpPr>
        <p:spPr>
          <a:xfrm>
            <a:off x="2571902" y="7097802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9881" name="Rectangle 4"/>
          <p:cNvSpPr>
            <a:spLocks noChangeArrowheads="1"/>
          </p:cNvSpPr>
          <p:nvPr/>
        </p:nvSpPr>
        <p:spPr bwMode="auto">
          <a:xfrm>
            <a:off x="3680282" y="7126605"/>
            <a:ext cx="22386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82" name="TextBox 3"/>
          <p:cNvSpPr txBox="1"/>
          <p:nvPr/>
        </p:nvSpPr>
        <p:spPr>
          <a:xfrm>
            <a:off x="3629482" y="709780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847.8470620.1.412534.000000.847001.100178</a:t>
            </a:r>
            <a:endParaRPr lang="en-US" dirty="0"/>
          </a:p>
        </p:txBody>
      </p:sp>
      <p:sp>
        <p:nvSpPr>
          <p:cNvPr id="9883" name="Rectangle 4"/>
          <p:cNvSpPr>
            <a:spLocks noChangeArrowheads="1"/>
          </p:cNvSpPr>
          <p:nvPr/>
        </p:nvSpPr>
        <p:spPr bwMode="auto">
          <a:xfrm>
            <a:off x="5918962" y="7126605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84" name="TextBox 3"/>
          <p:cNvSpPr txBox="1"/>
          <p:nvPr/>
        </p:nvSpPr>
        <p:spPr>
          <a:xfrm>
            <a:off x="6072225" y="709780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390,895</a:t>
            </a:r>
            <a:endParaRPr lang="en-US" dirty="0"/>
          </a:p>
        </p:txBody>
      </p:sp>
      <p:sp>
        <p:nvSpPr>
          <p:cNvPr id="9885" name="Rectangle 4"/>
          <p:cNvSpPr>
            <a:spLocks noChangeArrowheads="1"/>
          </p:cNvSpPr>
          <p:nvPr/>
        </p:nvSpPr>
        <p:spPr bwMode="auto">
          <a:xfrm>
            <a:off x="6566408" y="7126605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86" name="TextBox 3"/>
          <p:cNvSpPr txBox="1"/>
          <p:nvPr/>
        </p:nvSpPr>
        <p:spPr>
          <a:xfrm>
            <a:off x="6719671" y="709780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377,546</a:t>
            </a:r>
            <a:endParaRPr lang="en-US" dirty="0"/>
          </a:p>
        </p:txBody>
      </p:sp>
      <p:sp>
        <p:nvSpPr>
          <p:cNvPr id="9887" name="Rectangle 4"/>
          <p:cNvSpPr>
            <a:spLocks noChangeArrowheads="1"/>
          </p:cNvSpPr>
          <p:nvPr/>
        </p:nvSpPr>
        <p:spPr bwMode="auto">
          <a:xfrm>
            <a:off x="7213854" y="7126605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88" name="TextBox 3"/>
          <p:cNvSpPr txBox="1"/>
          <p:nvPr/>
        </p:nvSpPr>
        <p:spPr>
          <a:xfrm>
            <a:off x="7367118" y="709780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375,097</a:t>
            </a:r>
            <a:endParaRPr lang="en-US" dirty="0"/>
          </a:p>
        </p:txBody>
      </p:sp>
      <p:sp>
        <p:nvSpPr>
          <p:cNvPr id="9889" name="Rectangle 4"/>
          <p:cNvSpPr>
            <a:spLocks noChangeArrowheads="1"/>
          </p:cNvSpPr>
          <p:nvPr/>
        </p:nvSpPr>
        <p:spPr bwMode="auto">
          <a:xfrm>
            <a:off x="7861300" y="7126605"/>
            <a:ext cx="233197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90" name="Rectangle 4"/>
          <p:cNvSpPr>
            <a:spLocks noChangeArrowheads="1"/>
          </p:cNvSpPr>
          <p:nvPr/>
        </p:nvSpPr>
        <p:spPr bwMode="auto">
          <a:xfrm>
            <a:off x="8094497" y="7126605"/>
            <a:ext cx="23888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91" name="Rectangle 4"/>
          <p:cNvSpPr>
            <a:spLocks noChangeArrowheads="1"/>
          </p:cNvSpPr>
          <p:nvPr/>
        </p:nvSpPr>
        <p:spPr bwMode="auto">
          <a:xfrm>
            <a:off x="8333384" y="7126605"/>
            <a:ext cx="501091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892" name="TextBox 3"/>
          <p:cNvSpPr txBox="1"/>
          <p:nvPr/>
        </p:nvSpPr>
        <p:spPr>
          <a:xfrm>
            <a:off x="8453272" y="7097802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2,449</a:t>
            </a:r>
            <a:endParaRPr lang="en-US" dirty="0"/>
          </a:p>
        </p:txBody>
      </p:sp>
      <p:sp>
        <p:nvSpPr>
          <p:cNvPr id="9893" name="Rectangle 4"/>
          <p:cNvSpPr>
            <a:spLocks noChangeArrowheads="1"/>
          </p:cNvSpPr>
          <p:nvPr/>
        </p:nvSpPr>
        <p:spPr bwMode="auto">
          <a:xfrm>
            <a:off x="466725" y="920673"/>
            <a:ext cx="6350" cy="6369418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9894" name="Rectangle 4"/>
          <p:cNvSpPr>
            <a:spLocks noChangeArrowheads="1"/>
          </p:cNvSpPr>
          <p:nvPr/>
        </p:nvSpPr>
        <p:spPr bwMode="auto">
          <a:xfrm>
            <a:off x="7213854" y="728215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95" name="Rectangle 4"/>
          <p:cNvSpPr>
            <a:spLocks noChangeArrowheads="1"/>
          </p:cNvSpPr>
          <p:nvPr/>
        </p:nvSpPr>
        <p:spPr bwMode="auto">
          <a:xfrm>
            <a:off x="878255" y="728215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96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97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98" name="Rectangle 4"/>
          <p:cNvSpPr>
            <a:spLocks noChangeArrowheads="1"/>
          </p:cNvSpPr>
          <p:nvPr/>
        </p:nvSpPr>
        <p:spPr bwMode="auto">
          <a:xfrm>
            <a:off x="7213854" y="565844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99" name="Rectangle 4"/>
          <p:cNvSpPr>
            <a:spLocks noChangeArrowheads="1"/>
          </p:cNvSpPr>
          <p:nvPr/>
        </p:nvSpPr>
        <p:spPr bwMode="auto">
          <a:xfrm>
            <a:off x="878255" y="565844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00" name="Rectangle 4"/>
          <p:cNvSpPr>
            <a:spLocks noChangeArrowheads="1"/>
          </p:cNvSpPr>
          <p:nvPr/>
        </p:nvSpPr>
        <p:spPr bwMode="auto">
          <a:xfrm>
            <a:off x="7213854" y="486802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01" name="Rectangle 4"/>
          <p:cNvSpPr>
            <a:spLocks noChangeArrowheads="1"/>
          </p:cNvSpPr>
          <p:nvPr/>
        </p:nvSpPr>
        <p:spPr bwMode="auto">
          <a:xfrm>
            <a:off x="878255" y="486802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02" name="Rectangle 4"/>
          <p:cNvSpPr>
            <a:spLocks noChangeArrowheads="1"/>
          </p:cNvSpPr>
          <p:nvPr/>
        </p:nvSpPr>
        <p:spPr bwMode="auto">
          <a:xfrm>
            <a:off x="7213854" y="407760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03" name="Rectangle 4"/>
          <p:cNvSpPr>
            <a:spLocks noChangeArrowheads="1"/>
          </p:cNvSpPr>
          <p:nvPr/>
        </p:nvSpPr>
        <p:spPr bwMode="auto">
          <a:xfrm>
            <a:off x="878255" y="407760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04" name="Rectangle 4"/>
          <p:cNvSpPr>
            <a:spLocks noChangeArrowheads="1"/>
          </p:cNvSpPr>
          <p:nvPr/>
        </p:nvSpPr>
        <p:spPr bwMode="auto">
          <a:xfrm>
            <a:off x="7213854" y="328717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05" name="Rectangle 4"/>
          <p:cNvSpPr>
            <a:spLocks noChangeArrowheads="1"/>
          </p:cNvSpPr>
          <p:nvPr/>
        </p:nvSpPr>
        <p:spPr bwMode="auto">
          <a:xfrm>
            <a:off x="878255" y="328717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06" name="Rectangle 4"/>
          <p:cNvSpPr>
            <a:spLocks noChangeArrowheads="1"/>
          </p:cNvSpPr>
          <p:nvPr/>
        </p:nvSpPr>
        <p:spPr bwMode="auto">
          <a:xfrm>
            <a:off x="469900" y="7286917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07" name="Rectangle 4"/>
          <p:cNvSpPr>
            <a:spLocks noChangeArrowheads="1"/>
          </p:cNvSpPr>
          <p:nvPr/>
        </p:nvSpPr>
        <p:spPr bwMode="auto">
          <a:xfrm>
            <a:off x="7213854" y="712184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08" name="Rectangle 4"/>
          <p:cNvSpPr>
            <a:spLocks noChangeArrowheads="1"/>
          </p:cNvSpPr>
          <p:nvPr/>
        </p:nvSpPr>
        <p:spPr bwMode="auto">
          <a:xfrm>
            <a:off x="878255" y="712184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09" name="Rectangle 4"/>
          <p:cNvSpPr>
            <a:spLocks noChangeArrowheads="1"/>
          </p:cNvSpPr>
          <p:nvPr/>
        </p:nvSpPr>
        <p:spPr bwMode="auto">
          <a:xfrm>
            <a:off x="7213854" y="289196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10" name="Rectangle 4"/>
          <p:cNvSpPr>
            <a:spLocks noChangeArrowheads="1"/>
          </p:cNvSpPr>
          <p:nvPr/>
        </p:nvSpPr>
        <p:spPr bwMode="auto">
          <a:xfrm>
            <a:off x="878255" y="289196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11" name="Rectangle 4"/>
          <p:cNvSpPr>
            <a:spLocks noChangeArrowheads="1"/>
          </p:cNvSpPr>
          <p:nvPr/>
        </p:nvSpPr>
        <p:spPr bwMode="auto">
          <a:xfrm>
            <a:off x="7213854" y="249675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12" name="Rectangle 4"/>
          <p:cNvSpPr>
            <a:spLocks noChangeArrowheads="1"/>
          </p:cNvSpPr>
          <p:nvPr/>
        </p:nvSpPr>
        <p:spPr bwMode="auto">
          <a:xfrm>
            <a:off x="878255" y="249675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13" name="Rectangle 4"/>
          <p:cNvSpPr>
            <a:spLocks noChangeArrowheads="1"/>
          </p:cNvSpPr>
          <p:nvPr/>
        </p:nvSpPr>
        <p:spPr bwMode="auto">
          <a:xfrm>
            <a:off x="7213854" y="593620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14" name="Rectangle 4"/>
          <p:cNvSpPr>
            <a:spLocks noChangeArrowheads="1"/>
          </p:cNvSpPr>
          <p:nvPr/>
        </p:nvSpPr>
        <p:spPr bwMode="auto">
          <a:xfrm>
            <a:off x="878255" y="593620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15" name="Rectangle 4"/>
          <p:cNvSpPr>
            <a:spLocks noChangeArrowheads="1"/>
          </p:cNvSpPr>
          <p:nvPr/>
        </p:nvSpPr>
        <p:spPr bwMode="auto">
          <a:xfrm>
            <a:off x="7213854" y="210154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16" name="Rectangle 4"/>
          <p:cNvSpPr>
            <a:spLocks noChangeArrowheads="1"/>
          </p:cNvSpPr>
          <p:nvPr/>
        </p:nvSpPr>
        <p:spPr bwMode="auto">
          <a:xfrm>
            <a:off x="878255" y="210154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17" name="Rectangle 4"/>
          <p:cNvSpPr>
            <a:spLocks noChangeArrowheads="1"/>
          </p:cNvSpPr>
          <p:nvPr/>
        </p:nvSpPr>
        <p:spPr bwMode="auto">
          <a:xfrm>
            <a:off x="7213854" y="170633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18" name="Rectangle 4"/>
          <p:cNvSpPr>
            <a:spLocks noChangeArrowheads="1"/>
          </p:cNvSpPr>
          <p:nvPr/>
        </p:nvSpPr>
        <p:spPr bwMode="auto">
          <a:xfrm>
            <a:off x="878255" y="170633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19" name="Rectangle 4"/>
          <p:cNvSpPr>
            <a:spLocks noChangeArrowheads="1"/>
          </p:cNvSpPr>
          <p:nvPr/>
        </p:nvSpPr>
        <p:spPr bwMode="auto">
          <a:xfrm>
            <a:off x="466725" y="7283742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9920" name="Rectangle 4"/>
          <p:cNvSpPr>
            <a:spLocks noChangeArrowheads="1"/>
          </p:cNvSpPr>
          <p:nvPr/>
        </p:nvSpPr>
        <p:spPr bwMode="auto">
          <a:xfrm>
            <a:off x="7213854" y="526323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21" name="Rectangle 4"/>
          <p:cNvSpPr>
            <a:spLocks noChangeArrowheads="1"/>
          </p:cNvSpPr>
          <p:nvPr/>
        </p:nvSpPr>
        <p:spPr bwMode="auto">
          <a:xfrm>
            <a:off x="878255" y="526323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22" name="Rectangle 4"/>
          <p:cNvSpPr>
            <a:spLocks noChangeArrowheads="1"/>
          </p:cNvSpPr>
          <p:nvPr/>
        </p:nvSpPr>
        <p:spPr bwMode="auto">
          <a:xfrm>
            <a:off x="7213854" y="672663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23" name="Rectangle 4"/>
          <p:cNvSpPr>
            <a:spLocks noChangeArrowheads="1"/>
          </p:cNvSpPr>
          <p:nvPr/>
        </p:nvSpPr>
        <p:spPr bwMode="auto">
          <a:xfrm>
            <a:off x="878255" y="672663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24" name="Rectangle 4"/>
          <p:cNvSpPr>
            <a:spLocks noChangeArrowheads="1"/>
          </p:cNvSpPr>
          <p:nvPr/>
        </p:nvSpPr>
        <p:spPr bwMode="auto">
          <a:xfrm>
            <a:off x="7213854" y="447281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25" name="Rectangle 4"/>
          <p:cNvSpPr>
            <a:spLocks noChangeArrowheads="1"/>
          </p:cNvSpPr>
          <p:nvPr/>
        </p:nvSpPr>
        <p:spPr bwMode="auto">
          <a:xfrm>
            <a:off x="878255" y="447281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26" name="Rectangle 4"/>
          <p:cNvSpPr>
            <a:spLocks noChangeArrowheads="1"/>
          </p:cNvSpPr>
          <p:nvPr/>
        </p:nvSpPr>
        <p:spPr bwMode="auto">
          <a:xfrm>
            <a:off x="7213854" y="368239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27" name="Rectangle 4"/>
          <p:cNvSpPr>
            <a:spLocks noChangeArrowheads="1"/>
          </p:cNvSpPr>
          <p:nvPr/>
        </p:nvSpPr>
        <p:spPr bwMode="auto">
          <a:xfrm>
            <a:off x="878255" y="368239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28" name="Rectangle 4"/>
          <p:cNvSpPr>
            <a:spLocks noChangeArrowheads="1"/>
          </p:cNvSpPr>
          <p:nvPr/>
        </p:nvSpPr>
        <p:spPr bwMode="auto">
          <a:xfrm>
            <a:off x="7213854" y="131112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29" name="Rectangle 4"/>
          <p:cNvSpPr>
            <a:spLocks noChangeArrowheads="1"/>
          </p:cNvSpPr>
          <p:nvPr/>
        </p:nvSpPr>
        <p:spPr bwMode="auto">
          <a:xfrm>
            <a:off x="878255" y="131112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0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1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2" name="Rectangle 4"/>
          <p:cNvSpPr>
            <a:spLocks noChangeArrowheads="1"/>
          </p:cNvSpPr>
          <p:nvPr/>
        </p:nvSpPr>
        <p:spPr bwMode="auto">
          <a:xfrm>
            <a:off x="7213854" y="633141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" name="Rectangle 4"/>
          <p:cNvSpPr>
            <a:spLocks noChangeArrowheads="1"/>
          </p:cNvSpPr>
          <p:nvPr/>
        </p:nvSpPr>
        <p:spPr bwMode="auto">
          <a:xfrm>
            <a:off x="878255" y="633141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4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935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9936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9937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938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9939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9940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9941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942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9943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9944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945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9946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9947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948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9949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950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9951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952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9953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9954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955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9956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9957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958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9959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9960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961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9962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963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9964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9965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9966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9967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291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968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969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970" name="TextBox 3"/>
          <p:cNvSpPr txBox="1"/>
          <p:nvPr/>
        </p:nvSpPr>
        <p:spPr>
          <a:xfrm>
            <a:off x="1314958" y="891870"/>
            <a:ext cx="5674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Finance </a:t>
            </a:r>
            <a:endParaRPr lang="en-US" dirty="0"/>
          </a:p>
        </p:txBody>
      </p:sp>
      <p:sp>
        <p:nvSpPr>
          <p:cNvPr id="9971" name="TextBox 3"/>
          <p:cNvSpPr txBox="1"/>
          <p:nvPr/>
        </p:nvSpPr>
        <p:spPr>
          <a:xfrm>
            <a:off x="1314958" y="1009319"/>
            <a:ext cx="6747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Operations</a:t>
            </a:r>
            <a:endParaRPr lang="en-US" dirty="0"/>
          </a:p>
        </p:txBody>
      </p:sp>
      <p:sp>
        <p:nvSpPr>
          <p:cNvPr id="9972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973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974" name="TextBox 3"/>
          <p:cNvSpPr txBox="1"/>
          <p:nvPr/>
        </p:nvSpPr>
        <p:spPr>
          <a:xfrm>
            <a:off x="2571902" y="891870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9975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976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977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978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979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980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981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982" name="Rectangle 4"/>
          <p:cNvSpPr>
            <a:spLocks noChangeArrowheads="1"/>
          </p:cNvSpPr>
          <p:nvPr/>
        </p:nvSpPr>
        <p:spPr bwMode="auto">
          <a:xfrm>
            <a:off x="878255" y="1198435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983" name="TextBox 3"/>
          <p:cNvSpPr txBox="1"/>
          <p:nvPr/>
        </p:nvSpPr>
        <p:spPr>
          <a:xfrm>
            <a:off x="827455" y="116963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8470620</a:t>
            </a:r>
            <a:endParaRPr lang="en-US" dirty="0"/>
          </a:p>
        </p:txBody>
      </p:sp>
      <p:sp>
        <p:nvSpPr>
          <p:cNvPr id="9984" name="Rectangle 4"/>
          <p:cNvSpPr>
            <a:spLocks noChangeArrowheads="1"/>
          </p:cNvSpPr>
          <p:nvPr/>
        </p:nvSpPr>
        <p:spPr bwMode="auto">
          <a:xfrm>
            <a:off x="1365758" y="1198435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985" name="TextBox 3"/>
          <p:cNvSpPr txBox="1"/>
          <p:nvPr/>
        </p:nvSpPr>
        <p:spPr>
          <a:xfrm>
            <a:off x="1314958" y="116963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9986" name="TextBox 3"/>
          <p:cNvSpPr txBox="1"/>
          <p:nvPr/>
        </p:nvSpPr>
        <p:spPr>
          <a:xfrm>
            <a:off x="1314958" y="1287081"/>
            <a:ext cx="5674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Finance </a:t>
            </a:r>
            <a:endParaRPr lang="en-US" dirty="0"/>
          </a:p>
        </p:txBody>
      </p:sp>
      <p:sp>
        <p:nvSpPr>
          <p:cNvPr id="9987" name="TextBox 3"/>
          <p:cNvSpPr txBox="1"/>
          <p:nvPr/>
        </p:nvSpPr>
        <p:spPr>
          <a:xfrm>
            <a:off x="1314958" y="1404531"/>
            <a:ext cx="6747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Operations</a:t>
            </a:r>
            <a:endParaRPr lang="en-US" dirty="0"/>
          </a:p>
        </p:txBody>
      </p:sp>
      <p:sp>
        <p:nvSpPr>
          <p:cNvPr id="9988" name="Rectangle 4"/>
          <p:cNvSpPr>
            <a:spLocks noChangeArrowheads="1"/>
          </p:cNvSpPr>
          <p:nvPr/>
        </p:nvSpPr>
        <p:spPr bwMode="auto">
          <a:xfrm>
            <a:off x="2163546" y="1198435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989" name="TextBox 3"/>
          <p:cNvSpPr txBox="1"/>
          <p:nvPr/>
        </p:nvSpPr>
        <p:spPr>
          <a:xfrm>
            <a:off x="2112746" y="116963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9990" name="Rectangle 4"/>
          <p:cNvSpPr>
            <a:spLocks noChangeArrowheads="1"/>
          </p:cNvSpPr>
          <p:nvPr/>
        </p:nvSpPr>
        <p:spPr bwMode="auto">
          <a:xfrm>
            <a:off x="2622702" y="1198435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991" name="TextBox 3"/>
          <p:cNvSpPr txBox="1"/>
          <p:nvPr/>
        </p:nvSpPr>
        <p:spPr>
          <a:xfrm>
            <a:off x="2571902" y="1169631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9992" name="Rectangle 4"/>
          <p:cNvSpPr>
            <a:spLocks noChangeArrowheads="1"/>
          </p:cNvSpPr>
          <p:nvPr/>
        </p:nvSpPr>
        <p:spPr bwMode="auto">
          <a:xfrm>
            <a:off x="3680282" y="1198435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993" name="TextBox 3"/>
          <p:cNvSpPr txBox="1"/>
          <p:nvPr/>
        </p:nvSpPr>
        <p:spPr>
          <a:xfrm>
            <a:off x="3629482" y="116963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847.8470620.1.412546.000000.847001.100178</a:t>
            </a:r>
            <a:endParaRPr lang="en-US" dirty="0"/>
          </a:p>
        </p:txBody>
      </p:sp>
      <p:sp>
        <p:nvSpPr>
          <p:cNvPr id="9994" name="Rectangle 4"/>
          <p:cNvSpPr>
            <a:spLocks noChangeArrowheads="1"/>
          </p:cNvSpPr>
          <p:nvPr/>
        </p:nvSpPr>
        <p:spPr bwMode="auto">
          <a:xfrm>
            <a:off x="5918962" y="119843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995" name="TextBox 3"/>
          <p:cNvSpPr txBox="1"/>
          <p:nvPr/>
        </p:nvSpPr>
        <p:spPr>
          <a:xfrm>
            <a:off x="6072225" y="116963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208,930</a:t>
            </a:r>
            <a:endParaRPr lang="en-US" dirty="0"/>
          </a:p>
        </p:txBody>
      </p:sp>
      <p:sp>
        <p:nvSpPr>
          <p:cNvPr id="9996" name="Rectangle 4"/>
          <p:cNvSpPr>
            <a:spLocks noChangeArrowheads="1"/>
          </p:cNvSpPr>
          <p:nvPr/>
        </p:nvSpPr>
        <p:spPr bwMode="auto">
          <a:xfrm>
            <a:off x="6566408" y="119843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997" name="TextBox 3"/>
          <p:cNvSpPr txBox="1"/>
          <p:nvPr/>
        </p:nvSpPr>
        <p:spPr>
          <a:xfrm>
            <a:off x="6719671" y="116963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236,930</a:t>
            </a:r>
            <a:endParaRPr lang="en-US" dirty="0"/>
          </a:p>
        </p:txBody>
      </p:sp>
      <p:sp>
        <p:nvSpPr>
          <p:cNvPr id="9998" name="Rectangle 4"/>
          <p:cNvSpPr>
            <a:spLocks noChangeArrowheads="1"/>
          </p:cNvSpPr>
          <p:nvPr/>
        </p:nvSpPr>
        <p:spPr bwMode="auto">
          <a:xfrm>
            <a:off x="7213854" y="119843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9999" name="TextBox 3"/>
          <p:cNvSpPr txBox="1"/>
          <p:nvPr/>
        </p:nvSpPr>
        <p:spPr>
          <a:xfrm>
            <a:off x="7367118" y="116963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236,252</a:t>
            </a:r>
            <a:endParaRPr lang="en-US" dirty="0"/>
          </a:p>
        </p:txBody>
      </p:sp>
      <p:sp>
        <p:nvSpPr>
          <p:cNvPr id="10000" name="Rectangle 4"/>
          <p:cNvSpPr>
            <a:spLocks noChangeArrowheads="1"/>
          </p:cNvSpPr>
          <p:nvPr/>
        </p:nvSpPr>
        <p:spPr bwMode="auto">
          <a:xfrm>
            <a:off x="7861300" y="1198435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01" name="Rectangle 4"/>
          <p:cNvSpPr>
            <a:spLocks noChangeArrowheads="1"/>
          </p:cNvSpPr>
          <p:nvPr/>
        </p:nvSpPr>
        <p:spPr bwMode="auto">
          <a:xfrm>
            <a:off x="8094497" y="1198435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02" name="Rectangle 4"/>
          <p:cNvSpPr>
            <a:spLocks noChangeArrowheads="1"/>
          </p:cNvSpPr>
          <p:nvPr/>
        </p:nvSpPr>
        <p:spPr bwMode="auto">
          <a:xfrm>
            <a:off x="8333384" y="1198435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03" name="TextBox 3"/>
          <p:cNvSpPr txBox="1"/>
          <p:nvPr/>
        </p:nvSpPr>
        <p:spPr>
          <a:xfrm>
            <a:off x="8538006" y="1169631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678</a:t>
            </a:r>
            <a:endParaRPr lang="en-US" dirty="0"/>
          </a:p>
        </p:txBody>
      </p:sp>
      <p:sp>
        <p:nvSpPr>
          <p:cNvPr id="10004" name="Rectangle 4"/>
          <p:cNvSpPr>
            <a:spLocks noChangeArrowheads="1"/>
          </p:cNvSpPr>
          <p:nvPr/>
        </p:nvSpPr>
        <p:spPr bwMode="auto">
          <a:xfrm>
            <a:off x="878255" y="1593646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05" name="TextBox 3"/>
          <p:cNvSpPr txBox="1"/>
          <p:nvPr/>
        </p:nvSpPr>
        <p:spPr>
          <a:xfrm>
            <a:off x="827455" y="156484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8470620</a:t>
            </a:r>
            <a:endParaRPr lang="en-US" dirty="0"/>
          </a:p>
        </p:txBody>
      </p:sp>
      <p:sp>
        <p:nvSpPr>
          <p:cNvPr id="10006" name="Rectangle 4"/>
          <p:cNvSpPr>
            <a:spLocks noChangeArrowheads="1"/>
          </p:cNvSpPr>
          <p:nvPr/>
        </p:nvSpPr>
        <p:spPr bwMode="auto">
          <a:xfrm>
            <a:off x="1365758" y="1593646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07" name="TextBox 3"/>
          <p:cNvSpPr txBox="1"/>
          <p:nvPr/>
        </p:nvSpPr>
        <p:spPr>
          <a:xfrm>
            <a:off x="1314958" y="156484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0008" name="TextBox 3"/>
          <p:cNvSpPr txBox="1"/>
          <p:nvPr/>
        </p:nvSpPr>
        <p:spPr>
          <a:xfrm>
            <a:off x="1314958" y="1682292"/>
            <a:ext cx="5674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Finance </a:t>
            </a:r>
            <a:endParaRPr lang="en-US" dirty="0"/>
          </a:p>
        </p:txBody>
      </p:sp>
      <p:sp>
        <p:nvSpPr>
          <p:cNvPr id="10009" name="TextBox 3"/>
          <p:cNvSpPr txBox="1"/>
          <p:nvPr/>
        </p:nvSpPr>
        <p:spPr>
          <a:xfrm>
            <a:off x="1314958" y="1799742"/>
            <a:ext cx="6747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Operations</a:t>
            </a:r>
            <a:endParaRPr lang="en-US" dirty="0"/>
          </a:p>
        </p:txBody>
      </p:sp>
      <p:sp>
        <p:nvSpPr>
          <p:cNvPr id="10010" name="Rectangle 4"/>
          <p:cNvSpPr>
            <a:spLocks noChangeArrowheads="1"/>
          </p:cNvSpPr>
          <p:nvPr/>
        </p:nvSpPr>
        <p:spPr bwMode="auto">
          <a:xfrm>
            <a:off x="2163546" y="1593646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11" name="TextBox 3"/>
          <p:cNvSpPr txBox="1"/>
          <p:nvPr/>
        </p:nvSpPr>
        <p:spPr>
          <a:xfrm>
            <a:off x="2112746" y="156484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10012" name="Rectangle 4"/>
          <p:cNvSpPr>
            <a:spLocks noChangeArrowheads="1"/>
          </p:cNvSpPr>
          <p:nvPr/>
        </p:nvSpPr>
        <p:spPr bwMode="auto">
          <a:xfrm>
            <a:off x="2622702" y="1593646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13" name="TextBox 3"/>
          <p:cNvSpPr txBox="1"/>
          <p:nvPr/>
        </p:nvSpPr>
        <p:spPr>
          <a:xfrm>
            <a:off x="2571902" y="1564843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10014" name="TextBox 3"/>
          <p:cNvSpPr txBox="1"/>
          <p:nvPr/>
        </p:nvSpPr>
        <p:spPr>
          <a:xfrm>
            <a:off x="2571902" y="1682292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10015" name="Rectangle 4"/>
          <p:cNvSpPr>
            <a:spLocks noChangeArrowheads="1"/>
          </p:cNvSpPr>
          <p:nvPr/>
        </p:nvSpPr>
        <p:spPr bwMode="auto">
          <a:xfrm>
            <a:off x="3680282" y="1593646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16" name="TextBox 3"/>
          <p:cNvSpPr txBox="1"/>
          <p:nvPr/>
        </p:nvSpPr>
        <p:spPr>
          <a:xfrm>
            <a:off x="3629482" y="156484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847.8470620.1.415110.000000.847001.100178</a:t>
            </a:r>
            <a:endParaRPr lang="en-US" dirty="0"/>
          </a:p>
        </p:txBody>
      </p:sp>
      <p:sp>
        <p:nvSpPr>
          <p:cNvPr id="10017" name="Rectangle 4"/>
          <p:cNvSpPr>
            <a:spLocks noChangeArrowheads="1"/>
          </p:cNvSpPr>
          <p:nvPr/>
        </p:nvSpPr>
        <p:spPr bwMode="auto">
          <a:xfrm>
            <a:off x="5918962" y="159364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18" name="TextBox 3"/>
          <p:cNvSpPr txBox="1"/>
          <p:nvPr/>
        </p:nvSpPr>
        <p:spPr>
          <a:xfrm>
            <a:off x="6072225" y="156484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973,744</a:t>
            </a:r>
            <a:endParaRPr lang="en-US" dirty="0"/>
          </a:p>
        </p:txBody>
      </p:sp>
      <p:sp>
        <p:nvSpPr>
          <p:cNvPr id="10019" name="Rectangle 4"/>
          <p:cNvSpPr>
            <a:spLocks noChangeArrowheads="1"/>
          </p:cNvSpPr>
          <p:nvPr/>
        </p:nvSpPr>
        <p:spPr bwMode="auto">
          <a:xfrm>
            <a:off x="6566408" y="159364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20" name="TextBox 3"/>
          <p:cNvSpPr txBox="1"/>
          <p:nvPr/>
        </p:nvSpPr>
        <p:spPr>
          <a:xfrm>
            <a:off x="6634937" y="156484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1,118,624</a:t>
            </a:r>
            <a:endParaRPr lang="en-US" dirty="0"/>
          </a:p>
        </p:txBody>
      </p:sp>
      <p:sp>
        <p:nvSpPr>
          <p:cNvPr id="10021" name="Rectangle 4"/>
          <p:cNvSpPr>
            <a:spLocks noChangeArrowheads="1"/>
          </p:cNvSpPr>
          <p:nvPr/>
        </p:nvSpPr>
        <p:spPr bwMode="auto">
          <a:xfrm>
            <a:off x="7213854" y="159364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22" name="TextBox 3"/>
          <p:cNvSpPr txBox="1"/>
          <p:nvPr/>
        </p:nvSpPr>
        <p:spPr>
          <a:xfrm>
            <a:off x="7282383" y="156484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1,118,624</a:t>
            </a:r>
            <a:endParaRPr lang="en-US" dirty="0"/>
          </a:p>
        </p:txBody>
      </p:sp>
      <p:sp>
        <p:nvSpPr>
          <p:cNvPr id="10023" name="Rectangle 4"/>
          <p:cNvSpPr>
            <a:spLocks noChangeArrowheads="1"/>
          </p:cNvSpPr>
          <p:nvPr/>
        </p:nvSpPr>
        <p:spPr bwMode="auto">
          <a:xfrm>
            <a:off x="7861300" y="1593646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24" name="Rectangle 4"/>
          <p:cNvSpPr>
            <a:spLocks noChangeArrowheads="1"/>
          </p:cNvSpPr>
          <p:nvPr/>
        </p:nvSpPr>
        <p:spPr bwMode="auto">
          <a:xfrm>
            <a:off x="8094497" y="1593646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25" name="Rectangle 4"/>
          <p:cNvSpPr>
            <a:spLocks noChangeArrowheads="1"/>
          </p:cNvSpPr>
          <p:nvPr/>
        </p:nvSpPr>
        <p:spPr bwMode="auto">
          <a:xfrm>
            <a:off x="8333384" y="1593646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26" name="TextBox 3"/>
          <p:cNvSpPr txBox="1"/>
          <p:nvPr/>
        </p:nvSpPr>
        <p:spPr>
          <a:xfrm>
            <a:off x="8650986" y="156484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0027" name="Rectangle 4"/>
          <p:cNvSpPr>
            <a:spLocks noChangeArrowheads="1"/>
          </p:cNvSpPr>
          <p:nvPr/>
        </p:nvSpPr>
        <p:spPr bwMode="auto">
          <a:xfrm>
            <a:off x="878255" y="1988858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28" name="TextBox 3"/>
          <p:cNvSpPr txBox="1"/>
          <p:nvPr/>
        </p:nvSpPr>
        <p:spPr>
          <a:xfrm>
            <a:off x="827455" y="196005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8470620</a:t>
            </a:r>
            <a:endParaRPr lang="en-US" dirty="0"/>
          </a:p>
        </p:txBody>
      </p:sp>
      <p:sp>
        <p:nvSpPr>
          <p:cNvPr id="10029" name="Rectangle 4"/>
          <p:cNvSpPr>
            <a:spLocks noChangeArrowheads="1"/>
          </p:cNvSpPr>
          <p:nvPr/>
        </p:nvSpPr>
        <p:spPr bwMode="auto">
          <a:xfrm>
            <a:off x="1365758" y="1988858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30" name="TextBox 3"/>
          <p:cNvSpPr txBox="1"/>
          <p:nvPr/>
        </p:nvSpPr>
        <p:spPr>
          <a:xfrm>
            <a:off x="1314958" y="196005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0031" name="TextBox 3"/>
          <p:cNvSpPr txBox="1"/>
          <p:nvPr/>
        </p:nvSpPr>
        <p:spPr>
          <a:xfrm>
            <a:off x="1314958" y="2077504"/>
            <a:ext cx="5674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Finance </a:t>
            </a:r>
            <a:endParaRPr lang="en-US" dirty="0"/>
          </a:p>
        </p:txBody>
      </p:sp>
      <p:sp>
        <p:nvSpPr>
          <p:cNvPr id="10032" name="TextBox 3"/>
          <p:cNvSpPr txBox="1"/>
          <p:nvPr/>
        </p:nvSpPr>
        <p:spPr>
          <a:xfrm>
            <a:off x="1314958" y="2194953"/>
            <a:ext cx="6747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Operations</a:t>
            </a:r>
            <a:endParaRPr lang="en-US" dirty="0"/>
          </a:p>
        </p:txBody>
      </p:sp>
      <p:sp>
        <p:nvSpPr>
          <p:cNvPr id="10033" name="Rectangle 4"/>
          <p:cNvSpPr>
            <a:spLocks noChangeArrowheads="1"/>
          </p:cNvSpPr>
          <p:nvPr/>
        </p:nvSpPr>
        <p:spPr bwMode="auto">
          <a:xfrm>
            <a:off x="2163546" y="1988858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34" name="TextBox 3"/>
          <p:cNvSpPr txBox="1"/>
          <p:nvPr/>
        </p:nvSpPr>
        <p:spPr>
          <a:xfrm>
            <a:off x="2112746" y="196005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10035" name="Rectangle 4"/>
          <p:cNvSpPr>
            <a:spLocks noChangeArrowheads="1"/>
          </p:cNvSpPr>
          <p:nvPr/>
        </p:nvSpPr>
        <p:spPr bwMode="auto">
          <a:xfrm>
            <a:off x="2622702" y="1988858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36" name="TextBox 3"/>
          <p:cNvSpPr txBox="1"/>
          <p:nvPr/>
        </p:nvSpPr>
        <p:spPr>
          <a:xfrm>
            <a:off x="2571902" y="1960054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10037" name="TextBox 3"/>
          <p:cNvSpPr txBox="1"/>
          <p:nvPr/>
        </p:nvSpPr>
        <p:spPr>
          <a:xfrm>
            <a:off x="2571902" y="2077504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10038" name="Rectangle 4"/>
          <p:cNvSpPr>
            <a:spLocks noChangeArrowheads="1"/>
          </p:cNvSpPr>
          <p:nvPr/>
        </p:nvSpPr>
        <p:spPr bwMode="auto">
          <a:xfrm>
            <a:off x="3680282" y="1988858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39" name="TextBox 3"/>
          <p:cNvSpPr txBox="1"/>
          <p:nvPr/>
        </p:nvSpPr>
        <p:spPr>
          <a:xfrm>
            <a:off x="3629482" y="196005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847.8470620.1.416110.000000.847001.100178</a:t>
            </a:r>
            <a:endParaRPr lang="en-US" dirty="0"/>
          </a:p>
        </p:txBody>
      </p:sp>
      <p:sp>
        <p:nvSpPr>
          <p:cNvPr id="10040" name="Rectangle 4"/>
          <p:cNvSpPr>
            <a:spLocks noChangeArrowheads="1"/>
          </p:cNvSpPr>
          <p:nvPr/>
        </p:nvSpPr>
        <p:spPr bwMode="auto">
          <a:xfrm>
            <a:off x="5918962" y="198885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41" name="TextBox 3"/>
          <p:cNvSpPr txBox="1"/>
          <p:nvPr/>
        </p:nvSpPr>
        <p:spPr>
          <a:xfrm>
            <a:off x="6072225" y="196005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128,086</a:t>
            </a:r>
            <a:endParaRPr lang="en-US" dirty="0"/>
          </a:p>
        </p:txBody>
      </p:sp>
      <p:sp>
        <p:nvSpPr>
          <p:cNvPr id="10042" name="Rectangle 4"/>
          <p:cNvSpPr>
            <a:spLocks noChangeArrowheads="1"/>
          </p:cNvSpPr>
          <p:nvPr/>
        </p:nvSpPr>
        <p:spPr bwMode="auto">
          <a:xfrm>
            <a:off x="6566408" y="198885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43" name="TextBox 3"/>
          <p:cNvSpPr txBox="1"/>
          <p:nvPr/>
        </p:nvSpPr>
        <p:spPr>
          <a:xfrm>
            <a:off x="6776161" y="196005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91,986</a:t>
            </a:r>
            <a:endParaRPr lang="en-US" dirty="0"/>
          </a:p>
        </p:txBody>
      </p:sp>
      <p:sp>
        <p:nvSpPr>
          <p:cNvPr id="10044" name="Rectangle 4"/>
          <p:cNvSpPr>
            <a:spLocks noChangeArrowheads="1"/>
          </p:cNvSpPr>
          <p:nvPr/>
        </p:nvSpPr>
        <p:spPr bwMode="auto">
          <a:xfrm>
            <a:off x="7213854" y="198885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45" name="TextBox 3"/>
          <p:cNvSpPr txBox="1"/>
          <p:nvPr/>
        </p:nvSpPr>
        <p:spPr>
          <a:xfrm>
            <a:off x="7423607" y="196005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91,050</a:t>
            </a:r>
            <a:endParaRPr lang="en-US" dirty="0"/>
          </a:p>
        </p:txBody>
      </p:sp>
      <p:sp>
        <p:nvSpPr>
          <p:cNvPr id="10046" name="Rectangle 4"/>
          <p:cNvSpPr>
            <a:spLocks noChangeArrowheads="1"/>
          </p:cNvSpPr>
          <p:nvPr/>
        </p:nvSpPr>
        <p:spPr bwMode="auto">
          <a:xfrm>
            <a:off x="7861300" y="1988858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47" name="Rectangle 4"/>
          <p:cNvSpPr>
            <a:spLocks noChangeArrowheads="1"/>
          </p:cNvSpPr>
          <p:nvPr/>
        </p:nvSpPr>
        <p:spPr bwMode="auto">
          <a:xfrm>
            <a:off x="8094497" y="1988858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48" name="Rectangle 4"/>
          <p:cNvSpPr>
            <a:spLocks noChangeArrowheads="1"/>
          </p:cNvSpPr>
          <p:nvPr/>
        </p:nvSpPr>
        <p:spPr bwMode="auto">
          <a:xfrm>
            <a:off x="8333384" y="1988858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49" name="TextBox 3"/>
          <p:cNvSpPr txBox="1"/>
          <p:nvPr/>
        </p:nvSpPr>
        <p:spPr>
          <a:xfrm>
            <a:off x="8538006" y="1960054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936</a:t>
            </a:r>
            <a:endParaRPr lang="en-US" dirty="0"/>
          </a:p>
        </p:txBody>
      </p:sp>
      <p:sp>
        <p:nvSpPr>
          <p:cNvPr id="10050" name="Rectangle 4"/>
          <p:cNvSpPr>
            <a:spLocks noChangeArrowheads="1"/>
          </p:cNvSpPr>
          <p:nvPr/>
        </p:nvSpPr>
        <p:spPr bwMode="auto">
          <a:xfrm>
            <a:off x="878255" y="238406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51" name="TextBox 3"/>
          <p:cNvSpPr txBox="1"/>
          <p:nvPr/>
        </p:nvSpPr>
        <p:spPr>
          <a:xfrm>
            <a:off x="827455" y="235526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8470620</a:t>
            </a:r>
            <a:endParaRPr lang="en-US" dirty="0"/>
          </a:p>
        </p:txBody>
      </p:sp>
      <p:sp>
        <p:nvSpPr>
          <p:cNvPr id="10052" name="Rectangle 4"/>
          <p:cNvSpPr>
            <a:spLocks noChangeArrowheads="1"/>
          </p:cNvSpPr>
          <p:nvPr/>
        </p:nvSpPr>
        <p:spPr bwMode="auto">
          <a:xfrm>
            <a:off x="1365758" y="238406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53" name="TextBox 3"/>
          <p:cNvSpPr txBox="1"/>
          <p:nvPr/>
        </p:nvSpPr>
        <p:spPr>
          <a:xfrm>
            <a:off x="1314958" y="2355266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0054" name="TextBox 3"/>
          <p:cNvSpPr txBox="1"/>
          <p:nvPr/>
        </p:nvSpPr>
        <p:spPr>
          <a:xfrm>
            <a:off x="1314958" y="2472715"/>
            <a:ext cx="5674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Finance </a:t>
            </a:r>
            <a:endParaRPr lang="en-US" dirty="0"/>
          </a:p>
        </p:txBody>
      </p:sp>
      <p:sp>
        <p:nvSpPr>
          <p:cNvPr id="10055" name="TextBox 3"/>
          <p:cNvSpPr txBox="1"/>
          <p:nvPr/>
        </p:nvSpPr>
        <p:spPr>
          <a:xfrm>
            <a:off x="1314958" y="2590165"/>
            <a:ext cx="6747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Operations</a:t>
            </a:r>
            <a:endParaRPr lang="en-US" dirty="0"/>
          </a:p>
        </p:txBody>
      </p:sp>
      <p:sp>
        <p:nvSpPr>
          <p:cNvPr id="10056" name="Rectangle 4"/>
          <p:cNvSpPr>
            <a:spLocks noChangeArrowheads="1"/>
          </p:cNvSpPr>
          <p:nvPr/>
        </p:nvSpPr>
        <p:spPr bwMode="auto">
          <a:xfrm>
            <a:off x="2163546" y="238406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57" name="TextBox 3"/>
          <p:cNvSpPr txBox="1"/>
          <p:nvPr/>
        </p:nvSpPr>
        <p:spPr>
          <a:xfrm>
            <a:off x="2112746" y="235526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10058" name="Rectangle 4"/>
          <p:cNvSpPr>
            <a:spLocks noChangeArrowheads="1"/>
          </p:cNvSpPr>
          <p:nvPr/>
        </p:nvSpPr>
        <p:spPr bwMode="auto">
          <a:xfrm>
            <a:off x="2622702" y="238406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59" name="TextBox 3"/>
          <p:cNvSpPr txBox="1"/>
          <p:nvPr/>
        </p:nvSpPr>
        <p:spPr>
          <a:xfrm>
            <a:off x="2571902" y="2355266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10060" name="TextBox 3"/>
          <p:cNvSpPr txBox="1"/>
          <p:nvPr/>
        </p:nvSpPr>
        <p:spPr>
          <a:xfrm>
            <a:off x="2571902" y="2472715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10061" name="Rectangle 4"/>
          <p:cNvSpPr>
            <a:spLocks noChangeArrowheads="1"/>
          </p:cNvSpPr>
          <p:nvPr/>
        </p:nvSpPr>
        <p:spPr bwMode="auto">
          <a:xfrm>
            <a:off x="3680282" y="238406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62" name="TextBox 3"/>
          <p:cNvSpPr txBox="1"/>
          <p:nvPr/>
        </p:nvSpPr>
        <p:spPr>
          <a:xfrm>
            <a:off x="3629482" y="235526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847.8470620.1.416310.000000.847001.100178</a:t>
            </a:r>
            <a:endParaRPr lang="en-US" dirty="0"/>
          </a:p>
        </p:txBody>
      </p:sp>
      <p:sp>
        <p:nvSpPr>
          <p:cNvPr id="10063" name="Rectangle 4"/>
          <p:cNvSpPr>
            <a:spLocks noChangeArrowheads="1"/>
          </p:cNvSpPr>
          <p:nvPr/>
        </p:nvSpPr>
        <p:spPr bwMode="auto">
          <a:xfrm>
            <a:off x="5918962" y="238406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64" name="TextBox 3"/>
          <p:cNvSpPr txBox="1"/>
          <p:nvPr/>
        </p:nvSpPr>
        <p:spPr>
          <a:xfrm>
            <a:off x="6072225" y="235526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178,082</a:t>
            </a:r>
            <a:endParaRPr lang="en-US" dirty="0"/>
          </a:p>
        </p:txBody>
      </p:sp>
      <p:sp>
        <p:nvSpPr>
          <p:cNvPr id="10065" name="Rectangle 4"/>
          <p:cNvSpPr>
            <a:spLocks noChangeArrowheads="1"/>
          </p:cNvSpPr>
          <p:nvPr/>
        </p:nvSpPr>
        <p:spPr bwMode="auto">
          <a:xfrm>
            <a:off x="6566408" y="238406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66" name="TextBox 3"/>
          <p:cNvSpPr txBox="1"/>
          <p:nvPr/>
        </p:nvSpPr>
        <p:spPr>
          <a:xfrm>
            <a:off x="6776161" y="235526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99,454</a:t>
            </a:r>
            <a:endParaRPr lang="en-US" dirty="0"/>
          </a:p>
        </p:txBody>
      </p:sp>
      <p:sp>
        <p:nvSpPr>
          <p:cNvPr id="10067" name="Rectangle 4"/>
          <p:cNvSpPr>
            <a:spLocks noChangeArrowheads="1"/>
          </p:cNvSpPr>
          <p:nvPr/>
        </p:nvSpPr>
        <p:spPr bwMode="auto">
          <a:xfrm>
            <a:off x="7213854" y="238406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68" name="TextBox 3"/>
          <p:cNvSpPr txBox="1"/>
          <p:nvPr/>
        </p:nvSpPr>
        <p:spPr>
          <a:xfrm>
            <a:off x="7423607" y="235526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99,453</a:t>
            </a:r>
            <a:endParaRPr lang="en-US" dirty="0"/>
          </a:p>
        </p:txBody>
      </p:sp>
      <p:sp>
        <p:nvSpPr>
          <p:cNvPr id="10069" name="Rectangle 4"/>
          <p:cNvSpPr>
            <a:spLocks noChangeArrowheads="1"/>
          </p:cNvSpPr>
          <p:nvPr/>
        </p:nvSpPr>
        <p:spPr bwMode="auto">
          <a:xfrm>
            <a:off x="7861300" y="238406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70" name="Rectangle 4"/>
          <p:cNvSpPr>
            <a:spLocks noChangeArrowheads="1"/>
          </p:cNvSpPr>
          <p:nvPr/>
        </p:nvSpPr>
        <p:spPr bwMode="auto">
          <a:xfrm>
            <a:off x="8094497" y="238406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71" name="Rectangle 4"/>
          <p:cNvSpPr>
            <a:spLocks noChangeArrowheads="1"/>
          </p:cNvSpPr>
          <p:nvPr/>
        </p:nvSpPr>
        <p:spPr bwMode="auto">
          <a:xfrm>
            <a:off x="8333384" y="238406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72" name="TextBox 3"/>
          <p:cNvSpPr txBox="1"/>
          <p:nvPr/>
        </p:nvSpPr>
        <p:spPr>
          <a:xfrm>
            <a:off x="8650986" y="235526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0073" name="Rectangle 4"/>
          <p:cNvSpPr>
            <a:spLocks noChangeArrowheads="1"/>
          </p:cNvSpPr>
          <p:nvPr/>
        </p:nvSpPr>
        <p:spPr bwMode="auto">
          <a:xfrm>
            <a:off x="878255" y="2779280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074" name="TextBox 3"/>
          <p:cNvSpPr txBox="1"/>
          <p:nvPr/>
        </p:nvSpPr>
        <p:spPr>
          <a:xfrm>
            <a:off x="827455" y="275047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8470620</a:t>
            </a:r>
            <a:endParaRPr lang="en-US" dirty="0"/>
          </a:p>
        </p:txBody>
      </p:sp>
      <p:sp>
        <p:nvSpPr>
          <p:cNvPr id="10075" name="TextBox 3"/>
          <p:cNvSpPr txBox="1"/>
          <p:nvPr/>
        </p:nvSpPr>
        <p:spPr>
          <a:xfrm>
            <a:off x="827455" y="2867927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0076" name="Rectangle 4"/>
          <p:cNvSpPr>
            <a:spLocks noChangeArrowheads="1"/>
          </p:cNvSpPr>
          <p:nvPr/>
        </p:nvSpPr>
        <p:spPr bwMode="auto">
          <a:xfrm>
            <a:off x="1365758" y="2779280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077" name="Rectangle 4"/>
          <p:cNvSpPr>
            <a:spLocks noChangeArrowheads="1"/>
          </p:cNvSpPr>
          <p:nvPr/>
        </p:nvSpPr>
        <p:spPr bwMode="auto">
          <a:xfrm>
            <a:off x="2163546" y="2779280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078" name="Rectangle 4"/>
          <p:cNvSpPr>
            <a:spLocks noChangeArrowheads="1"/>
          </p:cNvSpPr>
          <p:nvPr/>
        </p:nvSpPr>
        <p:spPr bwMode="auto">
          <a:xfrm>
            <a:off x="2622702" y="2779280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079" name="Rectangle 4"/>
          <p:cNvSpPr>
            <a:spLocks noChangeArrowheads="1"/>
          </p:cNvSpPr>
          <p:nvPr/>
        </p:nvSpPr>
        <p:spPr bwMode="auto">
          <a:xfrm>
            <a:off x="3680282" y="2779280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080" name="Rectangle 4"/>
          <p:cNvSpPr>
            <a:spLocks noChangeArrowheads="1"/>
          </p:cNvSpPr>
          <p:nvPr/>
        </p:nvSpPr>
        <p:spPr bwMode="auto">
          <a:xfrm>
            <a:off x="5918962" y="2779280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081" name="TextBox 3"/>
          <p:cNvSpPr txBox="1"/>
          <p:nvPr/>
        </p:nvSpPr>
        <p:spPr>
          <a:xfrm>
            <a:off x="5931001" y="2750477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11,327,149</a:t>
            </a:r>
            <a:endParaRPr lang="en-US" dirty="0"/>
          </a:p>
        </p:txBody>
      </p:sp>
      <p:sp>
        <p:nvSpPr>
          <p:cNvPr id="10082" name="Rectangle 4"/>
          <p:cNvSpPr>
            <a:spLocks noChangeArrowheads="1"/>
          </p:cNvSpPr>
          <p:nvPr/>
        </p:nvSpPr>
        <p:spPr bwMode="auto">
          <a:xfrm>
            <a:off x="6566408" y="2779280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083" name="TextBox 3"/>
          <p:cNvSpPr txBox="1"/>
          <p:nvPr/>
        </p:nvSpPr>
        <p:spPr>
          <a:xfrm>
            <a:off x="6578447" y="2750477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12,010,408</a:t>
            </a:r>
            <a:endParaRPr lang="en-US" dirty="0"/>
          </a:p>
        </p:txBody>
      </p:sp>
      <p:sp>
        <p:nvSpPr>
          <p:cNvPr id="10084" name="Rectangle 4"/>
          <p:cNvSpPr>
            <a:spLocks noChangeArrowheads="1"/>
          </p:cNvSpPr>
          <p:nvPr/>
        </p:nvSpPr>
        <p:spPr bwMode="auto">
          <a:xfrm>
            <a:off x="7213854" y="2779280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085" name="TextBox 3"/>
          <p:cNvSpPr txBox="1"/>
          <p:nvPr/>
        </p:nvSpPr>
        <p:spPr>
          <a:xfrm>
            <a:off x="7225894" y="2750477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12,004,439</a:t>
            </a:r>
            <a:endParaRPr lang="en-US" dirty="0"/>
          </a:p>
        </p:txBody>
      </p:sp>
      <p:sp>
        <p:nvSpPr>
          <p:cNvPr id="10086" name="Rectangle 4"/>
          <p:cNvSpPr>
            <a:spLocks noChangeArrowheads="1"/>
          </p:cNvSpPr>
          <p:nvPr/>
        </p:nvSpPr>
        <p:spPr bwMode="auto">
          <a:xfrm>
            <a:off x="7861300" y="2779280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087" name="Rectangle 4"/>
          <p:cNvSpPr>
            <a:spLocks noChangeArrowheads="1"/>
          </p:cNvSpPr>
          <p:nvPr/>
        </p:nvSpPr>
        <p:spPr bwMode="auto">
          <a:xfrm>
            <a:off x="8094497" y="2779280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088" name="Rectangle 4"/>
          <p:cNvSpPr>
            <a:spLocks noChangeArrowheads="1"/>
          </p:cNvSpPr>
          <p:nvPr/>
        </p:nvSpPr>
        <p:spPr bwMode="auto">
          <a:xfrm>
            <a:off x="8333384" y="2779280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089" name="TextBox 3"/>
          <p:cNvSpPr txBox="1"/>
          <p:nvPr/>
        </p:nvSpPr>
        <p:spPr>
          <a:xfrm>
            <a:off x="8453272" y="2750477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5,969</a:t>
            </a:r>
            <a:endParaRPr lang="en-US" dirty="0"/>
          </a:p>
        </p:txBody>
      </p:sp>
      <p:sp>
        <p:nvSpPr>
          <p:cNvPr id="10090" name="Rectangle 4"/>
          <p:cNvSpPr>
            <a:spLocks noChangeArrowheads="1"/>
          </p:cNvSpPr>
          <p:nvPr/>
        </p:nvSpPr>
        <p:spPr bwMode="auto">
          <a:xfrm>
            <a:off x="878255" y="3057042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91" name="TextBox 3"/>
          <p:cNvSpPr txBox="1"/>
          <p:nvPr/>
        </p:nvSpPr>
        <p:spPr>
          <a:xfrm>
            <a:off x="827455" y="302823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8470630</a:t>
            </a:r>
            <a:endParaRPr lang="en-US" dirty="0"/>
          </a:p>
        </p:txBody>
      </p:sp>
      <p:sp>
        <p:nvSpPr>
          <p:cNvPr id="10092" name="Rectangle 4"/>
          <p:cNvSpPr>
            <a:spLocks noChangeArrowheads="1"/>
          </p:cNvSpPr>
          <p:nvPr/>
        </p:nvSpPr>
        <p:spPr bwMode="auto">
          <a:xfrm>
            <a:off x="1365758" y="3057042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93" name="TextBox 3"/>
          <p:cNvSpPr txBox="1"/>
          <p:nvPr/>
        </p:nvSpPr>
        <p:spPr>
          <a:xfrm>
            <a:off x="1314958" y="3028239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0094" name="TextBox 3"/>
          <p:cNvSpPr txBox="1"/>
          <p:nvPr/>
        </p:nvSpPr>
        <p:spPr>
          <a:xfrm>
            <a:off x="1314958" y="3145688"/>
            <a:ext cx="6747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Investment</a:t>
            </a:r>
            <a:endParaRPr lang="en-US" dirty="0"/>
          </a:p>
        </p:txBody>
      </p:sp>
      <p:sp>
        <p:nvSpPr>
          <p:cNvPr id="10095" name="Rectangle 4"/>
          <p:cNvSpPr>
            <a:spLocks noChangeArrowheads="1"/>
          </p:cNvSpPr>
          <p:nvPr/>
        </p:nvSpPr>
        <p:spPr bwMode="auto">
          <a:xfrm>
            <a:off x="2163546" y="3057042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96" name="TextBox 3"/>
          <p:cNvSpPr txBox="1"/>
          <p:nvPr/>
        </p:nvSpPr>
        <p:spPr>
          <a:xfrm>
            <a:off x="2112746" y="302823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10097" name="Rectangle 4"/>
          <p:cNvSpPr>
            <a:spLocks noChangeArrowheads="1"/>
          </p:cNvSpPr>
          <p:nvPr/>
        </p:nvSpPr>
        <p:spPr bwMode="auto">
          <a:xfrm>
            <a:off x="2622702" y="3057042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098" name="TextBox 3"/>
          <p:cNvSpPr txBox="1"/>
          <p:nvPr/>
        </p:nvSpPr>
        <p:spPr>
          <a:xfrm>
            <a:off x="2571902" y="3028239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10099" name="TextBox 3"/>
          <p:cNvSpPr txBox="1"/>
          <p:nvPr/>
        </p:nvSpPr>
        <p:spPr>
          <a:xfrm>
            <a:off x="2571902" y="3145688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10100" name="Rectangle 4"/>
          <p:cNvSpPr>
            <a:spLocks noChangeArrowheads="1"/>
          </p:cNvSpPr>
          <p:nvPr/>
        </p:nvSpPr>
        <p:spPr bwMode="auto">
          <a:xfrm>
            <a:off x="3680282" y="3057042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01" name="TextBox 3"/>
          <p:cNvSpPr txBox="1"/>
          <p:nvPr/>
        </p:nvSpPr>
        <p:spPr>
          <a:xfrm>
            <a:off x="3629482" y="302823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847.8470630.1.412121.000000.847001.100178</a:t>
            </a:r>
            <a:endParaRPr lang="en-US" dirty="0"/>
          </a:p>
        </p:txBody>
      </p:sp>
      <p:sp>
        <p:nvSpPr>
          <p:cNvPr id="10102" name="Rectangle 4"/>
          <p:cNvSpPr>
            <a:spLocks noChangeArrowheads="1"/>
          </p:cNvSpPr>
          <p:nvPr/>
        </p:nvSpPr>
        <p:spPr bwMode="auto">
          <a:xfrm>
            <a:off x="5918962" y="305704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03" name="TextBox 3"/>
          <p:cNvSpPr txBox="1"/>
          <p:nvPr/>
        </p:nvSpPr>
        <p:spPr>
          <a:xfrm>
            <a:off x="6072225" y="302823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542,208</a:t>
            </a:r>
            <a:endParaRPr lang="en-US" dirty="0"/>
          </a:p>
        </p:txBody>
      </p:sp>
      <p:sp>
        <p:nvSpPr>
          <p:cNvPr id="10104" name="Rectangle 4"/>
          <p:cNvSpPr>
            <a:spLocks noChangeArrowheads="1"/>
          </p:cNvSpPr>
          <p:nvPr/>
        </p:nvSpPr>
        <p:spPr bwMode="auto">
          <a:xfrm>
            <a:off x="6566408" y="305704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05" name="TextBox 3"/>
          <p:cNvSpPr txBox="1"/>
          <p:nvPr/>
        </p:nvSpPr>
        <p:spPr>
          <a:xfrm>
            <a:off x="6719671" y="302823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542,208</a:t>
            </a:r>
            <a:endParaRPr lang="en-US" dirty="0"/>
          </a:p>
        </p:txBody>
      </p:sp>
      <p:sp>
        <p:nvSpPr>
          <p:cNvPr id="10106" name="Rectangle 4"/>
          <p:cNvSpPr>
            <a:spLocks noChangeArrowheads="1"/>
          </p:cNvSpPr>
          <p:nvPr/>
        </p:nvSpPr>
        <p:spPr bwMode="auto">
          <a:xfrm>
            <a:off x="7213854" y="305704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07" name="TextBox 3"/>
          <p:cNvSpPr txBox="1"/>
          <p:nvPr/>
        </p:nvSpPr>
        <p:spPr>
          <a:xfrm>
            <a:off x="7367118" y="302823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539,880</a:t>
            </a:r>
            <a:endParaRPr lang="en-US" dirty="0"/>
          </a:p>
        </p:txBody>
      </p:sp>
      <p:sp>
        <p:nvSpPr>
          <p:cNvPr id="10108" name="Rectangle 4"/>
          <p:cNvSpPr>
            <a:spLocks noChangeArrowheads="1"/>
          </p:cNvSpPr>
          <p:nvPr/>
        </p:nvSpPr>
        <p:spPr bwMode="auto">
          <a:xfrm>
            <a:off x="7861300" y="3057042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09" name="Rectangle 4"/>
          <p:cNvSpPr>
            <a:spLocks noChangeArrowheads="1"/>
          </p:cNvSpPr>
          <p:nvPr/>
        </p:nvSpPr>
        <p:spPr bwMode="auto">
          <a:xfrm>
            <a:off x="8094497" y="3057042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10" name="Rectangle 4"/>
          <p:cNvSpPr>
            <a:spLocks noChangeArrowheads="1"/>
          </p:cNvSpPr>
          <p:nvPr/>
        </p:nvSpPr>
        <p:spPr bwMode="auto">
          <a:xfrm>
            <a:off x="8333384" y="3057042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11" name="TextBox 3"/>
          <p:cNvSpPr txBox="1"/>
          <p:nvPr/>
        </p:nvSpPr>
        <p:spPr>
          <a:xfrm>
            <a:off x="8453272" y="3028239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2,328</a:t>
            </a:r>
            <a:endParaRPr lang="en-US" dirty="0"/>
          </a:p>
        </p:txBody>
      </p:sp>
      <p:sp>
        <p:nvSpPr>
          <p:cNvPr id="10112" name="Rectangle 4"/>
          <p:cNvSpPr>
            <a:spLocks noChangeArrowheads="1"/>
          </p:cNvSpPr>
          <p:nvPr/>
        </p:nvSpPr>
        <p:spPr bwMode="auto">
          <a:xfrm>
            <a:off x="878255" y="3334804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13" name="TextBox 3"/>
          <p:cNvSpPr txBox="1"/>
          <p:nvPr/>
        </p:nvSpPr>
        <p:spPr>
          <a:xfrm>
            <a:off x="827455" y="330600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8470630</a:t>
            </a:r>
            <a:endParaRPr lang="en-US" dirty="0"/>
          </a:p>
        </p:txBody>
      </p:sp>
      <p:sp>
        <p:nvSpPr>
          <p:cNvPr id="10114" name="Rectangle 4"/>
          <p:cNvSpPr>
            <a:spLocks noChangeArrowheads="1"/>
          </p:cNvSpPr>
          <p:nvPr/>
        </p:nvSpPr>
        <p:spPr bwMode="auto">
          <a:xfrm>
            <a:off x="1365758" y="3334804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15" name="TextBox 3"/>
          <p:cNvSpPr txBox="1"/>
          <p:nvPr/>
        </p:nvSpPr>
        <p:spPr>
          <a:xfrm>
            <a:off x="1314958" y="3306000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0116" name="TextBox 3"/>
          <p:cNvSpPr txBox="1"/>
          <p:nvPr/>
        </p:nvSpPr>
        <p:spPr>
          <a:xfrm>
            <a:off x="1314958" y="3423450"/>
            <a:ext cx="6747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Investment</a:t>
            </a:r>
            <a:endParaRPr lang="en-US" dirty="0"/>
          </a:p>
        </p:txBody>
      </p:sp>
      <p:sp>
        <p:nvSpPr>
          <p:cNvPr id="10117" name="Rectangle 4"/>
          <p:cNvSpPr>
            <a:spLocks noChangeArrowheads="1"/>
          </p:cNvSpPr>
          <p:nvPr/>
        </p:nvSpPr>
        <p:spPr bwMode="auto">
          <a:xfrm>
            <a:off x="2163546" y="3334804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18" name="TextBox 3"/>
          <p:cNvSpPr txBox="1"/>
          <p:nvPr/>
        </p:nvSpPr>
        <p:spPr>
          <a:xfrm>
            <a:off x="2112746" y="330600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10119" name="Rectangle 4"/>
          <p:cNvSpPr>
            <a:spLocks noChangeArrowheads="1"/>
          </p:cNvSpPr>
          <p:nvPr/>
        </p:nvSpPr>
        <p:spPr bwMode="auto">
          <a:xfrm>
            <a:off x="2622702" y="3334804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20" name="TextBox 3"/>
          <p:cNvSpPr txBox="1"/>
          <p:nvPr/>
        </p:nvSpPr>
        <p:spPr>
          <a:xfrm>
            <a:off x="2571902" y="3306000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10121" name="TextBox 3"/>
          <p:cNvSpPr txBox="1"/>
          <p:nvPr/>
        </p:nvSpPr>
        <p:spPr>
          <a:xfrm>
            <a:off x="2571902" y="3423450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10122" name="TextBox 3"/>
          <p:cNvSpPr txBox="1"/>
          <p:nvPr/>
        </p:nvSpPr>
        <p:spPr>
          <a:xfrm>
            <a:off x="2571902" y="3540899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10123" name="Rectangle 4"/>
          <p:cNvSpPr>
            <a:spLocks noChangeArrowheads="1"/>
          </p:cNvSpPr>
          <p:nvPr/>
        </p:nvSpPr>
        <p:spPr bwMode="auto">
          <a:xfrm>
            <a:off x="3680282" y="3334804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24" name="TextBox 3"/>
          <p:cNvSpPr txBox="1"/>
          <p:nvPr/>
        </p:nvSpPr>
        <p:spPr>
          <a:xfrm>
            <a:off x="3629482" y="330600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847.8470630.1.412125.000000.847001.100178</a:t>
            </a:r>
            <a:endParaRPr lang="en-US" dirty="0"/>
          </a:p>
        </p:txBody>
      </p:sp>
      <p:sp>
        <p:nvSpPr>
          <p:cNvPr id="10125" name="Rectangle 4"/>
          <p:cNvSpPr>
            <a:spLocks noChangeArrowheads="1"/>
          </p:cNvSpPr>
          <p:nvPr/>
        </p:nvSpPr>
        <p:spPr bwMode="auto">
          <a:xfrm>
            <a:off x="5918962" y="333480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26" name="TextBox 3"/>
          <p:cNvSpPr txBox="1"/>
          <p:nvPr/>
        </p:nvSpPr>
        <p:spPr>
          <a:xfrm>
            <a:off x="6072225" y="330600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389,477</a:t>
            </a:r>
            <a:endParaRPr lang="en-US" dirty="0"/>
          </a:p>
        </p:txBody>
      </p:sp>
      <p:sp>
        <p:nvSpPr>
          <p:cNvPr id="10127" name="Rectangle 4"/>
          <p:cNvSpPr>
            <a:spLocks noChangeArrowheads="1"/>
          </p:cNvSpPr>
          <p:nvPr/>
        </p:nvSpPr>
        <p:spPr bwMode="auto">
          <a:xfrm>
            <a:off x="6566408" y="333480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28" name="TextBox 3"/>
          <p:cNvSpPr txBox="1"/>
          <p:nvPr/>
        </p:nvSpPr>
        <p:spPr>
          <a:xfrm>
            <a:off x="6719671" y="330600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433,477</a:t>
            </a:r>
            <a:endParaRPr lang="en-US" dirty="0"/>
          </a:p>
        </p:txBody>
      </p:sp>
      <p:sp>
        <p:nvSpPr>
          <p:cNvPr id="10129" name="Rectangle 4"/>
          <p:cNvSpPr>
            <a:spLocks noChangeArrowheads="1"/>
          </p:cNvSpPr>
          <p:nvPr/>
        </p:nvSpPr>
        <p:spPr bwMode="auto">
          <a:xfrm>
            <a:off x="7213854" y="333480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30" name="TextBox 3"/>
          <p:cNvSpPr txBox="1"/>
          <p:nvPr/>
        </p:nvSpPr>
        <p:spPr>
          <a:xfrm>
            <a:off x="7367118" y="330600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432,794</a:t>
            </a:r>
            <a:endParaRPr lang="en-US" dirty="0"/>
          </a:p>
        </p:txBody>
      </p:sp>
      <p:sp>
        <p:nvSpPr>
          <p:cNvPr id="10131" name="Rectangle 4"/>
          <p:cNvSpPr>
            <a:spLocks noChangeArrowheads="1"/>
          </p:cNvSpPr>
          <p:nvPr/>
        </p:nvSpPr>
        <p:spPr bwMode="auto">
          <a:xfrm>
            <a:off x="7861300" y="3334804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32" name="Rectangle 4"/>
          <p:cNvSpPr>
            <a:spLocks noChangeArrowheads="1"/>
          </p:cNvSpPr>
          <p:nvPr/>
        </p:nvSpPr>
        <p:spPr bwMode="auto">
          <a:xfrm>
            <a:off x="8094497" y="3334804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33" name="Rectangle 4"/>
          <p:cNvSpPr>
            <a:spLocks noChangeArrowheads="1"/>
          </p:cNvSpPr>
          <p:nvPr/>
        </p:nvSpPr>
        <p:spPr bwMode="auto">
          <a:xfrm>
            <a:off x="8333384" y="3334804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34" name="TextBox 3"/>
          <p:cNvSpPr txBox="1"/>
          <p:nvPr/>
        </p:nvSpPr>
        <p:spPr>
          <a:xfrm>
            <a:off x="8538006" y="3306000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683</a:t>
            </a:r>
            <a:endParaRPr lang="en-US" dirty="0"/>
          </a:p>
        </p:txBody>
      </p:sp>
      <p:sp>
        <p:nvSpPr>
          <p:cNvPr id="10135" name="Rectangle 4"/>
          <p:cNvSpPr>
            <a:spLocks noChangeArrowheads="1"/>
          </p:cNvSpPr>
          <p:nvPr/>
        </p:nvSpPr>
        <p:spPr bwMode="auto">
          <a:xfrm>
            <a:off x="878255" y="3730015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36" name="TextBox 3"/>
          <p:cNvSpPr txBox="1"/>
          <p:nvPr/>
        </p:nvSpPr>
        <p:spPr>
          <a:xfrm>
            <a:off x="827455" y="370121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8470630</a:t>
            </a:r>
            <a:endParaRPr lang="en-US" dirty="0"/>
          </a:p>
        </p:txBody>
      </p:sp>
      <p:sp>
        <p:nvSpPr>
          <p:cNvPr id="10137" name="Rectangle 4"/>
          <p:cNvSpPr>
            <a:spLocks noChangeArrowheads="1"/>
          </p:cNvSpPr>
          <p:nvPr/>
        </p:nvSpPr>
        <p:spPr bwMode="auto">
          <a:xfrm>
            <a:off x="1365758" y="3730015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38" name="TextBox 3"/>
          <p:cNvSpPr txBox="1"/>
          <p:nvPr/>
        </p:nvSpPr>
        <p:spPr>
          <a:xfrm>
            <a:off x="1314958" y="370121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0139" name="TextBox 3"/>
          <p:cNvSpPr txBox="1"/>
          <p:nvPr/>
        </p:nvSpPr>
        <p:spPr>
          <a:xfrm>
            <a:off x="1314958" y="3818661"/>
            <a:ext cx="6747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Investment</a:t>
            </a:r>
            <a:endParaRPr lang="en-US" dirty="0"/>
          </a:p>
        </p:txBody>
      </p:sp>
      <p:sp>
        <p:nvSpPr>
          <p:cNvPr id="10140" name="Rectangle 4"/>
          <p:cNvSpPr>
            <a:spLocks noChangeArrowheads="1"/>
          </p:cNvSpPr>
          <p:nvPr/>
        </p:nvSpPr>
        <p:spPr bwMode="auto">
          <a:xfrm>
            <a:off x="2163546" y="3730015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41" name="TextBox 3"/>
          <p:cNvSpPr txBox="1"/>
          <p:nvPr/>
        </p:nvSpPr>
        <p:spPr>
          <a:xfrm>
            <a:off x="2112746" y="370121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10142" name="Rectangle 4"/>
          <p:cNvSpPr>
            <a:spLocks noChangeArrowheads="1"/>
          </p:cNvSpPr>
          <p:nvPr/>
        </p:nvSpPr>
        <p:spPr bwMode="auto">
          <a:xfrm>
            <a:off x="2622702" y="3730015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43" name="TextBox 3"/>
          <p:cNvSpPr txBox="1"/>
          <p:nvPr/>
        </p:nvSpPr>
        <p:spPr>
          <a:xfrm>
            <a:off x="2571902" y="3701211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10144" name="TextBox 3"/>
          <p:cNvSpPr txBox="1"/>
          <p:nvPr/>
        </p:nvSpPr>
        <p:spPr>
          <a:xfrm>
            <a:off x="2571902" y="3818661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10145" name="Rectangle 4"/>
          <p:cNvSpPr>
            <a:spLocks noChangeArrowheads="1"/>
          </p:cNvSpPr>
          <p:nvPr/>
        </p:nvSpPr>
        <p:spPr bwMode="auto">
          <a:xfrm>
            <a:off x="3680282" y="3730015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46" name="TextBox 3"/>
          <p:cNvSpPr txBox="1"/>
          <p:nvPr/>
        </p:nvSpPr>
        <p:spPr>
          <a:xfrm>
            <a:off x="3629482" y="370121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847.8470630.1.412534.000000.847001.100178</a:t>
            </a:r>
            <a:endParaRPr lang="en-US" dirty="0"/>
          </a:p>
        </p:txBody>
      </p:sp>
      <p:sp>
        <p:nvSpPr>
          <p:cNvPr id="10147" name="Rectangle 4"/>
          <p:cNvSpPr>
            <a:spLocks noChangeArrowheads="1"/>
          </p:cNvSpPr>
          <p:nvPr/>
        </p:nvSpPr>
        <p:spPr bwMode="auto">
          <a:xfrm>
            <a:off x="5918962" y="373001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48" name="TextBox 3"/>
          <p:cNvSpPr txBox="1"/>
          <p:nvPr/>
        </p:nvSpPr>
        <p:spPr>
          <a:xfrm>
            <a:off x="6382918" y="370121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0149" name="Rectangle 4"/>
          <p:cNvSpPr>
            <a:spLocks noChangeArrowheads="1"/>
          </p:cNvSpPr>
          <p:nvPr/>
        </p:nvSpPr>
        <p:spPr bwMode="auto">
          <a:xfrm>
            <a:off x="6566408" y="373001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50" name="TextBox 3"/>
          <p:cNvSpPr txBox="1"/>
          <p:nvPr/>
        </p:nvSpPr>
        <p:spPr>
          <a:xfrm>
            <a:off x="6776161" y="370121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19,250</a:t>
            </a:r>
            <a:endParaRPr lang="en-US" dirty="0"/>
          </a:p>
        </p:txBody>
      </p:sp>
      <p:sp>
        <p:nvSpPr>
          <p:cNvPr id="10151" name="Rectangle 4"/>
          <p:cNvSpPr>
            <a:spLocks noChangeArrowheads="1"/>
          </p:cNvSpPr>
          <p:nvPr/>
        </p:nvSpPr>
        <p:spPr bwMode="auto">
          <a:xfrm>
            <a:off x="7213854" y="373001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52" name="TextBox 3"/>
          <p:cNvSpPr txBox="1"/>
          <p:nvPr/>
        </p:nvSpPr>
        <p:spPr>
          <a:xfrm>
            <a:off x="7423607" y="370121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19,250</a:t>
            </a:r>
            <a:endParaRPr lang="en-US" dirty="0"/>
          </a:p>
        </p:txBody>
      </p:sp>
      <p:sp>
        <p:nvSpPr>
          <p:cNvPr id="10153" name="Rectangle 4"/>
          <p:cNvSpPr>
            <a:spLocks noChangeArrowheads="1"/>
          </p:cNvSpPr>
          <p:nvPr/>
        </p:nvSpPr>
        <p:spPr bwMode="auto">
          <a:xfrm>
            <a:off x="7861300" y="3730015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54" name="Rectangle 4"/>
          <p:cNvSpPr>
            <a:spLocks noChangeArrowheads="1"/>
          </p:cNvSpPr>
          <p:nvPr/>
        </p:nvSpPr>
        <p:spPr bwMode="auto">
          <a:xfrm>
            <a:off x="8094497" y="3730015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55" name="Rectangle 4"/>
          <p:cNvSpPr>
            <a:spLocks noChangeArrowheads="1"/>
          </p:cNvSpPr>
          <p:nvPr/>
        </p:nvSpPr>
        <p:spPr bwMode="auto">
          <a:xfrm>
            <a:off x="8333384" y="3730015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56" name="TextBox 3"/>
          <p:cNvSpPr txBox="1"/>
          <p:nvPr/>
        </p:nvSpPr>
        <p:spPr>
          <a:xfrm>
            <a:off x="8650986" y="370121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0157" name="Rectangle 4"/>
          <p:cNvSpPr>
            <a:spLocks noChangeArrowheads="1"/>
          </p:cNvSpPr>
          <p:nvPr/>
        </p:nvSpPr>
        <p:spPr bwMode="auto">
          <a:xfrm>
            <a:off x="878255" y="4007777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58" name="TextBox 3"/>
          <p:cNvSpPr txBox="1"/>
          <p:nvPr/>
        </p:nvSpPr>
        <p:spPr>
          <a:xfrm>
            <a:off x="827455" y="397897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8470630</a:t>
            </a:r>
            <a:endParaRPr lang="en-US" dirty="0"/>
          </a:p>
        </p:txBody>
      </p:sp>
      <p:sp>
        <p:nvSpPr>
          <p:cNvPr id="10159" name="Rectangle 4"/>
          <p:cNvSpPr>
            <a:spLocks noChangeArrowheads="1"/>
          </p:cNvSpPr>
          <p:nvPr/>
        </p:nvSpPr>
        <p:spPr bwMode="auto">
          <a:xfrm>
            <a:off x="1365758" y="4007777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60" name="TextBox 3"/>
          <p:cNvSpPr txBox="1"/>
          <p:nvPr/>
        </p:nvSpPr>
        <p:spPr>
          <a:xfrm>
            <a:off x="1314958" y="397897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0161" name="TextBox 3"/>
          <p:cNvSpPr txBox="1"/>
          <p:nvPr/>
        </p:nvSpPr>
        <p:spPr>
          <a:xfrm>
            <a:off x="1314958" y="4096423"/>
            <a:ext cx="6747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Investment</a:t>
            </a:r>
            <a:endParaRPr lang="en-US" dirty="0"/>
          </a:p>
        </p:txBody>
      </p:sp>
      <p:sp>
        <p:nvSpPr>
          <p:cNvPr id="10162" name="Rectangle 4"/>
          <p:cNvSpPr>
            <a:spLocks noChangeArrowheads="1"/>
          </p:cNvSpPr>
          <p:nvPr/>
        </p:nvSpPr>
        <p:spPr bwMode="auto">
          <a:xfrm>
            <a:off x="2163546" y="4007777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63" name="TextBox 3"/>
          <p:cNvSpPr txBox="1"/>
          <p:nvPr/>
        </p:nvSpPr>
        <p:spPr>
          <a:xfrm>
            <a:off x="2112746" y="397897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10164" name="Rectangle 4"/>
          <p:cNvSpPr>
            <a:spLocks noChangeArrowheads="1"/>
          </p:cNvSpPr>
          <p:nvPr/>
        </p:nvSpPr>
        <p:spPr bwMode="auto">
          <a:xfrm>
            <a:off x="2622702" y="4007777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65" name="TextBox 3"/>
          <p:cNvSpPr txBox="1"/>
          <p:nvPr/>
        </p:nvSpPr>
        <p:spPr>
          <a:xfrm>
            <a:off x="2571902" y="3978973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10166" name="Rectangle 4"/>
          <p:cNvSpPr>
            <a:spLocks noChangeArrowheads="1"/>
          </p:cNvSpPr>
          <p:nvPr/>
        </p:nvSpPr>
        <p:spPr bwMode="auto">
          <a:xfrm>
            <a:off x="3680282" y="4007777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67" name="TextBox 3"/>
          <p:cNvSpPr txBox="1"/>
          <p:nvPr/>
        </p:nvSpPr>
        <p:spPr>
          <a:xfrm>
            <a:off x="3629482" y="397897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847.8470630.1.412546.000000.847001.100178</a:t>
            </a:r>
            <a:endParaRPr lang="en-US" dirty="0"/>
          </a:p>
        </p:txBody>
      </p:sp>
      <p:sp>
        <p:nvSpPr>
          <p:cNvPr id="10168" name="Rectangle 4"/>
          <p:cNvSpPr>
            <a:spLocks noChangeArrowheads="1"/>
          </p:cNvSpPr>
          <p:nvPr/>
        </p:nvSpPr>
        <p:spPr bwMode="auto">
          <a:xfrm>
            <a:off x="5918962" y="400777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69" name="TextBox 3"/>
          <p:cNvSpPr txBox="1"/>
          <p:nvPr/>
        </p:nvSpPr>
        <p:spPr>
          <a:xfrm>
            <a:off x="6128715" y="397897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10,871</a:t>
            </a:r>
            <a:endParaRPr lang="en-US" dirty="0"/>
          </a:p>
        </p:txBody>
      </p:sp>
      <p:sp>
        <p:nvSpPr>
          <p:cNvPr id="10170" name="Rectangle 4"/>
          <p:cNvSpPr>
            <a:spLocks noChangeArrowheads="1"/>
          </p:cNvSpPr>
          <p:nvPr/>
        </p:nvSpPr>
        <p:spPr bwMode="auto">
          <a:xfrm>
            <a:off x="6566408" y="400777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71" name="TextBox 3"/>
          <p:cNvSpPr txBox="1"/>
          <p:nvPr/>
        </p:nvSpPr>
        <p:spPr>
          <a:xfrm>
            <a:off x="6776161" y="397897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10,871</a:t>
            </a:r>
            <a:endParaRPr lang="en-US" dirty="0"/>
          </a:p>
        </p:txBody>
      </p:sp>
      <p:sp>
        <p:nvSpPr>
          <p:cNvPr id="10172" name="Rectangle 4"/>
          <p:cNvSpPr>
            <a:spLocks noChangeArrowheads="1"/>
          </p:cNvSpPr>
          <p:nvPr/>
        </p:nvSpPr>
        <p:spPr bwMode="auto">
          <a:xfrm>
            <a:off x="7213854" y="400777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73" name="TextBox 3"/>
          <p:cNvSpPr txBox="1"/>
          <p:nvPr/>
        </p:nvSpPr>
        <p:spPr>
          <a:xfrm>
            <a:off x="7423607" y="397897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10,824</a:t>
            </a:r>
            <a:endParaRPr lang="en-US" dirty="0"/>
          </a:p>
        </p:txBody>
      </p:sp>
      <p:sp>
        <p:nvSpPr>
          <p:cNvPr id="10174" name="Rectangle 4"/>
          <p:cNvSpPr>
            <a:spLocks noChangeArrowheads="1"/>
          </p:cNvSpPr>
          <p:nvPr/>
        </p:nvSpPr>
        <p:spPr bwMode="auto">
          <a:xfrm>
            <a:off x="7861300" y="4007777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75" name="Rectangle 4"/>
          <p:cNvSpPr>
            <a:spLocks noChangeArrowheads="1"/>
          </p:cNvSpPr>
          <p:nvPr/>
        </p:nvSpPr>
        <p:spPr bwMode="auto">
          <a:xfrm>
            <a:off x="8094497" y="4007777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76" name="Rectangle 4"/>
          <p:cNvSpPr>
            <a:spLocks noChangeArrowheads="1"/>
          </p:cNvSpPr>
          <p:nvPr/>
        </p:nvSpPr>
        <p:spPr bwMode="auto">
          <a:xfrm>
            <a:off x="8333384" y="4007777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77" name="TextBox 3"/>
          <p:cNvSpPr txBox="1"/>
          <p:nvPr/>
        </p:nvSpPr>
        <p:spPr>
          <a:xfrm>
            <a:off x="8594496" y="3978973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47</a:t>
            </a:r>
            <a:endParaRPr lang="en-US" dirty="0"/>
          </a:p>
        </p:txBody>
      </p:sp>
      <p:sp>
        <p:nvSpPr>
          <p:cNvPr id="10178" name="Rectangle 4"/>
          <p:cNvSpPr>
            <a:spLocks noChangeArrowheads="1"/>
          </p:cNvSpPr>
          <p:nvPr/>
        </p:nvSpPr>
        <p:spPr bwMode="auto">
          <a:xfrm>
            <a:off x="878255" y="4285539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79" name="TextBox 3"/>
          <p:cNvSpPr txBox="1"/>
          <p:nvPr/>
        </p:nvSpPr>
        <p:spPr>
          <a:xfrm>
            <a:off x="827455" y="425673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8470630</a:t>
            </a:r>
            <a:endParaRPr lang="en-US" dirty="0"/>
          </a:p>
        </p:txBody>
      </p:sp>
      <p:sp>
        <p:nvSpPr>
          <p:cNvPr id="10180" name="Rectangle 4"/>
          <p:cNvSpPr>
            <a:spLocks noChangeArrowheads="1"/>
          </p:cNvSpPr>
          <p:nvPr/>
        </p:nvSpPr>
        <p:spPr bwMode="auto">
          <a:xfrm>
            <a:off x="1365758" y="4285539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81" name="TextBox 3"/>
          <p:cNvSpPr txBox="1"/>
          <p:nvPr/>
        </p:nvSpPr>
        <p:spPr>
          <a:xfrm>
            <a:off x="1314958" y="425673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0182" name="TextBox 3"/>
          <p:cNvSpPr txBox="1"/>
          <p:nvPr/>
        </p:nvSpPr>
        <p:spPr>
          <a:xfrm>
            <a:off x="1314958" y="4374184"/>
            <a:ext cx="6747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Investment</a:t>
            </a:r>
            <a:endParaRPr lang="en-US" dirty="0"/>
          </a:p>
        </p:txBody>
      </p:sp>
      <p:sp>
        <p:nvSpPr>
          <p:cNvPr id="10183" name="Rectangle 4"/>
          <p:cNvSpPr>
            <a:spLocks noChangeArrowheads="1"/>
          </p:cNvSpPr>
          <p:nvPr/>
        </p:nvSpPr>
        <p:spPr bwMode="auto">
          <a:xfrm>
            <a:off x="2163546" y="4285539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84" name="TextBox 3"/>
          <p:cNvSpPr txBox="1"/>
          <p:nvPr/>
        </p:nvSpPr>
        <p:spPr>
          <a:xfrm>
            <a:off x="2112746" y="425673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10185" name="Rectangle 4"/>
          <p:cNvSpPr>
            <a:spLocks noChangeArrowheads="1"/>
          </p:cNvSpPr>
          <p:nvPr/>
        </p:nvSpPr>
        <p:spPr bwMode="auto">
          <a:xfrm>
            <a:off x="2622702" y="4285539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86" name="TextBox 3"/>
          <p:cNvSpPr txBox="1"/>
          <p:nvPr/>
        </p:nvSpPr>
        <p:spPr>
          <a:xfrm>
            <a:off x="2571902" y="4256735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10187" name="TextBox 3"/>
          <p:cNvSpPr txBox="1"/>
          <p:nvPr/>
        </p:nvSpPr>
        <p:spPr>
          <a:xfrm>
            <a:off x="2571902" y="4374184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10188" name="Rectangle 4"/>
          <p:cNvSpPr>
            <a:spLocks noChangeArrowheads="1"/>
          </p:cNvSpPr>
          <p:nvPr/>
        </p:nvSpPr>
        <p:spPr bwMode="auto">
          <a:xfrm>
            <a:off x="3680282" y="4285539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89" name="TextBox 3"/>
          <p:cNvSpPr txBox="1"/>
          <p:nvPr/>
        </p:nvSpPr>
        <p:spPr>
          <a:xfrm>
            <a:off x="3629482" y="425673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847.8470630.1.415110.000000.847001.100178</a:t>
            </a:r>
            <a:endParaRPr lang="en-US" dirty="0"/>
          </a:p>
        </p:txBody>
      </p:sp>
      <p:sp>
        <p:nvSpPr>
          <p:cNvPr id="10190" name="Rectangle 4"/>
          <p:cNvSpPr>
            <a:spLocks noChangeArrowheads="1"/>
          </p:cNvSpPr>
          <p:nvPr/>
        </p:nvSpPr>
        <p:spPr bwMode="auto">
          <a:xfrm>
            <a:off x="5918962" y="428553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91" name="TextBox 3"/>
          <p:cNvSpPr txBox="1"/>
          <p:nvPr/>
        </p:nvSpPr>
        <p:spPr>
          <a:xfrm>
            <a:off x="6128715" y="425673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50,871</a:t>
            </a:r>
            <a:endParaRPr lang="en-US" dirty="0"/>
          </a:p>
        </p:txBody>
      </p:sp>
      <p:sp>
        <p:nvSpPr>
          <p:cNvPr id="10192" name="Rectangle 4"/>
          <p:cNvSpPr>
            <a:spLocks noChangeArrowheads="1"/>
          </p:cNvSpPr>
          <p:nvPr/>
        </p:nvSpPr>
        <p:spPr bwMode="auto">
          <a:xfrm>
            <a:off x="6566408" y="428553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93" name="TextBox 3"/>
          <p:cNvSpPr txBox="1"/>
          <p:nvPr/>
        </p:nvSpPr>
        <p:spPr>
          <a:xfrm>
            <a:off x="6776161" y="425673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50,871</a:t>
            </a:r>
            <a:endParaRPr lang="en-US" dirty="0"/>
          </a:p>
        </p:txBody>
      </p:sp>
      <p:sp>
        <p:nvSpPr>
          <p:cNvPr id="10194" name="Rectangle 4"/>
          <p:cNvSpPr>
            <a:spLocks noChangeArrowheads="1"/>
          </p:cNvSpPr>
          <p:nvPr/>
        </p:nvSpPr>
        <p:spPr bwMode="auto">
          <a:xfrm>
            <a:off x="7213854" y="428553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95" name="TextBox 3"/>
          <p:cNvSpPr txBox="1"/>
          <p:nvPr/>
        </p:nvSpPr>
        <p:spPr>
          <a:xfrm>
            <a:off x="7423607" y="425673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50,652</a:t>
            </a:r>
            <a:endParaRPr lang="en-US" dirty="0"/>
          </a:p>
        </p:txBody>
      </p:sp>
      <p:sp>
        <p:nvSpPr>
          <p:cNvPr id="10196" name="Rectangle 4"/>
          <p:cNvSpPr>
            <a:spLocks noChangeArrowheads="1"/>
          </p:cNvSpPr>
          <p:nvPr/>
        </p:nvSpPr>
        <p:spPr bwMode="auto">
          <a:xfrm>
            <a:off x="7861300" y="4285539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97" name="Rectangle 4"/>
          <p:cNvSpPr>
            <a:spLocks noChangeArrowheads="1"/>
          </p:cNvSpPr>
          <p:nvPr/>
        </p:nvSpPr>
        <p:spPr bwMode="auto">
          <a:xfrm>
            <a:off x="8094497" y="4285539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98" name="Rectangle 4"/>
          <p:cNvSpPr>
            <a:spLocks noChangeArrowheads="1"/>
          </p:cNvSpPr>
          <p:nvPr/>
        </p:nvSpPr>
        <p:spPr bwMode="auto">
          <a:xfrm>
            <a:off x="8333384" y="4285539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199" name="TextBox 3"/>
          <p:cNvSpPr txBox="1"/>
          <p:nvPr/>
        </p:nvSpPr>
        <p:spPr>
          <a:xfrm>
            <a:off x="8538006" y="4256735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219</a:t>
            </a:r>
            <a:endParaRPr lang="en-US" dirty="0"/>
          </a:p>
        </p:txBody>
      </p:sp>
      <p:sp>
        <p:nvSpPr>
          <p:cNvPr id="10200" name="Rectangle 4"/>
          <p:cNvSpPr>
            <a:spLocks noChangeArrowheads="1"/>
          </p:cNvSpPr>
          <p:nvPr/>
        </p:nvSpPr>
        <p:spPr bwMode="auto">
          <a:xfrm>
            <a:off x="878255" y="4563300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01" name="TextBox 3"/>
          <p:cNvSpPr txBox="1"/>
          <p:nvPr/>
        </p:nvSpPr>
        <p:spPr>
          <a:xfrm>
            <a:off x="827455" y="453449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8470630</a:t>
            </a:r>
            <a:endParaRPr lang="en-US" dirty="0"/>
          </a:p>
        </p:txBody>
      </p:sp>
      <p:sp>
        <p:nvSpPr>
          <p:cNvPr id="10202" name="Rectangle 4"/>
          <p:cNvSpPr>
            <a:spLocks noChangeArrowheads="1"/>
          </p:cNvSpPr>
          <p:nvPr/>
        </p:nvSpPr>
        <p:spPr bwMode="auto">
          <a:xfrm>
            <a:off x="1365758" y="4563300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03" name="TextBox 3"/>
          <p:cNvSpPr txBox="1"/>
          <p:nvPr/>
        </p:nvSpPr>
        <p:spPr>
          <a:xfrm>
            <a:off x="1314958" y="4534497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0204" name="TextBox 3"/>
          <p:cNvSpPr txBox="1"/>
          <p:nvPr/>
        </p:nvSpPr>
        <p:spPr>
          <a:xfrm>
            <a:off x="1314958" y="4651946"/>
            <a:ext cx="6747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Investment</a:t>
            </a:r>
            <a:endParaRPr lang="en-US" dirty="0"/>
          </a:p>
        </p:txBody>
      </p:sp>
      <p:sp>
        <p:nvSpPr>
          <p:cNvPr id="10205" name="Rectangle 4"/>
          <p:cNvSpPr>
            <a:spLocks noChangeArrowheads="1"/>
          </p:cNvSpPr>
          <p:nvPr/>
        </p:nvSpPr>
        <p:spPr bwMode="auto">
          <a:xfrm>
            <a:off x="2163546" y="4563300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06" name="TextBox 3"/>
          <p:cNvSpPr txBox="1"/>
          <p:nvPr/>
        </p:nvSpPr>
        <p:spPr>
          <a:xfrm>
            <a:off x="2112746" y="453449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10207" name="Rectangle 4"/>
          <p:cNvSpPr>
            <a:spLocks noChangeArrowheads="1"/>
          </p:cNvSpPr>
          <p:nvPr/>
        </p:nvSpPr>
        <p:spPr bwMode="auto">
          <a:xfrm>
            <a:off x="2622702" y="4563300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08" name="TextBox 3"/>
          <p:cNvSpPr txBox="1"/>
          <p:nvPr/>
        </p:nvSpPr>
        <p:spPr>
          <a:xfrm>
            <a:off x="2571902" y="4534497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10209" name="TextBox 3"/>
          <p:cNvSpPr txBox="1"/>
          <p:nvPr/>
        </p:nvSpPr>
        <p:spPr>
          <a:xfrm>
            <a:off x="2571902" y="4651946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10210" name="Rectangle 4"/>
          <p:cNvSpPr>
            <a:spLocks noChangeArrowheads="1"/>
          </p:cNvSpPr>
          <p:nvPr/>
        </p:nvSpPr>
        <p:spPr bwMode="auto">
          <a:xfrm>
            <a:off x="3680282" y="4563300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11" name="TextBox 3"/>
          <p:cNvSpPr txBox="1"/>
          <p:nvPr/>
        </p:nvSpPr>
        <p:spPr>
          <a:xfrm>
            <a:off x="3629482" y="453449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847.8470630.1.416110.000000.847001.100178</a:t>
            </a:r>
            <a:endParaRPr lang="en-US" dirty="0"/>
          </a:p>
        </p:txBody>
      </p:sp>
      <p:sp>
        <p:nvSpPr>
          <p:cNvPr id="10212" name="Rectangle 4"/>
          <p:cNvSpPr>
            <a:spLocks noChangeArrowheads="1"/>
          </p:cNvSpPr>
          <p:nvPr/>
        </p:nvSpPr>
        <p:spPr bwMode="auto">
          <a:xfrm>
            <a:off x="5918962" y="456330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13" name="TextBox 3"/>
          <p:cNvSpPr txBox="1"/>
          <p:nvPr/>
        </p:nvSpPr>
        <p:spPr>
          <a:xfrm>
            <a:off x="6382918" y="453449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0214" name="Rectangle 4"/>
          <p:cNvSpPr>
            <a:spLocks noChangeArrowheads="1"/>
          </p:cNvSpPr>
          <p:nvPr/>
        </p:nvSpPr>
        <p:spPr bwMode="auto">
          <a:xfrm>
            <a:off x="6566408" y="456330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15" name="TextBox 3"/>
          <p:cNvSpPr txBox="1"/>
          <p:nvPr/>
        </p:nvSpPr>
        <p:spPr>
          <a:xfrm>
            <a:off x="6776161" y="453449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14,600</a:t>
            </a:r>
            <a:endParaRPr lang="en-US" dirty="0"/>
          </a:p>
        </p:txBody>
      </p:sp>
      <p:sp>
        <p:nvSpPr>
          <p:cNvPr id="10216" name="Rectangle 4"/>
          <p:cNvSpPr>
            <a:spLocks noChangeArrowheads="1"/>
          </p:cNvSpPr>
          <p:nvPr/>
        </p:nvSpPr>
        <p:spPr bwMode="auto">
          <a:xfrm>
            <a:off x="7213854" y="456330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17" name="TextBox 3"/>
          <p:cNvSpPr txBox="1"/>
          <p:nvPr/>
        </p:nvSpPr>
        <p:spPr>
          <a:xfrm>
            <a:off x="7423607" y="453449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14,600</a:t>
            </a:r>
            <a:endParaRPr lang="en-US" dirty="0"/>
          </a:p>
        </p:txBody>
      </p:sp>
      <p:sp>
        <p:nvSpPr>
          <p:cNvPr id="10218" name="Rectangle 4"/>
          <p:cNvSpPr>
            <a:spLocks noChangeArrowheads="1"/>
          </p:cNvSpPr>
          <p:nvPr/>
        </p:nvSpPr>
        <p:spPr bwMode="auto">
          <a:xfrm>
            <a:off x="7861300" y="4563300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19" name="Rectangle 4"/>
          <p:cNvSpPr>
            <a:spLocks noChangeArrowheads="1"/>
          </p:cNvSpPr>
          <p:nvPr/>
        </p:nvSpPr>
        <p:spPr bwMode="auto">
          <a:xfrm>
            <a:off x="8094497" y="4563300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20" name="Rectangle 4"/>
          <p:cNvSpPr>
            <a:spLocks noChangeArrowheads="1"/>
          </p:cNvSpPr>
          <p:nvPr/>
        </p:nvSpPr>
        <p:spPr bwMode="auto">
          <a:xfrm>
            <a:off x="8333384" y="4563300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21" name="TextBox 3"/>
          <p:cNvSpPr txBox="1"/>
          <p:nvPr/>
        </p:nvSpPr>
        <p:spPr>
          <a:xfrm>
            <a:off x="8650986" y="453449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0222" name="Rectangle 4"/>
          <p:cNvSpPr>
            <a:spLocks noChangeArrowheads="1"/>
          </p:cNvSpPr>
          <p:nvPr/>
        </p:nvSpPr>
        <p:spPr bwMode="auto">
          <a:xfrm>
            <a:off x="878255" y="4841062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23" name="TextBox 3"/>
          <p:cNvSpPr txBox="1"/>
          <p:nvPr/>
        </p:nvSpPr>
        <p:spPr>
          <a:xfrm>
            <a:off x="827455" y="481225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8470630</a:t>
            </a:r>
            <a:endParaRPr lang="en-US" dirty="0"/>
          </a:p>
        </p:txBody>
      </p:sp>
      <p:sp>
        <p:nvSpPr>
          <p:cNvPr id="10224" name="Rectangle 4"/>
          <p:cNvSpPr>
            <a:spLocks noChangeArrowheads="1"/>
          </p:cNvSpPr>
          <p:nvPr/>
        </p:nvSpPr>
        <p:spPr bwMode="auto">
          <a:xfrm>
            <a:off x="1365758" y="4841062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25" name="TextBox 3"/>
          <p:cNvSpPr txBox="1"/>
          <p:nvPr/>
        </p:nvSpPr>
        <p:spPr>
          <a:xfrm>
            <a:off x="1314958" y="4812258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0226" name="TextBox 3"/>
          <p:cNvSpPr txBox="1"/>
          <p:nvPr/>
        </p:nvSpPr>
        <p:spPr>
          <a:xfrm>
            <a:off x="1314958" y="4929708"/>
            <a:ext cx="6747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Investment</a:t>
            </a:r>
            <a:endParaRPr lang="en-US" dirty="0"/>
          </a:p>
        </p:txBody>
      </p:sp>
      <p:sp>
        <p:nvSpPr>
          <p:cNvPr id="10227" name="Rectangle 4"/>
          <p:cNvSpPr>
            <a:spLocks noChangeArrowheads="1"/>
          </p:cNvSpPr>
          <p:nvPr/>
        </p:nvSpPr>
        <p:spPr bwMode="auto">
          <a:xfrm>
            <a:off x="2163546" y="4841062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28" name="TextBox 3"/>
          <p:cNvSpPr txBox="1"/>
          <p:nvPr/>
        </p:nvSpPr>
        <p:spPr>
          <a:xfrm>
            <a:off x="2112746" y="481225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10229" name="Rectangle 4"/>
          <p:cNvSpPr>
            <a:spLocks noChangeArrowheads="1"/>
          </p:cNvSpPr>
          <p:nvPr/>
        </p:nvSpPr>
        <p:spPr bwMode="auto">
          <a:xfrm>
            <a:off x="2622702" y="4841062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30" name="TextBox 3"/>
          <p:cNvSpPr txBox="1"/>
          <p:nvPr/>
        </p:nvSpPr>
        <p:spPr>
          <a:xfrm>
            <a:off x="2571902" y="4812258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10231" name="TextBox 3"/>
          <p:cNvSpPr txBox="1"/>
          <p:nvPr/>
        </p:nvSpPr>
        <p:spPr>
          <a:xfrm>
            <a:off x="2571902" y="4929708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10232" name="Rectangle 4"/>
          <p:cNvSpPr>
            <a:spLocks noChangeArrowheads="1"/>
          </p:cNvSpPr>
          <p:nvPr/>
        </p:nvSpPr>
        <p:spPr bwMode="auto">
          <a:xfrm>
            <a:off x="3680282" y="4841062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33" name="TextBox 3"/>
          <p:cNvSpPr txBox="1"/>
          <p:nvPr/>
        </p:nvSpPr>
        <p:spPr>
          <a:xfrm>
            <a:off x="3629482" y="481225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847.8470630.1.416310.000000.847001.100178</a:t>
            </a:r>
            <a:endParaRPr lang="en-US" dirty="0"/>
          </a:p>
        </p:txBody>
      </p:sp>
      <p:sp>
        <p:nvSpPr>
          <p:cNvPr id="10234" name="Rectangle 4"/>
          <p:cNvSpPr>
            <a:spLocks noChangeArrowheads="1"/>
          </p:cNvSpPr>
          <p:nvPr/>
        </p:nvSpPr>
        <p:spPr bwMode="auto">
          <a:xfrm>
            <a:off x="5918962" y="484106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35" name="TextBox 3"/>
          <p:cNvSpPr txBox="1"/>
          <p:nvPr/>
        </p:nvSpPr>
        <p:spPr>
          <a:xfrm>
            <a:off x="6128715" y="481225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28,331</a:t>
            </a:r>
            <a:endParaRPr lang="en-US" dirty="0"/>
          </a:p>
        </p:txBody>
      </p:sp>
      <p:sp>
        <p:nvSpPr>
          <p:cNvPr id="10236" name="Rectangle 4"/>
          <p:cNvSpPr>
            <a:spLocks noChangeArrowheads="1"/>
          </p:cNvSpPr>
          <p:nvPr/>
        </p:nvSpPr>
        <p:spPr bwMode="auto">
          <a:xfrm>
            <a:off x="6566408" y="484106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37" name="TextBox 3"/>
          <p:cNvSpPr txBox="1"/>
          <p:nvPr/>
        </p:nvSpPr>
        <p:spPr>
          <a:xfrm>
            <a:off x="6776161" y="481225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17,909</a:t>
            </a:r>
            <a:endParaRPr lang="en-US" dirty="0"/>
          </a:p>
        </p:txBody>
      </p:sp>
      <p:sp>
        <p:nvSpPr>
          <p:cNvPr id="10238" name="Rectangle 4"/>
          <p:cNvSpPr>
            <a:spLocks noChangeArrowheads="1"/>
          </p:cNvSpPr>
          <p:nvPr/>
        </p:nvSpPr>
        <p:spPr bwMode="auto">
          <a:xfrm>
            <a:off x="7213854" y="484106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39" name="TextBox 3"/>
          <p:cNvSpPr txBox="1"/>
          <p:nvPr/>
        </p:nvSpPr>
        <p:spPr>
          <a:xfrm>
            <a:off x="7423607" y="481225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17,908</a:t>
            </a:r>
            <a:endParaRPr lang="en-US" dirty="0"/>
          </a:p>
        </p:txBody>
      </p:sp>
      <p:sp>
        <p:nvSpPr>
          <p:cNvPr id="10240" name="Rectangle 4"/>
          <p:cNvSpPr>
            <a:spLocks noChangeArrowheads="1"/>
          </p:cNvSpPr>
          <p:nvPr/>
        </p:nvSpPr>
        <p:spPr bwMode="auto">
          <a:xfrm>
            <a:off x="7861300" y="4841062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41" name="Rectangle 4"/>
          <p:cNvSpPr>
            <a:spLocks noChangeArrowheads="1"/>
          </p:cNvSpPr>
          <p:nvPr/>
        </p:nvSpPr>
        <p:spPr bwMode="auto">
          <a:xfrm>
            <a:off x="8094497" y="4841062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42" name="Rectangle 4"/>
          <p:cNvSpPr>
            <a:spLocks noChangeArrowheads="1"/>
          </p:cNvSpPr>
          <p:nvPr/>
        </p:nvSpPr>
        <p:spPr bwMode="auto">
          <a:xfrm>
            <a:off x="8333384" y="4841062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43" name="TextBox 3"/>
          <p:cNvSpPr txBox="1"/>
          <p:nvPr/>
        </p:nvSpPr>
        <p:spPr>
          <a:xfrm>
            <a:off x="8650986" y="481225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878255" y="5118824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245" name="TextBox 3"/>
          <p:cNvSpPr txBox="1"/>
          <p:nvPr/>
        </p:nvSpPr>
        <p:spPr>
          <a:xfrm>
            <a:off x="827455" y="509002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8470630</a:t>
            </a:r>
            <a:endParaRPr lang="en-US" dirty="0"/>
          </a:p>
        </p:txBody>
      </p:sp>
      <p:sp>
        <p:nvSpPr>
          <p:cNvPr id="10246" name="TextBox 3"/>
          <p:cNvSpPr txBox="1"/>
          <p:nvPr/>
        </p:nvSpPr>
        <p:spPr>
          <a:xfrm>
            <a:off x="827455" y="5207470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0247" name="Rectangle 4"/>
          <p:cNvSpPr>
            <a:spLocks noChangeArrowheads="1"/>
          </p:cNvSpPr>
          <p:nvPr/>
        </p:nvSpPr>
        <p:spPr bwMode="auto">
          <a:xfrm>
            <a:off x="1365758" y="5118824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248" name="Rectangle 4"/>
          <p:cNvSpPr>
            <a:spLocks noChangeArrowheads="1"/>
          </p:cNvSpPr>
          <p:nvPr/>
        </p:nvSpPr>
        <p:spPr bwMode="auto">
          <a:xfrm>
            <a:off x="2163546" y="5118824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249" name="Rectangle 4"/>
          <p:cNvSpPr>
            <a:spLocks noChangeArrowheads="1"/>
          </p:cNvSpPr>
          <p:nvPr/>
        </p:nvSpPr>
        <p:spPr bwMode="auto">
          <a:xfrm>
            <a:off x="2622702" y="5118824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250" name="Rectangle 4"/>
          <p:cNvSpPr>
            <a:spLocks noChangeArrowheads="1"/>
          </p:cNvSpPr>
          <p:nvPr/>
        </p:nvSpPr>
        <p:spPr bwMode="auto">
          <a:xfrm>
            <a:off x="3680282" y="5118824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251" name="Rectangle 4"/>
          <p:cNvSpPr>
            <a:spLocks noChangeArrowheads="1"/>
          </p:cNvSpPr>
          <p:nvPr/>
        </p:nvSpPr>
        <p:spPr bwMode="auto">
          <a:xfrm>
            <a:off x="5918962" y="5118824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252" name="TextBox 3"/>
          <p:cNvSpPr txBox="1"/>
          <p:nvPr/>
        </p:nvSpPr>
        <p:spPr>
          <a:xfrm>
            <a:off x="5987491" y="509002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1,021,758</a:t>
            </a:r>
            <a:endParaRPr lang="en-US" dirty="0"/>
          </a:p>
        </p:txBody>
      </p:sp>
      <p:sp>
        <p:nvSpPr>
          <p:cNvPr id="10253" name="Rectangle 4"/>
          <p:cNvSpPr>
            <a:spLocks noChangeArrowheads="1"/>
          </p:cNvSpPr>
          <p:nvPr/>
        </p:nvSpPr>
        <p:spPr bwMode="auto">
          <a:xfrm>
            <a:off x="6566408" y="5118824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254" name="TextBox 3"/>
          <p:cNvSpPr txBox="1"/>
          <p:nvPr/>
        </p:nvSpPr>
        <p:spPr>
          <a:xfrm>
            <a:off x="6634937" y="509002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1,089,186</a:t>
            </a:r>
            <a:endParaRPr lang="en-US" dirty="0"/>
          </a:p>
        </p:txBody>
      </p:sp>
      <p:sp>
        <p:nvSpPr>
          <p:cNvPr id="10255" name="Rectangle 4"/>
          <p:cNvSpPr>
            <a:spLocks noChangeArrowheads="1"/>
          </p:cNvSpPr>
          <p:nvPr/>
        </p:nvSpPr>
        <p:spPr bwMode="auto">
          <a:xfrm>
            <a:off x="7213854" y="5118824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256" name="TextBox 3"/>
          <p:cNvSpPr txBox="1"/>
          <p:nvPr/>
        </p:nvSpPr>
        <p:spPr>
          <a:xfrm>
            <a:off x="7282383" y="509002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1,085,908</a:t>
            </a:r>
            <a:endParaRPr lang="en-US" dirty="0"/>
          </a:p>
        </p:txBody>
      </p:sp>
      <p:sp>
        <p:nvSpPr>
          <p:cNvPr id="10257" name="Rectangle 4"/>
          <p:cNvSpPr>
            <a:spLocks noChangeArrowheads="1"/>
          </p:cNvSpPr>
          <p:nvPr/>
        </p:nvSpPr>
        <p:spPr bwMode="auto">
          <a:xfrm>
            <a:off x="7861300" y="5118824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258" name="Rectangle 4"/>
          <p:cNvSpPr>
            <a:spLocks noChangeArrowheads="1"/>
          </p:cNvSpPr>
          <p:nvPr/>
        </p:nvSpPr>
        <p:spPr bwMode="auto">
          <a:xfrm>
            <a:off x="8094497" y="5118824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259" name="Rectangle 4"/>
          <p:cNvSpPr>
            <a:spLocks noChangeArrowheads="1"/>
          </p:cNvSpPr>
          <p:nvPr/>
        </p:nvSpPr>
        <p:spPr bwMode="auto">
          <a:xfrm>
            <a:off x="8333384" y="5118824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260" name="TextBox 3"/>
          <p:cNvSpPr txBox="1"/>
          <p:nvPr/>
        </p:nvSpPr>
        <p:spPr>
          <a:xfrm>
            <a:off x="8453272" y="5090020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3,278</a:t>
            </a:r>
            <a:endParaRPr lang="en-US" dirty="0"/>
          </a:p>
        </p:txBody>
      </p:sp>
      <p:sp>
        <p:nvSpPr>
          <p:cNvPr id="10261" name="Rectangle 4"/>
          <p:cNvSpPr>
            <a:spLocks noChangeArrowheads="1"/>
          </p:cNvSpPr>
          <p:nvPr/>
        </p:nvSpPr>
        <p:spPr bwMode="auto">
          <a:xfrm>
            <a:off x="878255" y="5396585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62" name="TextBox 3"/>
          <p:cNvSpPr txBox="1"/>
          <p:nvPr/>
        </p:nvSpPr>
        <p:spPr>
          <a:xfrm>
            <a:off x="827455" y="536778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8470710</a:t>
            </a:r>
            <a:endParaRPr lang="en-US" dirty="0"/>
          </a:p>
        </p:txBody>
      </p:sp>
      <p:sp>
        <p:nvSpPr>
          <p:cNvPr id="10263" name="Rectangle 4"/>
          <p:cNvSpPr>
            <a:spLocks noChangeArrowheads="1"/>
          </p:cNvSpPr>
          <p:nvPr/>
        </p:nvSpPr>
        <p:spPr bwMode="auto">
          <a:xfrm>
            <a:off x="1365758" y="5396585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64" name="TextBox 3"/>
          <p:cNvSpPr txBox="1"/>
          <p:nvPr/>
        </p:nvSpPr>
        <p:spPr>
          <a:xfrm>
            <a:off x="1314958" y="5367782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10265" name="TextBox 3"/>
          <p:cNvSpPr txBox="1"/>
          <p:nvPr/>
        </p:nvSpPr>
        <p:spPr>
          <a:xfrm>
            <a:off x="1314958" y="5485231"/>
            <a:ext cx="5335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Human </a:t>
            </a:r>
            <a:endParaRPr lang="en-US" dirty="0"/>
          </a:p>
        </p:txBody>
      </p:sp>
      <p:sp>
        <p:nvSpPr>
          <p:cNvPr id="10266" name="TextBox 3"/>
          <p:cNvSpPr txBox="1"/>
          <p:nvPr/>
        </p:nvSpPr>
        <p:spPr>
          <a:xfrm>
            <a:off x="1314958" y="5602681"/>
            <a:ext cx="691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 </a:t>
            </a:r>
            <a:endParaRPr lang="en-US" dirty="0"/>
          </a:p>
        </p:txBody>
      </p:sp>
      <p:sp>
        <p:nvSpPr>
          <p:cNvPr id="10267" name="TextBox 3"/>
          <p:cNvSpPr txBox="1"/>
          <p:nvPr/>
        </p:nvSpPr>
        <p:spPr>
          <a:xfrm>
            <a:off x="1314958" y="5720130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0268" name="Rectangle 4"/>
          <p:cNvSpPr>
            <a:spLocks noChangeArrowheads="1"/>
          </p:cNvSpPr>
          <p:nvPr/>
        </p:nvSpPr>
        <p:spPr bwMode="auto">
          <a:xfrm>
            <a:off x="2163546" y="5396585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69" name="TextBox 3"/>
          <p:cNvSpPr txBox="1"/>
          <p:nvPr/>
        </p:nvSpPr>
        <p:spPr>
          <a:xfrm>
            <a:off x="2112746" y="536778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10270" name="Rectangle 4"/>
          <p:cNvSpPr>
            <a:spLocks noChangeArrowheads="1"/>
          </p:cNvSpPr>
          <p:nvPr/>
        </p:nvSpPr>
        <p:spPr bwMode="auto">
          <a:xfrm>
            <a:off x="2622702" y="5396585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71" name="TextBox 3"/>
          <p:cNvSpPr txBox="1"/>
          <p:nvPr/>
        </p:nvSpPr>
        <p:spPr>
          <a:xfrm>
            <a:off x="2571902" y="5367782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10272" name="TextBox 3"/>
          <p:cNvSpPr txBox="1"/>
          <p:nvPr/>
        </p:nvSpPr>
        <p:spPr>
          <a:xfrm>
            <a:off x="2571902" y="5485231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10273" name="Rectangle 4"/>
          <p:cNvSpPr>
            <a:spLocks noChangeArrowheads="1"/>
          </p:cNvSpPr>
          <p:nvPr/>
        </p:nvSpPr>
        <p:spPr bwMode="auto">
          <a:xfrm>
            <a:off x="3680282" y="5396585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74" name="TextBox 3"/>
          <p:cNvSpPr txBox="1"/>
          <p:nvPr/>
        </p:nvSpPr>
        <p:spPr>
          <a:xfrm>
            <a:off x="3629482" y="536778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847.8470710.1.412121.000000.847001.100178</a:t>
            </a:r>
            <a:endParaRPr lang="en-US" dirty="0"/>
          </a:p>
        </p:txBody>
      </p:sp>
      <p:sp>
        <p:nvSpPr>
          <p:cNvPr id="10275" name="Rectangle 4"/>
          <p:cNvSpPr>
            <a:spLocks noChangeArrowheads="1"/>
          </p:cNvSpPr>
          <p:nvPr/>
        </p:nvSpPr>
        <p:spPr bwMode="auto">
          <a:xfrm>
            <a:off x="5918962" y="539658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76" name="TextBox 3"/>
          <p:cNvSpPr txBox="1"/>
          <p:nvPr/>
        </p:nvSpPr>
        <p:spPr>
          <a:xfrm>
            <a:off x="5987491" y="536778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4,996,259</a:t>
            </a:r>
            <a:endParaRPr lang="en-US" dirty="0"/>
          </a:p>
        </p:txBody>
      </p:sp>
      <p:sp>
        <p:nvSpPr>
          <p:cNvPr id="10277" name="Rectangle 4"/>
          <p:cNvSpPr>
            <a:spLocks noChangeArrowheads="1"/>
          </p:cNvSpPr>
          <p:nvPr/>
        </p:nvSpPr>
        <p:spPr bwMode="auto">
          <a:xfrm>
            <a:off x="6566408" y="539658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78" name="TextBox 3"/>
          <p:cNvSpPr txBox="1"/>
          <p:nvPr/>
        </p:nvSpPr>
        <p:spPr>
          <a:xfrm>
            <a:off x="6634937" y="536778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3,903,629</a:t>
            </a:r>
            <a:endParaRPr lang="en-US" dirty="0"/>
          </a:p>
        </p:txBody>
      </p:sp>
      <p:sp>
        <p:nvSpPr>
          <p:cNvPr id="10279" name="Rectangle 4"/>
          <p:cNvSpPr>
            <a:spLocks noChangeArrowheads="1"/>
          </p:cNvSpPr>
          <p:nvPr/>
        </p:nvSpPr>
        <p:spPr bwMode="auto">
          <a:xfrm>
            <a:off x="7213854" y="539658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80" name="TextBox 3"/>
          <p:cNvSpPr txBox="1"/>
          <p:nvPr/>
        </p:nvSpPr>
        <p:spPr>
          <a:xfrm>
            <a:off x="7282383" y="536778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3,903,629</a:t>
            </a:r>
            <a:endParaRPr lang="en-US" dirty="0"/>
          </a:p>
        </p:txBody>
      </p:sp>
      <p:sp>
        <p:nvSpPr>
          <p:cNvPr id="10281" name="Rectangle 4"/>
          <p:cNvSpPr>
            <a:spLocks noChangeArrowheads="1"/>
          </p:cNvSpPr>
          <p:nvPr/>
        </p:nvSpPr>
        <p:spPr bwMode="auto">
          <a:xfrm>
            <a:off x="7861300" y="5396585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82" name="Rectangle 4"/>
          <p:cNvSpPr>
            <a:spLocks noChangeArrowheads="1"/>
          </p:cNvSpPr>
          <p:nvPr/>
        </p:nvSpPr>
        <p:spPr bwMode="auto">
          <a:xfrm>
            <a:off x="8094497" y="5396585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83" name="Rectangle 4"/>
          <p:cNvSpPr>
            <a:spLocks noChangeArrowheads="1"/>
          </p:cNvSpPr>
          <p:nvPr/>
        </p:nvSpPr>
        <p:spPr bwMode="auto">
          <a:xfrm>
            <a:off x="8333384" y="5396585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84" name="TextBox 3"/>
          <p:cNvSpPr txBox="1"/>
          <p:nvPr/>
        </p:nvSpPr>
        <p:spPr>
          <a:xfrm>
            <a:off x="8650986" y="536778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0285" name="Rectangle 4"/>
          <p:cNvSpPr>
            <a:spLocks noChangeArrowheads="1"/>
          </p:cNvSpPr>
          <p:nvPr/>
        </p:nvSpPr>
        <p:spPr bwMode="auto">
          <a:xfrm>
            <a:off x="878255" y="5909247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86" name="TextBox 3"/>
          <p:cNvSpPr txBox="1"/>
          <p:nvPr/>
        </p:nvSpPr>
        <p:spPr>
          <a:xfrm>
            <a:off x="827455" y="588044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8470710</a:t>
            </a:r>
            <a:endParaRPr lang="en-US" dirty="0"/>
          </a:p>
        </p:txBody>
      </p:sp>
      <p:sp>
        <p:nvSpPr>
          <p:cNvPr id="10287" name="Rectangle 4"/>
          <p:cNvSpPr>
            <a:spLocks noChangeArrowheads="1"/>
          </p:cNvSpPr>
          <p:nvPr/>
        </p:nvSpPr>
        <p:spPr bwMode="auto">
          <a:xfrm>
            <a:off x="1365758" y="5909247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88" name="TextBox 3"/>
          <p:cNvSpPr txBox="1"/>
          <p:nvPr/>
        </p:nvSpPr>
        <p:spPr>
          <a:xfrm>
            <a:off x="1314958" y="5880443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10289" name="TextBox 3"/>
          <p:cNvSpPr txBox="1"/>
          <p:nvPr/>
        </p:nvSpPr>
        <p:spPr>
          <a:xfrm>
            <a:off x="1314958" y="5997892"/>
            <a:ext cx="5335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Human </a:t>
            </a:r>
            <a:endParaRPr lang="en-US" dirty="0"/>
          </a:p>
        </p:txBody>
      </p:sp>
      <p:sp>
        <p:nvSpPr>
          <p:cNvPr id="10290" name="TextBox 3"/>
          <p:cNvSpPr txBox="1"/>
          <p:nvPr/>
        </p:nvSpPr>
        <p:spPr>
          <a:xfrm>
            <a:off x="1314958" y="6115341"/>
            <a:ext cx="691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 </a:t>
            </a:r>
            <a:endParaRPr lang="en-US" dirty="0"/>
          </a:p>
        </p:txBody>
      </p:sp>
      <p:sp>
        <p:nvSpPr>
          <p:cNvPr id="10291" name="TextBox 3"/>
          <p:cNvSpPr txBox="1"/>
          <p:nvPr/>
        </p:nvSpPr>
        <p:spPr>
          <a:xfrm>
            <a:off x="1314958" y="6232791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0292" name="Rectangle 4"/>
          <p:cNvSpPr>
            <a:spLocks noChangeArrowheads="1"/>
          </p:cNvSpPr>
          <p:nvPr/>
        </p:nvSpPr>
        <p:spPr bwMode="auto">
          <a:xfrm>
            <a:off x="2163546" y="5909247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93" name="TextBox 3"/>
          <p:cNvSpPr txBox="1"/>
          <p:nvPr/>
        </p:nvSpPr>
        <p:spPr>
          <a:xfrm>
            <a:off x="2112746" y="588044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412123</a:t>
            </a:r>
            <a:endParaRPr lang="en-US" dirty="0"/>
          </a:p>
        </p:txBody>
      </p:sp>
      <p:sp>
        <p:nvSpPr>
          <p:cNvPr id="10294" name="Rectangle 4"/>
          <p:cNvSpPr>
            <a:spLocks noChangeArrowheads="1"/>
          </p:cNvSpPr>
          <p:nvPr/>
        </p:nvSpPr>
        <p:spPr bwMode="auto">
          <a:xfrm>
            <a:off x="2622702" y="5909247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95" name="TextBox 3"/>
          <p:cNvSpPr txBox="1"/>
          <p:nvPr/>
        </p:nvSpPr>
        <p:spPr>
          <a:xfrm>
            <a:off x="2571902" y="5880443"/>
            <a:ext cx="11320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Nationality allowance</a:t>
            </a:r>
            <a:endParaRPr lang="en-US" dirty="0"/>
          </a:p>
        </p:txBody>
      </p:sp>
      <p:sp>
        <p:nvSpPr>
          <p:cNvPr id="10296" name="TextBox 3"/>
          <p:cNvSpPr txBox="1"/>
          <p:nvPr/>
        </p:nvSpPr>
        <p:spPr>
          <a:xfrm>
            <a:off x="2571902" y="5997892"/>
            <a:ext cx="10021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- Regular situation</a:t>
            </a:r>
            <a:endParaRPr lang="en-US" dirty="0"/>
          </a:p>
        </p:txBody>
      </p:sp>
      <p:sp>
        <p:nvSpPr>
          <p:cNvPr id="10297" name="Rectangle 4"/>
          <p:cNvSpPr>
            <a:spLocks noChangeArrowheads="1"/>
          </p:cNvSpPr>
          <p:nvPr/>
        </p:nvSpPr>
        <p:spPr bwMode="auto">
          <a:xfrm>
            <a:off x="3680282" y="5909247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298" name="TextBox 3"/>
          <p:cNvSpPr txBox="1"/>
          <p:nvPr/>
        </p:nvSpPr>
        <p:spPr>
          <a:xfrm>
            <a:off x="3629482" y="588044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847.8470710.1.412123.000000.847001.100178</a:t>
            </a:r>
            <a:endParaRPr lang="en-US" dirty="0"/>
          </a:p>
        </p:txBody>
      </p:sp>
      <p:sp>
        <p:nvSpPr>
          <p:cNvPr id="10299" name="Rectangle 4"/>
          <p:cNvSpPr>
            <a:spLocks noChangeArrowheads="1"/>
          </p:cNvSpPr>
          <p:nvPr/>
        </p:nvSpPr>
        <p:spPr bwMode="auto">
          <a:xfrm>
            <a:off x="5918962" y="590924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00" name="TextBox 3"/>
          <p:cNvSpPr txBox="1"/>
          <p:nvPr/>
        </p:nvSpPr>
        <p:spPr>
          <a:xfrm>
            <a:off x="6072225" y="588044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254,400</a:t>
            </a:r>
            <a:endParaRPr lang="en-US" dirty="0"/>
          </a:p>
        </p:txBody>
      </p:sp>
      <p:sp>
        <p:nvSpPr>
          <p:cNvPr id="10301" name="Rectangle 4"/>
          <p:cNvSpPr>
            <a:spLocks noChangeArrowheads="1"/>
          </p:cNvSpPr>
          <p:nvPr/>
        </p:nvSpPr>
        <p:spPr bwMode="auto">
          <a:xfrm>
            <a:off x="6566408" y="590924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02" name="TextBox 3"/>
          <p:cNvSpPr txBox="1"/>
          <p:nvPr/>
        </p:nvSpPr>
        <p:spPr>
          <a:xfrm>
            <a:off x="6719671" y="588044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196,574</a:t>
            </a:r>
            <a:endParaRPr lang="en-US" dirty="0"/>
          </a:p>
        </p:txBody>
      </p:sp>
      <p:sp>
        <p:nvSpPr>
          <p:cNvPr id="10303" name="Rectangle 4"/>
          <p:cNvSpPr>
            <a:spLocks noChangeArrowheads="1"/>
          </p:cNvSpPr>
          <p:nvPr/>
        </p:nvSpPr>
        <p:spPr bwMode="auto">
          <a:xfrm>
            <a:off x="7213854" y="590924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04" name="TextBox 3"/>
          <p:cNvSpPr txBox="1"/>
          <p:nvPr/>
        </p:nvSpPr>
        <p:spPr>
          <a:xfrm>
            <a:off x="7367118" y="588044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196,573</a:t>
            </a:r>
            <a:endParaRPr lang="en-US" dirty="0"/>
          </a:p>
        </p:txBody>
      </p:sp>
      <p:sp>
        <p:nvSpPr>
          <p:cNvPr id="10305" name="Rectangle 4"/>
          <p:cNvSpPr>
            <a:spLocks noChangeArrowheads="1"/>
          </p:cNvSpPr>
          <p:nvPr/>
        </p:nvSpPr>
        <p:spPr bwMode="auto">
          <a:xfrm>
            <a:off x="7861300" y="5909247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06" name="Rectangle 4"/>
          <p:cNvSpPr>
            <a:spLocks noChangeArrowheads="1"/>
          </p:cNvSpPr>
          <p:nvPr/>
        </p:nvSpPr>
        <p:spPr bwMode="auto">
          <a:xfrm>
            <a:off x="8094497" y="5909247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07" name="Rectangle 4"/>
          <p:cNvSpPr>
            <a:spLocks noChangeArrowheads="1"/>
          </p:cNvSpPr>
          <p:nvPr/>
        </p:nvSpPr>
        <p:spPr bwMode="auto">
          <a:xfrm>
            <a:off x="8333384" y="5909247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08" name="TextBox 3"/>
          <p:cNvSpPr txBox="1"/>
          <p:nvPr/>
        </p:nvSpPr>
        <p:spPr>
          <a:xfrm>
            <a:off x="8650986" y="588044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0309" name="Rectangle 4"/>
          <p:cNvSpPr>
            <a:spLocks noChangeArrowheads="1"/>
          </p:cNvSpPr>
          <p:nvPr/>
        </p:nvSpPr>
        <p:spPr bwMode="auto">
          <a:xfrm>
            <a:off x="878255" y="6421907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10" name="TextBox 3"/>
          <p:cNvSpPr txBox="1"/>
          <p:nvPr/>
        </p:nvSpPr>
        <p:spPr>
          <a:xfrm>
            <a:off x="827455" y="639310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8470710</a:t>
            </a:r>
            <a:endParaRPr lang="en-US" dirty="0"/>
          </a:p>
        </p:txBody>
      </p:sp>
      <p:sp>
        <p:nvSpPr>
          <p:cNvPr id="10311" name="Rectangle 4"/>
          <p:cNvSpPr>
            <a:spLocks noChangeArrowheads="1"/>
          </p:cNvSpPr>
          <p:nvPr/>
        </p:nvSpPr>
        <p:spPr bwMode="auto">
          <a:xfrm>
            <a:off x="1365758" y="6421907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12" name="TextBox 3"/>
          <p:cNvSpPr txBox="1"/>
          <p:nvPr/>
        </p:nvSpPr>
        <p:spPr>
          <a:xfrm>
            <a:off x="1314958" y="6393103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10313" name="TextBox 3"/>
          <p:cNvSpPr txBox="1"/>
          <p:nvPr/>
        </p:nvSpPr>
        <p:spPr>
          <a:xfrm>
            <a:off x="1314958" y="6510553"/>
            <a:ext cx="5335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Human </a:t>
            </a:r>
            <a:endParaRPr lang="en-US" dirty="0"/>
          </a:p>
        </p:txBody>
      </p:sp>
      <p:sp>
        <p:nvSpPr>
          <p:cNvPr id="10314" name="TextBox 3"/>
          <p:cNvSpPr txBox="1"/>
          <p:nvPr/>
        </p:nvSpPr>
        <p:spPr>
          <a:xfrm>
            <a:off x="1314958" y="6628003"/>
            <a:ext cx="691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 </a:t>
            </a:r>
            <a:endParaRPr lang="en-US" dirty="0"/>
          </a:p>
        </p:txBody>
      </p:sp>
      <p:sp>
        <p:nvSpPr>
          <p:cNvPr id="10315" name="TextBox 3"/>
          <p:cNvSpPr txBox="1"/>
          <p:nvPr/>
        </p:nvSpPr>
        <p:spPr>
          <a:xfrm>
            <a:off x="1314958" y="6745453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0316" name="Rectangle 4"/>
          <p:cNvSpPr>
            <a:spLocks noChangeArrowheads="1"/>
          </p:cNvSpPr>
          <p:nvPr/>
        </p:nvSpPr>
        <p:spPr bwMode="auto">
          <a:xfrm>
            <a:off x="2163546" y="6421907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17" name="TextBox 3"/>
          <p:cNvSpPr txBox="1"/>
          <p:nvPr/>
        </p:nvSpPr>
        <p:spPr>
          <a:xfrm>
            <a:off x="2112746" y="639310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10318" name="Rectangle 4"/>
          <p:cNvSpPr>
            <a:spLocks noChangeArrowheads="1"/>
          </p:cNvSpPr>
          <p:nvPr/>
        </p:nvSpPr>
        <p:spPr bwMode="auto">
          <a:xfrm>
            <a:off x="2622702" y="6421907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19" name="TextBox 3"/>
          <p:cNvSpPr txBox="1"/>
          <p:nvPr/>
        </p:nvSpPr>
        <p:spPr>
          <a:xfrm>
            <a:off x="2571902" y="6393103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10320" name="TextBox 3"/>
          <p:cNvSpPr txBox="1"/>
          <p:nvPr/>
        </p:nvSpPr>
        <p:spPr>
          <a:xfrm>
            <a:off x="2571902" y="6510553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10321" name="TextBox 3"/>
          <p:cNvSpPr txBox="1"/>
          <p:nvPr/>
        </p:nvSpPr>
        <p:spPr>
          <a:xfrm>
            <a:off x="2571902" y="6628003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10322" name="Rectangle 4"/>
          <p:cNvSpPr>
            <a:spLocks noChangeArrowheads="1"/>
          </p:cNvSpPr>
          <p:nvPr/>
        </p:nvSpPr>
        <p:spPr bwMode="auto">
          <a:xfrm>
            <a:off x="3680282" y="6421907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23" name="TextBox 3"/>
          <p:cNvSpPr txBox="1"/>
          <p:nvPr/>
        </p:nvSpPr>
        <p:spPr>
          <a:xfrm>
            <a:off x="3629482" y="639310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847.8470710.1.412125.000000.847001.100178</a:t>
            </a:r>
            <a:endParaRPr lang="en-US" dirty="0"/>
          </a:p>
        </p:txBody>
      </p:sp>
      <p:sp>
        <p:nvSpPr>
          <p:cNvPr id="10324" name="Rectangle 4"/>
          <p:cNvSpPr>
            <a:spLocks noChangeArrowheads="1"/>
          </p:cNvSpPr>
          <p:nvPr/>
        </p:nvSpPr>
        <p:spPr bwMode="auto">
          <a:xfrm>
            <a:off x="5918962" y="642190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25" name="TextBox 3"/>
          <p:cNvSpPr txBox="1"/>
          <p:nvPr/>
        </p:nvSpPr>
        <p:spPr>
          <a:xfrm>
            <a:off x="5987491" y="639310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3,551,574</a:t>
            </a:r>
            <a:endParaRPr lang="en-US" dirty="0"/>
          </a:p>
        </p:txBody>
      </p:sp>
      <p:sp>
        <p:nvSpPr>
          <p:cNvPr id="10326" name="Rectangle 4"/>
          <p:cNvSpPr>
            <a:spLocks noChangeArrowheads="1"/>
          </p:cNvSpPr>
          <p:nvPr/>
        </p:nvSpPr>
        <p:spPr bwMode="auto">
          <a:xfrm>
            <a:off x="6566408" y="642190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27" name="TextBox 3"/>
          <p:cNvSpPr txBox="1"/>
          <p:nvPr/>
        </p:nvSpPr>
        <p:spPr>
          <a:xfrm>
            <a:off x="6634937" y="639310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3,083,754</a:t>
            </a:r>
            <a:endParaRPr lang="en-US" dirty="0"/>
          </a:p>
        </p:txBody>
      </p:sp>
      <p:sp>
        <p:nvSpPr>
          <p:cNvPr id="10328" name="Rectangle 4"/>
          <p:cNvSpPr>
            <a:spLocks noChangeArrowheads="1"/>
          </p:cNvSpPr>
          <p:nvPr/>
        </p:nvSpPr>
        <p:spPr bwMode="auto">
          <a:xfrm>
            <a:off x="7213854" y="642190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29" name="TextBox 3"/>
          <p:cNvSpPr txBox="1"/>
          <p:nvPr/>
        </p:nvSpPr>
        <p:spPr>
          <a:xfrm>
            <a:off x="7282383" y="639310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3,083,753</a:t>
            </a:r>
            <a:endParaRPr lang="en-US" dirty="0"/>
          </a:p>
        </p:txBody>
      </p:sp>
      <p:sp>
        <p:nvSpPr>
          <p:cNvPr id="10330" name="Rectangle 4"/>
          <p:cNvSpPr>
            <a:spLocks noChangeArrowheads="1"/>
          </p:cNvSpPr>
          <p:nvPr/>
        </p:nvSpPr>
        <p:spPr bwMode="auto">
          <a:xfrm>
            <a:off x="7861300" y="6421907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31" name="Rectangle 4"/>
          <p:cNvSpPr>
            <a:spLocks noChangeArrowheads="1"/>
          </p:cNvSpPr>
          <p:nvPr/>
        </p:nvSpPr>
        <p:spPr bwMode="auto">
          <a:xfrm>
            <a:off x="8094497" y="6421907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32" name="Rectangle 4"/>
          <p:cNvSpPr>
            <a:spLocks noChangeArrowheads="1"/>
          </p:cNvSpPr>
          <p:nvPr/>
        </p:nvSpPr>
        <p:spPr bwMode="auto">
          <a:xfrm>
            <a:off x="8333384" y="6421907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33" name="TextBox 3"/>
          <p:cNvSpPr txBox="1"/>
          <p:nvPr/>
        </p:nvSpPr>
        <p:spPr>
          <a:xfrm>
            <a:off x="8650986" y="639310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0334" name="Rectangle 4"/>
          <p:cNvSpPr>
            <a:spLocks noChangeArrowheads="1"/>
          </p:cNvSpPr>
          <p:nvPr/>
        </p:nvSpPr>
        <p:spPr bwMode="auto">
          <a:xfrm>
            <a:off x="878255" y="6934568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35" name="TextBox 3"/>
          <p:cNvSpPr txBox="1"/>
          <p:nvPr/>
        </p:nvSpPr>
        <p:spPr>
          <a:xfrm>
            <a:off x="827455" y="690576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8470710</a:t>
            </a:r>
            <a:endParaRPr lang="en-US" dirty="0"/>
          </a:p>
        </p:txBody>
      </p:sp>
      <p:sp>
        <p:nvSpPr>
          <p:cNvPr id="10336" name="Rectangle 4"/>
          <p:cNvSpPr>
            <a:spLocks noChangeArrowheads="1"/>
          </p:cNvSpPr>
          <p:nvPr/>
        </p:nvSpPr>
        <p:spPr bwMode="auto">
          <a:xfrm>
            <a:off x="1365758" y="6934568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37" name="TextBox 3"/>
          <p:cNvSpPr txBox="1"/>
          <p:nvPr/>
        </p:nvSpPr>
        <p:spPr>
          <a:xfrm>
            <a:off x="1314958" y="6905764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10338" name="TextBox 3"/>
          <p:cNvSpPr txBox="1"/>
          <p:nvPr/>
        </p:nvSpPr>
        <p:spPr>
          <a:xfrm>
            <a:off x="1314958" y="7023214"/>
            <a:ext cx="5335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Human </a:t>
            </a:r>
            <a:endParaRPr lang="en-US" dirty="0"/>
          </a:p>
        </p:txBody>
      </p:sp>
      <p:sp>
        <p:nvSpPr>
          <p:cNvPr id="10339" name="Rectangle 4"/>
          <p:cNvSpPr>
            <a:spLocks noChangeArrowheads="1"/>
          </p:cNvSpPr>
          <p:nvPr/>
        </p:nvSpPr>
        <p:spPr bwMode="auto">
          <a:xfrm>
            <a:off x="2163546" y="6934568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40" name="TextBox 3"/>
          <p:cNvSpPr txBox="1"/>
          <p:nvPr/>
        </p:nvSpPr>
        <p:spPr>
          <a:xfrm>
            <a:off x="2112746" y="690576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412511</a:t>
            </a:r>
            <a:endParaRPr lang="en-US" dirty="0"/>
          </a:p>
        </p:txBody>
      </p:sp>
      <p:sp>
        <p:nvSpPr>
          <p:cNvPr id="10341" name="Rectangle 4"/>
          <p:cNvSpPr>
            <a:spLocks noChangeArrowheads="1"/>
          </p:cNvSpPr>
          <p:nvPr/>
        </p:nvSpPr>
        <p:spPr bwMode="auto">
          <a:xfrm>
            <a:off x="2622702" y="6934568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42" name="TextBox 3"/>
          <p:cNvSpPr txBox="1"/>
          <p:nvPr/>
        </p:nvSpPr>
        <p:spPr>
          <a:xfrm>
            <a:off x="2571902" y="6905764"/>
            <a:ext cx="798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Consolidated </a:t>
            </a:r>
            <a:endParaRPr lang="en-US" dirty="0"/>
          </a:p>
        </p:txBody>
      </p:sp>
      <p:sp>
        <p:nvSpPr>
          <p:cNvPr id="10343" name="TextBox 3"/>
          <p:cNvSpPr txBox="1"/>
          <p:nvPr/>
        </p:nvSpPr>
        <p:spPr>
          <a:xfrm>
            <a:off x="2571902" y="7023214"/>
            <a:ext cx="1081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allowances: Emirati </a:t>
            </a:r>
            <a:endParaRPr lang="en-US" dirty="0"/>
          </a:p>
        </p:txBody>
      </p:sp>
      <p:sp>
        <p:nvSpPr>
          <p:cNvPr id="10344" name="Rectangle 4"/>
          <p:cNvSpPr>
            <a:spLocks noChangeArrowheads="1"/>
          </p:cNvSpPr>
          <p:nvPr/>
        </p:nvSpPr>
        <p:spPr bwMode="auto">
          <a:xfrm>
            <a:off x="3680282" y="6934568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45" name="TextBox 3"/>
          <p:cNvSpPr txBox="1"/>
          <p:nvPr/>
        </p:nvSpPr>
        <p:spPr>
          <a:xfrm>
            <a:off x="3629482" y="690576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847.8470710.1.412511.000000.847001.100178</a:t>
            </a:r>
            <a:endParaRPr lang="en-US" dirty="0"/>
          </a:p>
        </p:txBody>
      </p:sp>
      <p:sp>
        <p:nvSpPr>
          <p:cNvPr id="10346" name="Rectangle 4"/>
          <p:cNvSpPr>
            <a:spLocks noChangeArrowheads="1"/>
          </p:cNvSpPr>
          <p:nvPr/>
        </p:nvSpPr>
        <p:spPr bwMode="auto">
          <a:xfrm>
            <a:off x="5918962" y="693456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47" name="TextBox 3"/>
          <p:cNvSpPr txBox="1"/>
          <p:nvPr/>
        </p:nvSpPr>
        <p:spPr>
          <a:xfrm>
            <a:off x="6072225" y="690576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866,820</a:t>
            </a:r>
            <a:endParaRPr lang="en-US" dirty="0"/>
          </a:p>
        </p:txBody>
      </p:sp>
      <p:sp>
        <p:nvSpPr>
          <p:cNvPr id="10348" name="Rectangle 4"/>
          <p:cNvSpPr>
            <a:spLocks noChangeArrowheads="1"/>
          </p:cNvSpPr>
          <p:nvPr/>
        </p:nvSpPr>
        <p:spPr bwMode="auto">
          <a:xfrm>
            <a:off x="6566408" y="693456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49" name="TextBox 3"/>
          <p:cNvSpPr txBox="1"/>
          <p:nvPr/>
        </p:nvSpPr>
        <p:spPr>
          <a:xfrm>
            <a:off x="6719671" y="690576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612,290</a:t>
            </a:r>
            <a:endParaRPr lang="en-US" dirty="0"/>
          </a:p>
        </p:txBody>
      </p:sp>
      <p:sp>
        <p:nvSpPr>
          <p:cNvPr id="10350" name="Rectangle 4"/>
          <p:cNvSpPr>
            <a:spLocks noChangeArrowheads="1"/>
          </p:cNvSpPr>
          <p:nvPr/>
        </p:nvSpPr>
        <p:spPr bwMode="auto">
          <a:xfrm>
            <a:off x="7213854" y="693456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51" name="TextBox 3"/>
          <p:cNvSpPr txBox="1"/>
          <p:nvPr/>
        </p:nvSpPr>
        <p:spPr>
          <a:xfrm>
            <a:off x="7367118" y="690576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612,284</a:t>
            </a:r>
            <a:endParaRPr lang="en-US" dirty="0"/>
          </a:p>
        </p:txBody>
      </p:sp>
      <p:sp>
        <p:nvSpPr>
          <p:cNvPr id="10352" name="Rectangle 4"/>
          <p:cNvSpPr>
            <a:spLocks noChangeArrowheads="1"/>
          </p:cNvSpPr>
          <p:nvPr/>
        </p:nvSpPr>
        <p:spPr bwMode="auto">
          <a:xfrm>
            <a:off x="7861300" y="6934568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53" name="Rectangle 4"/>
          <p:cNvSpPr>
            <a:spLocks noChangeArrowheads="1"/>
          </p:cNvSpPr>
          <p:nvPr/>
        </p:nvSpPr>
        <p:spPr bwMode="auto">
          <a:xfrm>
            <a:off x="8094497" y="6934568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54" name="Rectangle 4"/>
          <p:cNvSpPr>
            <a:spLocks noChangeArrowheads="1"/>
          </p:cNvSpPr>
          <p:nvPr/>
        </p:nvSpPr>
        <p:spPr bwMode="auto">
          <a:xfrm>
            <a:off x="8333384" y="6934568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355" name="TextBox 3"/>
          <p:cNvSpPr txBox="1"/>
          <p:nvPr/>
        </p:nvSpPr>
        <p:spPr>
          <a:xfrm>
            <a:off x="8650986" y="690576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</a:t>
            </a:r>
            <a:endParaRPr lang="en-US" dirty="0"/>
          </a:p>
        </p:txBody>
      </p:sp>
      <p:sp>
        <p:nvSpPr>
          <p:cNvPr id="10356" name="Rectangle 4"/>
          <p:cNvSpPr>
            <a:spLocks noChangeArrowheads="1"/>
          </p:cNvSpPr>
          <p:nvPr/>
        </p:nvSpPr>
        <p:spPr bwMode="auto">
          <a:xfrm>
            <a:off x="466725" y="920673"/>
            <a:ext cx="6350" cy="6294831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0357" name="Rectangle 4"/>
          <p:cNvSpPr>
            <a:spLocks noChangeArrowheads="1"/>
          </p:cNvSpPr>
          <p:nvPr/>
        </p:nvSpPr>
        <p:spPr bwMode="auto">
          <a:xfrm>
            <a:off x="466725" y="7209155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0358" name="Rectangle 4"/>
          <p:cNvSpPr>
            <a:spLocks noChangeArrowheads="1"/>
          </p:cNvSpPr>
          <p:nvPr/>
        </p:nvSpPr>
        <p:spPr bwMode="auto">
          <a:xfrm>
            <a:off x="7213854" y="641714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59" name="Rectangle 4"/>
          <p:cNvSpPr>
            <a:spLocks noChangeArrowheads="1"/>
          </p:cNvSpPr>
          <p:nvPr/>
        </p:nvSpPr>
        <p:spPr bwMode="auto">
          <a:xfrm>
            <a:off x="878255" y="641714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60" name="Rectangle 4"/>
          <p:cNvSpPr>
            <a:spLocks noChangeArrowheads="1"/>
          </p:cNvSpPr>
          <p:nvPr/>
        </p:nvSpPr>
        <p:spPr bwMode="auto">
          <a:xfrm>
            <a:off x="7213854" y="483629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61" name="Rectangle 4"/>
          <p:cNvSpPr>
            <a:spLocks noChangeArrowheads="1"/>
          </p:cNvSpPr>
          <p:nvPr/>
        </p:nvSpPr>
        <p:spPr bwMode="auto">
          <a:xfrm>
            <a:off x="878255" y="483629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62" name="Rectangle 4"/>
          <p:cNvSpPr>
            <a:spLocks noChangeArrowheads="1"/>
          </p:cNvSpPr>
          <p:nvPr/>
        </p:nvSpPr>
        <p:spPr bwMode="auto">
          <a:xfrm>
            <a:off x="7213854" y="400301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63" name="Rectangle 4"/>
          <p:cNvSpPr>
            <a:spLocks noChangeArrowheads="1"/>
          </p:cNvSpPr>
          <p:nvPr/>
        </p:nvSpPr>
        <p:spPr bwMode="auto">
          <a:xfrm>
            <a:off x="878255" y="400301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64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65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66" name="Rectangle 4"/>
          <p:cNvSpPr>
            <a:spLocks noChangeArrowheads="1"/>
          </p:cNvSpPr>
          <p:nvPr/>
        </p:nvSpPr>
        <p:spPr bwMode="auto">
          <a:xfrm>
            <a:off x="7213854" y="277451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67" name="Rectangle 4"/>
          <p:cNvSpPr>
            <a:spLocks noChangeArrowheads="1"/>
          </p:cNvSpPr>
          <p:nvPr/>
        </p:nvSpPr>
        <p:spPr bwMode="auto">
          <a:xfrm>
            <a:off x="878255" y="277451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68" name="Rectangle 4"/>
          <p:cNvSpPr>
            <a:spLocks noChangeArrowheads="1"/>
          </p:cNvSpPr>
          <p:nvPr/>
        </p:nvSpPr>
        <p:spPr bwMode="auto">
          <a:xfrm>
            <a:off x="7213854" y="237930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69" name="Rectangle 4"/>
          <p:cNvSpPr>
            <a:spLocks noChangeArrowheads="1"/>
          </p:cNvSpPr>
          <p:nvPr/>
        </p:nvSpPr>
        <p:spPr bwMode="auto">
          <a:xfrm>
            <a:off x="878255" y="237930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70" name="Rectangle 4"/>
          <p:cNvSpPr>
            <a:spLocks noChangeArrowheads="1"/>
          </p:cNvSpPr>
          <p:nvPr/>
        </p:nvSpPr>
        <p:spPr bwMode="auto">
          <a:xfrm>
            <a:off x="7213854" y="158888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71" name="Rectangle 4"/>
          <p:cNvSpPr>
            <a:spLocks noChangeArrowheads="1"/>
          </p:cNvSpPr>
          <p:nvPr/>
        </p:nvSpPr>
        <p:spPr bwMode="auto">
          <a:xfrm>
            <a:off x="878255" y="158888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72" name="Rectangle 4"/>
          <p:cNvSpPr>
            <a:spLocks noChangeArrowheads="1"/>
          </p:cNvSpPr>
          <p:nvPr/>
        </p:nvSpPr>
        <p:spPr bwMode="auto">
          <a:xfrm>
            <a:off x="7213854" y="198409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73" name="Rectangle 4"/>
          <p:cNvSpPr>
            <a:spLocks noChangeArrowheads="1"/>
          </p:cNvSpPr>
          <p:nvPr/>
        </p:nvSpPr>
        <p:spPr bwMode="auto">
          <a:xfrm>
            <a:off x="878255" y="198409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74" name="Rectangle 4"/>
          <p:cNvSpPr>
            <a:spLocks noChangeArrowheads="1"/>
          </p:cNvSpPr>
          <p:nvPr/>
        </p:nvSpPr>
        <p:spPr bwMode="auto">
          <a:xfrm>
            <a:off x="7213854" y="119367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75" name="Rectangle 4"/>
          <p:cNvSpPr>
            <a:spLocks noChangeArrowheads="1"/>
          </p:cNvSpPr>
          <p:nvPr/>
        </p:nvSpPr>
        <p:spPr bwMode="auto">
          <a:xfrm>
            <a:off x="878255" y="119367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76" name="Rectangle 4"/>
          <p:cNvSpPr>
            <a:spLocks noChangeArrowheads="1"/>
          </p:cNvSpPr>
          <p:nvPr/>
        </p:nvSpPr>
        <p:spPr bwMode="auto">
          <a:xfrm>
            <a:off x="7213854" y="333004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77" name="Rectangle 4"/>
          <p:cNvSpPr>
            <a:spLocks noChangeArrowheads="1"/>
          </p:cNvSpPr>
          <p:nvPr/>
        </p:nvSpPr>
        <p:spPr bwMode="auto">
          <a:xfrm>
            <a:off x="878255" y="333004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78" name="Rectangle 4"/>
          <p:cNvSpPr>
            <a:spLocks noChangeArrowheads="1"/>
          </p:cNvSpPr>
          <p:nvPr/>
        </p:nvSpPr>
        <p:spPr bwMode="auto">
          <a:xfrm>
            <a:off x="7213854" y="590448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79" name="Rectangle 4"/>
          <p:cNvSpPr>
            <a:spLocks noChangeArrowheads="1"/>
          </p:cNvSpPr>
          <p:nvPr/>
        </p:nvSpPr>
        <p:spPr bwMode="auto">
          <a:xfrm>
            <a:off x="878255" y="590448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80" name="Rectangle 4"/>
          <p:cNvSpPr>
            <a:spLocks noChangeArrowheads="1"/>
          </p:cNvSpPr>
          <p:nvPr/>
        </p:nvSpPr>
        <p:spPr bwMode="auto">
          <a:xfrm>
            <a:off x="7213854" y="511406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81" name="Rectangle 4"/>
          <p:cNvSpPr>
            <a:spLocks noChangeArrowheads="1"/>
          </p:cNvSpPr>
          <p:nvPr/>
        </p:nvSpPr>
        <p:spPr bwMode="auto">
          <a:xfrm>
            <a:off x="878255" y="511406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82" name="Rectangle 4"/>
          <p:cNvSpPr>
            <a:spLocks noChangeArrowheads="1"/>
          </p:cNvSpPr>
          <p:nvPr/>
        </p:nvSpPr>
        <p:spPr bwMode="auto">
          <a:xfrm>
            <a:off x="7213854" y="428077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83" name="Rectangle 4"/>
          <p:cNvSpPr>
            <a:spLocks noChangeArrowheads="1"/>
          </p:cNvSpPr>
          <p:nvPr/>
        </p:nvSpPr>
        <p:spPr bwMode="auto">
          <a:xfrm>
            <a:off x="878255" y="428077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84" name="Rectangle 4"/>
          <p:cNvSpPr>
            <a:spLocks noChangeArrowheads="1"/>
          </p:cNvSpPr>
          <p:nvPr/>
        </p:nvSpPr>
        <p:spPr bwMode="auto">
          <a:xfrm>
            <a:off x="7213854" y="720756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85" name="Rectangle 4"/>
          <p:cNvSpPr>
            <a:spLocks noChangeArrowheads="1"/>
          </p:cNvSpPr>
          <p:nvPr/>
        </p:nvSpPr>
        <p:spPr bwMode="auto">
          <a:xfrm>
            <a:off x="878255" y="720756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86" name="Rectangle 4"/>
          <p:cNvSpPr>
            <a:spLocks noChangeArrowheads="1"/>
          </p:cNvSpPr>
          <p:nvPr/>
        </p:nvSpPr>
        <p:spPr bwMode="auto">
          <a:xfrm>
            <a:off x="469900" y="7212330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87" name="Rectangle 4"/>
          <p:cNvSpPr>
            <a:spLocks noChangeArrowheads="1"/>
          </p:cNvSpPr>
          <p:nvPr/>
        </p:nvSpPr>
        <p:spPr bwMode="auto">
          <a:xfrm>
            <a:off x="7213854" y="539182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88" name="Rectangle 4"/>
          <p:cNvSpPr>
            <a:spLocks noChangeArrowheads="1"/>
          </p:cNvSpPr>
          <p:nvPr/>
        </p:nvSpPr>
        <p:spPr bwMode="auto">
          <a:xfrm>
            <a:off x="878255" y="539182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89" name="Rectangle 4"/>
          <p:cNvSpPr>
            <a:spLocks noChangeArrowheads="1"/>
          </p:cNvSpPr>
          <p:nvPr/>
        </p:nvSpPr>
        <p:spPr bwMode="auto">
          <a:xfrm>
            <a:off x="7213854" y="455853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90" name="Rectangle 4"/>
          <p:cNvSpPr>
            <a:spLocks noChangeArrowheads="1"/>
          </p:cNvSpPr>
          <p:nvPr/>
        </p:nvSpPr>
        <p:spPr bwMode="auto">
          <a:xfrm>
            <a:off x="878255" y="455853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91" name="Rectangle 4"/>
          <p:cNvSpPr>
            <a:spLocks noChangeArrowheads="1"/>
          </p:cNvSpPr>
          <p:nvPr/>
        </p:nvSpPr>
        <p:spPr bwMode="auto">
          <a:xfrm>
            <a:off x="7213854" y="372525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92" name="Rectangle 4"/>
          <p:cNvSpPr>
            <a:spLocks noChangeArrowheads="1"/>
          </p:cNvSpPr>
          <p:nvPr/>
        </p:nvSpPr>
        <p:spPr bwMode="auto">
          <a:xfrm>
            <a:off x="878255" y="372525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93" name="Rectangle 4"/>
          <p:cNvSpPr>
            <a:spLocks noChangeArrowheads="1"/>
          </p:cNvSpPr>
          <p:nvPr/>
        </p:nvSpPr>
        <p:spPr bwMode="auto">
          <a:xfrm>
            <a:off x="7213854" y="305228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94" name="Rectangle 4"/>
          <p:cNvSpPr>
            <a:spLocks noChangeArrowheads="1"/>
          </p:cNvSpPr>
          <p:nvPr/>
        </p:nvSpPr>
        <p:spPr bwMode="auto">
          <a:xfrm>
            <a:off x="878255" y="305228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95" name="Rectangle 4"/>
          <p:cNvSpPr>
            <a:spLocks noChangeArrowheads="1"/>
          </p:cNvSpPr>
          <p:nvPr/>
        </p:nvSpPr>
        <p:spPr bwMode="auto">
          <a:xfrm>
            <a:off x="7213854" y="692980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96" name="Rectangle 4"/>
          <p:cNvSpPr>
            <a:spLocks noChangeArrowheads="1"/>
          </p:cNvSpPr>
          <p:nvPr/>
        </p:nvSpPr>
        <p:spPr bwMode="auto">
          <a:xfrm>
            <a:off x="878255" y="692980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97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98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9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400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10401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10402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403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10404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10405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0406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407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10408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10409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410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10411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0412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413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10414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415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10416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417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10418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0419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420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10421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0422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423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10424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10425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426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10427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428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10429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430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10431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10432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28051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33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34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35" name="TextBox 3"/>
          <p:cNvSpPr txBox="1"/>
          <p:nvPr/>
        </p:nvSpPr>
        <p:spPr>
          <a:xfrm>
            <a:off x="1314958" y="891870"/>
            <a:ext cx="691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 </a:t>
            </a:r>
            <a:endParaRPr lang="en-US" dirty="0"/>
          </a:p>
        </p:txBody>
      </p:sp>
      <p:sp>
        <p:nvSpPr>
          <p:cNvPr id="10436" name="TextBox 3"/>
          <p:cNvSpPr txBox="1"/>
          <p:nvPr/>
        </p:nvSpPr>
        <p:spPr>
          <a:xfrm>
            <a:off x="1314958" y="1009319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0437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38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39" name="TextBox 3"/>
          <p:cNvSpPr txBox="1"/>
          <p:nvPr/>
        </p:nvSpPr>
        <p:spPr>
          <a:xfrm>
            <a:off x="2571902" y="891870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10440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41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42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43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44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45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46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47" name="Rectangle 4"/>
          <p:cNvSpPr>
            <a:spLocks noChangeArrowheads="1"/>
          </p:cNvSpPr>
          <p:nvPr/>
        </p:nvSpPr>
        <p:spPr bwMode="auto">
          <a:xfrm>
            <a:off x="878255" y="1198435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48" name="TextBox 3"/>
          <p:cNvSpPr txBox="1"/>
          <p:nvPr/>
        </p:nvSpPr>
        <p:spPr>
          <a:xfrm>
            <a:off x="827455" y="116963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8470710</a:t>
            </a:r>
            <a:endParaRPr lang="en-US" dirty="0"/>
          </a:p>
        </p:txBody>
      </p:sp>
      <p:sp>
        <p:nvSpPr>
          <p:cNvPr id="10449" name="Rectangle 4"/>
          <p:cNvSpPr>
            <a:spLocks noChangeArrowheads="1"/>
          </p:cNvSpPr>
          <p:nvPr/>
        </p:nvSpPr>
        <p:spPr bwMode="auto">
          <a:xfrm>
            <a:off x="1365758" y="1198435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50" name="TextBox 3"/>
          <p:cNvSpPr txBox="1"/>
          <p:nvPr/>
        </p:nvSpPr>
        <p:spPr>
          <a:xfrm>
            <a:off x="1314958" y="1169631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10451" name="TextBox 3"/>
          <p:cNvSpPr txBox="1"/>
          <p:nvPr/>
        </p:nvSpPr>
        <p:spPr>
          <a:xfrm>
            <a:off x="1314958" y="1287081"/>
            <a:ext cx="5335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Human </a:t>
            </a:r>
            <a:endParaRPr lang="en-US" dirty="0"/>
          </a:p>
        </p:txBody>
      </p:sp>
      <p:sp>
        <p:nvSpPr>
          <p:cNvPr id="10452" name="TextBox 3"/>
          <p:cNvSpPr txBox="1"/>
          <p:nvPr/>
        </p:nvSpPr>
        <p:spPr>
          <a:xfrm>
            <a:off x="1314958" y="1404531"/>
            <a:ext cx="691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 </a:t>
            </a:r>
            <a:endParaRPr lang="en-US" dirty="0"/>
          </a:p>
        </p:txBody>
      </p:sp>
      <p:sp>
        <p:nvSpPr>
          <p:cNvPr id="10453" name="TextBox 3"/>
          <p:cNvSpPr txBox="1"/>
          <p:nvPr/>
        </p:nvSpPr>
        <p:spPr>
          <a:xfrm>
            <a:off x="1314958" y="1521980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0454" name="Rectangle 4"/>
          <p:cNvSpPr>
            <a:spLocks noChangeArrowheads="1"/>
          </p:cNvSpPr>
          <p:nvPr/>
        </p:nvSpPr>
        <p:spPr bwMode="auto">
          <a:xfrm>
            <a:off x="2163546" y="1198435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55" name="TextBox 3"/>
          <p:cNvSpPr txBox="1"/>
          <p:nvPr/>
        </p:nvSpPr>
        <p:spPr>
          <a:xfrm>
            <a:off x="2112746" y="116963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10456" name="Rectangle 4"/>
          <p:cNvSpPr>
            <a:spLocks noChangeArrowheads="1"/>
          </p:cNvSpPr>
          <p:nvPr/>
        </p:nvSpPr>
        <p:spPr bwMode="auto">
          <a:xfrm>
            <a:off x="2622702" y="1198435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57" name="TextBox 3"/>
          <p:cNvSpPr txBox="1"/>
          <p:nvPr/>
        </p:nvSpPr>
        <p:spPr>
          <a:xfrm>
            <a:off x="2571902" y="1169631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10458" name="Rectangle 4"/>
          <p:cNvSpPr>
            <a:spLocks noChangeArrowheads="1"/>
          </p:cNvSpPr>
          <p:nvPr/>
        </p:nvSpPr>
        <p:spPr bwMode="auto">
          <a:xfrm>
            <a:off x="3680282" y="1198435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59" name="TextBox 3"/>
          <p:cNvSpPr txBox="1"/>
          <p:nvPr/>
        </p:nvSpPr>
        <p:spPr>
          <a:xfrm>
            <a:off x="3629482" y="116963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847.8470710.1.412523.000000.847001.100178</a:t>
            </a:r>
            <a:endParaRPr lang="en-US" dirty="0"/>
          </a:p>
        </p:txBody>
      </p:sp>
      <p:sp>
        <p:nvSpPr>
          <p:cNvPr id="10460" name="Rectangle 4"/>
          <p:cNvSpPr>
            <a:spLocks noChangeArrowheads="1"/>
          </p:cNvSpPr>
          <p:nvPr/>
        </p:nvSpPr>
        <p:spPr bwMode="auto">
          <a:xfrm>
            <a:off x="5918962" y="119843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61" name="TextBox 3"/>
          <p:cNvSpPr txBox="1"/>
          <p:nvPr/>
        </p:nvSpPr>
        <p:spPr>
          <a:xfrm>
            <a:off x="6072225" y="116963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170,000</a:t>
            </a:r>
            <a:endParaRPr lang="en-US" dirty="0"/>
          </a:p>
        </p:txBody>
      </p:sp>
      <p:sp>
        <p:nvSpPr>
          <p:cNvPr id="10462" name="Rectangle 4"/>
          <p:cNvSpPr>
            <a:spLocks noChangeArrowheads="1"/>
          </p:cNvSpPr>
          <p:nvPr/>
        </p:nvSpPr>
        <p:spPr bwMode="auto">
          <a:xfrm>
            <a:off x="6566408" y="119843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63" name="TextBox 3"/>
          <p:cNvSpPr txBox="1"/>
          <p:nvPr/>
        </p:nvSpPr>
        <p:spPr>
          <a:xfrm>
            <a:off x="6719671" y="116963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114,060</a:t>
            </a:r>
            <a:endParaRPr lang="en-US" dirty="0"/>
          </a:p>
        </p:txBody>
      </p:sp>
      <p:sp>
        <p:nvSpPr>
          <p:cNvPr id="10464" name="Rectangle 4"/>
          <p:cNvSpPr>
            <a:spLocks noChangeArrowheads="1"/>
          </p:cNvSpPr>
          <p:nvPr/>
        </p:nvSpPr>
        <p:spPr bwMode="auto">
          <a:xfrm>
            <a:off x="7213854" y="119843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65" name="TextBox 3"/>
          <p:cNvSpPr txBox="1"/>
          <p:nvPr/>
        </p:nvSpPr>
        <p:spPr>
          <a:xfrm>
            <a:off x="7367118" y="116963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114,060</a:t>
            </a:r>
            <a:endParaRPr lang="en-US" dirty="0"/>
          </a:p>
        </p:txBody>
      </p:sp>
      <p:sp>
        <p:nvSpPr>
          <p:cNvPr id="10466" name="Rectangle 4"/>
          <p:cNvSpPr>
            <a:spLocks noChangeArrowheads="1"/>
          </p:cNvSpPr>
          <p:nvPr/>
        </p:nvSpPr>
        <p:spPr bwMode="auto">
          <a:xfrm>
            <a:off x="7861300" y="1198435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67" name="Rectangle 4"/>
          <p:cNvSpPr>
            <a:spLocks noChangeArrowheads="1"/>
          </p:cNvSpPr>
          <p:nvPr/>
        </p:nvSpPr>
        <p:spPr bwMode="auto">
          <a:xfrm>
            <a:off x="8094497" y="1198435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68" name="Rectangle 4"/>
          <p:cNvSpPr>
            <a:spLocks noChangeArrowheads="1"/>
          </p:cNvSpPr>
          <p:nvPr/>
        </p:nvSpPr>
        <p:spPr bwMode="auto">
          <a:xfrm>
            <a:off x="8333384" y="1198435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69" name="TextBox 3"/>
          <p:cNvSpPr txBox="1"/>
          <p:nvPr/>
        </p:nvSpPr>
        <p:spPr>
          <a:xfrm>
            <a:off x="8650986" y="116963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0470" name="Rectangle 4"/>
          <p:cNvSpPr>
            <a:spLocks noChangeArrowheads="1"/>
          </p:cNvSpPr>
          <p:nvPr/>
        </p:nvSpPr>
        <p:spPr bwMode="auto">
          <a:xfrm>
            <a:off x="878255" y="1711096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71" name="TextBox 3"/>
          <p:cNvSpPr txBox="1"/>
          <p:nvPr/>
        </p:nvSpPr>
        <p:spPr>
          <a:xfrm>
            <a:off x="827455" y="168229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8470710</a:t>
            </a:r>
            <a:endParaRPr lang="en-US" dirty="0"/>
          </a:p>
        </p:txBody>
      </p:sp>
      <p:sp>
        <p:nvSpPr>
          <p:cNvPr id="10472" name="Rectangle 4"/>
          <p:cNvSpPr>
            <a:spLocks noChangeArrowheads="1"/>
          </p:cNvSpPr>
          <p:nvPr/>
        </p:nvSpPr>
        <p:spPr bwMode="auto">
          <a:xfrm>
            <a:off x="1365758" y="1711096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73" name="TextBox 3"/>
          <p:cNvSpPr txBox="1"/>
          <p:nvPr/>
        </p:nvSpPr>
        <p:spPr>
          <a:xfrm>
            <a:off x="1314958" y="1682292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10474" name="TextBox 3"/>
          <p:cNvSpPr txBox="1"/>
          <p:nvPr/>
        </p:nvSpPr>
        <p:spPr>
          <a:xfrm>
            <a:off x="1314958" y="1799742"/>
            <a:ext cx="5335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Human </a:t>
            </a:r>
            <a:endParaRPr lang="en-US" dirty="0"/>
          </a:p>
        </p:txBody>
      </p:sp>
      <p:sp>
        <p:nvSpPr>
          <p:cNvPr id="10475" name="TextBox 3"/>
          <p:cNvSpPr txBox="1"/>
          <p:nvPr/>
        </p:nvSpPr>
        <p:spPr>
          <a:xfrm>
            <a:off x="1314958" y="1917192"/>
            <a:ext cx="691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 </a:t>
            </a:r>
            <a:endParaRPr lang="en-US" dirty="0"/>
          </a:p>
        </p:txBody>
      </p:sp>
      <p:sp>
        <p:nvSpPr>
          <p:cNvPr id="10476" name="TextBox 3"/>
          <p:cNvSpPr txBox="1"/>
          <p:nvPr/>
        </p:nvSpPr>
        <p:spPr>
          <a:xfrm>
            <a:off x="1314958" y="2034641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0477" name="Rectangle 4"/>
          <p:cNvSpPr>
            <a:spLocks noChangeArrowheads="1"/>
          </p:cNvSpPr>
          <p:nvPr/>
        </p:nvSpPr>
        <p:spPr bwMode="auto">
          <a:xfrm>
            <a:off x="2163546" y="1711096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78" name="TextBox 3"/>
          <p:cNvSpPr txBox="1"/>
          <p:nvPr/>
        </p:nvSpPr>
        <p:spPr>
          <a:xfrm>
            <a:off x="2112746" y="168229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412526</a:t>
            </a:r>
            <a:endParaRPr lang="en-US" dirty="0"/>
          </a:p>
        </p:txBody>
      </p:sp>
      <p:sp>
        <p:nvSpPr>
          <p:cNvPr id="10479" name="Rectangle 4"/>
          <p:cNvSpPr>
            <a:spLocks noChangeArrowheads="1"/>
          </p:cNvSpPr>
          <p:nvPr/>
        </p:nvSpPr>
        <p:spPr bwMode="auto">
          <a:xfrm>
            <a:off x="2622702" y="1711096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80" name="TextBox 3"/>
          <p:cNvSpPr txBox="1"/>
          <p:nvPr/>
        </p:nvSpPr>
        <p:spPr>
          <a:xfrm>
            <a:off x="2571902" y="1682292"/>
            <a:ext cx="10304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Housing allowance</a:t>
            </a:r>
            <a:endParaRPr lang="en-US" dirty="0"/>
          </a:p>
        </p:txBody>
      </p:sp>
      <p:sp>
        <p:nvSpPr>
          <p:cNvPr id="10481" name="Rectangle 4"/>
          <p:cNvSpPr>
            <a:spLocks noChangeArrowheads="1"/>
          </p:cNvSpPr>
          <p:nvPr/>
        </p:nvSpPr>
        <p:spPr bwMode="auto">
          <a:xfrm>
            <a:off x="3680282" y="1711096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82" name="TextBox 3"/>
          <p:cNvSpPr txBox="1"/>
          <p:nvPr/>
        </p:nvSpPr>
        <p:spPr>
          <a:xfrm>
            <a:off x="3629482" y="168229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847.8470710.1.412526.000000.847001.100178</a:t>
            </a:r>
            <a:endParaRPr lang="en-US" dirty="0"/>
          </a:p>
        </p:txBody>
      </p:sp>
      <p:sp>
        <p:nvSpPr>
          <p:cNvPr id="10483" name="Rectangle 4"/>
          <p:cNvSpPr>
            <a:spLocks noChangeArrowheads="1"/>
          </p:cNvSpPr>
          <p:nvPr/>
        </p:nvSpPr>
        <p:spPr bwMode="auto">
          <a:xfrm>
            <a:off x="5918962" y="171109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84" name="TextBox 3"/>
          <p:cNvSpPr txBox="1"/>
          <p:nvPr/>
        </p:nvSpPr>
        <p:spPr>
          <a:xfrm>
            <a:off x="5987491" y="168229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2,644,008</a:t>
            </a:r>
            <a:endParaRPr lang="en-US" dirty="0"/>
          </a:p>
        </p:txBody>
      </p:sp>
      <p:sp>
        <p:nvSpPr>
          <p:cNvPr id="10485" name="Rectangle 4"/>
          <p:cNvSpPr>
            <a:spLocks noChangeArrowheads="1"/>
          </p:cNvSpPr>
          <p:nvPr/>
        </p:nvSpPr>
        <p:spPr bwMode="auto">
          <a:xfrm>
            <a:off x="6566408" y="171109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86" name="TextBox 3"/>
          <p:cNvSpPr txBox="1"/>
          <p:nvPr/>
        </p:nvSpPr>
        <p:spPr>
          <a:xfrm>
            <a:off x="6634937" y="168229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1,842,008</a:t>
            </a:r>
            <a:endParaRPr lang="en-US" dirty="0"/>
          </a:p>
        </p:txBody>
      </p:sp>
      <p:sp>
        <p:nvSpPr>
          <p:cNvPr id="10487" name="Rectangle 4"/>
          <p:cNvSpPr>
            <a:spLocks noChangeArrowheads="1"/>
          </p:cNvSpPr>
          <p:nvPr/>
        </p:nvSpPr>
        <p:spPr bwMode="auto">
          <a:xfrm>
            <a:off x="7213854" y="171109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88" name="TextBox 3"/>
          <p:cNvSpPr txBox="1"/>
          <p:nvPr/>
        </p:nvSpPr>
        <p:spPr>
          <a:xfrm>
            <a:off x="7282383" y="168229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1,841,997</a:t>
            </a:r>
            <a:endParaRPr lang="en-US" dirty="0"/>
          </a:p>
        </p:txBody>
      </p:sp>
      <p:sp>
        <p:nvSpPr>
          <p:cNvPr id="10489" name="Rectangle 4"/>
          <p:cNvSpPr>
            <a:spLocks noChangeArrowheads="1"/>
          </p:cNvSpPr>
          <p:nvPr/>
        </p:nvSpPr>
        <p:spPr bwMode="auto">
          <a:xfrm>
            <a:off x="7861300" y="1711096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90" name="Rectangle 4"/>
          <p:cNvSpPr>
            <a:spLocks noChangeArrowheads="1"/>
          </p:cNvSpPr>
          <p:nvPr/>
        </p:nvSpPr>
        <p:spPr bwMode="auto">
          <a:xfrm>
            <a:off x="8094497" y="1711096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91" name="Rectangle 4"/>
          <p:cNvSpPr>
            <a:spLocks noChangeArrowheads="1"/>
          </p:cNvSpPr>
          <p:nvPr/>
        </p:nvSpPr>
        <p:spPr bwMode="auto">
          <a:xfrm>
            <a:off x="8333384" y="1711096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92" name="TextBox 3"/>
          <p:cNvSpPr txBox="1"/>
          <p:nvPr/>
        </p:nvSpPr>
        <p:spPr>
          <a:xfrm>
            <a:off x="8594496" y="1682292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11</a:t>
            </a:r>
            <a:endParaRPr lang="en-US" dirty="0"/>
          </a:p>
        </p:txBody>
      </p:sp>
      <p:sp>
        <p:nvSpPr>
          <p:cNvPr id="10493" name="Rectangle 4"/>
          <p:cNvSpPr>
            <a:spLocks noChangeArrowheads="1"/>
          </p:cNvSpPr>
          <p:nvPr/>
        </p:nvSpPr>
        <p:spPr bwMode="auto">
          <a:xfrm>
            <a:off x="878255" y="2223757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94" name="TextBox 3"/>
          <p:cNvSpPr txBox="1"/>
          <p:nvPr/>
        </p:nvSpPr>
        <p:spPr>
          <a:xfrm>
            <a:off x="827455" y="219495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8470710</a:t>
            </a:r>
            <a:endParaRPr lang="en-US" dirty="0"/>
          </a:p>
        </p:txBody>
      </p:sp>
      <p:sp>
        <p:nvSpPr>
          <p:cNvPr id="10495" name="Rectangle 4"/>
          <p:cNvSpPr>
            <a:spLocks noChangeArrowheads="1"/>
          </p:cNvSpPr>
          <p:nvPr/>
        </p:nvSpPr>
        <p:spPr bwMode="auto">
          <a:xfrm>
            <a:off x="1365758" y="2223757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496" name="TextBox 3"/>
          <p:cNvSpPr txBox="1"/>
          <p:nvPr/>
        </p:nvSpPr>
        <p:spPr>
          <a:xfrm>
            <a:off x="1314958" y="2194953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10497" name="TextBox 3"/>
          <p:cNvSpPr txBox="1"/>
          <p:nvPr/>
        </p:nvSpPr>
        <p:spPr>
          <a:xfrm>
            <a:off x="1314958" y="2312403"/>
            <a:ext cx="5335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Human </a:t>
            </a:r>
            <a:endParaRPr lang="en-US" dirty="0"/>
          </a:p>
        </p:txBody>
      </p:sp>
      <p:sp>
        <p:nvSpPr>
          <p:cNvPr id="10498" name="TextBox 3"/>
          <p:cNvSpPr txBox="1"/>
          <p:nvPr/>
        </p:nvSpPr>
        <p:spPr>
          <a:xfrm>
            <a:off x="1314958" y="2429853"/>
            <a:ext cx="691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 </a:t>
            </a:r>
            <a:endParaRPr lang="en-US" dirty="0"/>
          </a:p>
        </p:txBody>
      </p:sp>
      <p:sp>
        <p:nvSpPr>
          <p:cNvPr id="10499" name="TextBox 3"/>
          <p:cNvSpPr txBox="1"/>
          <p:nvPr/>
        </p:nvSpPr>
        <p:spPr>
          <a:xfrm>
            <a:off x="1314958" y="2547302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0500" name="Rectangle 4"/>
          <p:cNvSpPr>
            <a:spLocks noChangeArrowheads="1"/>
          </p:cNvSpPr>
          <p:nvPr/>
        </p:nvSpPr>
        <p:spPr bwMode="auto">
          <a:xfrm>
            <a:off x="2163546" y="2223757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01" name="TextBox 3"/>
          <p:cNvSpPr txBox="1"/>
          <p:nvPr/>
        </p:nvSpPr>
        <p:spPr>
          <a:xfrm>
            <a:off x="2112746" y="219495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10502" name="Rectangle 4"/>
          <p:cNvSpPr>
            <a:spLocks noChangeArrowheads="1"/>
          </p:cNvSpPr>
          <p:nvPr/>
        </p:nvSpPr>
        <p:spPr bwMode="auto">
          <a:xfrm>
            <a:off x="2622702" y="2223757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03" name="TextBox 3"/>
          <p:cNvSpPr txBox="1"/>
          <p:nvPr/>
        </p:nvSpPr>
        <p:spPr>
          <a:xfrm>
            <a:off x="2571902" y="2194953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10504" name="TextBox 3"/>
          <p:cNvSpPr txBox="1"/>
          <p:nvPr/>
        </p:nvSpPr>
        <p:spPr>
          <a:xfrm>
            <a:off x="2571902" y="2312403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10505" name="Rectangle 4"/>
          <p:cNvSpPr>
            <a:spLocks noChangeArrowheads="1"/>
          </p:cNvSpPr>
          <p:nvPr/>
        </p:nvSpPr>
        <p:spPr bwMode="auto">
          <a:xfrm>
            <a:off x="3680282" y="2223757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06" name="TextBox 3"/>
          <p:cNvSpPr txBox="1"/>
          <p:nvPr/>
        </p:nvSpPr>
        <p:spPr>
          <a:xfrm>
            <a:off x="3629482" y="219495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847.8470710.1.412534.000000.847001.100178</a:t>
            </a:r>
            <a:endParaRPr lang="en-US" dirty="0"/>
          </a:p>
        </p:txBody>
      </p:sp>
      <p:sp>
        <p:nvSpPr>
          <p:cNvPr id="10507" name="Rectangle 4"/>
          <p:cNvSpPr>
            <a:spLocks noChangeArrowheads="1"/>
          </p:cNvSpPr>
          <p:nvPr/>
        </p:nvSpPr>
        <p:spPr bwMode="auto">
          <a:xfrm>
            <a:off x="5918962" y="222375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08" name="TextBox 3"/>
          <p:cNvSpPr txBox="1"/>
          <p:nvPr/>
        </p:nvSpPr>
        <p:spPr>
          <a:xfrm>
            <a:off x="6072225" y="219495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390,415</a:t>
            </a:r>
            <a:endParaRPr lang="en-US" dirty="0"/>
          </a:p>
        </p:txBody>
      </p:sp>
      <p:sp>
        <p:nvSpPr>
          <p:cNvPr id="10509" name="Rectangle 4"/>
          <p:cNvSpPr>
            <a:spLocks noChangeArrowheads="1"/>
          </p:cNvSpPr>
          <p:nvPr/>
        </p:nvSpPr>
        <p:spPr bwMode="auto">
          <a:xfrm>
            <a:off x="6566408" y="222375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10" name="TextBox 3"/>
          <p:cNvSpPr txBox="1"/>
          <p:nvPr/>
        </p:nvSpPr>
        <p:spPr>
          <a:xfrm>
            <a:off x="6719671" y="219495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297,083</a:t>
            </a:r>
            <a:endParaRPr lang="en-US" dirty="0"/>
          </a:p>
        </p:txBody>
      </p:sp>
      <p:sp>
        <p:nvSpPr>
          <p:cNvPr id="10511" name="Rectangle 4"/>
          <p:cNvSpPr>
            <a:spLocks noChangeArrowheads="1"/>
          </p:cNvSpPr>
          <p:nvPr/>
        </p:nvSpPr>
        <p:spPr bwMode="auto">
          <a:xfrm>
            <a:off x="7213854" y="222375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12" name="TextBox 3"/>
          <p:cNvSpPr txBox="1"/>
          <p:nvPr/>
        </p:nvSpPr>
        <p:spPr>
          <a:xfrm>
            <a:off x="7367118" y="219495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297,077</a:t>
            </a:r>
            <a:endParaRPr lang="en-US" dirty="0"/>
          </a:p>
        </p:txBody>
      </p:sp>
      <p:sp>
        <p:nvSpPr>
          <p:cNvPr id="10513" name="Rectangle 4"/>
          <p:cNvSpPr>
            <a:spLocks noChangeArrowheads="1"/>
          </p:cNvSpPr>
          <p:nvPr/>
        </p:nvSpPr>
        <p:spPr bwMode="auto">
          <a:xfrm>
            <a:off x="7861300" y="2223757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14" name="Rectangle 4"/>
          <p:cNvSpPr>
            <a:spLocks noChangeArrowheads="1"/>
          </p:cNvSpPr>
          <p:nvPr/>
        </p:nvSpPr>
        <p:spPr bwMode="auto">
          <a:xfrm>
            <a:off x="8094497" y="2223757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15" name="Rectangle 4"/>
          <p:cNvSpPr>
            <a:spLocks noChangeArrowheads="1"/>
          </p:cNvSpPr>
          <p:nvPr/>
        </p:nvSpPr>
        <p:spPr bwMode="auto">
          <a:xfrm>
            <a:off x="8333384" y="2223757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16" name="TextBox 3"/>
          <p:cNvSpPr txBox="1"/>
          <p:nvPr/>
        </p:nvSpPr>
        <p:spPr>
          <a:xfrm>
            <a:off x="8650986" y="219495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</a:t>
            </a:r>
            <a:endParaRPr lang="en-US" dirty="0"/>
          </a:p>
        </p:txBody>
      </p:sp>
      <p:sp>
        <p:nvSpPr>
          <p:cNvPr id="10517" name="Rectangle 4"/>
          <p:cNvSpPr>
            <a:spLocks noChangeArrowheads="1"/>
          </p:cNvSpPr>
          <p:nvPr/>
        </p:nvSpPr>
        <p:spPr bwMode="auto">
          <a:xfrm>
            <a:off x="878255" y="2736418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18" name="TextBox 3"/>
          <p:cNvSpPr txBox="1"/>
          <p:nvPr/>
        </p:nvSpPr>
        <p:spPr>
          <a:xfrm>
            <a:off x="827455" y="270761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8470710</a:t>
            </a:r>
            <a:endParaRPr lang="en-US" dirty="0"/>
          </a:p>
        </p:txBody>
      </p:sp>
      <p:sp>
        <p:nvSpPr>
          <p:cNvPr id="10519" name="Rectangle 4"/>
          <p:cNvSpPr>
            <a:spLocks noChangeArrowheads="1"/>
          </p:cNvSpPr>
          <p:nvPr/>
        </p:nvSpPr>
        <p:spPr bwMode="auto">
          <a:xfrm>
            <a:off x="1365758" y="2736418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20" name="TextBox 3"/>
          <p:cNvSpPr txBox="1"/>
          <p:nvPr/>
        </p:nvSpPr>
        <p:spPr>
          <a:xfrm>
            <a:off x="1314958" y="2707614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10521" name="TextBox 3"/>
          <p:cNvSpPr txBox="1"/>
          <p:nvPr/>
        </p:nvSpPr>
        <p:spPr>
          <a:xfrm>
            <a:off x="1314958" y="2825064"/>
            <a:ext cx="5335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Human </a:t>
            </a:r>
            <a:endParaRPr lang="en-US" dirty="0"/>
          </a:p>
        </p:txBody>
      </p:sp>
      <p:sp>
        <p:nvSpPr>
          <p:cNvPr id="10522" name="TextBox 3"/>
          <p:cNvSpPr txBox="1"/>
          <p:nvPr/>
        </p:nvSpPr>
        <p:spPr>
          <a:xfrm>
            <a:off x="1314958" y="2942514"/>
            <a:ext cx="691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 </a:t>
            </a:r>
            <a:endParaRPr lang="en-US" dirty="0"/>
          </a:p>
        </p:txBody>
      </p:sp>
      <p:sp>
        <p:nvSpPr>
          <p:cNvPr id="10523" name="TextBox 3"/>
          <p:cNvSpPr txBox="1"/>
          <p:nvPr/>
        </p:nvSpPr>
        <p:spPr>
          <a:xfrm>
            <a:off x="1314958" y="3059963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0524" name="Rectangle 4"/>
          <p:cNvSpPr>
            <a:spLocks noChangeArrowheads="1"/>
          </p:cNvSpPr>
          <p:nvPr/>
        </p:nvSpPr>
        <p:spPr bwMode="auto">
          <a:xfrm>
            <a:off x="2163546" y="2736418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25" name="TextBox 3"/>
          <p:cNvSpPr txBox="1"/>
          <p:nvPr/>
        </p:nvSpPr>
        <p:spPr>
          <a:xfrm>
            <a:off x="2112746" y="270761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10526" name="Rectangle 4"/>
          <p:cNvSpPr>
            <a:spLocks noChangeArrowheads="1"/>
          </p:cNvSpPr>
          <p:nvPr/>
        </p:nvSpPr>
        <p:spPr bwMode="auto">
          <a:xfrm>
            <a:off x="2622702" y="2736418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27" name="TextBox 3"/>
          <p:cNvSpPr txBox="1"/>
          <p:nvPr/>
        </p:nvSpPr>
        <p:spPr>
          <a:xfrm>
            <a:off x="2571902" y="2707614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10528" name="Rectangle 4"/>
          <p:cNvSpPr>
            <a:spLocks noChangeArrowheads="1"/>
          </p:cNvSpPr>
          <p:nvPr/>
        </p:nvSpPr>
        <p:spPr bwMode="auto">
          <a:xfrm>
            <a:off x="3680282" y="2736418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29" name="TextBox 3"/>
          <p:cNvSpPr txBox="1"/>
          <p:nvPr/>
        </p:nvSpPr>
        <p:spPr>
          <a:xfrm>
            <a:off x="3629482" y="270761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847.8470710.1.412546.000000.847001.100178</a:t>
            </a:r>
            <a:endParaRPr lang="en-US" dirty="0"/>
          </a:p>
        </p:txBody>
      </p:sp>
      <p:sp>
        <p:nvSpPr>
          <p:cNvPr id="10530" name="Rectangle 4"/>
          <p:cNvSpPr>
            <a:spLocks noChangeArrowheads="1"/>
          </p:cNvSpPr>
          <p:nvPr/>
        </p:nvSpPr>
        <p:spPr bwMode="auto">
          <a:xfrm>
            <a:off x="5918962" y="273641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31" name="TextBox 3"/>
          <p:cNvSpPr txBox="1"/>
          <p:nvPr/>
        </p:nvSpPr>
        <p:spPr>
          <a:xfrm>
            <a:off x="6128715" y="270761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58,210</a:t>
            </a:r>
            <a:endParaRPr lang="en-US" dirty="0"/>
          </a:p>
        </p:txBody>
      </p:sp>
      <p:sp>
        <p:nvSpPr>
          <p:cNvPr id="10532" name="Rectangle 4"/>
          <p:cNvSpPr>
            <a:spLocks noChangeArrowheads="1"/>
          </p:cNvSpPr>
          <p:nvPr/>
        </p:nvSpPr>
        <p:spPr bwMode="auto">
          <a:xfrm>
            <a:off x="6566408" y="273641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33" name="TextBox 3"/>
          <p:cNvSpPr txBox="1"/>
          <p:nvPr/>
        </p:nvSpPr>
        <p:spPr>
          <a:xfrm>
            <a:off x="6776161" y="270761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52,155</a:t>
            </a:r>
            <a:endParaRPr lang="en-US" dirty="0"/>
          </a:p>
        </p:txBody>
      </p:sp>
      <p:sp>
        <p:nvSpPr>
          <p:cNvPr id="10534" name="Rectangle 4"/>
          <p:cNvSpPr>
            <a:spLocks noChangeArrowheads="1"/>
          </p:cNvSpPr>
          <p:nvPr/>
        </p:nvSpPr>
        <p:spPr bwMode="auto">
          <a:xfrm>
            <a:off x="7213854" y="273641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35" name="TextBox 3"/>
          <p:cNvSpPr txBox="1"/>
          <p:nvPr/>
        </p:nvSpPr>
        <p:spPr>
          <a:xfrm>
            <a:off x="7423607" y="270761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52,155</a:t>
            </a:r>
            <a:endParaRPr lang="en-US" dirty="0"/>
          </a:p>
        </p:txBody>
      </p:sp>
      <p:sp>
        <p:nvSpPr>
          <p:cNvPr id="10536" name="Rectangle 4"/>
          <p:cNvSpPr>
            <a:spLocks noChangeArrowheads="1"/>
          </p:cNvSpPr>
          <p:nvPr/>
        </p:nvSpPr>
        <p:spPr bwMode="auto">
          <a:xfrm>
            <a:off x="7861300" y="2736418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37" name="Rectangle 4"/>
          <p:cNvSpPr>
            <a:spLocks noChangeArrowheads="1"/>
          </p:cNvSpPr>
          <p:nvPr/>
        </p:nvSpPr>
        <p:spPr bwMode="auto">
          <a:xfrm>
            <a:off x="8094497" y="2736418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38" name="Rectangle 4"/>
          <p:cNvSpPr>
            <a:spLocks noChangeArrowheads="1"/>
          </p:cNvSpPr>
          <p:nvPr/>
        </p:nvSpPr>
        <p:spPr bwMode="auto">
          <a:xfrm>
            <a:off x="8333384" y="2736418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39" name="TextBox 3"/>
          <p:cNvSpPr txBox="1"/>
          <p:nvPr/>
        </p:nvSpPr>
        <p:spPr>
          <a:xfrm>
            <a:off x="8650986" y="270761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0540" name="Rectangle 4"/>
          <p:cNvSpPr>
            <a:spLocks noChangeArrowheads="1"/>
          </p:cNvSpPr>
          <p:nvPr/>
        </p:nvSpPr>
        <p:spPr bwMode="auto">
          <a:xfrm>
            <a:off x="878255" y="3249079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41" name="TextBox 3"/>
          <p:cNvSpPr txBox="1"/>
          <p:nvPr/>
        </p:nvSpPr>
        <p:spPr>
          <a:xfrm>
            <a:off x="827455" y="322027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8470710</a:t>
            </a:r>
            <a:endParaRPr lang="en-US" dirty="0"/>
          </a:p>
        </p:txBody>
      </p:sp>
      <p:sp>
        <p:nvSpPr>
          <p:cNvPr id="10542" name="Rectangle 4"/>
          <p:cNvSpPr>
            <a:spLocks noChangeArrowheads="1"/>
          </p:cNvSpPr>
          <p:nvPr/>
        </p:nvSpPr>
        <p:spPr bwMode="auto">
          <a:xfrm>
            <a:off x="1365758" y="3249079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43" name="TextBox 3"/>
          <p:cNvSpPr txBox="1"/>
          <p:nvPr/>
        </p:nvSpPr>
        <p:spPr>
          <a:xfrm>
            <a:off x="1314958" y="3220275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10544" name="TextBox 3"/>
          <p:cNvSpPr txBox="1"/>
          <p:nvPr/>
        </p:nvSpPr>
        <p:spPr>
          <a:xfrm>
            <a:off x="1314958" y="3337725"/>
            <a:ext cx="5335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Human </a:t>
            </a:r>
            <a:endParaRPr lang="en-US" dirty="0"/>
          </a:p>
        </p:txBody>
      </p:sp>
      <p:sp>
        <p:nvSpPr>
          <p:cNvPr id="10545" name="TextBox 3"/>
          <p:cNvSpPr txBox="1"/>
          <p:nvPr/>
        </p:nvSpPr>
        <p:spPr>
          <a:xfrm>
            <a:off x="1314958" y="3455174"/>
            <a:ext cx="691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 </a:t>
            </a:r>
            <a:endParaRPr lang="en-US" dirty="0"/>
          </a:p>
        </p:txBody>
      </p:sp>
      <p:sp>
        <p:nvSpPr>
          <p:cNvPr id="10546" name="TextBox 3"/>
          <p:cNvSpPr txBox="1"/>
          <p:nvPr/>
        </p:nvSpPr>
        <p:spPr>
          <a:xfrm>
            <a:off x="1314958" y="3572624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0547" name="Rectangle 4"/>
          <p:cNvSpPr>
            <a:spLocks noChangeArrowheads="1"/>
          </p:cNvSpPr>
          <p:nvPr/>
        </p:nvSpPr>
        <p:spPr bwMode="auto">
          <a:xfrm>
            <a:off x="2163546" y="3249079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48" name="TextBox 3"/>
          <p:cNvSpPr txBox="1"/>
          <p:nvPr/>
        </p:nvSpPr>
        <p:spPr>
          <a:xfrm>
            <a:off x="2112746" y="322027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10549" name="Rectangle 4"/>
          <p:cNvSpPr>
            <a:spLocks noChangeArrowheads="1"/>
          </p:cNvSpPr>
          <p:nvPr/>
        </p:nvSpPr>
        <p:spPr bwMode="auto">
          <a:xfrm>
            <a:off x="2622702" y="3249079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50" name="TextBox 3"/>
          <p:cNvSpPr txBox="1"/>
          <p:nvPr/>
        </p:nvSpPr>
        <p:spPr>
          <a:xfrm>
            <a:off x="2571902" y="3220275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10551" name="TextBox 3"/>
          <p:cNvSpPr txBox="1"/>
          <p:nvPr/>
        </p:nvSpPr>
        <p:spPr>
          <a:xfrm>
            <a:off x="2571902" y="3337725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10552" name="Rectangle 4"/>
          <p:cNvSpPr>
            <a:spLocks noChangeArrowheads="1"/>
          </p:cNvSpPr>
          <p:nvPr/>
        </p:nvSpPr>
        <p:spPr bwMode="auto">
          <a:xfrm>
            <a:off x="3680282" y="3249079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53" name="TextBox 3"/>
          <p:cNvSpPr txBox="1"/>
          <p:nvPr/>
        </p:nvSpPr>
        <p:spPr>
          <a:xfrm>
            <a:off x="3629482" y="322027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847.8470710.1.415110.000000.847001.100178</a:t>
            </a:r>
            <a:endParaRPr lang="en-US" dirty="0"/>
          </a:p>
        </p:txBody>
      </p:sp>
      <p:sp>
        <p:nvSpPr>
          <p:cNvPr id="10554" name="Rectangle 4"/>
          <p:cNvSpPr>
            <a:spLocks noChangeArrowheads="1"/>
          </p:cNvSpPr>
          <p:nvPr/>
        </p:nvSpPr>
        <p:spPr bwMode="auto">
          <a:xfrm>
            <a:off x="5918962" y="324907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55" name="TextBox 3"/>
          <p:cNvSpPr txBox="1"/>
          <p:nvPr/>
        </p:nvSpPr>
        <p:spPr>
          <a:xfrm>
            <a:off x="5987491" y="322027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1,120,009</a:t>
            </a:r>
            <a:endParaRPr lang="en-US" dirty="0"/>
          </a:p>
        </p:txBody>
      </p:sp>
      <p:sp>
        <p:nvSpPr>
          <p:cNvPr id="10556" name="Rectangle 4"/>
          <p:cNvSpPr>
            <a:spLocks noChangeArrowheads="1"/>
          </p:cNvSpPr>
          <p:nvPr/>
        </p:nvSpPr>
        <p:spPr bwMode="auto">
          <a:xfrm>
            <a:off x="6566408" y="324907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57" name="TextBox 3"/>
          <p:cNvSpPr txBox="1"/>
          <p:nvPr/>
        </p:nvSpPr>
        <p:spPr>
          <a:xfrm>
            <a:off x="6719671" y="322027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836,109</a:t>
            </a:r>
            <a:endParaRPr lang="en-US" dirty="0"/>
          </a:p>
        </p:txBody>
      </p:sp>
      <p:sp>
        <p:nvSpPr>
          <p:cNvPr id="10558" name="Rectangle 4"/>
          <p:cNvSpPr>
            <a:spLocks noChangeArrowheads="1"/>
          </p:cNvSpPr>
          <p:nvPr/>
        </p:nvSpPr>
        <p:spPr bwMode="auto">
          <a:xfrm>
            <a:off x="7213854" y="324907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59" name="TextBox 3"/>
          <p:cNvSpPr txBox="1"/>
          <p:nvPr/>
        </p:nvSpPr>
        <p:spPr>
          <a:xfrm>
            <a:off x="7367118" y="322027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834,994</a:t>
            </a:r>
            <a:endParaRPr lang="en-US" dirty="0"/>
          </a:p>
        </p:txBody>
      </p:sp>
      <p:sp>
        <p:nvSpPr>
          <p:cNvPr id="10560" name="Rectangle 4"/>
          <p:cNvSpPr>
            <a:spLocks noChangeArrowheads="1"/>
          </p:cNvSpPr>
          <p:nvPr/>
        </p:nvSpPr>
        <p:spPr bwMode="auto">
          <a:xfrm>
            <a:off x="7861300" y="3249079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61" name="Rectangle 4"/>
          <p:cNvSpPr>
            <a:spLocks noChangeArrowheads="1"/>
          </p:cNvSpPr>
          <p:nvPr/>
        </p:nvSpPr>
        <p:spPr bwMode="auto">
          <a:xfrm>
            <a:off x="8094497" y="3249079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62" name="Rectangle 4"/>
          <p:cNvSpPr>
            <a:spLocks noChangeArrowheads="1"/>
          </p:cNvSpPr>
          <p:nvPr/>
        </p:nvSpPr>
        <p:spPr bwMode="auto">
          <a:xfrm>
            <a:off x="8333384" y="3249079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63" name="TextBox 3"/>
          <p:cNvSpPr txBox="1"/>
          <p:nvPr/>
        </p:nvSpPr>
        <p:spPr>
          <a:xfrm>
            <a:off x="8453272" y="3220275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1,115</a:t>
            </a:r>
            <a:endParaRPr lang="en-US" dirty="0"/>
          </a:p>
        </p:txBody>
      </p:sp>
      <p:sp>
        <p:nvSpPr>
          <p:cNvPr id="10564" name="Rectangle 4"/>
          <p:cNvSpPr>
            <a:spLocks noChangeArrowheads="1"/>
          </p:cNvSpPr>
          <p:nvPr/>
        </p:nvSpPr>
        <p:spPr bwMode="auto">
          <a:xfrm>
            <a:off x="878255" y="3761740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65" name="TextBox 3"/>
          <p:cNvSpPr txBox="1"/>
          <p:nvPr/>
        </p:nvSpPr>
        <p:spPr>
          <a:xfrm>
            <a:off x="827455" y="373293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8470710</a:t>
            </a:r>
            <a:endParaRPr lang="en-US" dirty="0"/>
          </a:p>
        </p:txBody>
      </p:sp>
      <p:sp>
        <p:nvSpPr>
          <p:cNvPr id="10566" name="Rectangle 4"/>
          <p:cNvSpPr>
            <a:spLocks noChangeArrowheads="1"/>
          </p:cNvSpPr>
          <p:nvPr/>
        </p:nvSpPr>
        <p:spPr bwMode="auto">
          <a:xfrm>
            <a:off x="1365758" y="3761740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67" name="TextBox 3"/>
          <p:cNvSpPr txBox="1"/>
          <p:nvPr/>
        </p:nvSpPr>
        <p:spPr>
          <a:xfrm>
            <a:off x="1314958" y="3732936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10568" name="TextBox 3"/>
          <p:cNvSpPr txBox="1"/>
          <p:nvPr/>
        </p:nvSpPr>
        <p:spPr>
          <a:xfrm>
            <a:off x="1314958" y="3850385"/>
            <a:ext cx="5335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Human </a:t>
            </a:r>
            <a:endParaRPr lang="en-US" dirty="0"/>
          </a:p>
        </p:txBody>
      </p:sp>
      <p:sp>
        <p:nvSpPr>
          <p:cNvPr id="10569" name="TextBox 3"/>
          <p:cNvSpPr txBox="1"/>
          <p:nvPr/>
        </p:nvSpPr>
        <p:spPr>
          <a:xfrm>
            <a:off x="1314958" y="3967835"/>
            <a:ext cx="691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 </a:t>
            </a:r>
            <a:endParaRPr lang="en-US" dirty="0"/>
          </a:p>
        </p:txBody>
      </p:sp>
      <p:sp>
        <p:nvSpPr>
          <p:cNvPr id="10570" name="TextBox 3"/>
          <p:cNvSpPr txBox="1"/>
          <p:nvPr/>
        </p:nvSpPr>
        <p:spPr>
          <a:xfrm>
            <a:off x="1314958" y="4085285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0571" name="Rectangle 4"/>
          <p:cNvSpPr>
            <a:spLocks noChangeArrowheads="1"/>
          </p:cNvSpPr>
          <p:nvPr/>
        </p:nvSpPr>
        <p:spPr bwMode="auto">
          <a:xfrm>
            <a:off x="2163546" y="3761740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72" name="TextBox 3"/>
          <p:cNvSpPr txBox="1"/>
          <p:nvPr/>
        </p:nvSpPr>
        <p:spPr>
          <a:xfrm>
            <a:off x="2112746" y="373293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10573" name="Rectangle 4"/>
          <p:cNvSpPr>
            <a:spLocks noChangeArrowheads="1"/>
          </p:cNvSpPr>
          <p:nvPr/>
        </p:nvSpPr>
        <p:spPr bwMode="auto">
          <a:xfrm>
            <a:off x="2622702" y="3761740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74" name="TextBox 3"/>
          <p:cNvSpPr txBox="1"/>
          <p:nvPr/>
        </p:nvSpPr>
        <p:spPr>
          <a:xfrm>
            <a:off x="2571902" y="3732936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10575" name="TextBox 3"/>
          <p:cNvSpPr txBox="1"/>
          <p:nvPr/>
        </p:nvSpPr>
        <p:spPr>
          <a:xfrm>
            <a:off x="2571902" y="3850385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10576" name="Rectangle 4"/>
          <p:cNvSpPr>
            <a:spLocks noChangeArrowheads="1"/>
          </p:cNvSpPr>
          <p:nvPr/>
        </p:nvSpPr>
        <p:spPr bwMode="auto">
          <a:xfrm>
            <a:off x="3680282" y="3761740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77" name="TextBox 3"/>
          <p:cNvSpPr txBox="1"/>
          <p:nvPr/>
        </p:nvSpPr>
        <p:spPr>
          <a:xfrm>
            <a:off x="3629482" y="373293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847.8470710.1.416110.000000.847001.100178</a:t>
            </a:r>
            <a:endParaRPr lang="en-US" dirty="0"/>
          </a:p>
        </p:txBody>
      </p:sp>
      <p:sp>
        <p:nvSpPr>
          <p:cNvPr id="10578" name="Rectangle 4"/>
          <p:cNvSpPr>
            <a:spLocks noChangeArrowheads="1"/>
          </p:cNvSpPr>
          <p:nvPr/>
        </p:nvSpPr>
        <p:spPr bwMode="auto">
          <a:xfrm>
            <a:off x="5918962" y="376174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79" name="TextBox 3"/>
          <p:cNvSpPr txBox="1"/>
          <p:nvPr/>
        </p:nvSpPr>
        <p:spPr>
          <a:xfrm>
            <a:off x="6128715" y="373293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47,076</a:t>
            </a:r>
            <a:endParaRPr lang="en-US" dirty="0"/>
          </a:p>
        </p:txBody>
      </p:sp>
      <p:sp>
        <p:nvSpPr>
          <p:cNvPr id="10580" name="Rectangle 4"/>
          <p:cNvSpPr>
            <a:spLocks noChangeArrowheads="1"/>
          </p:cNvSpPr>
          <p:nvPr/>
        </p:nvSpPr>
        <p:spPr bwMode="auto">
          <a:xfrm>
            <a:off x="6566408" y="376174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81" name="TextBox 3"/>
          <p:cNvSpPr txBox="1"/>
          <p:nvPr/>
        </p:nvSpPr>
        <p:spPr>
          <a:xfrm>
            <a:off x="6719671" y="373293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105,591</a:t>
            </a:r>
            <a:endParaRPr lang="en-US" dirty="0"/>
          </a:p>
        </p:txBody>
      </p:sp>
      <p:sp>
        <p:nvSpPr>
          <p:cNvPr id="10582" name="Rectangle 4"/>
          <p:cNvSpPr>
            <a:spLocks noChangeArrowheads="1"/>
          </p:cNvSpPr>
          <p:nvPr/>
        </p:nvSpPr>
        <p:spPr bwMode="auto">
          <a:xfrm>
            <a:off x="7213854" y="376174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83" name="TextBox 3"/>
          <p:cNvSpPr txBox="1"/>
          <p:nvPr/>
        </p:nvSpPr>
        <p:spPr>
          <a:xfrm>
            <a:off x="7367118" y="373293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104,170</a:t>
            </a:r>
            <a:endParaRPr lang="en-US" dirty="0"/>
          </a:p>
        </p:txBody>
      </p:sp>
      <p:sp>
        <p:nvSpPr>
          <p:cNvPr id="10584" name="Rectangle 4"/>
          <p:cNvSpPr>
            <a:spLocks noChangeArrowheads="1"/>
          </p:cNvSpPr>
          <p:nvPr/>
        </p:nvSpPr>
        <p:spPr bwMode="auto">
          <a:xfrm>
            <a:off x="7861300" y="3761740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85" name="Rectangle 4"/>
          <p:cNvSpPr>
            <a:spLocks noChangeArrowheads="1"/>
          </p:cNvSpPr>
          <p:nvPr/>
        </p:nvSpPr>
        <p:spPr bwMode="auto">
          <a:xfrm>
            <a:off x="8094497" y="3761740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86" name="Rectangle 4"/>
          <p:cNvSpPr>
            <a:spLocks noChangeArrowheads="1"/>
          </p:cNvSpPr>
          <p:nvPr/>
        </p:nvSpPr>
        <p:spPr bwMode="auto">
          <a:xfrm>
            <a:off x="8333384" y="3761740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87" name="TextBox 3"/>
          <p:cNvSpPr txBox="1"/>
          <p:nvPr/>
        </p:nvSpPr>
        <p:spPr>
          <a:xfrm>
            <a:off x="8453272" y="3732936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1,421</a:t>
            </a:r>
            <a:endParaRPr lang="en-US" dirty="0"/>
          </a:p>
        </p:txBody>
      </p:sp>
      <p:sp>
        <p:nvSpPr>
          <p:cNvPr id="10588" name="Rectangle 4"/>
          <p:cNvSpPr>
            <a:spLocks noChangeArrowheads="1"/>
          </p:cNvSpPr>
          <p:nvPr/>
        </p:nvSpPr>
        <p:spPr bwMode="auto">
          <a:xfrm>
            <a:off x="878255" y="4274400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89" name="TextBox 3"/>
          <p:cNvSpPr txBox="1"/>
          <p:nvPr/>
        </p:nvSpPr>
        <p:spPr>
          <a:xfrm>
            <a:off x="827455" y="424559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8470710</a:t>
            </a:r>
            <a:endParaRPr lang="en-US" dirty="0"/>
          </a:p>
        </p:txBody>
      </p:sp>
      <p:sp>
        <p:nvSpPr>
          <p:cNvPr id="10590" name="Rectangle 4"/>
          <p:cNvSpPr>
            <a:spLocks noChangeArrowheads="1"/>
          </p:cNvSpPr>
          <p:nvPr/>
        </p:nvSpPr>
        <p:spPr bwMode="auto">
          <a:xfrm>
            <a:off x="1365758" y="4274400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91" name="TextBox 3"/>
          <p:cNvSpPr txBox="1"/>
          <p:nvPr/>
        </p:nvSpPr>
        <p:spPr>
          <a:xfrm>
            <a:off x="1314958" y="4245597"/>
            <a:ext cx="7311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VP/ </a:t>
            </a:r>
            <a:endParaRPr lang="en-US" dirty="0"/>
          </a:p>
        </p:txBody>
      </p:sp>
      <p:sp>
        <p:nvSpPr>
          <p:cNvPr id="10592" name="TextBox 3"/>
          <p:cNvSpPr txBox="1"/>
          <p:nvPr/>
        </p:nvSpPr>
        <p:spPr>
          <a:xfrm>
            <a:off x="1314958" y="4363047"/>
            <a:ext cx="5335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Human </a:t>
            </a:r>
            <a:endParaRPr lang="en-US" dirty="0"/>
          </a:p>
        </p:txBody>
      </p:sp>
      <p:sp>
        <p:nvSpPr>
          <p:cNvPr id="10593" name="TextBox 3"/>
          <p:cNvSpPr txBox="1"/>
          <p:nvPr/>
        </p:nvSpPr>
        <p:spPr>
          <a:xfrm>
            <a:off x="1314958" y="4480496"/>
            <a:ext cx="691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 </a:t>
            </a:r>
            <a:endParaRPr lang="en-US" dirty="0"/>
          </a:p>
        </p:txBody>
      </p:sp>
      <p:sp>
        <p:nvSpPr>
          <p:cNvPr id="10594" name="TextBox 3"/>
          <p:cNvSpPr txBox="1"/>
          <p:nvPr/>
        </p:nvSpPr>
        <p:spPr>
          <a:xfrm>
            <a:off x="1314958" y="4597946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0595" name="Rectangle 4"/>
          <p:cNvSpPr>
            <a:spLocks noChangeArrowheads="1"/>
          </p:cNvSpPr>
          <p:nvPr/>
        </p:nvSpPr>
        <p:spPr bwMode="auto">
          <a:xfrm>
            <a:off x="2163546" y="4274400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96" name="TextBox 3"/>
          <p:cNvSpPr txBox="1"/>
          <p:nvPr/>
        </p:nvSpPr>
        <p:spPr>
          <a:xfrm>
            <a:off x="2112746" y="424559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10597" name="Rectangle 4"/>
          <p:cNvSpPr>
            <a:spLocks noChangeArrowheads="1"/>
          </p:cNvSpPr>
          <p:nvPr/>
        </p:nvSpPr>
        <p:spPr bwMode="auto">
          <a:xfrm>
            <a:off x="2622702" y="4274400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598" name="TextBox 3"/>
          <p:cNvSpPr txBox="1"/>
          <p:nvPr/>
        </p:nvSpPr>
        <p:spPr>
          <a:xfrm>
            <a:off x="2571902" y="4245597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10599" name="TextBox 3"/>
          <p:cNvSpPr txBox="1"/>
          <p:nvPr/>
        </p:nvSpPr>
        <p:spPr>
          <a:xfrm>
            <a:off x="2571902" y="4363047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10600" name="Rectangle 4"/>
          <p:cNvSpPr>
            <a:spLocks noChangeArrowheads="1"/>
          </p:cNvSpPr>
          <p:nvPr/>
        </p:nvSpPr>
        <p:spPr bwMode="auto">
          <a:xfrm>
            <a:off x="3680282" y="4274400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01" name="TextBox 3"/>
          <p:cNvSpPr txBox="1"/>
          <p:nvPr/>
        </p:nvSpPr>
        <p:spPr>
          <a:xfrm>
            <a:off x="3629482" y="424559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847.8470710.1.416310.000000.847001.100178</a:t>
            </a:r>
            <a:endParaRPr lang="en-US" dirty="0"/>
          </a:p>
        </p:txBody>
      </p:sp>
      <p:sp>
        <p:nvSpPr>
          <p:cNvPr id="10602" name="Rectangle 4"/>
          <p:cNvSpPr>
            <a:spLocks noChangeArrowheads="1"/>
          </p:cNvSpPr>
          <p:nvPr/>
        </p:nvSpPr>
        <p:spPr bwMode="auto">
          <a:xfrm>
            <a:off x="5918962" y="427440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03" name="TextBox 3"/>
          <p:cNvSpPr txBox="1"/>
          <p:nvPr/>
        </p:nvSpPr>
        <p:spPr>
          <a:xfrm>
            <a:off x="6128715" y="424559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73,710</a:t>
            </a:r>
            <a:endParaRPr lang="en-US" dirty="0"/>
          </a:p>
        </p:txBody>
      </p:sp>
      <p:sp>
        <p:nvSpPr>
          <p:cNvPr id="10604" name="Rectangle 4"/>
          <p:cNvSpPr>
            <a:spLocks noChangeArrowheads="1"/>
          </p:cNvSpPr>
          <p:nvPr/>
        </p:nvSpPr>
        <p:spPr bwMode="auto">
          <a:xfrm>
            <a:off x="6566408" y="427440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05" name="TextBox 3"/>
          <p:cNvSpPr txBox="1"/>
          <p:nvPr/>
        </p:nvSpPr>
        <p:spPr>
          <a:xfrm>
            <a:off x="6776161" y="424559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49,445</a:t>
            </a:r>
            <a:endParaRPr lang="en-US" dirty="0"/>
          </a:p>
        </p:txBody>
      </p:sp>
      <p:sp>
        <p:nvSpPr>
          <p:cNvPr id="10606" name="Rectangle 4"/>
          <p:cNvSpPr>
            <a:spLocks noChangeArrowheads="1"/>
          </p:cNvSpPr>
          <p:nvPr/>
        </p:nvSpPr>
        <p:spPr bwMode="auto">
          <a:xfrm>
            <a:off x="7213854" y="427440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07" name="TextBox 3"/>
          <p:cNvSpPr txBox="1"/>
          <p:nvPr/>
        </p:nvSpPr>
        <p:spPr>
          <a:xfrm>
            <a:off x="7423607" y="424559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49,445</a:t>
            </a:r>
            <a:endParaRPr lang="en-US" dirty="0"/>
          </a:p>
        </p:txBody>
      </p:sp>
      <p:sp>
        <p:nvSpPr>
          <p:cNvPr id="10608" name="Rectangle 4"/>
          <p:cNvSpPr>
            <a:spLocks noChangeArrowheads="1"/>
          </p:cNvSpPr>
          <p:nvPr/>
        </p:nvSpPr>
        <p:spPr bwMode="auto">
          <a:xfrm>
            <a:off x="7861300" y="4274400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09" name="Rectangle 4"/>
          <p:cNvSpPr>
            <a:spLocks noChangeArrowheads="1"/>
          </p:cNvSpPr>
          <p:nvPr/>
        </p:nvSpPr>
        <p:spPr bwMode="auto">
          <a:xfrm>
            <a:off x="8094497" y="4274400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10" name="Rectangle 4"/>
          <p:cNvSpPr>
            <a:spLocks noChangeArrowheads="1"/>
          </p:cNvSpPr>
          <p:nvPr/>
        </p:nvSpPr>
        <p:spPr bwMode="auto">
          <a:xfrm>
            <a:off x="8333384" y="4274400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11" name="TextBox 3"/>
          <p:cNvSpPr txBox="1"/>
          <p:nvPr/>
        </p:nvSpPr>
        <p:spPr>
          <a:xfrm>
            <a:off x="8650986" y="424559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0612" name="Rectangle 4"/>
          <p:cNvSpPr>
            <a:spLocks noChangeArrowheads="1"/>
          </p:cNvSpPr>
          <p:nvPr/>
        </p:nvSpPr>
        <p:spPr bwMode="auto">
          <a:xfrm>
            <a:off x="878255" y="4787061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613" name="TextBox 3"/>
          <p:cNvSpPr txBox="1"/>
          <p:nvPr/>
        </p:nvSpPr>
        <p:spPr>
          <a:xfrm>
            <a:off x="827455" y="475825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8470710</a:t>
            </a:r>
            <a:endParaRPr lang="en-US" dirty="0"/>
          </a:p>
        </p:txBody>
      </p:sp>
      <p:sp>
        <p:nvSpPr>
          <p:cNvPr id="10614" name="TextBox 3"/>
          <p:cNvSpPr txBox="1"/>
          <p:nvPr/>
        </p:nvSpPr>
        <p:spPr>
          <a:xfrm>
            <a:off x="827455" y="4875708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0615" name="Rectangle 4"/>
          <p:cNvSpPr>
            <a:spLocks noChangeArrowheads="1"/>
          </p:cNvSpPr>
          <p:nvPr/>
        </p:nvSpPr>
        <p:spPr bwMode="auto">
          <a:xfrm>
            <a:off x="1365758" y="4787061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616" name="Rectangle 4"/>
          <p:cNvSpPr>
            <a:spLocks noChangeArrowheads="1"/>
          </p:cNvSpPr>
          <p:nvPr/>
        </p:nvSpPr>
        <p:spPr bwMode="auto">
          <a:xfrm>
            <a:off x="2163546" y="4787061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617" name="Rectangle 4"/>
          <p:cNvSpPr>
            <a:spLocks noChangeArrowheads="1"/>
          </p:cNvSpPr>
          <p:nvPr/>
        </p:nvSpPr>
        <p:spPr bwMode="auto">
          <a:xfrm>
            <a:off x="2622702" y="4787061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618" name="Rectangle 4"/>
          <p:cNvSpPr>
            <a:spLocks noChangeArrowheads="1"/>
          </p:cNvSpPr>
          <p:nvPr/>
        </p:nvSpPr>
        <p:spPr bwMode="auto">
          <a:xfrm>
            <a:off x="3680282" y="4787061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619" name="Rectangle 4"/>
          <p:cNvSpPr>
            <a:spLocks noChangeArrowheads="1"/>
          </p:cNvSpPr>
          <p:nvPr/>
        </p:nvSpPr>
        <p:spPr bwMode="auto">
          <a:xfrm>
            <a:off x="5918962" y="4787061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620" name="TextBox 3"/>
          <p:cNvSpPr txBox="1"/>
          <p:nvPr/>
        </p:nvSpPr>
        <p:spPr>
          <a:xfrm>
            <a:off x="5931001" y="4758258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14,172,481</a:t>
            </a:r>
            <a:endParaRPr lang="en-US" dirty="0"/>
          </a:p>
        </p:txBody>
      </p:sp>
      <p:sp>
        <p:nvSpPr>
          <p:cNvPr id="10621" name="Rectangle 4"/>
          <p:cNvSpPr>
            <a:spLocks noChangeArrowheads="1"/>
          </p:cNvSpPr>
          <p:nvPr/>
        </p:nvSpPr>
        <p:spPr bwMode="auto">
          <a:xfrm>
            <a:off x="6566408" y="4787061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622" name="TextBox 3"/>
          <p:cNvSpPr txBox="1"/>
          <p:nvPr/>
        </p:nvSpPr>
        <p:spPr>
          <a:xfrm>
            <a:off x="6578447" y="4758258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11,092,698</a:t>
            </a:r>
            <a:endParaRPr lang="en-US" dirty="0"/>
          </a:p>
        </p:txBody>
      </p:sp>
      <p:sp>
        <p:nvSpPr>
          <p:cNvPr id="10623" name="Rectangle 4"/>
          <p:cNvSpPr>
            <a:spLocks noChangeArrowheads="1"/>
          </p:cNvSpPr>
          <p:nvPr/>
        </p:nvSpPr>
        <p:spPr bwMode="auto">
          <a:xfrm>
            <a:off x="7213854" y="4787061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624" name="TextBox 3"/>
          <p:cNvSpPr txBox="1"/>
          <p:nvPr/>
        </p:nvSpPr>
        <p:spPr>
          <a:xfrm>
            <a:off x="7225894" y="4758258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11,090,137</a:t>
            </a:r>
            <a:endParaRPr lang="en-US" dirty="0"/>
          </a:p>
        </p:txBody>
      </p:sp>
      <p:sp>
        <p:nvSpPr>
          <p:cNvPr id="10625" name="Rectangle 4"/>
          <p:cNvSpPr>
            <a:spLocks noChangeArrowheads="1"/>
          </p:cNvSpPr>
          <p:nvPr/>
        </p:nvSpPr>
        <p:spPr bwMode="auto">
          <a:xfrm>
            <a:off x="7861300" y="4787061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626" name="Rectangle 4"/>
          <p:cNvSpPr>
            <a:spLocks noChangeArrowheads="1"/>
          </p:cNvSpPr>
          <p:nvPr/>
        </p:nvSpPr>
        <p:spPr bwMode="auto">
          <a:xfrm>
            <a:off x="8094497" y="4787061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627" name="Rectangle 4"/>
          <p:cNvSpPr>
            <a:spLocks noChangeArrowheads="1"/>
          </p:cNvSpPr>
          <p:nvPr/>
        </p:nvSpPr>
        <p:spPr bwMode="auto">
          <a:xfrm>
            <a:off x="8333384" y="4787061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628" name="TextBox 3"/>
          <p:cNvSpPr txBox="1"/>
          <p:nvPr/>
        </p:nvSpPr>
        <p:spPr>
          <a:xfrm>
            <a:off x="8453272" y="4758258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2,561</a:t>
            </a:r>
            <a:endParaRPr lang="en-US" dirty="0"/>
          </a:p>
        </p:txBody>
      </p:sp>
      <p:sp>
        <p:nvSpPr>
          <p:cNvPr id="10629" name="Rectangle 4"/>
          <p:cNvSpPr>
            <a:spLocks noChangeArrowheads="1"/>
          </p:cNvSpPr>
          <p:nvPr/>
        </p:nvSpPr>
        <p:spPr bwMode="auto">
          <a:xfrm>
            <a:off x="878255" y="506482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30" name="TextBox 3"/>
          <p:cNvSpPr txBox="1"/>
          <p:nvPr/>
        </p:nvSpPr>
        <p:spPr>
          <a:xfrm>
            <a:off x="827455" y="503602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8470720</a:t>
            </a:r>
            <a:endParaRPr lang="en-US" dirty="0"/>
          </a:p>
        </p:txBody>
      </p:sp>
      <p:sp>
        <p:nvSpPr>
          <p:cNvPr id="10631" name="Rectangle 4"/>
          <p:cNvSpPr>
            <a:spLocks noChangeArrowheads="1"/>
          </p:cNvSpPr>
          <p:nvPr/>
        </p:nvSpPr>
        <p:spPr bwMode="auto">
          <a:xfrm>
            <a:off x="1365758" y="506482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32" name="TextBox 3"/>
          <p:cNvSpPr txBox="1"/>
          <p:nvPr/>
        </p:nvSpPr>
        <p:spPr>
          <a:xfrm>
            <a:off x="1314958" y="5036020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0633" name="TextBox 3"/>
          <p:cNvSpPr txBox="1"/>
          <p:nvPr/>
        </p:nvSpPr>
        <p:spPr>
          <a:xfrm>
            <a:off x="1314958" y="5153469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Procurement </a:t>
            </a:r>
            <a:endParaRPr lang="en-US" dirty="0"/>
          </a:p>
        </p:txBody>
      </p:sp>
      <p:sp>
        <p:nvSpPr>
          <p:cNvPr id="10634" name="TextBox 3"/>
          <p:cNvSpPr txBox="1"/>
          <p:nvPr/>
        </p:nvSpPr>
        <p:spPr>
          <a:xfrm>
            <a:off x="1314958" y="5270919"/>
            <a:ext cx="8102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and Contracts</a:t>
            </a:r>
            <a:endParaRPr lang="en-US" dirty="0"/>
          </a:p>
        </p:txBody>
      </p:sp>
      <p:sp>
        <p:nvSpPr>
          <p:cNvPr id="10635" name="Rectangle 4"/>
          <p:cNvSpPr>
            <a:spLocks noChangeArrowheads="1"/>
          </p:cNvSpPr>
          <p:nvPr/>
        </p:nvSpPr>
        <p:spPr bwMode="auto">
          <a:xfrm>
            <a:off x="2163546" y="506482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36" name="TextBox 3"/>
          <p:cNvSpPr txBox="1"/>
          <p:nvPr/>
        </p:nvSpPr>
        <p:spPr>
          <a:xfrm>
            <a:off x="2112746" y="503602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10637" name="Rectangle 4"/>
          <p:cNvSpPr>
            <a:spLocks noChangeArrowheads="1"/>
          </p:cNvSpPr>
          <p:nvPr/>
        </p:nvSpPr>
        <p:spPr bwMode="auto">
          <a:xfrm>
            <a:off x="2622702" y="506482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38" name="TextBox 3"/>
          <p:cNvSpPr txBox="1"/>
          <p:nvPr/>
        </p:nvSpPr>
        <p:spPr>
          <a:xfrm>
            <a:off x="2571902" y="5036020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10639" name="TextBox 3"/>
          <p:cNvSpPr txBox="1"/>
          <p:nvPr/>
        </p:nvSpPr>
        <p:spPr>
          <a:xfrm>
            <a:off x="2571902" y="5153469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10640" name="Rectangle 4"/>
          <p:cNvSpPr>
            <a:spLocks noChangeArrowheads="1"/>
          </p:cNvSpPr>
          <p:nvPr/>
        </p:nvSpPr>
        <p:spPr bwMode="auto">
          <a:xfrm>
            <a:off x="3680282" y="506482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41" name="TextBox 3"/>
          <p:cNvSpPr txBox="1"/>
          <p:nvPr/>
        </p:nvSpPr>
        <p:spPr>
          <a:xfrm>
            <a:off x="3629482" y="503602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847.8470720.1.412121.000000.847001.100178</a:t>
            </a:r>
            <a:endParaRPr lang="en-US" dirty="0"/>
          </a:p>
        </p:txBody>
      </p:sp>
      <p:sp>
        <p:nvSpPr>
          <p:cNvPr id="10642" name="Rectangle 4"/>
          <p:cNvSpPr>
            <a:spLocks noChangeArrowheads="1"/>
          </p:cNvSpPr>
          <p:nvPr/>
        </p:nvSpPr>
        <p:spPr bwMode="auto">
          <a:xfrm>
            <a:off x="5918962" y="506482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43" name="TextBox 3"/>
          <p:cNvSpPr txBox="1"/>
          <p:nvPr/>
        </p:nvSpPr>
        <p:spPr>
          <a:xfrm>
            <a:off x="5987491" y="503602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2,337,479</a:t>
            </a:r>
            <a:endParaRPr lang="en-US" dirty="0"/>
          </a:p>
        </p:txBody>
      </p:sp>
      <p:sp>
        <p:nvSpPr>
          <p:cNvPr id="10644" name="Rectangle 4"/>
          <p:cNvSpPr>
            <a:spLocks noChangeArrowheads="1"/>
          </p:cNvSpPr>
          <p:nvPr/>
        </p:nvSpPr>
        <p:spPr bwMode="auto">
          <a:xfrm>
            <a:off x="6566408" y="506482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45" name="TextBox 3"/>
          <p:cNvSpPr txBox="1"/>
          <p:nvPr/>
        </p:nvSpPr>
        <p:spPr>
          <a:xfrm>
            <a:off x="6634937" y="503602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2,567,369</a:t>
            </a:r>
            <a:endParaRPr lang="en-US" dirty="0"/>
          </a:p>
        </p:txBody>
      </p:sp>
      <p:sp>
        <p:nvSpPr>
          <p:cNvPr id="10646" name="Rectangle 4"/>
          <p:cNvSpPr>
            <a:spLocks noChangeArrowheads="1"/>
          </p:cNvSpPr>
          <p:nvPr/>
        </p:nvSpPr>
        <p:spPr bwMode="auto">
          <a:xfrm>
            <a:off x="7213854" y="506482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47" name="TextBox 3"/>
          <p:cNvSpPr txBox="1"/>
          <p:nvPr/>
        </p:nvSpPr>
        <p:spPr>
          <a:xfrm>
            <a:off x="7282383" y="503602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2,567,360</a:t>
            </a:r>
            <a:endParaRPr lang="en-US" dirty="0"/>
          </a:p>
        </p:txBody>
      </p:sp>
      <p:sp>
        <p:nvSpPr>
          <p:cNvPr id="10648" name="Rectangle 4"/>
          <p:cNvSpPr>
            <a:spLocks noChangeArrowheads="1"/>
          </p:cNvSpPr>
          <p:nvPr/>
        </p:nvSpPr>
        <p:spPr bwMode="auto">
          <a:xfrm>
            <a:off x="7861300" y="506482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49" name="Rectangle 4"/>
          <p:cNvSpPr>
            <a:spLocks noChangeArrowheads="1"/>
          </p:cNvSpPr>
          <p:nvPr/>
        </p:nvSpPr>
        <p:spPr bwMode="auto">
          <a:xfrm>
            <a:off x="8094497" y="506482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50" name="Rectangle 4"/>
          <p:cNvSpPr>
            <a:spLocks noChangeArrowheads="1"/>
          </p:cNvSpPr>
          <p:nvPr/>
        </p:nvSpPr>
        <p:spPr bwMode="auto">
          <a:xfrm>
            <a:off x="8333384" y="506482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51" name="TextBox 3"/>
          <p:cNvSpPr txBox="1"/>
          <p:nvPr/>
        </p:nvSpPr>
        <p:spPr>
          <a:xfrm>
            <a:off x="8650986" y="503602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</a:t>
            </a:r>
            <a:endParaRPr lang="en-US" dirty="0"/>
          </a:p>
        </p:txBody>
      </p:sp>
      <p:sp>
        <p:nvSpPr>
          <p:cNvPr id="10652" name="Rectangle 4"/>
          <p:cNvSpPr>
            <a:spLocks noChangeArrowheads="1"/>
          </p:cNvSpPr>
          <p:nvPr/>
        </p:nvSpPr>
        <p:spPr bwMode="auto">
          <a:xfrm>
            <a:off x="878255" y="5460034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53" name="TextBox 3"/>
          <p:cNvSpPr txBox="1"/>
          <p:nvPr/>
        </p:nvSpPr>
        <p:spPr>
          <a:xfrm>
            <a:off x="827455" y="543123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8470720</a:t>
            </a:r>
            <a:endParaRPr lang="en-US" dirty="0"/>
          </a:p>
        </p:txBody>
      </p:sp>
      <p:sp>
        <p:nvSpPr>
          <p:cNvPr id="10654" name="Rectangle 4"/>
          <p:cNvSpPr>
            <a:spLocks noChangeArrowheads="1"/>
          </p:cNvSpPr>
          <p:nvPr/>
        </p:nvSpPr>
        <p:spPr bwMode="auto">
          <a:xfrm>
            <a:off x="1365758" y="5460034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55" name="TextBox 3"/>
          <p:cNvSpPr txBox="1"/>
          <p:nvPr/>
        </p:nvSpPr>
        <p:spPr>
          <a:xfrm>
            <a:off x="1314958" y="543123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0656" name="TextBox 3"/>
          <p:cNvSpPr txBox="1"/>
          <p:nvPr/>
        </p:nvSpPr>
        <p:spPr>
          <a:xfrm>
            <a:off x="1314958" y="5548680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Procurement </a:t>
            </a:r>
            <a:endParaRPr lang="en-US" dirty="0"/>
          </a:p>
        </p:txBody>
      </p:sp>
      <p:sp>
        <p:nvSpPr>
          <p:cNvPr id="10657" name="TextBox 3"/>
          <p:cNvSpPr txBox="1"/>
          <p:nvPr/>
        </p:nvSpPr>
        <p:spPr>
          <a:xfrm>
            <a:off x="1314958" y="5666130"/>
            <a:ext cx="8102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and Contracts</a:t>
            </a:r>
            <a:endParaRPr lang="en-US" dirty="0"/>
          </a:p>
        </p:txBody>
      </p:sp>
      <p:sp>
        <p:nvSpPr>
          <p:cNvPr id="10658" name="Rectangle 4"/>
          <p:cNvSpPr>
            <a:spLocks noChangeArrowheads="1"/>
          </p:cNvSpPr>
          <p:nvPr/>
        </p:nvSpPr>
        <p:spPr bwMode="auto">
          <a:xfrm>
            <a:off x="2163546" y="5460034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59" name="TextBox 3"/>
          <p:cNvSpPr txBox="1"/>
          <p:nvPr/>
        </p:nvSpPr>
        <p:spPr>
          <a:xfrm>
            <a:off x="2112746" y="543123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10660" name="Rectangle 4"/>
          <p:cNvSpPr>
            <a:spLocks noChangeArrowheads="1"/>
          </p:cNvSpPr>
          <p:nvPr/>
        </p:nvSpPr>
        <p:spPr bwMode="auto">
          <a:xfrm>
            <a:off x="2622702" y="5460034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61" name="TextBox 3"/>
          <p:cNvSpPr txBox="1"/>
          <p:nvPr/>
        </p:nvSpPr>
        <p:spPr>
          <a:xfrm>
            <a:off x="2571902" y="5431231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10662" name="TextBox 3"/>
          <p:cNvSpPr txBox="1"/>
          <p:nvPr/>
        </p:nvSpPr>
        <p:spPr>
          <a:xfrm>
            <a:off x="2571902" y="5548680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10663" name="TextBox 3"/>
          <p:cNvSpPr txBox="1"/>
          <p:nvPr/>
        </p:nvSpPr>
        <p:spPr>
          <a:xfrm>
            <a:off x="2571902" y="5666130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10664" name="Rectangle 4"/>
          <p:cNvSpPr>
            <a:spLocks noChangeArrowheads="1"/>
          </p:cNvSpPr>
          <p:nvPr/>
        </p:nvSpPr>
        <p:spPr bwMode="auto">
          <a:xfrm>
            <a:off x="3680282" y="5460034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65" name="TextBox 3"/>
          <p:cNvSpPr txBox="1"/>
          <p:nvPr/>
        </p:nvSpPr>
        <p:spPr>
          <a:xfrm>
            <a:off x="3629482" y="543123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847.8470720.1.412125.000000.847001.100178</a:t>
            </a:r>
            <a:endParaRPr lang="en-US" dirty="0"/>
          </a:p>
        </p:txBody>
      </p:sp>
      <p:sp>
        <p:nvSpPr>
          <p:cNvPr id="10666" name="Rectangle 4"/>
          <p:cNvSpPr>
            <a:spLocks noChangeArrowheads="1"/>
          </p:cNvSpPr>
          <p:nvPr/>
        </p:nvSpPr>
        <p:spPr bwMode="auto">
          <a:xfrm>
            <a:off x="5918962" y="546003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67" name="TextBox 3"/>
          <p:cNvSpPr txBox="1"/>
          <p:nvPr/>
        </p:nvSpPr>
        <p:spPr>
          <a:xfrm>
            <a:off x="5987491" y="543123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2,442,071</a:t>
            </a:r>
            <a:endParaRPr lang="en-US" dirty="0"/>
          </a:p>
        </p:txBody>
      </p:sp>
      <p:sp>
        <p:nvSpPr>
          <p:cNvPr id="10668" name="Rectangle 4"/>
          <p:cNvSpPr>
            <a:spLocks noChangeArrowheads="1"/>
          </p:cNvSpPr>
          <p:nvPr/>
        </p:nvSpPr>
        <p:spPr bwMode="auto">
          <a:xfrm>
            <a:off x="6566408" y="546003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69" name="TextBox 3"/>
          <p:cNvSpPr txBox="1"/>
          <p:nvPr/>
        </p:nvSpPr>
        <p:spPr>
          <a:xfrm>
            <a:off x="6634937" y="543123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3,179,621</a:t>
            </a:r>
            <a:endParaRPr lang="en-US" dirty="0"/>
          </a:p>
        </p:txBody>
      </p:sp>
      <p:sp>
        <p:nvSpPr>
          <p:cNvPr id="10670" name="Rectangle 4"/>
          <p:cNvSpPr>
            <a:spLocks noChangeArrowheads="1"/>
          </p:cNvSpPr>
          <p:nvPr/>
        </p:nvSpPr>
        <p:spPr bwMode="auto">
          <a:xfrm>
            <a:off x="7213854" y="546003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71" name="TextBox 3"/>
          <p:cNvSpPr txBox="1"/>
          <p:nvPr/>
        </p:nvSpPr>
        <p:spPr>
          <a:xfrm>
            <a:off x="7282383" y="543123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3,179,580</a:t>
            </a:r>
            <a:endParaRPr lang="en-US" dirty="0"/>
          </a:p>
        </p:txBody>
      </p:sp>
      <p:sp>
        <p:nvSpPr>
          <p:cNvPr id="10672" name="Rectangle 4"/>
          <p:cNvSpPr>
            <a:spLocks noChangeArrowheads="1"/>
          </p:cNvSpPr>
          <p:nvPr/>
        </p:nvSpPr>
        <p:spPr bwMode="auto">
          <a:xfrm>
            <a:off x="7861300" y="5460034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73" name="Rectangle 4"/>
          <p:cNvSpPr>
            <a:spLocks noChangeArrowheads="1"/>
          </p:cNvSpPr>
          <p:nvPr/>
        </p:nvSpPr>
        <p:spPr bwMode="auto">
          <a:xfrm>
            <a:off x="8094497" y="5460034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74" name="Rectangle 4"/>
          <p:cNvSpPr>
            <a:spLocks noChangeArrowheads="1"/>
          </p:cNvSpPr>
          <p:nvPr/>
        </p:nvSpPr>
        <p:spPr bwMode="auto">
          <a:xfrm>
            <a:off x="8333384" y="5460034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75" name="TextBox 3"/>
          <p:cNvSpPr txBox="1"/>
          <p:nvPr/>
        </p:nvSpPr>
        <p:spPr>
          <a:xfrm>
            <a:off x="8594496" y="5431231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</a:t>
            </a:r>
            <a:endParaRPr lang="en-US" dirty="0"/>
          </a:p>
        </p:txBody>
      </p:sp>
      <p:sp>
        <p:nvSpPr>
          <p:cNvPr id="10676" name="Rectangle 4"/>
          <p:cNvSpPr>
            <a:spLocks noChangeArrowheads="1"/>
          </p:cNvSpPr>
          <p:nvPr/>
        </p:nvSpPr>
        <p:spPr bwMode="auto">
          <a:xfrm>
            <a:off x="878255" y="5855246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77" name="TextBox 3"/>
          <p:cNvSpPr txBox="1"/>
          <p:nvPr/>
        </p:nvSpPr>
        <p:spPr>
          <a:xfrm>
            <a:off x="827455" y="582644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8470720</a:t>
            </a:r>
            <a:endParaRPr lang="en-US" dirty="0"/>
          </a:p>
        </p:txBody>
      </p:sp>
      <p:sp>
        <p:nvSpPr>
          <p:cNvPr id="10678" name="Rectangle 4"/>
          <p:cNvSpPr>
            <a:spLocks noChangeArrowheads="1"/>
          </p:cNvSpPr>
          <p:nvPr/>
        </p:nvSpPr>
        <p:spPr bwMode="auto">
          <a:xfrm>
            <a:off x="1365758" y="5855246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79" name="TextBox 3"/>
          <p:cNvSpPr txBox="1"/>
          <p:nvPr/>
        </p:nvSpPr>
        <p:spPr>
          <a:xfrm>
            <a:off x="1314958" y="5826442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0680" name="TextBox 3"/>
          <p:cNvSpPr txBox="1"/>
          <p:nvPr/>
        </p:nvSpPr>
        <p:spPr>
          <a:xfrm>
            <a:off x="1314958" y="5943891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Procurement </a:t>
            </a:r>
            <a:endParaRPr lang="en-US" dirty="0"/>
          </a:p>
        </p:txBody>
      </p:sp>
      <p:sp>
        <p:nvSpPr>
          <p:cNvPr id="10681" name="TextBox 3"/>
          <p:cNvSpPr txBox="1"/>
          <p:nvPr/>
        </p:nvSpPr>
        <p:spPr>
          <a:xfrm>
            <a:off x="1314958" y="6061341"/>
            <a:ext cx="8102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and Contracts</a:t>
            </a:r>
            <a:endParaRPr lang="en-US" dirty="0"/>
          </a:p>
        </p:txBody>
      </p:sp>
      <p:sp>
        <p:nvSpPr>
          <p:cNvPr id="10682" name="Rectangle 4"/>
          <p:cNvSpPr>
            <a:spLocks noChangeArrowheads="1"/>
          </p:cNvSpPr>
          <p:nvPr/>
        </p:nvSpPr>
        <p:spPr bwMode="auto">
          <a:xfrm>
            <a:off x="2163546" y="5855246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83" name="TextBox 3"/>
          <p:cNvSpPr txBox="1"/>
          <p:nvPr/>
        </p:nvSpPr>
        <p:spPr>
          <a:xfrm>
            <a:off x="2112746" y="582644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412521</a:t>
            </a:r>
            <a:endParaRPr lang="en-US" dirty="0"/>
          </a:p>
        </p:txBody>
      </p:sp>
      <p:sp>
        <p:nvSpPr>
          <p:cNvPr id="10684" name="Rectangle 4"/>
          <p:cNvSpPr>
            <a:spLocks noChangeArrowheads="1"/>
          </p:cNvSpPr>
          <p:nvPr/>
        </p:nvSpPr>
        <p:spPr bwMode="auto">
          <a:xfrm>
            <a:off x="2622702" y="5855246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85" name="TextBox 3"/>
          <p:cNvSpPr txBox="1"/>
          <p:nvPr/>
        </p:nvSpPr>
        <p:spPr>
          <a:xfrm>
            <a:off x="2571902" y="5826442"/>
            <a:ext cx="8496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 </a:t>
            </a:r>
            <a:endParaRPr lang="en-US" dirty="0"/>
          </a:p>
        </p:txBody>
      </p:sp>
      <p:sp>
        <p:nvSpPr>
          <p:cNvPr id="10686" name="TextBox 3"/>
          <p:cNvSpPr txBox="1"/>
          <p:nvPr/>
        </p:nvSpPr>
        <p:spPr>
          <a:xfrm>
            <a:off x="2571902" y="5943891"/>
            <a:ext cx="1120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 (including </a:t>
            </a:r>
            <a:endParaRPr lang="en-US" dirty="0"/>
          </a:p>
        </p:txBody>
      </p:sp>
      <p:sp>
        <p:nvSpPr>
          <p:cNvPr id="10687" name="TextBox 3"/>
          <p:cNvSpPr txBox="1"/>
          <p:nvPr/>
        </p:nvSpPr>
        <p:spPr>
          <a:xfrm>
            <a:off x="2571902" y="6061341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Mansab)</a:t>
            </a:r>
            <a:endParaRPr lang="en-US" dirty="0"/>
          </a:p>
        </p:txBody>
      </p:sp>
      <p:sp>
        <p:nvSpPr>
          <p:cNvPr id="10688" name="Rectangle 4"/>
          <p:cNvSpPr>
            <a:spLocks noChangeArrowheads="1"/>
          </p:cNvSpPr>
          <p:nvPr/>
        </p:nvSpPr>
        <p:spPr bwMode="auto">
          <a:xfrm>
            <a:off x="3680282" y="5855246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89" name="TextBox 3"/>
          <p:cNvSpPr txBox="1"/>
          <p:nvPr/>
        </p:nvSpPr>
        <p:spPr>
          <a:xfrm>
            <a:off x="3629482" y="582644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847.8470720.1.412521.000000.847001.100178</a:t>
            </a:r>
            <a:endParaRPr lang="en-US" dirty="0"/>
          </a:p>
        </p:txBody>
      </p:sp>
      <p:sp>
        <p:nvSpPr>
          <p:cNvPr id="10690" name="Rectangle 4"/>
          <p:cNvSpPr>
            <a:spLocks noChangeArrowheads="1"/>
          </p:cNvSpPr>
          <p:nvPr/>
        </p:nvSpPr>
        <p:spPr bwMode="auto">
          <a:xfrm>
            <a:off x="5918962" y="585524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91" name="TextBox 3"/>
          <p:cNvSpPr txBox="1"/>
          <p:nvPr/>
        </p:nvSpPr>
        <p:spPr>
          <a:xfrm>
            <a:off x="6382918" y="582644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0692" name="Rectangle 4"/>
          <p:cNvSpPr>
            <a:spLocks noChangeArrowheads="1"/>
          </p:cNvSpPr>
          <p:nvPr/>
        </p:nvSpPr>
        <p:spPr bwMode="auto">
          <a:xfrm>
            <a:off x="6566408" y="585524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93" name="TextBox 3"/>
          <p:cNvSpPr txBox="1"/>
          <p:nvPr/>
        </p:nvSpPr>
        <p:spPr>
          <a:xfrm>
            <a:off x="6776161" y="582644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57,630</a:t>
            </a:r>
            <a:endParaRPr lang="en-US" dirty="0"/>
          </a:p>
        </p:txBody>
      </p:sp>
      <p:sp>
        <p:nvSpPr>
          <p:cNvPr id="10694" name="Rectangle 4"/>
          <p:cNvSpPr>
            <a:spLocks noChangeArrowheads="1"/>
          </p:cNvSpPr>
          <p:nvPr/>
        </p:nvSpPr>
        <p:spPr bwMode="auto">
          <a:xfrm>
            <a:off x="7213854" y="585524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95" name="TextBox 3"/>
          <p:cNvSpPr txBox="1"/>
          <p:nvPr/>
        </p:nvSpPr>
        <p:spPr>
          <a:xfrm>
            <a:off x="7423607" y="582644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57,625</a:t>
            </a:r>
            <a:endParaRPr lang="en-US" dirty="0"/>
          </a:p>
        </p:txBody>
      </p:sp>
      <p:sp>
        <p:nvSpPr>
          <p:cNvPr id="10696" name="Rectangle 4"/>
          <p:cNvSpPr>
            <a:spLocks noChangeArrowheads="1"/>
          </p:cNvSpPr>
          <p:nvPr/>
        </p:nvSpPr>
        <p:spPr bwMode="auto">
          <a:xfrm>
            <a:off x="7861300" y="5855246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97" name="Rectangle 4"/>
          <p:cNvSpPr>
            <a:spLocks noChangeArrowheads="1"/>
          </p:cNvSpPr>
          <p:nvPr/>
        </p:nvSpPr>
        <p:spPr bwMode="auto">
          <a:xfrm>
            <a:off x="8094497" y="5855246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98" name="Rectangle 4"/>
          <p:cNvSpPr>
            <a:spLocks noChangeArrowheads="1"/>
          </p:cNvSpPr>
          <p:nvPr/>
        </p:nvSpPr>
        <p:spPr bwMode="auto">
          <a:xfrm>
            <a:off x="8333384" y="5855246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699" name="TextBox 3"/>
          <p:cNvSpPr txBox="1"/>
          <p:nvPr/>
        </p:nvSpPr>
        <p:spPr>
          <a:xfrm>
            <a:off x="8650986" y="582644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</a:t>
            </a:r>
            <a:endParaRPr lang="en-US" dirty="0"/>
          </a:p>
        </p:txBody>
      </p:sp>
      <p:sp>
        <p:nvSpPr>
          <p:cNvPr id="10700" name="Rectangle 4"/>
          <p:cNvSpPr>
            <a:spLocks noChangeArrowheads="1"/>
          </p:cNvSpPr>
          <p:nvPr/>
        </p:nvSpPr>
        <p:spPr bwMode="auto">
          <a:xfrm>
            <a:off x="878255" y="6250457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01" name="TextBox 3"/>
          <p:cNvSpPr txBox="1"/>
          <p:nvPr/>
        </p:nvSpPr>
        <p:spPr>
          <a:xfrm>
            <a:off x="827455" y="622165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8470720</a:t>
            </a:r>
            <a:endParaRPr lang="en-US" dirty="0"/>
          </a:p>
        </p:txBody>
      </p:sp>
      <p:sp>
        <p:nvSpPr>
          <p:cNvPr id="10702" name="Rectangle 4"/>
          <p:cNvSpPr>
            <a:spLocks noChangeArrowheads="1"/>
          </p:cNvSpPr>
          <p:nvPr/>
        </p:nvSpPr>
        <p:spPr bwMode="auto">
          <a:xfrm>
            <a:off x="1365758" y="6250457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03" name="TextBox 3"/>
          <p:cNvSpPr txBox="1"/>
          <p:nvPr/>
        </p:nvSpPr>
        <p:spPr>
          <a:xfrm>
            <a:off x="1314958" y="622165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0704" name="TextBox 3"/>
          <p:cNvSpPr txBox="1"/>
          <p:nvPr/>
        </p:nvSpPr>
        <p:spPr>
          <a:xfrm>
            <a:off x="1314958" y="6339103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Procurement </a:t>
            </a:r>
            <a:endParaRPr lang="en-US" dirty="0"/>
          </a:p>
        </p:txBody>
      </p:sp>
      <p:sp>
        <p:nvSpPr>
          <p:cNvPr id="10705" name="TextBox 3"/>
          <p:cNvSpPr txBox="1"/>
          <p:nvPr/>
        </p:nvSpPr>
        <p:spPr>
          <a:xfrm>
            <a:off x="1314958" y="6456553"/>
            <a:ext cx="8102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and Contracts</a:t>
            </a:r>
            <a:endParaRPr lang="en-US" dirty="0"/>
          </a:p>
        </p:txBody>
      </p:sp>
      <p:sp>
        <p:nvSpPr>
          <p:cNvPr id="10706" name="Rectangle 4"/>
          <p:cNvSpPr>
            <a:spLocks noChangeArrowheads="1"/>
          </p:cNvSpPr>
          <p:nvPr/>
        </p:nvSpPr>
        <p:spPr bwMode="auto">
          <a:xfrm>
            <a:off x="2163546" y="6250457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07" name="TextBox 3"/>
          <p:cNvSpPr txBox="1"/>
          <p:nvPr/>
        </p:nvSpPr>
        <p:spPr>
          <a:xfrm>
            <a:off x="2112746" y="622165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10708" name="Rectangle 4"/>
          <p:cNvSpPr>
            <a:spLocks noChangeArrowheads="1"/>
          </p:cNvSpPr>
          <p:nvPr/>
        </p:nvSpPr>
        <p:spPr bwMode="auto">
          <a:xfrm>
            <a:off x="2622702" y="6250457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09" name="TextBox 3"/>
          <p:cNvSpPr txBox="1"/>
          <p:nvPr/>
        </p:nvSpPr>
        <p:spPr>
          <a:xfrm>
            <a:off x="2571902" y="6221653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10710" name="Rectangle 4"/>
          <p:cNvSpPr>
            <a:spLocks noChangeArrowheads="1"/>
          </p:cNvSpPr>
          <p:nvPr/>
        </p:nvSpPr>
        <p:spPr bwMode="auto">
          <a:xfrm>
            <a:off x="3680282" y="6250457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11" name="TextBox 3"/>
          <p:cNvSpPr txBox="1"/>
          <p:nvPr/>
        </p:nvSpPr>
        <p:spPr>
          <a:xfrm>
            <a:off x="3629482" y="622165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847.8470720.1.412523.000000.847001.100178</a:t>
            </a:r>
            <a:endParaRPr lang="en-US" dirty="0"/>
          </a:p>
        </p:txBody>
      </p:sp>
      <p:sp>
        <p:nvSpPr>
          <p:cNvPr id="10712" name="Rectangle 4"/>
          <p:cNvSpPr>
            <a:spLocks noChangeArrowheads="1"/>
          </p:cNvSpPr>
          <p:nvPr/>
        </p:nvSpPr>
        <p:spPr bwMode="auto">
          <a:xfrm>
            <a:off x="5918962" y="625045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13" name="TextBox 3"/>
          <p:cNvSpPr txBox="1"/>
          <p:nvPr/>
        </p:nvSpPr>
        <p:spPr>
          <a:xfrm>
            <a:off x="6382918" y="622165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0714" name="Rectangle 4"/>
          <p:cNvSpPr>
            <a:spLocks noChangeArrowheads="1"/>
          </p:cNvSpPr>
          <p:nvPr/>
        </p:nvSpPr>
        <p:spPr bwMode="auto">
          <a:xfrm>
            <a:off x="6566408" y="625045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15" name="TextBox 3"/>
          <p:cNvSpPr txBox="1"/>
          <p:nvPr/>
        </p:nvSpPr>
        <p:spPr>
          <a:xfrm>
            <a:off x="6776161" y="622165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41,560</a:t>
            </a:r>
            <a:endParaRPr lang="en-US" dirty="0"/>
          </a:p>
        </p:txBody>
      </p:sp>
      <p:sp>
        <p:nvSpPr>
          <p:cNvPr id="10716" name="Rectangle 4"/>
          <p:cNvSpPr>
            <a:spLocks noChangeArrowheads="1"/>
          </p:cNvSpPr>
          <p:nvPr/>
        </p:nvSpPr>
        <p:spPr bwMode="auto">
          <a:xfrm>
            <a:off x="7213854" y="625045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17" name="TextBox 3"/>
          <p:cNvSpPr txBox="1"/>
          <p:nvPr/>
        </p:nvSpPr>
        <p:spPr>
          <a:xfrm>
            <a:off x="7423607" y="622165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41,560</a:t>
            </a:r>
            <a:endParaRPr lang="en-US" dirty="0"/>
          </a:p>
        </p:txBody>
      </p:sp>
      <p:sp>
        <p:nvSpPr>
          <p:cNvPr id="10718" name="Rectangle 4"/>
          <p:cNvSpPr>
            <a:spLocks noChangeArrowheads="1"/>
          </p:cNvSpPr>
          <p:nvPr/>
        </p:nvSpPr>
        <p:spPr bwMode="auto">
          <a:xfrm>
            <a:off x="7861300" y="6250457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19" name="Rectangle 4"/>
          <p:cNvSpPr>
            <a:spLocks noChangeArrowheads="1"/>
          </p:cNvSpPr>
          <p:nvPr/>
        </p:nvSpPr>
        <p:spPr bwMode="auto">
          <a:xfrm>
            <a:off x="8094497" y="6250457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20" name="Rectangle 4"/>
          <p:cNvSpPr>
            <a:spLocks noChangeArrowheads="1"/>
          </p:cNvSpPr>
          <p:nvPr/>
        </p:nvSpPr>
        <p:spPr bwMode="auto">
          <a:xfrm>
            <a:off x="8333384" y="6250457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21" name="TextBox 3"/>
          <p:cNvSpPr txBox="1"/>
          <p:nvPr/>
        </p:nvSpPr>
        <p:spPr>
          <a:xfrm>
            <a:off x="8650986" y="622165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0722" name="Rectangle 4"/>
          <p:cNvSpPr>
            <a:spLocks noChangeArrowheads="1"/>
          </p:cNvSpPr>
          <p:nvPr/>
        </p:nvSpPr>
        <p:spPr bwMode="auto">
          <a:xfrm>
            <a:off x="878255" y="664566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23" name="TextBox 3"/>
          <p:cNvSpPr txBox="1"/>
          <p:nvPr/>
        </p:nvSpPr>
        <p:spPr>
          <a:xfrm>
            <a:off x="827455" y="661686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8470720</a:t>
            </a:r>
            <a:endParaRPr lang="en-US" dirty="0"/>
          </a:p>
        </p:txBody>
      </p:sp>
      <p:sp>
        <p:nvSpPr>
          <p:cNvPr id="10724" name="Rectangle 4"/>
          <p:cNvSpPr>
            <a:spLocks noChangeArrowheads="1"/>
          </p:cNvSpPr>
          <p:nvPr/>
        </p:nvSpPr>
        <p:spPr bwMode="auto">
          <a:xfrm>
            <a:off x="1365758" y="664566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25" name="TextBox 3"/>
          <p:cNvSpPr txBox="1"/>
          <p:nvPr/>
        </p:nvSpPr>
        <p:spPr>
          <a:xfrm>
            <a:off x="1314958" y="661686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0726" name="TextBox 3"/>
          <p:cNvSpPr txBox="1"/>
          <p:nvPr/>
        </p:nvSpPr>
        <p:spPr>
          <a:xfrm>
            <a:off x="1314958" y="6734314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Procurement </a:t>
            </a:r>
            <a:endParaRPr lang="en-US" dirty="0"/>
          </a:p>
        </p:txBody>
      </p:sp>
      <p:sp>
        <p:nvSpPr>
          <p:cNvPr id="10727" name="TextBox 3"/>
          <p:cNvSpPr txBox="1"/>
          <p:nvPr/>
        </p:nvSpPr>
        <p:spPr>
          <a:xfrm>
            <a:off x="1314958" y="6851764"/>
            <a:ext cx="8102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and Contracts</a:t>
            </a:r>
            <a:endParaRPr lang="en-US" dirty="0"/>
          </a:p>
        </p:txBody>
      </p:sp>
      <p:sp>
        <p:nvSpPr>
          <p:cNvPr id="10728" name="Rectangle 4"/>
          <p:cNvSpPr>
            <a:spLocks noChangeArrowheads="1"/>
          </p:cNvSpPr>
          <p:nvPr/>
        </p:nvSpPr>
        <p:spPr bwMode="auto">
          <a:xfrm>
            <a:off x="2163546" y="664566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29" name="TextBox 3"/>
          <p:cNvSpPr txBox="1"/>
          <p:nvPr/>
        </p:nvSpPr>
        <p:spPr>
          <a:xfrm>
            <a:off x="2112746" y="661686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10730" name="Rectangle 4"/>
          <p:cNvSpPr>
            <a:spLocks noChangeArrowheads="1"/>
          </p:cNvSpPr>
          <p:nvPr/>
        </p:nvSpPr>
        <p:spPr bwMode="auto">
          <a:xfrm>
            <a:off x="2622702" y="664566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31" name="TextBox 3"/>
          <p:cNvSpPr txBox="1"/>
          <p:nvPr/>
        </p:nvSpPr>
        <p:spPr>
          <a:xfrm>
            <a:off x="2571902" y="6616865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10732" name="TextBox 3"/>
          <p:cNvSpPr txBox="1"/>
          <p:nvPr/>
        </p:nvSpPr>
        <p:spPr>
          <a:xfrm>
            <a:off x="2571902" y="6734314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10733" name="Rectangle 4"/>
          <p:cNvSpPr>
            <a:spLocks noChangeArrowheads="1"/>
          </p:cNvSpPr>
          <p:nvPr/>
        </p:nvSpPr>
        <p:spPr bwMode="auto">
          <a:xfrm>
            <a:off x="3680282" y="664566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34" name="TextBox 3"/>
          <p:cNvSpPr txBox="1"/>
          <p:nvPr/>
        </p:nvSpPr>
        <p:spPr>
          <a:xfrm>
            <a:off x="3629482" y="661686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847.8470720.1.412534.000000.847001.100178</a:t>
            </a:r>
            <a:endParaRPr lang="en-US" dirty="0"/>
          </a:p>
        </p:txBody>
      </p:sp>
      <p:sp>
        <p:nvSpPr>
          <p:cNvPr id="10735" name="Rectangle 4"/>
          <p:cNvSpPr>
            <a:spLocks noChangeArrowheads="1"/>
          </p:cNvSpPr>
          <p:nvPr/>
        </p:nvSpPr>
        <p:spPr bwMode="auto">
          <a:xfrm>
            <a:off x="5918962" y="664566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36" name="TextBox 3"/>
          <p:cNvSpPr txBox="1"/>
          <p:nvPr/>
        </p:nvSpPr>
        <p:spPr>
          <a:xfrm>
            <a:off x="6072225" y="661686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251,948</a:t>
            </a:r>
            <a:endParaRPr lang="en-US" dirty="0"/>
          </a:p>
        </p:txBody>
      </p:sp>
      <p:sp>
        <p:nvSpPr>
          <p:cNvPr id="10737" name="Rectangle 4"/>
          <p:cNvSpPr>
            <a:spLocks noChangeArrowheads="1"/>
          </p:cNvSpPr>
          <p:nvPr/>
        </p:nvSpPr>
        <p:spPr bwMode="auto">
          <a:xfrm>
            <a:off x="6566408" y="664566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38" name="TextBox 3"/>
          <p:cNvSpPr txBox="1"/>
          <p:nvPr/>
        </p:nvSpPr>
        <p:spPr>
          <a:xfrm>
            <a:off x="6719671" y="661686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326,188</a:t>
            </a:r>
            <a:endParaRPr lang="en-US" dirty="0"/>
          </a:p>
        </p:txBody>
      </p:sp>
      <p:sp>
        <p:nvSpPr>
          <p:cNvPr id="10739" name="Rectangle 4"/>
          <p:cNvSpPr>
            <a:spLocks noChangeArrowheads="1"/>
          </p:cNvSpPr>
          <p:nvPr/>
        </p:nvSpPr>
        <p:spPr bwMode="auto">
          <a:xfrm>
            <a:off x="7213854" y="664566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40" name="TextBox 3"/>
          <p:cNvSpPr txBox="1"/>
          <p:nvPr/>
        </p:nvSpPr>
        <p:spPr>
          <a:xfrm>
            <a:off x="7367118" y="661686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326,181</a:t>
            </a:r>
            <a:endParaRPr lang="en-US" dirty="0"/>
          </a:p>
        </p:txBody>
      </p:sp>
      <p:sp>
        <p:nvSpPr>
          <p:cNvPr id="10741" name="Rectangle 4"/>
          <p:cNvSpPr>
            <a:spLocks noChangeArrowheads="1"/>
          </p:cNvSpPr>
          <p:nvPr/>
        </p:nvSpPr>
        <p:spPr bwMode="auto">
          <a:xfrm>
            <a:off x="7861300" y="664566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42" name="Rectangle 4"/>
          <p:cNvSpPr>
            <a:spLocks noChangeArrowheads="1"/>
          </p:cNvSpPr>
          <p:nvPr/>
        </p:nvSpPr>
        <p:spPr bwMode="auto">
          <a:xfrm>
            <a:off x="8094497" y="664566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43" name="Rectangle 4"/>
          <p:cNvSpPr>
            <a:spLocks noChangeArrowheads="1"/>
          </p:cNvSpPr>
          <p:nvPr/>
        </p:nvSpPr>
        <p:spPr bwMode="auto">
          <a:xfrm>
            <a:off x="8333384" y="664566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44" name="TextBox 3"/>
          <p:cNvSpPr txBox="1"/>
          <p:nvPr/>
        </p:nvSpPr>
        <p:spPr>
          <a:xfrm>
            <a:off x="8650986" y="661686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</a:t>
            </a:r>
            <a:endParaRPr lang="en-US" dirty="0"/>
          </a:p>
        </p:txBody>
      </p:sp>
      <p:sp>
        <p:nvSpPr>
          <p:cNvPr id="10745" name="Rectangle 4"/>
          <p:cNvSpPr>
            <a:spLocks noChangeArrowheads="1"/>
          </p:cNvSpPr>
          <p:nvPr/>
        </p:nvSpPr>
        <p:spPr bwMode="auto">
          <a:xfrm>
            <a:off x="878255" y="7040880"/>
            <a:ext cx="487502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46" name="TextBox 3"/>
          <p:cNvSpPr txBox="1"/>
          <p:nvPr/>
        </p:nvSpPr>
        <p:spPr>
          <a:xfrm>
            <a:off x="827455" y="701207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8470720</a:t>
            </a:r>
            <a:endParaRPr lang="en-US" dirty="0"/>
          </a:p>
        </p:txBody>
      </p:sp>
      <p:sp>
        <p:nvSpPr>
          <p:cNvPr id="10747" name="Rectangle 4"/>
          <p:cNvSpPr>
            <a:spLocks noChangeArrowheads="1"/>
          </p:cNvSpPr>
          <p:nvPr/>
        </p:nvSpPr>
        <p:spPr bwMode="auto">
          <a:xfrm>
            <a:off x="1365758" y="7040880"/>
            <a:ext cx="797788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48" name="TextBox 3"/>
          <p:cNvSpPr txBox="1"/>
          <p:nvPr/>
        </p:nvSpPr>
        <p:spPr>
          <a:xfrm>
            <a:off x="1314958" y="7012077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0749" name="Rectangle 4"/>
          <p:cNvSpPr>
            <a:spLocks noChangeArrowheads="1"/>
          </p:cNvSpPr>
          <p:nvPr/>
        </p:nvSpPr>
        <p:spPr bwMode="auto">
          <a:xfrm>
            <a:off x="2163546" y="7040880"/>
            <a:ext cx="459155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50" name="TextBox 3"/>
          <p:cNvSpPr txBox="1"/>
          <p:nvPr/>
        </p:nvSpPr>
        <p:spPr>
          <a:xfrm>
            <a:off x="2112746" y="701207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10751" name="Rectangle 4"/>
          <p:cNvSpPr>
            <a:spLocks noChangeArrowheads="1"/>
          </p:cNvSpPr>
          <p:nvPr/>
        </p:nvSpPr>
        <p:spPr bwMode="auto">
          <a:xfrm>
            <a:off x="2622702" y="7040880"/>
            <a:ext cx="10575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52" name="TextBox 3"/>
          <p:cNvSpPr txBox="1"/>
          <p:nvPr/>
        </p:nvSpPr>
        <p:spPr>
          <a:xfrm>
            <a:off x="2571902" y="7012077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10753" name="Rectangle 4"/>
          <p:cNvSpPr>
            <a:spLocks noChangeArrowheads="1"/>
          </p:cNvSpPr>
          <p:nvPr/>
        </p:nvSpPr>
        <p:spPr bwMode="auto">
          <a:xfrm>
            <a:off x="3680282" y="7040880"/>
            <a:ext cx="22386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54" name="TextBox 3"/>
          <p:cNvSpPr txBox="1"/>
          <p:nvPr/>
        </p:nvSpPr>
        <p:spPr>
          <a:xfrm>
            <a:off x="3629482" y="701207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847.8470720.1.412546.000000.847001.100178</a:t>
            </a:r>
            <a:endParaRPr lang="en-US" dirty="0"/>
          </a:p>
        </p:txBody>
      </p:sp>
      <p:sp>
        <p:nvSpPr>
          <p:cNvPr id="10755" name="Rectangle 4"/>
          <p:cNvSpPr>
            <a:spLocks noChangeArrowheads="1"/>
          </p:cNvSpPr>
          <p:nvPr/>
        </p:nvSpPr>
        <p:spPr bwMode="auto">
          <a:xfrm>
            <a:off x="5918962" y="7040880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56" name="TextBox 3"/>
          <p:cNvSpPr txBox="1"/>
          <p:nvPr/>
        </p:nvSpPr>
        <p:spPr>
          <a:xfrm>
            <a:off x="6128715" y="701207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87,948</a:t>
            </a:r>
            <a:endParaRPr lang="en-US" dirty="0"/>
          </a:p>
        </p:txBody>
      </p:sp>
      <p:sp>
        <p:nvSpPr>
          <p:cNvPr id="10757" name="Rectangle 4"/>
          <p:cNvSpPr>
            <a:spLocks noChangeArrowheads="1"/>
          </p:cNvSpPr>
          <p:nvPr/>
        </p:nvSpPr>
        <p:spPr bwMode="auto">
          <a:xfrm>
            <a:off x="6566408" y="7040880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58" name="TextBox 3"/>
          <p:cNvSpPr txBox="1"/>
          <p:nvPr/>
        </p:nvSpPr>
        <p:spPr>
          <a:xfrm>
            <a:off x="6719671" y="701207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128,948</a:t>
            </a:r>
            <a:endParaRPr lang="en-US" dirty="0"/>
          </a:p>
        </p:txBody>
      </p:sp>
      <p:sp>
        <p:nvSpPr>
          <p:cNvPr id="10759" name="Rectangle 4"/>
          <p:cNvSpPr>
            <a:spLocks noChangeArrowheads="1"/>
          </p:cNvSpPr>
          <p:nvPr/>
        </p:nvSpPr>
        <p:spPr bwMode="auto">
          <a:xfrm>
            <a:off x="7213854" y="7040880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60" name="TextBox 3"/>
          <p:cNvSpPr txBox="1"/>
          <p:nvPr/>
        </p:nvSpPr>
        <p:spPr>
          <a:xfrm>
            <a:off x="7367118" y="701207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127,888</a:t>
            </a:r>
            <a:endParaRPr lang="en-US" dirty="0"/>
          </a:p>
        </p:txBody>
      </p:sp>
      <p:sp>
        <p:nvSpPr>
          <p:cNvPr id="10761" name="Rectangle 4"/>
          <p:cNvSpPr>
            <a:spLocks noChangeArrowheads="1"/>
          </p:cNvSpPr>
          <p:nvPr/>
        </p:nvSpPr>
        <p:spPr bwMode="auto">
          <a:xfrm>
            <a:off x="7861300" y="7040880"/>
            <a:ext cx="233197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62" name="Rectangle 4"/>
          <p:cNvSpPr>
            <a:spLocks noChangeArrowheads="1"/>
          </p:cNvSpPr>
          <p:nvPr/>
        </p:nvSpPr>
        <p:spPr bwMode="auto">
          <a:xfrm>
            <a:off x="8094497" y="7040880"/>
            <a:ext cx="23888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63" name="Rectangle 4"/>
          <p:cNvSpPr>
            <a:spLocks noChangeArrowheads="1"/>
          </p:cNvSpPr>
          <p:nvPr/>
        </p:nvSpPr>
        <p:spPr bwMode="auto">
          <a:xfrm>
            <a:off x="8333384" y="7040880"/>
            <a:ext cx="501091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764" name="TextBox 3"/>
          <p:cNvSpPr txBox="1"/>
          <p:nvPr/>
        </p:nvSpPr>
        <p:spPr>
          <a:xfrm>
            <a:off x="8453272" y="7012077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1,060</a:t>
            </a:r>
            <a:endParaRPr lang="en-US" dirty="0"/>
          </a:p>
        </p:txBody>
      </p:sp>
      <p:sp>
        <p:nvSpPr>
          <p:cNvPr id="10765" name="Rectangle 4"/>
          <p:cNvSpPr>
            <a:spLocks noChangeArrowheads="1"/>
          </p:cNvSpPr>
          <p:nvPr/>
        </p:nvSpPr>
        <p:spPr bwMode="auto">
          <a:xfrm>
            <a:off x="466725" y="920673"/>
            <a:ext cx="6350" cy="6283693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0766" name="Rectangle 4"/>
          <p:cNvSpPr>
            <a:spLocks noChangeArrowheads="1"/>
          </p:cNvSpPr>
          <p:nvPr/>
        </p:nvSpPr>
        <p:spPr bwMode="auto">
          <a:xfrm>
            <a:off x="7213854" y="719643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67" name="Rectangle 4"/>
          <p:cNvSpPr>
            <a:spLocks noChangeArrowheads="1"/>
          </p:cNvSpPr>
          <p:nvPr/>
        </p:nvSpPr>
        <p:spPr bwMode="auto">
          <a:xfrm>
            <a:off x="878255" y="719643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68" name="Rectangle 4"/>
          <p:cNvSpPr>
            <a:spLocks noChangeArrowheads="1"/>
          </p:cNvSpPr>
          <p:nvPr/>
        </p:nvSpPr>
        <p:spPr bwMode="auto">
          <a:xfrm>
            <a:off x="7213854" y="273165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69" name="Rectangle 4"/>
          <p:cNvSpPr>
            <a:spLocks noChangeArrowheads="1"/>
          </p:cNvSpPr>
          <p:nvPr/>
        </p:nvSpPr>
        <p:spPr bwMode="auto">
          <a:xfrm>
            <a:off x="878255" y="273165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70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71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72" name="Rectangle 4"/>
          <p:cNvSpPr>
            <a:spLocks noChangeArrowheads="1"/>
          </p:cNvSpPr>
          <p:nvPr/>
        </p:nvSpPr>
        <p:spPr bwMode="auto">
          <a:xfrm>
            <a:off x="7213854" y="478229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73" name="Rectangle 4"/>
          <p:cNvSpPr>
            <a:spLocks noChangeArrowheads="1"/>
          </p:cNvSpPr>
          <p:nvPr/>
        </p:nvSpPr>
        <p:spPr bwMode="auto">
          <a:xfrm>
            <a:off x="878255" y="478229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74" name="Rectangle 4"/>
          <p:cNvSpPr>
            <a:spLocks noChangeArrowheads="1"/>
          </p:cNvSpPr>
          <p:nvPr/>
        </p:nvSpPr>
        <p:spPr bwMode="auto">
          <a:xfrm>
            <a:off x="7213854" y="119367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75" name="Rectangle 4"/>
          <p:cNvSpPr>
            <a:spLocks noChangeArrowheads="1"/>
          </p:cNvSpPr>
          <p:nvPr/>
        </p:nvSpPr>
        <p:spPr bwMode="auto">
          <a:xfrm>
            <a:off x="878255" y="119367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76" name="Rectangle 4"/>
          <p:cNvSpPr>
            <a:spLocks noChangeArrowheads="1"/>
          </p:cNvSpPr>
          <p:nvPr/>
        </p:nvSpPr>
        <p:spPr bwMode="auto">
          <a:xfrm>
            <a:off x="469900" y="7201192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77" name="Rectangle 4"/>
          <p:cNvSpPr>
            <a:spLocks noChangeArrowheads="1"/>
          </p:cNvSpPr>
          <p:nvPr/>
        </p:nvSpPr>
        <p:spPr bwMode="auto">
          <a:xfrm>
            <a:off x="7213854" y="324431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78" name="Rectangle 4"/>
          <p:cNvSpPr>
            <a:spLocks noChangeArrowheads="1"/>
          </p:cNvSpPr>
          <p:nvPr/>
        </p:nvSpPr>
        <p:spPr bwMode="auto">
          <a:xfrm>
            <a:off x="878255" y="324431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79" name="Rectangle 4"/>
          <p:cNvSpPr>
            <a:spLocks noChangeArrowheads="1"/>
          </p:cNvSpPr>
          <p:nvPr/>
        </p:nvSpPr>
        <p:spPr bwMode="auto">
          <a:xfrm>
            <a:off x="7213854" y="703611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80" name="Rectangle 4"/>
          <p:cNvSpPr>
            <a:spLocks noChangeArrowheads="1"/>
          </p:cNvSpPr>
          <p:nvPr/>
        </p:nvSpPr>
        <p:spPr bwMode="auto">
          <a:xfrm>
            <a:off x="878255" y="703611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81" name="Rectangle 4"/>
          <p:cNvSpPr>
            <a:spLocks noChangeArrowheads="1"/>
          </p:cNvSpPr>
          <p:nvPr/>
        </p:nvSpPr>
        <p:spPr bwMode="auto">
          <a:xfrm>
            <a:off x="7213854" y="585048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82" name="Rectangle 4"/>
          <p:cNvSpPr>
            <a:spLocks noChangeArrowheads="1"/>
          </p:cNvSpPr>
          <p:nvPr/>
        </p:nvSpPr>
        <p:spPr bwMode="auto">
          <a:xfrm>
            <a:off x="878255" y="585048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83" name="Rectangle 4"/>
          <p:cNvSpPr>
            <a:spLocks noChangeArrowheads="1"/>
          </p:cNvSpPr>
          <p:nvPr/>
        </p:nvSpPr>
        <p:spPr bwMode="auto">
          <a:xfrm>
            <a:off x="7213854" y="506006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84" name="Rectangle 4"/>
          <p:cNvSpPr>
            <a:spLocks noChangeArrowheads="1"/>
          </p:cNvSpPr>
          <p:nvPr/>
        </p:nvSpPr>
        <p:spPr bwMode="auto">
          <a:xfrm>
            <a:off x="878255" y="506006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85" name="Rectangle 4"/>
          <p:cNvSpPr>
            <a:spLocks noChangeArrowheads="1"/>
          </p:cNvSpPr>
          <p:nvPr/>
        </p:nvSpPr>
        <p:spPr bwMode="auto">
          <a:xfrm>
            <a:off x="7213854" y="426963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86" name="Rectangle 4"/>
          <p:cNvSpPr>
            <a:spLocks noChangeArrowheads="1"/>
          </p:cNvSpPr>
          <p:nvPr/>
        </p:nvSpPr>
        <p:spPr bwMode="auto">
          <a:xfrm>
            <a:off x="878255" y="426963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87" name="Rectangle 4"/>
          <p:cNvSpPr>
            <a:spLocks noChangeArrowheads="1"/>
          </p:cNvSpPr>
          <p:nvPr/>
        </p:nvSpPr>
        <p:spPr bwMode="auto">
          <a:xfrm>
            <a:off x="7213854" y="170633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88" name="Rectangle 4"/>
          <p:cNvSpPr>
            <a:spLocks noChangeArrowheads="1"/>
          </p:cNvSpPr>
          <p:nvPr/>
        </p:nvSpPr>
        <p:spPr bwMode="auto">
          <a:xfrm>
            <a:off x="878255" y="170633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89" name="Rectangle 4"/>
          <p:cNvSpPr>
            <a:spLocks noChangeArrowheads="1"/>
          </p:cNvSpPr>
          <p:nvPr/>
        </p:nvSpPr>
        <p:spPr bwMode="auto">
          <a:xfrm>
            <a:off x="466725" y="7198017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0790" name="Rectangle 4"/>
          <p:cNvSpPr>
            <a:spLocks noChangeArrowheads="1"/>
          </p:cNvSpPr>
          <p:nvPr/>
        </p:nvSpPr>
        <p:spPr bwMode="auto">
          <a:xfrm>
            <a:off x="7213854" y="664090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91" name="Rectangle 4"/>
          <p:cNvSpPr>
            <a:spLocks noChangeArrowheads="1"/>
          </p:cNvSpPr>
          <p:nvPr/>
        </p:nvSpPr>
        <p:spPr bwMode="auto">
          <a:xfrm>
            <a:off x="878255" y="664090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92" name="Rectangle 4"/>
          <p:cNvSpPr>
            <a:spLocks noChangeArrowheads="1"/>
          </p:cNvSpPr>
          <p:nvPr/>
        </p:nvSpPr>
        <p:spPr bwMode="auto">
          <a:xfrm>
            <a:off x="7213854" y="221899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93" name="Rectangle 4"/>
          <p:cNvSpPr>
            <a:spLocks noChangeArrowheads="1"/>
          </p:cNvSpPr>
          <p:nvPr/>
        </p:nvSpPr>
        <p:spPr bwMode="auto">
          <a:xfrm>
            <a:off x="878255" y="221899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94" name="Rectangle 4"/>
          <p:cNvSpPr>
            <a:spLocks noChangeArrowheads="1"/>
          </p:cNvSpPr>
          <p:nvPr/>
        </p:nvSpPr>
        <p:spPr bwMode="auto">
          <a:xfrm>
            <a:off x="7213854" y="375697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95" name="Rectangle 4"/>
          <p:cNvSpPr>
            <a:spLocks noChangeArrowheads="1"/>
          </p:cNvSpPr>
          <p:nvPr/>
        </p:nvSpPr>
        <p:spPr bwMode="auto">
          <a:xfrm>
            <a:off x="878255" y="375697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96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97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98" name="Rectangle 4"/>
          <p:cNvSpPr>
            <a:spLocks noChangeArrowheads="1"/>
          </p:cNvSpPr>
          <p:nvPr/>
        </p:nvSpPr>
        <p:spPr bwMode="auto">
          <a:xfrm>
            <a:off x="7213854" y="624569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99" name="Rectangle 4"/>
          <p:cNvSpPr>
            <a:spLocks noChangeArrowheads="1"/>
          </p:cNvSpPr>
          <p:nvPr/>
        </p:nvSpPr>
        <p:spPr bwMode="auto">
          <a:xfrm>
            <a:off x="878255" y="624569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800" name="Rectangle 4"/>
          <p:cNvSpPr>
            <a:spLocks noChangeArrowheads="1"/>
          </p:cNvSpPr>
          <p:nvPr/>
        </p:nvSpPr>
        <p:spPr bwMode="auto">
          <a:xfrm>
            <a:off x="7213854" y="545527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801" name="Rectangle 4"/>
          <p:cNvSpPr>
            <a:spLocks noChangeArrowheads="1"/>
          </p:cNvSpPr>
          <p:nvPr/>
        </p:nvSpPr>
        <p:spPr bwMode="auto">
          <a:xfrm>
            <a:off x="878255" y="545527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2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803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10804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10805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806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10807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10808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0809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810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10811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10812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813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10814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0815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816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10817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818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10819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820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10821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0822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823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10824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0825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826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10827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10828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829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10830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831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10832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833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10834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10835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37738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36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37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38" name="TextBox 3"/>
          <p:cNvSpPr txBox="1"/>
          <p:nvPr/>
        </p:nvSpPr>
        <p:spPr>
          <a:xfrm>
            <a:off x="1314958" y="891870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Procurement </a:t>
            </a:r>
            <a:endParaRPr lang="en-US" dirty="0"/>
          </a:p>
        </p:txBody>
      </p:sp>
      <p:sp>
        <p:nvSpPr>
          <p:cNvPr id="10839" name="TextBox 3"/>
          <p:cNvSpPr txBox="1"/>
          <p:nvPr/>
        </p:nvSpPr>
        <p:spPr>
          <a:xfrm>
            <a:off x="1314958" y="1009319"/>
            <a:ext cx="8102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and Contracts</a:t>
            </a:r>
            <a:endParaRPr lang="en-US" dirty="0"/>
          </a:p>
        </p:txBody>
      </p:sp>
      <p:sp>
        <p:nvSpPr>
          <p:cNvPr id="10840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41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42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43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44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45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46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47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48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49" name="Rectangle 4"/>
          <p:cNvSpPr>
            <a:spLocks noChangeArrowheads="1"/>
          </p:cNvSpPr>
          <p:nvPr/>
        </p:nvSpPr>
        <p:spPr bwMode="auto">
          <a:xfrm>
            <a:off x="878255" y="1198435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50" name="TextBox 3"/>
          <p:cNvSpPr txBox="1"/>
          <p:nvPr/>
        </p:nvSpPr>
        <p:spPr>
          <a:xfrm>
            <a:off x="827455" y="116963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8470720</a:t>
            </a:r>
            <a:endParaRPr lang="en-US" dirty="0"/>
          </a:p>
        </p:txBody>
      </p:sp>
      <p:sp>
        <p:nvSpPr>
          <p:cNvPr id="10851" name="Rectangle 4"/>
          <p:cNvSpPr>
            <a:spLocks noChangeArrowheads="1"/>
          </p:cNvSpPr>
          <p:nvPr/>
        </p:nvSpPr>
        <p:spPr bwMode="auto">
          <a:xfrm>
            <a:off x="1365758" y="1198435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52" name="TextBox 3"/>
          <p:cNvSpPr txBox="1"/>
          <p:nvPr/>
        </p:nvSpPr>
        <p:spPr>
          <a:xfrm>
            <a:off x="1314958" y="116963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0853" name="TextBox 3"/>
          <p:cNvSpPr txBox="1"/>
          <p:nvPr/>
        </p:nvSpPr>
        <p:spPr>
          <a:xfrm>
            <a:off x="1314958" y="1287081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Procurement </a:t>
            </a:r>
            <a:endParaRPr lang="en-US" dirty="0"/>
          </a:p>
        </p:txBody>
      </p:sp>
      <p:sp>
        <p:nvSpPr>
          <p:cNvPr id="10854" name="TextBox 3"/>
          <p:cNvSpPr txBox="1"/>
          <p:nvPr/>
        </p:nvSpPr>
        <p:spPr>
          <a:xfrm>
            <a:off x="1314958" y="1404531"/>
            <a:ext cx="8102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and Contracts</a:t>
            </a:r>
            <a:endParaRPr lang="en-US" dirty="0"/>
          </a:p>
        </p:txBody>
      </p:sp>
      <p:sp>
        <p:nvSpPr>
          <p:cNvPr id="10855" name="Rectangle 4"/>
          <p:cNvSpPr>
            <a:spLocks noChangeArrowheads="1"/>
          </p:cNvSpPr>
          <p:nvPr/>
        </p:nvSpPr>
        <p:spPr bwMode="auto">
          <a:xfrm>
            <a:off x="2163546" y="1198435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56" name="TextBox 3"/>
          <p:cNvSpPr txBox="1"/>
          <p:nvPr/>
        </p:nvSpPr>
        <p:spPr>
          <a:xfrm>
            <a:off x="2112746" y="116963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10857" name="Rectangle 4"/>
          <p:cNvSpPr>
            <a:spLocks noChangeArrowheads="1"/>
          </p:cNvSpPr>
          <p:nvPr/>
        </p:nvSpPr>
        <p:spPr bwMode="auto">
          <a:xfrm>
            <a:off x="2622702" y="1198435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58" name="TextBox 3"/>
          <p:cNvSpPr txBox="1"/>
          <p:nvPr/>
        </p:nvSpPr>
        <p:spPr>
          <a:xfrm>
            <a:off x="2571902" y="1169631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10859" name="TextBox 3"/>
          <p:cNvSpPr txBox="1"/>
          <p:nvPr/>
        </p:nvSpPr>
        <p:spPr>
          <a:xfrm>
            <a:off x="2571902" y="1287081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10860" name="Rectangle 4"/>
          <p:cNvSpPr>
            <a:spLocks noChangeArrowheads="1"/>
          </p:cNvSpPr>
          <p:nvPr/>
        </p:nvSpPr>
        <p:spPr bwMode="auto">
          <a:xfrm>
            <a:off x="3680282" y="1198435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61" name="TextBox 3"/>
          <p:cNvSpPr txBox="1"/>
          <p:nvPr/>
        </p:nvSpPr>
        <p:spPr>
          <a:xfrm>
            <a:off x="3629482" y="116963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847.8470720.1.415110.000000.847001.100178</a:t>
            </a:r>
            <a:endParaRPr lang="en-US" dirty="0"/>
          </a:p>
        </p:txBody>
      </p:sp>
      <p:sp>
        <p:nvSpPr>
          <p:cNvPr id="10862" name="Rectangle 4"/>
          <p:cNvSpPr>
            <a:spLocks noChangeArrowheads="1"/>
          </p:cNvSpPr>
          <p:nvPr/>
        </p:nvSpPr>
        <p:spPr bwMode="auto">
          <a:xfrm>
            <a:off x="5918962" y="119843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63" name="TextBox 3"/>
          <p:cNvSpPr txBox="1"/>
          <p:nvPr/>
        </p:nvSpPr>
        <p:spPr>
          <a:xfrm>
            <a:off x="6072225" y="116963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406,460</a:t>
            </a:r>
            <a:endParaRPr lang="en-US" dirty="0"/>
          </a:p>
        </p:txBody>
      </p:sp>
      <p:sp>
        <p:nvSpPr>
          <p:cNvPr id="10864" name="Rectangle 4"/>
          <p:cNvSpPr>
            <a:spLocks noChangeArrowheads="1"/>
          </p:cNvSpPr>
          <p:nvPr/>
        </p:nvSpPr>
        <p:spPr bwMode="auto">
          <a:xfrm>
            <a:off x="6566408" y="119843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65" name="TextBox 3"/>
          <p:cNvSpPr txBox="1"/>
          <p:nvPr/>
        </p:nvSpPr>
        <p:spPr>
          <a:xfrm>
            <a:off x="6719671" y="116963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593,360</a:t>
            </a:r>
            <a:endParaRPr lang="en-US" dirty="0"/>
          </a:p>
        </p:txBody>
      </p:sp>
      <p:sp>
        <p:nvSpPr>
          <p:cNvPr id="10866" name="Rectangle 4"/>
          <p:cNvSpPr>
            <a:spLocks noChangeArrowheads="1"/>
          </p:cNvSpPr>
          <p:nvPr/>
        </p:nvSpPr>
        <p:spPr bwMode="auto">
          <a:xfrm>
            <a:off x="7213854" y="119843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67" name="TextBox 3"/>
          <p:cNvSpPr txBox="1"/>
          <p:nvPr/>
        </p:nvSpPr>
        <p:spPr>
          <a:xfrm>
            <a:off x="7367118" y="116963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593,319</a:t>
            </a:r>
            <a:endParaRPr lang="en-US" dirty="0"/>
          </a:p>
        </p:txBody>
      </p:sp>
      <p:sp>
        <p:nvSpPr>
          <p:cNvPr id="10868" name="Rectangle 4"/>
          <p:cNvSpPr>
            <a:spLocks noChangeArrowheads="1"/>
          </p:cNvSpPr>
          <p:nvPr/>
        </p:nvSpPr>
        <p:spPr bwMode="auto">
          <a:xfrm>
            <a:off x="7861300" y="1198435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69" name="Rectangle 4"/>
          <p:cNvSpPr>
            <a:spLocks noChangeArrowheads="1"/>
          </p:cNvSpPr>
          <p:nvPr/>
        </p:nvSpPr>
        <p:spPr bwMode="auto">
          <a:xfrm>
            <a:off x="8094497" y="1198435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70" name="Rectangle 4"/>
          <p:cNvSpPr>
            <a:spLocks noChangeArrowheads="1"/>
          </p:cNvSpPr>
          <p:nvPr/>
        </p:nvSpPr>
        <p:spPr bwMode="auto">
          <a:xfrm>
            <a:off x="8333384" y="1198435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71" name="TextBox 3"/>
          <p:cNvSpPr txBox="1"/>
          <p:nvPr/>
        </p:nvSpPr>
        <p:spPr>
          <a:xfrm>
            <a:off x="8594496" y="1169631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</a:t>
            </a:r>
            <a:endParaRPr lang="en-US" dirty="0"/>
          </a:p>
        </p:txBody>
      </p:sp>
      <p:sp>
        <p:nvSpPr>
          <p:cNvPr id="10872" name="Rectangle 4"/>
          <p:cNvSpPr>
            <a:spLocks noChangeArrowheads="1"/>
          </p:cNvSpPr>
          <p:nvPr/>
        </p:nvSpPr>
        <p:spPr bwMode="auto">
          <a:xfrm>
            <a:off x="878255" y="1593646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73" name="TextBox 3"/>
          <p:cNvSpPr txBox="1"/>
          <p:nvPr/>
        </p:nvSpPr>
        <p:spPr>
          <a:xfrm>
            <a:off x="827455" y="156484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8470720</a:t>
            </a:r>
            <a:endParaRPr lang="en-US" dirty="0"/>
          </a:p>
        </p:txBody>
      </p:sp>
      <p:sp>
        <p:nvSpPr>
          <p:cNvPr id="10874" name="Rectangle 4"/>
          <p:cNvSpPr>
            <a:spLocks noChangeArrowheads="1"/>
          </p:cNvSpPr>
          <p:nvPr/>
        </p:nvSpPr>
        <p:spPr bwMode="auto">
          <a:xfrm>
            <a:off x="1365758" y="1593646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75" name="TextBox 3"/>
          <p:cNvSpPr txBox="1"/>
          <p:nvPr/>
        </p:nvSpPr>
        <p:spPr>
          <a:xfrm>
            <a:off x="1314958" y="156484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0876" name="TextBox 3"/>
          <p:cNvSpPr txBox="1"/>
          <p:nvPr/>
        </p:nvSpPr>
        <p:spPr>
          <a:xfrm>
            <a:off x="1314958" y="1682292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Procurement </a:t>
            </a:r>
            <a:endParaRPr lang="en-US" dirty="0"/>
          </a:p>
        </p:txBody>
      </p:sp>
      <p:sp>
        <p:nvSpPr>
          <p:cNvPr id="10877" name="TextBox 3"/>
          <p:cNvSpPr txBox="1"/>
          <p:nvPr/>
        </p:nvSpPr>
        <p:spPr>
          <a:xfrm>
            <a:off x="1314958" y="1799742"/>
            <a:ext cx="8102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and Contracts</a:t>
            </a:r>
            <a:endParaRPr lang="en-US" dirty="0"/>
          </a:p>
        </p:txBody>
      </p:sp>
      <p:sp>
        <p:nvSpPr>
          <p:cNvPr id="10878" name="Rectangle 4"/>
          <p:cNvSpPr>
            <a:spLocks noChangeArrowheads="1"/>
          </p:cNvSpPr>
          <p:nvPr/>
        </p:nvSpPr>
        <p:spPr bwMode="auto">
          <a:xfrm>
            <a:off x="2163546" y="1593646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79" name="TextBox 3"/>
          <p:cNvSpPr txBox="1"/>
          <p:nvPr/>
        </p:nvSpPr>
        <p:spPr>
          <a:xfrm>
            <a:off x="2112746" y="156484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10880" name="Rectangle 4"/>
          <p:cNvSpPr>
            <a:spLocks noChangeArrowheads="1"/>
          </p:cNvSpPr>
          <p:nvPr/>
        </p:nvSpPr>
        <p:spPr bwMode="auto">
          <a:xfrm>
            <a:off x="2622702" y="1593646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81" name="TextBox 3"/>
          <p:cNvSpPr txBox="1"/>
          <p:nvPr/>
        </p:nvSpPr>
        <p:spPr>
          <a:xfrm>
            <a:off x="2571902" y="1564843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10882" name="TextBox 3"/>
          <p:cNvSpPr txBox="1"/>
          <p:nvPr/>
        </p:nvSpPr>
        <p:spPr>
          <a:xfrm>
            <a:off x="2571902" y="1682292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10883" name="Rectangle 4"/>
          <p:cNvSpPr>
            <a:spLocks noChangeArrowheads="1"/>
          </p:cNvSpPr>
          <p:nvPr/>
        </p:nvSpPr>
        <p:spPr bwMode="auto">
          <a:xfrm>
            <a:off x="3680282" y="1593646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84" name="TextBox 3"/>
          <p:cNvSpPr txBox="1"/>
          <p:nvPr/>
        </p:nvSpPr>
        <p:spPr>
          <a:xfrm>
            <a:off x="3629482" y="156484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847.8470720.1.416110.000000.847001.100178</a:t>
            </a:r>
            <a:endParaRPr lang="en-US" dirty="0"/>
          </a:p>
        </p:txBody>
      </p:sp>
      <p:sp>
        <p:nvSpPr>
          <p:cNvPr id="10885" name="Rectangle 4"/>
          <p:cNvSpPr>
            <a:spLocks noChangeArrowheads="1"/>
          </p:cNvSpPr>
          <p:nvPr/>
        </p:nvSpPr>
        <p:spPr bwMode="auto">
          <a:xfrm>
            <a:off x="5918962" y="159364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86" name="TextBox 3"/>
          <p:cNvSpPr txBox="1"/>
          <p:nvPr/>
        </p:nvSpPr>
        <p:spPr>
          <a:xfrm>
            <a:off x="6382918" y="156484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0887" name="Rectangle 4"/>
          <p:cNvSpPr>
            <a:spLocks noChangeArrowheads="1"/>
          </p:cNvSpPr>
          <p:nvPr/>
        </p:nvSpPr>
        <p:spPr bwMode="auto">
          <a:xfrm>
            <a:off x="6566408" y="159364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88" name="TextBox 3"/>
          <p:cNvSpPr txBox="1"/>
          <p:nvPr/>
        </p:nvSpPr>
        <p:spPr>
          <a:xfrm>
            <a:off x="6776161" y="156484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32,000</a:t>
            </a:r>
            <a:endParaRPr lang="en-US" dirty="0"/>
          </a:p>
        </p:txBody>
      </p:sp>
      <p:sp>
        <p:nvSpPr>
          <p:cNvPr id="10889" name="Rectangle 4"/>
          <p:cNvSpPr>
            <a:spLocks noChangeArrowheads="1"/>
          </p:cNvSpPr>
          <p:nvPr/>
        </p:nvSpPr>
        <p:spPr bwMode="auto">
          <a:xfrm>
            <a:off x="7213854" y="159364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90" name="TextBox 3"/>
          <p:cNvSpPr txBox="1"/>
          <p:nvPr/>
        </p:nvSpPr>
        <p:spPr>
          <a:xfrm>
            <a:off x="7423607" y="156484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31,100</a:t>
            </a:r>
            <a:endParaRPr lang="en-US" dirty="0"/>
          </a:p>
        </p:txBody>
      </p:sp>
      <p:sp>
        <p:nvSpPr>
          <p:cNvPr id="10891" name="Rectangle 4"/>
          <p:cNvSpPr>
            <a:spLocks noChangeArrowheads="1"/>
          </p:cNvSpPr>
          <p:nvPr/>
        </p:nvSpPr>
        <p:spPr bwMode="auto">
          <a:xfrm>
            <a:off x="7861300" y="1593646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92" name="Rectangle 4"/>
          <p:cNvSpPr>
            <a:spLocks noChangeArrowheads="1"/>
          </p:cNvSpPr>
          <p:nvPr/>
        </p:nvSpPr>
        <p:spPr bwMode="auto">
          <a:xfrm>
            <a:off x="8094497" y="1593646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93" name="Rectangle 4"/>
          <p:cNvSpPr>
            <a:spLocks noChangeArrowheads="1"/>
          </p:cNvSpPr>
          <p:nvPr/>
        </p:nvSpPr>
        <p:spPr bwMode="auto">
          <a:xfrm>
            <a:off x="8333384" y="1593646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94" name="TextBox 3"/>
          <p:cNvSpPr txBox="1"/>
          <p:nvPr/>
        </p:nvSpPr>
        <p:spPr>
          <a:xfrm>
            <a:off x="8538006" y="1564843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900</a:t>
            </a:r>
            <a:endParaRPr lang="en-US" dirty="0"/>
          </a:p>
        </p:txBody>
      </p:sp>
      <p:sp>
        <p:nvSpPr>
          <p:cNvPr id="10895" name="Rectangle 4"/>
          <p:cNvSpPr>
            <a:spLocks noChangeArrowheads="1"/>
          </p:cNvSpPr>
          <p:nvPr/>
        </p:nvSpPr>
        <p:spPr bwMode="auto">
          <a:xfrm>
            <a:off x="878255" y="1988858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96" name="TextBox 3"/>
          <p:cNvSpPr txBox="1"/>
          <p:nvPr/>
        </p:nvSpPr>
        <p:spPr>
          <a:xfrm>
            <a:off x="827455" y="196005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8470720</a:t>
            </a:r>
            <a:endParaRPr lang="en-US" dirty="0"/>
          </a:p>
        </p:txBody>
      </p:sp>
      <p:sp>
        <p:nvSpPr>
          <p:cNvPr id="10897" name="Rectangle 4"/>
          <p:cNvSpPr>
            <a:spLocks noChangeArrowheads="1"/>
          </p:cNvSpPr>
          <p:nvPr/>
        </p:nvSpPr>
        <p:spPr bwMode="auto">
          <a:xfrm>
            <a:off x="1365758" y="1988858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898" name="TextBox 3"/>
          <p:cNvSpPr txBox="1"/>
          <p:nvPr/>
        </p:nvSpPr>
        <p:spPr>
          <a:xfrm>
            <a:off x="1314958" y="196005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0899" name="TextBox 3"/>
          <p:cNvSpPr txBox="1"/>
          <p:nvPr/>
        </p:nvSpPr>
        <p:spPr>
          <a:xfrm>
            <a:off x="1314958" y="2077504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Procurement </a:t>
            </a:r>
            <a:endParaRPr lang="en-US" dirty="0"/>
          </a:p>
        </p:txBody>
      </p:sp>
      <p:sp>
        <p:nvSpPr>
          <p:cNvPr id="10900" name="TextBox 3"/>
          <p:cNvSpPr txBox="1"/>
          <p:nvPr/>
        </p:nvSpPr>
        <p:spPr>
          <a:xfrm>
            <a:off x="1314958" y="2194953"/>
            <a:ext cx="8102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and Contracts</a:t>
            </a:r>
            <a:endParaRPr lang="en-US" dirty="0"/>
          </a:p>
        </p:txBody>
      </p:sp>
      <p:sp>
        <p:nvSpPr>
          <p:cNvPr id="10901" name="Rectangle 4"/>
          <p:cNvSpPr>
            <a:spLocks noChangeArrowheads="1"/>
          </p:cNvSpPr>
          <p:nvPr/>
        </p:nvSpPr>
        <p:spPr bwMode="auto">
          <a:xfrm>
            <a:off x="2163546" y="1988858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02" name="TextBox 3"/>
          <p:cNvSpPr txBox="1"/>
          <p:nvPr/>
        </p:nvSpPr>
        <p:spPr>
          <a:xfrm>
            <a:off x="2112746" y="196005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10903" name="Rectangle 4"/>
          <p:cNvSpPr>
            <a:spLocks noChangeArrowheads="1"/>
          </p:cNvSpPr>
          <p:nvPr/>
        </p:nvSpPr>
        <p:spPr bwMode="auto">
          <a:xfrm>
            <a:off x="2622702" y="1988858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04" name="TextBox 3"/>
          <p:cNvSpPr txBox="1"/>
          <p:nvPr/>
        </p:nvSpPr>
        <p:spPr>
          <a:xfrm>
            <a:off x="2571902" y="1960054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10905" name="TextBox 3"/>
          <p:cNvSpPr txBox="1"/>
          <p:nvPr/>
        </p:nvSpPr>
        <p:spPr>
          <a:xfrm>
            <a:off x="2571902" y="2077504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10906" name="Rectangle 4"/>
          <p:cNvSpPr>
            <a:spLocks noChangeArrowheads="1"/>
          </p:cNvSpPr>
          <p:nvPr/>
        </p:nvSpPr>
        <p:spPr bwMode="auto">
          <a:xfrm>
            <a:off x="3680282" y="1988858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07" name="TextBox 3"/>
          <p:cNvSpPr txBox="1"/>
          <p:nvPr/>
        </p:nvSpPr>
        <p:spPr>
          <a:xfrm>
            <a:off x="3629482" y="196005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847.8470720.1.416310.000000.847001.100178</a:t>
            </a:r>
            <a:endParaRPr lang="en-US" dirty="0"/>
          </a:p>
        </p:txBody>
      </p:sp>
      <p:sp>
        <p:nvSpPr>
          <p:cNvPr id="10908" name="Rectangle 4"/>
          <p:cNvSpPr>
            <a:spLocks noChangeArrowheads="1"/>
          </p:cNvSpPr>
          <p:nvPr/>
        </p:nvSpPr>
        <p:spPr bwMode="auto">
          <a:xfrm>
            <a:off x="5918962" y="198885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09" name="TextBox 3"/>
          <p:cNvSpPr txBox="1"/>
          <p:nvPr/>
        </p:nvSpPr>
        <p:spPr>
          <a:xfrm>
            <a:off x="6072225" y="196005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117,183</a:t>
            </a:r>
            <a:endParaRPr lang="en-US" dirty="0"/>
          </a:p>
        </p:txBody>
      </p:sp>
      <p:sp>
        <p:nvSpPr>
          <p:cNvPr id="10910" name="Rectangle 4"/>
          <p:cNvSpPr>
            <a:spLocks noChangeArrowheads="1"/>
          </p:cNvSpPr>
          <p:nvPr/>
        </p:nvSpPr>
        <p:spPr bwMode="auto">
          <a:xfrm>
            <a:off x="6566408" y="198885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11" name="TextBox 3"/>
          <p:cNvSpPr txBox="1"/>
          <p:nvPr/>
        </p:nvSpPr>
        <p:spPr>
          <a:xfrm>
            <a:off x="6776161" y="196005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68,043</a:t>
            </a:r>
            <a:endParaRPr lang="en-US" dirty="0"/>
          </a:p>
        </p:txBody>
      </p:sp>
      <p:sp>
        <p:nvSpPr>
          <p:cNvPr id="10912" name="Rectangle 4"/>
          <p:cNvSpPr>
            <a:spLocks noChangeArrowheads="1"/>
          </p:cNvSpPr>
          <p:nvPr/>
        </p:nvSpPr>
        <p:spPr bwMode="auto">
          <a:xfrm>
            <a:off x="7213854" y="198885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13" name="TextBox 3"/>
          <p:cNvSpPr txBox="1"/>
          <p:nvPr/>
        </p:nvSpPr>
        <p:spPr>
          <a:xfrm>
            <a:off x="7423607" y="196005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68,041</a:t>
            </a:r>
            <a:endParaRPr lang="en-US" dirty="0"/>
          </a:p>
        </p:txBody>
      </p:sp>
      <p:sp>
        <p:nvSpPr>
          <p:cNvPr id="10914" name="Rectangle 4"/>
          <p:cNvSpPr>
            <a:spLocks noChangeArrowheads="1"/>
          </p:cNvSpPr>
          <p:nvPr/>
        </p:nvSpPr>
        <p:spPr bwMode="auto">
          <a:xfrm>
            <a:off x="7861300" y="1988858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15" name="Rectangle 4"/>
          <p:cNvSpPr>
            <a:spLocks noChangeArrowheads="1"/>
          </p:cNvSpPr>
          <p:nvPr/>
        </p:nvSpPr>
        <p:spPr bwMode="auto">
          <a:xfrm>
            <a:off x="8094497" y="1988858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16" name="Rectangle 4"/>
          <p:cNvSpPr>
            <a:spLocks noChangeArrowheads="1"/>
          </p:cNvSpPr>
          <p:nvPr/>
        </p:nvSpPr>
        <p:spPr bwMode="auto">
          <a:xfrm>
            <a:off x="8333384" y="1988858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17" name="TextBox 3"/>
          <p:cNvSpPr txBox="1"/>
          <p:nvPr/>
        </p:nvSpPr>
        <p:spPr>
          <a:xfrm>
            <a:off x="8650986" y="196005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</a:t>
            </a:r>
            <a:endParaRPr lang="en-US" dirty="0"/>
          </a:p>
        </p:txBody>
      </p:sp>
      <p:sp>
        <p:nvSpPr>
          <p:cNvPr id="10918" name="Rectangle 4"/>
          <p:cNvSpPr>
            <a:spLocks noChangeArrowheads="1"/>
          </p:cNvSpPr>
          <p:nvPr/>
        </p:nvSpPr>
        <p:spPr bwMode="auto">
          <a:xfrm>
            <a:off x="878255" y="2384069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919" name="TextBox 3"/>
          <p:cNvSpPr txBox="1"/>
          <p:nvPr/>
        </p:nvSpPr>
        <p:spPr>
          <a:xfrm>
            <a:off x="827455" y="235526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8470720</a:t>
            </a:r>
            <a:endParaRPr lang="en-US" dirty="0"/>
          </a:p>
        </p:txBody>
      </p:sp>
      <p:sp>
        <p:nvSpPr>
          <p:cNvPr id="10920" name="TextBox 3"/>
          <p:cNvSpPr txBox="1"/>
          <p:nvPr/>
        </p:nvSpPr>
        <p:spPr>
          <a:xfrm>
            <a:off x="827455" y="2472715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0921" name="Rectangle 4"/>
          <p:cNvSpPr>
            <a:spLocks noChangeArrowheads="1"/>
          </p:cNvSpPr>
          <p:nvPr/>
        </p:nvSpPr>
        <p:spPr bwMode="auto">
          <a:xfrm>
            <a:off x="1365758" y="2384069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922" name="Rectangle 4"/>
          <p:cNvSpPr>
            <a:spLocks noChangeArrowheads="1"/>
          </p:cNvSpPr>
          <p:nvPr/>
        </p:nvSpPr>
        <p:spPr bwMode="auto">
          <a:xfrm>
            <a:off x="2163546" y="2384069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923" name="Rectangle 4"/>
          <p:cNvSpPr>
            <a:spLocks noChangeArrowheads="1"/>
          </p:cNvSpPr>
          <p:nvPr/>
        </p:nvSpPr>
        <p:spPr bwMode="auto">
          <a:xfrm>
            <a:off x="2622702" y="2384069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924" name="Rectangle 4"/>
          <p:cNvSpPr>
            <a:spLocks noChangeArrowheads="1"/>
          </p:cNvSpPr>
          <p:nvPr/>
        </p:nvSpPr>
        <p:spPr bwMode="auto">
          <a:xfrm>
            <a:off x="3680282" y="2384069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925" name="Rectangle 4"/>
          <p:cNvSpPr>
            <a:spLocks noChangeArrowheads="1"/>
          </p:cNvSpPr>
          <p:nvPr/>
        </p:nvSpPr>
        <p:spPr bwMode="auto">
          <a:xfrm>
            <a:off x="5918962" y="2384069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926" name="TextBox 3"/>
          <p:cNvSpPr txBox="1"/>
          <p:nvPr/>
        </p:nvSpPr>
        <p:spPr>
          <a:xfrm>
            <a:off x="5987491" y="235526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5,643,089</a:t>
            </a:r>
            <a:endParaRPr lang="en-US" dirty="0"/>
          </a:p>
        </p:txBody>
      </p:sp>
      <p:sp>
        <p:nvSpPr>
          <p:cNvPr id="10927" name="Rectangle 4"/>
          <p:cNvSpPr>
            <a:spLocks noChangeArrowheads="1"/>
          </p:cNvSpPr>
          <p:nvPr/>
        </p:nvSpPr>
        <p:spPr bwMode="auto">
          <a:xfrm>
            <a:off x="6566408" y="2384069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928" name="TextBox 3"/>
          <p:cNvSpPr txBox="1"/>
          <p:nvPr/>
        </p:nvSpPr>
        <p:spPr>
          <a:xfrm>
            <a:off x="6634937" y="235526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6,994,719</a:t>
            </a:r>
            <a:endParaRPr lang="en-US" dirty="0"/>
          </a:p>
        </p:txBody>
      </p:sp>
      <p:sp>
        <p:nvSpPr>
          <p:cNvPr id="10929" name="Rectangle 4"/>
          <p:cNvSpPr>
            <a:spLocks noChangeArrowheads="1"/>
          </p:cNvSpPr>
          <p:nvPr/>
        </p:nvSpPr>
        <p:spPr bwMode="auto">
          <a:xfrm>
            <a:off x="7213854" y="2384069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930" name="TextBox 3"/>
          <p:cNvSpPr txBox="1"/>
          <p:nvPr/>
        </p:nvSpPr>
        <p:spPr>
          <a:xfrm>
            <a:off x="7282383" y="235526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6,992,653</a:t>
            </a:r>
            <a:endParaRPr lang="en-US" dirty="0"/>
          </a:p>
        </p:txBody>
      </p:sp>
      <p:sp>
        <p:nvSpPr>
          <p:cNvPr id="10931" name="Rectangle 4"/>
          <p:cNvSpPr>
            <a:spLocks noChangeArrowheads="1"/>
          </p:cNvSpPr>
          <p:nvPr/>
        </p:nvSpPr>
        <p:spPr bwMode="auto">
          <a:xfrm>
            <a:off x="7861300" y="2384069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932" name="Rectangle 4"/>
          <p:cNvSpPr>
            <a:spLocks noChangeArrowheads="1"/>
          </p:cNvSpPr>
          <p:nvPr/>
        </p:nvSpPr>
        <p:spPr bwMode="auto">
          <a:xfrm>
            <a:off x="8094497" y="2384069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933" name="Rectangle 4"/>
          <p:cNvSpPr>
            <a:spLocks noChangeArrowheads="1"/>
          </p:cNvSpPr>
          <p:nvPr/>
        </p:nvSpPr>
        <p:spPr bwMode="auto">
          <a:xfrm>
            <a:off x="8333384" y="2384069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0934" name="TextBox 3"/>
          <p:cNvSpPr txBox="1"/>
          <p:nvPr/>
        </p:nvSpPr>
        <p:spPr>
          <a:xfrm>
            <a:off x="8453272" y="2355266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2,066</a:t>
            </a:r>
            <a:endParaRPr lang="en-US" dirty="0"/>
          </a:p>
        </p:txBody>
      </p:sp>
      <p:sp>
        <p:nvSpPr>
          <p:cNvPr id="10935" name="Rectangle 4"/>
          <p:cNvSpPr>
            <a:spLocks noChangeArrowheads="1"/>
          </p:cNvSpPr>
          <p:nvPr/>
        </p:nvSpPr>
        <p:spPr bwMode="auto">
          <a:xfrm>
            <a:off x="878255" y="2661831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36" name="TextBox 3"/>
          <p:cNvSpPr txBox="1"/>
          <p:nvPr/>
        </p:nvSpPr>
        <p:spPr>
          <a:xfrm>
            <a:off x="827455" y="263302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8470730</a:t>
            </a:r>
            <a:endParaRPr lang="en-US" dirty="0"/>
          </a:p>
        </p:txBody>
      </p:sp>
      <p:sp>
        <p:nvSpPr>
          <p:cNvPr id="10937" name="Rectangle 4"/>
          <p:cNvSpPr>
            <a:spLocks noChangeArrowheads="1"/>
          </p:cNvSpPr>
          <p:nvPr/>
        </p:nvSpPr>
        <p:spPr bwMode="auto">
          <a:xfrm>
            <a:off x="1365758" y="2661831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38" name="TextBox 3"/>
          <p:cNvSpPr txBox="1"/>
          <p:nvPr/>
        </p:nvSpPr>
        <p:spPr>
          <a:xfrm>
            <a:off x="1314958" y="2633027"/>
            <a:ext cx="894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Human </a:t>
            </a:r>
            <a:endParaRPr lang="en-US" dirty="0"/>
          </a:p>
        </p:txBody>
      </p:sp>
      <p:sp>
        <p:nvSpPr>
          <p:cNvPr id="10939" name="TextBox 3"/>
          <p:cNvSpPr txBox="1"/>
          <p:nvPr/>
        </p:nvSpPr>
        <p:spPr>
          <a:xfrm>
            <a:off x="1314958" y="2750477"/>
            <a:ext cx="6633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</a:t>
            </a:r>
            <a:endParaRPr lang="en-US" dirty="0"/>
          </a:p>
        </p:txBody>
      </p:sp>
      <p:sp>
        <p:nvSpPr>
          <p:cNvPr id="10940" name="Rectangle 4"/>
          <p:cNvSpPr>
            <a:spLocks noChangeArrowheads="1"/>
          </p:cNvSpPr>
          <p:nvPr/>
        </p:nvSpPr>
        <p:spPr bwMode="auto">
          <a:xfrm>
            <a:off x="2163546" y="2661831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41" name="TextBox 3"/>
          <p:cNvSpPr txBox="1"/>
          <p:nvPr/>
        </p:nvSpPr>
        <p:spPr>
          <a:xfrm>
            <a:off x="2112746" y="263302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10942" name="Rectangle 4"/>
          <p:cNvSpPr>
            <a:spLocks noChangeArrowheads="1"/>
          </p:cNvSpPr>
          <p:nvPr/>
        </p:nvSpPr>
        <p:spPr bwMode="auto">
          <a:xfrm>
            <a:off x="2622702" y="2661831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43" name="TextBox 3"/>
          <p:cNvSpPr txBox="1"/>
          <p:nvPr/>
        </p:nvSpPr>
        <p:spPr>
          <a:xfrm>
            <a:off x="2571902" y="2633027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10944" name="TextBox 3"/>
          <p:cNvSpPr txBox="1"/>
          <p:nvPr/>
        </p:nvSpPr>
        <p:spPr>
          <a:xfrm>
            <a:off x="2571902" y="2750477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10945" name="Rectangle 4"/>
          <p:cNvSpPr>
            <a:spLocks noChangeArrowheads="1"/>
          </p:cNvSpPr>
          <p:nvPr/>
        </p:nvSpPr>
        <p:spPr bwMode="auto">
          <a:xfrm>
            <a:off x="3680282" y="2661831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46" name="TextBox 3"/>
          <p:cNvSpPr txBox="1"/>
          <p:nvPr/>
        </p:nvSpPr>
        <p:spPr>
          <a:xfrm>
            <a:off x="3629482" y="263302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847.8470730.1.412121.000000.847001.100178</a:t>
            </a:r>
            <a:endParaRPr lang="en-US" dirty="0"/>
          </a:p>
        </p:txBody>
      </p:sp>
      <p:sp>
        <p:nvSpPr>
          <p:cNvPr id="10947" name="Rectangle 4"/>
          <p:cNvSpPr>
            <a:spLocks noChangeArrowheads="1"/>
          </p:cNvSpPr>
          <p:nvPr/>
        </p:nvSpPr>
        <p:spPr bwMode="auto">
          <a:xfrm>
            <a:off x="5918962" y="266183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48" name="TextBox 3"/>
          <p:cNvSpPr txBox="1"/>
          <p:nvPr/>
        </p:nvSpPr>
        <p:spPr>
          <a:xfrm>
            <a:off x="5987491" y="263302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3,909,390</a:t>
            </a:r>
            <a:endParaRPr lang="en-US" dirty="0"/>
          </a:p>
        </p:txBody>
      </p:sp>
      <p:sp>
        <p:nvSpPr>
          <p:cNvPr id="10949" name="Rectangle 4"/>
          <p:cNvSpPr>
            <a:spLocks noChangeArrowheads="1"/>
          </p:cNvSpPr>
          <p:nvPr/>
        </p:nvSpPr>
        <p:spPr bwMode="auto">
          <a:xfrm>
            <a:off x="6566408" y="266183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50" name="TextBox 3"/>
          <p:cNvSpPr txBox="1"/>
          <p:nvPr/>
        </p:nvSpPr>
        <p:spPr>
          <a:xfrm>
            <a:off x="6634937" y="263302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4,482,440</a:t>
            </a:r>
            <a:endParaRPr lang="en-US" dirty="0"/>
          </a:p>
        </p:txBody>
      </p:sp>
      <p:sp>
        <p:nvSpPr>
          <p:cNvPr id="10951" name="Rectangle 4"/>
          <p:cNvSpPr>
            <a:spLocks noChangeArrowheads="1"/>
          </p:cNvSpPr>
          <p:nvPr/>
        </p:nvSpPr>
        <p:spPr bwMode="auto">
          <a:xfrm>
            <a:off x="7213854" y="266183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52" name="TextBox 3"/>
          <p:cNvSpPr txBox="1"/>
          <p:nvPr/>
        </p:nvSpPr>
        <p:spPr>
          <a:xfrm>
            <a:off x="7282383" y="263302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4,482,439</a:t>
            </a:r>
            <a:endParaRPr lang="en-US" dirty="0"/>
          </a:p>
        </p:txBody>
      </p:sp>
      <p:sp>
        <p:nvSpPr>
          <p:cNvPr id="10953" name="Rectangle 4"/>
          <p:cNvSpPr>
            <a:spLocks noChangeArrowheads="1"/>
          </p:cNvSpPr>
          <p:nvPr/>
        </p:nvSpPr>
        <p:spPr bwMode="auto">
          <a:xfrm>
            <a:off x="7861300" y="2661831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54" name="Rectangle 4"/>
          <p:cNvSpPr>
            <a:spLocks noChangeArrowheads="1"/>
          </p:cNvSpPr>
          <p:nvPr/>
        </p:nvSpPr>
        <p:spPr bwMode="auto">
          <a:xfrm>
            <a:off x="8094497" y="2661831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55" name="Rectangle 4"/>
          <p:cNvSpPr>
            <a:spLocks noChangeArrowheads="1"/>
          </p:cNvSpPr>
          <p:nvPr/>
        </p:nvSpPr>
        <p:spPr bwMode="auto">
          <a:xfrm>
            <a:off x="8333384" y="2661831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56" name="TextBox 3"/>
          <p:cNvSpPr txBox="1"/>
          <p:nvPr/>
        </p:nvSpPr>
        <p:spPr>
          <a:xfrm>
            <a:off x="8650986" y="263302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0957" name="Rectangle 4"/>
          <p:cNvSpPr>
            <a:spLocks noChangeArrowheads="1"/>
          </p:cNvSpPr>
          <p:nvPr/>
        </p:nvSpPr>
        <p:spPr bwMode="auto">
          <a:xfrm>
            <a:off x="878255" y="293959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58" name="TextBox 3"/>
          <p:cNvSpPr txBox="1"/>
          <p:nvPr/>
        </p:nvSpPr>
        <p:spPr>
          <a:xfrm>
            <a:off x="827455" y="291078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8470730</a:t>
            </a:r>
            <a:endParaRPr lang="en-US" dirty="0"/>
          </a:p>
        </p:txBody>
      </p:sp>
      <p:sp>
        <p:nvSpPr>
          <p:cNvPr id="10959" name="Rectangle 4"/>
          <p:cNvSpPr>
            <a:spLocks noChangeArrowheads="1"/>
          </p:cNvSpPr>
          <p:nvPr/>
        </p:nvSpPr>
        <p:spPr bwMode="auto">
          <a:xfrm>
            <a:off x="1365758" y="293959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60" name="TextBox 3"/>
          <p:cNvSpPr txBox="1"/>
          <p:nvPr/>
        </p:nvSpPr>
        <p:spPr>
          <a:xfrm>
            <a:off x="1314958" y="2910789"/>
            <a:ext cx="894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Human </a:t>
            </a:r>
            <a:endParaRPr lang="en-US" dirty="0"/>
          </a:p>
        </p:txBody>
      </p:sp>
      <p:sp>
        <p:nvSpPr>
          <p:cNvPr id="10961" name="TextBox 3"/>
          <p:cNvSpPr txBox="1"/>
          <p:nvPr/>
        </p:nvSpPr>
        <p:spPr>
          <a:xfrm>
            <a:off x="1314958" y="3028239"/>
            <a:ext cx="6633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</a:t>
            </a:r>
            <a:endParaRPr lang="en-US" dirty="0"/>
          </a:p>
        </p:txBody>
      </p:sp>
      <p:sp>
        <p:nvSpPr>
          <p:cNvPr id="10962" name="Rectangle 4"/>
          <p:cNvSpPr>
            <a:spLocks noChangeArrowheads="1"/>
          </p:cNvSpPr>
          <p:nvPr/>
        </p:nvSpPr>
        <p:spPr bwMode="auto">
          <a:xfrm>
            <a:off x="2163546" y="293959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63" name="TextBox 3"/>
          <p:cNvSpPr txBox="1"/>
          <p:nvPr/>
        </p:nvSpPr>
        <p:spPr>
          <a:xfrm>
            <a:off x="2112746" y="291078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10964" name="Rectangle 4"/>
          <p:cNvSpPr>
            <a:spLocks noChangeArrowheads="1"/>
          </p:cNvSpPr>
          <p:nvPr/>
        </p:nvSpPr>
        <p:spPr bwMode="auto">
          <a:xfrm>
            <a:off x="2622702" y="293959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65" name="TextBox 3"/>
          <p:cNvSpPr txBox="1"/>
          <p:nvPr/>
        </p:nvSpPr>
        <p:spPr>
          <a:xfrm>
            <a:off x="2571902" y="2910789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10966" name="TextBox 3"/>
          <p:cNvSpPr txBox="1"/>
          <p:nvPr/>
        </p:nvSpPr>
        <p:spPr>
          <a:xfrm>
            <a:off x="2571902" y="3028239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10967" name="TextBox 3"/>
          <p:cNvSpPr txBox="1"/>
          <p:nvPr/>
        </p:nvSpPr>
        <p:spPr>
          <a:xfrm>
            <a:off x="2571902" y="3145688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10968" name="Rectangle 4"/>
          <p:cNvSpPr>
            <a:spLocks noChangeArrowheads="1"/>
          </p:cNvSpPr>
          <p:nvPr/>
        </p:nvSpPr>
        <p:spPr bwMode="auto">
          <a:xfrm>
            <a:off x="3680282" y="293959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69" name="TextBox 3"/>
          <p:cNvSpPr txBox="1"/>
          <p:nvPr/>
        </p:nvSpPr>
        <p:spPr>
          <a:xfrm>
            <a:off x="3629482" y="291078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847.8470730.1.412125.000000.847001.100178</a:t>
            </a:r>
            <a:endParaRPr lang="en-US" dirty="0"/>
          </a:p>
        </p:txBody>
      </p:sp>
      <p:sp>
        <p:nvSpPr>
          <p:cNvPr id="10970" name="Rectangle 4"/>
          <p:cNvSpPr>
            <a:spLocks noChangeArrowheads="1"/>
          </p:cNvSpPr>
          <p:nvPr/>
        </p:nvSpPr>
        <p:spPr bwMode="auto">
          <a:xfrm>
            <a:off x="5918962" y="293959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71" name="TextBox 3"/>
          <p:cNvSpPr txBox="1"/>
          <p:nvPr/>
        </p:nvSpPr>
        <p:spPr>
          <a:xfrm>
            <a:off x="5987491" y="291078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4,923,355</a:t>
            </a:r>
            <a:endParaRPr lang="en-US" dirty="0"/>
          </a:p>
        </p:txBody>
      </p:sp>
      <p:sp>
        <p:nvSpPr>
          <p:cNvPr id="10972" name="Rectangle 4"/>
          <p:cNvSpPr>
            <a:spLocks noChangeArrowheads="1"/>
          </p:cNvSpPr>
          <p:nvPr/>
        </p:nvSpPr>
        <p:spPr bwMode="auto">
          <a:xfrm>
            <a:off x="6566408" y="293959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73" name="TextBox 3"/>
          <p:cNvSpPr txBox="1"/>
          <p:nvPr/>
        </p:nvSpPr>
        <p:spPr>
          <a:xfrm>
            <a:off x="6634937" y="291078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6,039,495</a:t>
            </a:r>
            <a:endParaRPr lang="en-US" dirty="0"/>
          </a:p>
        </p:txBody>
      </p:sp>
      <p:sp>
        <p:nvSpPr>
          <p:cNvPr id="10974" name="Rectangle 4"/>
          <p:cNvSpPr>
            <a:spLocks noChangeArrowheads="1"/>
          </p:cNvSpPr>
          <p:nvPr/>
        </p:nvSpPr>
        <p:spPr bwMode="auto">
          <a:xfrm>
            <a:off x="7213854" y="293959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75" name="TextBox 3"/>
          <p:cNvSpPr txBox="1"/>
          <p:nvPr/>
        </p:nvSpPr>
        <p:spPr>
          <a:xfrm>
            <a:off x="7282383" y="291078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6,037,691</a:t>
            </a:r>
            <a:endParaRPr lang="en-US" dirty="0"/>
          </a:p>
        </p:txBody>
      </p:sp>
      <p:sp>
        <p:nvSpPr>
          <p:cNvPr id="10976" name="Rectangle 4"/>
          <p:cNvSpPr>
            <a:spLocks noChangeArrowheads="1"/>
          </p:cNvSpPr>
          <p:nvPr/>
        </p:nvSpPr>
        <p:spPr bwMode="auto">
          <a:xfrm>
            <a:off x="7861300" y="293959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77" name="Rectangle 4"/>
          <p:cNvSpPr>
            <a:spLocks noChangeArrowheads="1"/>
          </p:cNvSpPr>
          <p:nvPr/>
        </p:nvSpPr>
        <p:spPr bwMode="auto">
          <a:xfrm>
            <a:off x="8094497" y="293959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78" name="Rectangle 4"/>
          <p:cNvSpPr>
            <a:spLocks noChangeArrowheads="1"/>
          </p:cNvSpPr>
          <p:nvPr/>
        </p:nvSpPr>
        <p:spPr bwMode="auto">
          <a:xfrm>
            <a:off x="8333384" y="293959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79" name="TextBox 3"/>
          <p:cNvSpPr txBox="1"/>
          <p:nvPr/>
        </p:nvSpPr>
        <p:spPr>
          <a:xfrm>
            <a:off x="8453272" y="2910789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1,804</a:t>
            </a:r>
            <a:endParaRPr lang="en-US" dirty="0"/>
          </a:p>
        </p:txBody>
      </p:sp>
      <p:sp>
        <p:nvSpPr>
          <p:cNvPr id="10980" name="Rectangle 4"/>
          <p:cNvSpPr>
            <a:spLocks noChangeArrowheads="1"/>
          </p:cNvSpPr>
          <p:nvPr/>
        </p:nvSpPr>
        <p:spPr bwMode="auto">
          <a:xfrm>
            <a:off x="878255" y="3334804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81" name="TextBox 3"/>
          <p:cNvSpPr txBox="1"/>
          <p:nvPr/>
        </p:nvSpPr>
        <p:spPr>
          <a:xfrm>
            <a:off x="827455" y="330600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8470730</a:t>
            </a:r>
            <a:endParaRPr lang="en-US" dirty="0"/>
          </a:p>
        </p:txBody>
      </p:sp>
      <p:sp>
        <p:nvSpPr>
          <p:cNvPr id="10982" name="Rectangle 4"/>
          <p:cNvSpPr>
            <a:spLocks noChangeArrowheads="1"/>
          </p:cNvSpPr>
          <p:nvPr/>
        </p:nvSpPr>
        <p:spPr bwMode="auto">
          <a:xfrm>
            <a:off x="1365758" y="3334804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83" name="TextBox 3"/>
          <p:cNvSpPr txBox="1"/>
          <p:nvPr/>
        </p:nvSpPr>
        <p:spPr>
          <a:xfrm>
            <a:off x="1314958" y="3306000"/>
            <a:ext cx="894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Human </a:t>
            </a:r>
            <a:endParaRPr lang="en-US" dirty="0"/>
          </a:p>
        </p:txBody>
      </p:sp>
      <p:sp>
        <p:nvSpPr>
          <p:cNvPr id="10984" name="TextBox 3"/>
          <p:cNvSpPr txBox="1"/>
          <p:nvPr/>
        </p:nvSpPr>
        <p:spPr>
          <a:xfrm>
            <a:off x="1314958" y="3423450"/>
            <a:ext cx="6633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</a:t>
            </a:r>
            <a:endParaRPr lang="en-US" dirty="0"/>
          </a:p>
        </p:txBody>
      </p:sp>
      <p:sp>
        <p:nvSpPr>
          <p:cNvPr id="10985" name="Rectangle 4"/>
          <p:cNvSpPr>
            <a:spLocks noChangeArrowheads="1"/>
          </p:cNvSpPr>
          <p:nvPr/>
        </p:nvSpPr>
        <p:spPr bwMode="auto">
          <a:xfrm>
            <a:off x="2163546" y="3334804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86" name="TextBox 3"/>
          <p:cNvSpPr txBox="1"/>
          <p:nvPr/>
        </p:nvSpPr>
        <p:spPr>
          <a:xfrm>
            <a:off x="2112746" y="330600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412184</a:t>
            </a:r>
            <a:endParaRPr lang="en-US" dirty="0"/>
          </a:p>
        </p:txBody>
      </p:sp>
      <p:sp>
        <p:nvSpPr>
          <p:cNvPr id="10987" name="Rectangle 4"/>
          <p:cNvSpPr>
            <a:spLocks noChangeArrowheads="1"/>
          </p:cNvSpPr>
          <p:nvPr/>
        </p:nvSpPr>
        <p:spPr bwMode="auto">
          <a:xfrm>
            <a:off x="2622702" y="3334804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88" name="TextBox 3"/>
          <p:cNvSpPr txBox="1"/>
          <p:nvPr/>
        </p:nvSpPr>
        <p:spPr>
          <a:xfrm>
            <a:off x="2571902" y="3306000"/>
            <a:ext cx="7933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Vacation pay </a:t>
            </a:r>
            <a:endParaRPr lang="en-US" dirty="0"/>
          </a:p>
        </p:txBody>
      </p:sp>
      <p:sp>
        <p:nvSpPr>
          <p:cNvPr id="10989" name="TextBox 3"/>
          <p:cNvSpPr txBox="1"/>
          <p:nvPr/>
        </p:nvSpPr>
        <p:spPr>
          <a:xfrm>
            <a:off x="2571902" y="3423450"/>
            <a:ext cx="1148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(including cash in lieu</a:t>
            </a:r>
            <a:endParaRPr lang="en-US" dirty="0"/>
          </a:p>
        </p:txBody>
      </p:sp>
      <p:sp>
        <p:nvSpPr>
          <p:cNvPr id="10990" name="TextBox 3"/>
          <p:cNvSpPr txBox="1"/>
          <p:nvPr/>
        </p:nvSpPr>
        <p:spPr>
          <a:xfrm>
            <a:off x="2571902" y="3540899"/>
            <a:ext cx="601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payment)</a:t>
            </a:r>
            <a:endParaRPr lang="en-US" dirty="0"/>
          </a:p>
        </p:txBody>
      </p:sp>
      <p:sp>
        <p:nvSpPr>
          <p:cNvPr id="10991" name="Rectangle 4"/>
          <p:cNvSpPr>
            <a:spLocks noChangeArrowheads="1"/>
          </p:cNvSpPr>
          <p:nvPr/>
        </p:nvSpPr>
        <p:spPr bwMode="auto">
          <a:xfrm>
            <a:off x="3680282" y="3334804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92" name="TextBox 3"/>
          <p:cNvSpPr txBox="1"/>
          <p:nvPr/>
        </p:nvSpPr>
        <p:spPr>
          <a:xfrm>
            <a:off x="3629482" y="330600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847.8470730.1.412184.000000.847001.100178</a:t>
            </a:r>
            <a:endParaRPr lang="en-US" dirty="0"/>
          </a:p>
        </p:txBody>
      </p:sp>
      <p:sp>
        <p:nvSpPr>
          <p:cNvPr id="10993" name="Rectangle 4"/>
          <p:cNvSpPr>
            <a:spLocks noChangeArrowheads="1"/>
          </p:cNvSpPr>
          <p:nvPr/>
        </p:nvSpPr>
        <p:spPr bwMode="auto">
          <a:xfrm>
            <a:off x="5918962" y="333480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94" name="TextBox 3"/>
          <p:cNvSpPr txBox="1"/>
          <p:nvPr/>
        </p:nvSpPr>
        <p:spPr>
          <a:xfrm>
            <a:off x="5987491" y="330600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3,420,878</a:t>
            </a:r>
            <a:endParaRPr lang="en-US" dirty="0"/>
          </a:p>
        </p:txBody>
      </p:sp>
      <p:sp>
        <p:nvSpPr>
          <p:cNvPr id="10995" name="Rectangle 4"/>
          <p:cNvSpPr>
            <a:spLocks noChangeArrowheads="1"/>
          </p:cNvSpPr>
          <p:nvPr/>
        </p:nvSpPr>
        <p:spPr bwMode="auto">
          <a:xfrm>
            <a:off x="6566408" y="333480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96" name="TextBox 3"/>
          <p:cNvSpPr txBox="1"/>
          <p:nvPr/>
        </p:nvSpPr>
        <p:spPr>
          <a:xfrm>
            <a:off x="6634937" y="330600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1,611,431</a:t>
            </a:r>
            <a:endParaRPr lang="en-US" dirty="0"/>
          </a:p>
        </p:txBody>
      </p:sp>
      <p:sp>
        <p:nvSpPr>
          <p:cNvPr id="10997" name="Rectangle 4"/>
          <p:cNvSpPr>
            <a:spLocks noChangeArrowheads="1"/>
          </p:cNvSpPr>
          <p:nvPr/>
        </p:nvSpPr>
        <p:spPr bwMode="auto">
          <a:xfrm>
            <a:off x="7213854" y="333480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0998" name="TextBox 3"/>
          <p:cNvSpPr txBox="1"/>
          <p:nvPr/>
        </p:nvSpPr>
        <p:spPr>
          <a:xfrm>
            <a:off x="7282383" y="330600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1,385,836</a:t>
            </a:r>
            <a:endParaRPr lang="en-US" dirty="0"/>
          </a:p>
        </p:txBody>
      </p:sp>
      <p:sp>
        <p:nvSpPr>
          <p:cNvPr id="10999" name="Rectangle 4"/>
          <p:cNvSpPr>
            <a:spLocks noChangeArrowheads="1"/>
          </p:cNvSpPr>
          <p:nvPr/>
        </p:nvSpPr>
        <p:spPr bwMode="auto">
          <a:xfrm>
            <a:off x="7861300" y="3334804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00" name="Rectangle 4"/>
          <p:cNvSpPr>
            <a:spLocks noChangeArrowheads="1"/>
          </p:cNvSpPr>
          <p:nvPr/>
        </p:nvSpPr>
        <p:spPr bwMode="auto">
          <a:xfrm>
            <a:off x="8094497" y="3334804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01" name="Rectangle 4"/>
          <p:cNvSpPr>
            <a:spLocks noChangeArrowheads="1"/>
          </p:cNvSpPr>
          <p:nvPr/>
        </p:nvSpPr>
        <p:spPr bwMode="auto">
          <a:xfrm>
            <a:off x="8333384" y="3334804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02" name="TextBox 3"/>
          <p:cNvSpPr txBox="1"/>
          <p:nvPr/>
        </p:nvSpPr>
        <p:spPr>
          <a:xfrm>
            <a:off x="8340293" y="330600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225,595</a:t>
            </a:r>
            <a:endParaRPr lang="en-US" dirty="0"/>
          </a:p>
        </p:txBody>
      </p:sp>
      <p:sp>
        <p:nvSpPr>
          <p:cNvPr id="11003" name="Rectangle 4"/>
          <p:cNvSpPr>
            <a:spLocks noChangeArrowheads="1"/>
          </p:cNvSpPr>
          <p:nvPr/>
        </p:nvSpPr>
        <p:spPr bwMode="auto">
          <a:xfrm>
            <a:off x="878255" y="3730015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04" name="TextBox 3"/>
          <p:cNvSpPr txBox="1"/>
          <p:nvPr/>
        </p:nvSpPr>
        <p:spPr>
          <a:xfrm>
            <a:off x="827455" y="370121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8470730</a:t>
            </a:r>
            <a:endParaRPr lang="en-US" dirty="0"/>
          </a:p>
        </p:txBody>
      </p:sp>
      <p:sp>
        <p:nvSpPr>
          <p:cNvPr id="11005" name="Rectangle 4"/>
          <p:cNvSpPr>
            <a:spLocks noChangeArrowheads="1"/>
          </p:cNvSpPr>
          <p:nvPr/>
        </p:nvSpPr>
        <p:spPr bwMode="auto">
          <a:xfrm>
            <a:off x="1365758" y="3730015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06" name="TextBox 3"/>
          <p:cNvSpPr txBox="1"/>
          <p:nvPr/>
        </p:nvSpPr>
        <p:spPr>
          <a:xfrm>
            <a:off x="1314958" y="3701211"/>
            <a:ext cx="894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Human </a:t>
            </a:r>
            <a:endParaRPr lang="en-US" dirty="0"/>
          </a:p>
        </p:txBody>
      </p:sp>
      <p:sp>
        <p:nvSpPr>
          <p:cNvPr id="11007" name="TextBox 3"/>
          <p:cNvSpPr txBox="1"/>
          <p:nvPr/>
        </p:nvSpPr>
        <p:spPr>
          <a:xfrm>
            <a:off x="1314958" y="3818661"/>
            <a:ext cx="6633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</a:t>
            </a:r>
            <a:endParaRPr lang="en-US" dirty="0"/>
          </a:p>
        </p:txBody>
      </p:sp>
      <p:sp>
        <p:nvSpPr>
          <p:cNvPr id="11008" name="Rectangle 4"/>
          <p:cNvSpPr>
            <a:spLocks noChangeArrowheads="1"/>
          </p:cNvSpPr>
          <p:nvPr/>
        </p:nvSpPr>
        <p:spPr bwMode="auto">
          <a:xfrm>
            <a:off x="2163546" y="3730015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09" name="TextBox 3"/>
          <p:cNvSpPr txBox="1"/>
          <p:nvPr/>
        </p:nvSpPr>
        <p:spPr>
          <a:xfrm>
            <a:off x="2112746" y="370121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412521</a:t>
            </a:r>
            <a:endParaRPr lang="en-US" dirty="0"/>
          </a:p>
        </p:txBody>
      </p:sp>
      <p:sp>
        <p:nvSpPr>
          <p:cNvPr id="11010" name="Rectangle 4"/>
          <p:cNvSpPr>
            <a:spLocks noChangeArrowheads="1"/>
          </p:cNvSpPr>
          <p:nvPr/>
        </p:nvSpPr>
        <p:spPr bwMode="auto">
          <a:xfrm>
            <a:off x="2622702" y="3730015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11" name="TextBox 3"/>
          <p:cNvSpPr txBox="1"/>
          <p:nvPr/>
        </p:nvSpPr>
        <p:spPr>
          <a:xfrm>
            <a:off x="2571902" y="3701211"/>
            <a:ext cx="8496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 </a:t>
            </a:r>
            <a:endParaRPr lang="en-US" dirty="0"/>
          </a:p>
        </p:txBody>
      </p:sp>
      <p:sp>
        <p:nvSpPr>
          <p:cNvPr id="11012" name="TextBox 3"/>
          <p:cNvSpPr txBox="1"/>
          <p:nvPr/>
        </p:nvSpPr>
        <p:spPr>
          <a:xfrm>
            <a:off x="2571902" y="3818661"/>
            <a:ext cx="1120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 (including </a:t>
            </a:r>
            <a:endParaRPr lang="en-US" dirty="0"/>
          </a:p>
        </p:txBody>
      </p:sp>
      <p:sp>
        <p:nvSpPr>
          <p:cNvPr id="11013" name="TextBox 3"/>
          <p:cNvSpPr txBox="1"/>
          <p:nvPr/>
        </p:nvSpPr>
        <p:spPr>
          <a:xfrm>
            <a:off x="2571902" y="3936110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Mansab)</a:t>
            </a:r>
            <a:endParaRPr lang="en-US" dirty="0"/>
          </a:p>
        </p:txBody>
      </p:sp>
      <p:sp>
        <p:nvSpPr>
          <p:cNvPr id="11014" name="Rectangle 4"/>
          <p:cNvSpPr>
            <a:spLocks noChangeArrowheads="1"/>
          </p:cNvSpPr>
          <p:nvPr/>
        </p:nvSpPr>
        <p:spPr bwMode="auto">
          <a:xfrm>
            <a:off x="3680282" y="3730015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15" name="TextBox 3"/>
          <p:cNvSpPr txBox="1"/>
          <p:nvPr/>
        </p:nvSpPr>
        <p:spPr>
          <a:xfrm>
            <a:off x="3629482" y="370121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847.8470730.1.412521.000000.847001.100178</a:t>
            </a:r>
            <a:endParaRPr lang="en-US" dirty="0"/>
          </a:p>
        </p:txBody>
      </p:sp>
      <p:sp>
        <p:nvSpPr>
          <p:cNvPr id="11016" name="Rectangle 4"/>
          <p:cNvSpPr>
            <a:spLocks noChangeArrowheads="1"/>
          </p:cNvSpPr>
          <p:nvPr/>
        </p:nvSpPr>
        <p:spPr bwMode="auto">
          <a:xfrm>
            <a:off x="5918962" y="373001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17" name="TextBox 3"/>
          <p:cNvSpPr txBox="1"/>
          <p:nvPr/>
        </p:nvSpPr>
        <p:spPr>
          <a:xfrm>
            <a:off x="6128715" y="370121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50,852</a:t>
            </a:r>
            <a:endParaRPr lang="en-US" dirty="0"/>
          </a:p>
        </p:txBody>
      </p:sp>
      <p:sp>
        <p:nvSpPr>
          <p:cNvPr id="11018" name="Rectangle 4"/>
          <p:cNvSpPr>
            <a:spLocks noChangeArrowheads="1"/>
          </p:cNvSpPr>
          <p:nvPr/>
        </p:nvSpPr>
        <p:spPr bwMode="auto">
          <a:xfrm>
            <a:off x="6566408" y="373001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19" name="TextBox 3"/>
          <p:cNvSpPr txBox="1"/>
          <p:nvPr/>
        </p:nvSpPr>
        <p:spPr>
          <a:xfrm>
            <a:off x="6776161" y="370121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25,054</a:t>
            </a:r>
            <a:endParaRPr lang="en-US" dirty="0"/>
          </a:p>
        </p:txBody>
      </p:sp>
      <p:sp>
        <p:nvSpPr>
          <p:cNvPr id="11020" name="Rectangle 4"/>
          <p:cNvSpPr>
            <a:spLocks noChangeArrowheads="1"/>
          </p:cNvSpPr>
          <p:nvPr/>
        </p:nvSpPr>
        <p:spPr bwMode="auto">
          <a:xfrm>
            <a:off x="7213854" y="373001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21" name="TextBox 3"/>
          <p:cNvSpPr txBox="1"/>
          <p:nvPr/>
        </p:nvSpPr>
        <p:spPr>
          <a:xfrm>
            <a:off x="7423607" y="370121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25,053</a:t>
            </a:r>
            <a:endParaRPr lang="en-US" dirty="0"/>
          </a:p>
        </p:txBody>
      </p:sp>
      <p:sp>
        <p:nvSpPr>
          <p:cNvPr id="11022" name="Rectangle 4"/>
          <p:cNvSpPr>
            <a:spLocks noChangeArrowheads="1"/>
          </p:cNvSpPr>
          <p:nvPr/>
        </p:nvSpPr>
        <p:spPr bwMode="auto">
          <a:xfrm>
            <a:off x="7861300" y="3730015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23" name="Rectangle 4"/>
          <p:cNvSpPr>
            <a:spLocks noChangeArrowheads="1"/>
          </p:cNvSpPr>
          <p:nvPr/>
        </p:nvSpPr>
        <p:spPr bwMode="auto">
          <a:xfrm>
            <a:off x="8094497" y="3730015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24" name="Rectangle 4"/>
          <p:cNvSpPr>
            <a:spLocks noChangeArrowheads="1"/>
          </p:cNvSpPr>
          <p:nvPr/>
        </p:nvSpPr>
        <p:spPr bwMode="auto">
          <a:xfrm>
            <a:off x="8333384" y="3730015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25" name="TextBox 3"/>
          <p:cNvSpPr txBox="1"/>
          <p:nvPr/>
        </p:nvSpPr>
        <p:spPr>
          <a:xfrm>
            <a:off x="8650986" y="370121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1026" name="Rectangle 4"/>
          <p:cNvSpPr>
            <a:spLocks noChangeArrowheads="1"/>
          </p:cNvSpPr>
          <p:nvPr/>
        </p:nvSpPr>
        <p:spPr bwMode="auto">
          <a:xfrm>
            <a:off x="878255" y="4125227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27" name="TextBox 3"/>
          <p:cNvSpPr txBox="1"/>
          <p:nvPr/>
        </p:nvSpPr>
        <p:spPr>
          <a:xfrm>
            <a:off x="827455" y="409642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8470730</a:t>
            </a:r>
            <a:endParaRPr lang="en-US" dirty="0"/>
          </a:p>
        </p:txBody>
      </p:sp>
      <p:sp>
        <p:nvSpPr>
          <p:cNvPr id="11028" name="Rectangle 4"/>
          <p:cNvSpPr>
            <a:spLocks noChangeArrowheads="1"/>
          </p:cNvSpPr>
          <p:nvPr/>
        </p:nvSpPr>
        <p:spPr bwMode="auto">
          <a:xfrm>
            <a:off x="1365758" y="4125227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29" name="TextBox 3"/>
          <p:cNvSpPr txBox="1"/>
          <p:nvPr/>
        </p:nvSpPr>
        <p:spPr>
          <a:xfrm>
            <a:off x="1314958" y="4096423"/>
            <a:ext cx="894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Human </a:t>
            </a:r>
            <a:endParaRPr lang="en-US" dirty="0"/>
          </a:p>
        </p:txBody>
      </p:sp>
      <p:sp>
        <p:nvSpPr>
          <p:cNvPr id="11030" name="TextBox 3"/>
          <p:cNvSpPr txBox="1"/>
          <p:nvPr/>
        </p:nvSpPr>
        <p:spPr>
          <a:xfrm>
            <a:off x="1314958" y="4213872"/>
            <a:ext cx="6633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</a:t>
            </a:r>
            <a:endParaRPr lang="en-US" dirty="0"/>
          </a:p>
        </p:txBody>
      </p:sp>
      <p:sp>
        <p:nvSpPr>
          <p:cNvPr id="11031" name="Rectangle 4"/>
          <p:cNvSpPr>
            <a:spLocks noChangeArrowheads="1"/>
          </p:cNvSpPr>
          <p:nvPr/>
        </p:nvSpPr>
        <p:spPr bwMode="auto">
          <a:xfrm>
            <a:off x="2163546" y="4125227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32" name="TextBox 3"/>
          <p:cNvSpPr txBox="1"/>
          <p:nvPr/>
        </p:nvSpPr>
        <p:spPr>
          <a:xfrm>
            <a:off x="2112746" y="409642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11033" name="Rectangle 4"/>
          <p:cNvSpPr>
            <a:spLocks noChangeArrowheads="1"/>
          </p:cNvSpPr>
          <p:nvPr/>
        </p:nvSpPr>
        <p:spPr bwMode="auto">
          <a:xfrm>
            <a:off x="2622702" y="4125227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34" name="TextBox 3"/>
          <p:cNvSpPr txBox="1"/>
          <p:nvPr/>
        </p:nvSpPr>
        <p:spPr>
          <a:xfrm>
            <a:off x="2571902" y="4096423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11035" name="Rectangle 4"/>
          <p:cNvSpPr>
            <a:spLocks noChangeArrowheads="1"/>
          </p:cNvSpPr>
          <p:nvPr/>
        </p:nvSpPr>
        <p:spPr bwMode="auto">
          <a:xfrm>
            <a:off x="3680282" y="4125227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36" name="TextBox 3"/>
          <p:cNvSpPr txBox="1"/>
          <p:nvPr/>
        </p:nvSpPr>
        <p:spPr>
          <a:xfrm>
            <a:off x="3629482" y="409642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847.8470730.1.412523.000000.847001.100178</a:t>
            </a:r>
            <a:endParaRPr lang="en-US" dirty="0"/>
          </a:p>
        </p:txBody>
      </p:sp>
      <p:sp>
        <p:nvSpPr>
          <p:cNvPr id="11037" name="Rectangle 4"/>
          <p:cNvSpPr>
            <a:spLocks noChangeArrowheads="1"/>
          </p:cNvSpPr>
          <p:nvPr/>
        </p:nvSpPr>
        <p:spPr bwMode="auto">
          <a:xfrm>
            <a:off x="5918962" y="412522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38" name="TextBox 3"/>
          <p:cNvSpPr txBox="1"/>
          <p:nvPr/>
        </p:nvSpPr>
        <p:spPr>
          <a:xfrm>
            <a:off x="6128715" y="409642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14,400</a:t>
            </a:r>
            <a:endParaRPr lang="en-US" dirty="0"/>
          </a:p>
        </p:txBody>
      </p:sp>
      <p:sp>
        <p:nvSpPr>
          <p:cNvPr id="11039" name="Rectangle 4"/>
          <p:cNvSpPr>
            <a:spLocks noChangeArrowheads="1"/>
          </p:cNvSpPr>
          <p:nvPr/>
        </p:nvSpPr>
        <p:spPr bwMode="auto">
          <a:xfrm>
            <a:off x="6566408" y="412522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40" name="TextBox 3"/>
          <p:cNvSpPr txBox="1"/>
          <p:nvPr/>
        </p:nvSpPr>
        <p:spPr>
          <a:xfrm>
            <a:off x="6776161" y="409642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33,000</a:t>
            </a:r>
            <a:endParaRPr lang="en-US" dirty="0"/>
          </a:p>
        </p:txBody>
      </p:sp>
      <p:sp>
        <p:nvSpPr>
          <p:cNvPr id="11041" name="Rectangle 4"/>
          <p:cNvSpPr>
            <a:spLocks noChangeArrowheads="1"/>
          </p:cNvSpPr>
          <p:nvPr/>
        </p:nvSpPr>
        <p:spPr bwMode="auto">
          <a:xfrm>
            <a:off x="7213854" y="412522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42" name="TextBox 3"/>
          <p:cNvSpPr txBox="1"/>
          <p:nvPr/>
        </p:nvSpPr>
        <p:spPr>
          <a:xfrm>
            <a:off x="7423607" y="409642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31,240</a:t>
            </a:r>
            <a:endParaRPr lang="en-US" dirty="0"/>
          </a:p>
        </p:txBody>
      </p:sp>
      <p:sp>
        <p:nvSpPr>
          <p:cNvPr id="11043" name="Rectangle 4"/>
          <p:cNvSpPr>
            <a:spLocks noChangeArrowheads="1"/>
          </p:cNvSpPr>
          <p:nvPr/>
        </p:nvSpPr>
        <p:spPr bwMode="auto">
          <a:xfrm>
            <a:off x="7861300" y="4125227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44" name="Rectangle 4"/>
          <p:cNvSpPr>
            <a:spLocks noChangeArrowheads="1"/>
          </p:cNvSpPr>
          <p:nvPr/>
        </p:nvSpPr>
        <p:spPr bwMode="auto">
          <a:xfrm>
            <a:off x="8094497" y="4125227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45" name="Rectangle 4"/>
          <p:cNvSpPr>
            <a:spLocks noChangeArrowheads="1"/>
          </p:cNvSpPr>
          <p:nvPr/>
        </p:nvSpPr>
        <p:spPr bwMode="auto">
          <a:xfrm>
            <a:off x="8333384" y="4125227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46" name="TextBox 3"/>
          <p:cNvSpPr txBox="1"/>
          <p:nvPr/>
        </p:nvSpPr>
        <p:spPr>
          <a:xfrm>
            <a:off x="8453272" y="4096423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1,760</a:t>
            </a:r>
            <a:endParaRPr lang="en-US" dirty="0"/>
          </a:p>
        </p:txBody>
      </p:sp>
      <p:sp>
        <p:nvSpPr>
          <p:cNvPr id="11047" name="Rectangle 4"/>
          <p:cNvSpPr>
            <a:spLocks noChangeArrowheads="1"/>
          </p:cNvSpPr>
          <p:nvPr/>
        </p:nvSpPr>
        <p:spPr bwMode="auto">
          <a:xfrm>
            <a:off x="878255" y="4402988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48" name="TextBox 3"/>
          <p:cNvSpPr txBox="1"/>
          <p:nvPr/>
        </p:nvSpPr>
        <p:spPr>
          <a:xfrm>
            <a:off x="827455" y="437418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8470730</a:t>
            </a:r>
            <a:endParaRPr lang="en-US" dirty="0"/>
          </a:p>
        </p:txBody>
      </p:sp>
      <p:sp>
        <p:nvSpPr>
          <p:cNvPr id="11049" name="Rectangle 4"/>
          <p:cNvSpPr>
            <a:spLocks noChangeArrowheads="1"/>
          </p:cNvSpPr>
          <p:nvPr/>
        </p:nvSpPr>
        <p:spPr bwMode="auto">
          <a:xfrm>
            <a:off x="1365758" y="4402988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50" name="TextBox 3"/>
          <p:cNvSpPr txBox="1"/>
          <p:nvPr/>
        </p:nvSpPr>
        <p:spPr>
          <a:xfrm>
            <a:off x="1314958" y="4374184"/>
            <a:ext cx="894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Human </a:t>
            </a:r>
            <a:endParaRPr lang="en-US" dirty="0"/>
          </a:p>
        </p:txBody>
      </p:sp>
      <p:sp>
        <p:nvSpPr>
          <p:cNvPr id="11051" name="TextBox 3"/>
          <p:cNvSpPr txBox="1"/>
          <p:nvPr/>
        </p:nvSpPr>
        <p:spPr>
          <a:xfrm>
            <a:off x="1314958" y="4491634"/>
            <a:ext cx="6633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</a:t>
            </a:r>
            <a:endParaRPr lang="en-US" dirty="0"/>
          </a:p>
        </p:txBody>
      </p:sp>
      <p:sp>
        <p:nvSpPr>
          <p:cNvPr id="11052" name="Rectangle 4"/>
          <p:cNvSpPr>
            <a:spLocks noChangeArrowheads="1"/>
          </p:cNvSpPr>
          <p:nvPr/>
        </p:nvSpPr>
        <p:spPr bwMode="auto">
          <a:xfrm>
            <a:off x="2163546" y="4402988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53" name="TextBox 3"/>
          <p:cNvSpPr txBox="1"/>
          <p:nvPr/>
        </p:nvSpPr>
        <p:spPr>
          <a:xfrm>
            <a:off x="2112746" y="437418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11054" name="Rectangle 4"/>
          <p:cNvSpPr>
            <a:spLocks noChangeArrowheads="1"/>
          </p:cNvSpPr>
          <p:nvPr/>
        </p:nvSpPr>
        <p:spPr bwMode="auto">
          <a:xfrm>
            <a:off x="2622702" y="4402988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55" name="TextBox 3"/>
          <p:cNvSpPr txBox="1"/>
          <p:nvPr/>
        </p:nvSpPr>
        <p:spPr>
          <a:xfrm>
            <a:off x="2571902" y="4374184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11056" name="TextBox 3"/>
          <p:cNvSpPr txBox="1"/>
          <p:nvPr/>
        </p:nvSpPr>
        <p:spPr>
          <a:xfrm>
            <a:off x="2571902" y="4491634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11057" name="Rectangle 4"/>
          <p:cNvSpPr>
            <a:spLocks noChangeArrowheads="1"/>
          </p:cNvSpPr>
          <p:nvPr/>
        </p:nvSpPr>
        <p:spPr bwMode="auto">
          <a:xfrm>
            <a:off x="3680282" y="4402988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58" name="TextBox 3"/>
          <p:cNvSpPr txBox="1"/>
          <p:nvPr/>
        </p:nvSpPr>
        <p:spPr>
          <a:xfrm>
            <a:off x="3629482" y="437418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847.8470730.1.412534.000000.847001.100178</a:t>
            </a:r>
            <a:endParaRPr lang="en-US" dirty="0"/>
          </a:p>
        </p:txBody>
      </p:sp>
      <p:sp>
        <p:nvSpPr>
          <p:cNvPr id="11059" name="Rectangle 4"/>
          <p:cNvSpPr>
            <a:spLocks noChangeArrowheads="1"/>
          </p:cNvSpPr>
          <p:nvPr/>
        </p:nvSpPr>
        <p:spPr bwMode="auto">
          <a:xfrm>
            <a:off x="5918962" y="440298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60" name="TextBox 3"/>
          <p:cNvSpPr txBox="1"/>
          <p:nvPr/>
        </p:nvSpPr>
        <p:spPr>
          <a:xfrm>
            <a:off x="6072225" y="437418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355,330</a:t>
            </a:r>
            <a:endParaRPr lang="en-US" dirty="0"/>
          </a:p>
        </p:txBody>
      </p:sp>
      <p:sp>
        <p:nvSpPr>
          <p:cNvPr id="11061" name="Rectangle 4"/>
          <p:cNvSpPr>
            <a:spLocks noChangeArrowheads="1"/>
          </p:cNvSpPr>
          <p:nvPr/>
        </p:nvSpPr>
        <p:spPr bwMode="auto">
          <a:xfrm>
            <a:off x="6566408" y="440298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62" name="TextBox 3"/>
          <p:cNvSpPr txBox="1"/>
          <p:nvPr/>
        </p:nvSpPr>
        <p:spPr>
          <a:xfrm>
            <a:off x="6719671" y="437418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454,059</a:t>
            </a:r>
            <a:endParaRPr lang="en-US" dirty="0"/>
          </a:p>
        </p:txBody>
      </p:sp>
      <p:sp>
        <p:nvSpPr>
          <p:cNvPr id="11063" name="Rectangle 4"/>
          <p:cNvSpPr>
            <a:spLocks noChangeArrowheads="1"/>
          </p:cNvSpPr>
          <p:nvPr/>
        </p:nvSpPr>
        <p:spPr bwMode="auto">
          <a:xfrm>
            <a:off x="7213854" y="440298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64" name="TextBox 3"/>
          <p:cNvSpPr txBox="1"/>
          <p:nvPr/>
        </p:nvSpPr>
        <p:spPr>
          <a:xfrm>
            <a:off x="7367118" y="437418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454,059</a:t>
            </a:r>
            <a:endParaRPr lang="en-US" dirty="0"/>
          </a:p>
        </p:txBody>
      </p:sp>
      <p:sp>
        <p:nvSpPr>
          <p:cNvPr id="11065" name="Rectangle 4"/>
          <p:cNvSpPr>
            <a:spLocks noChangeArrowheads="1"/>
          </p:cNvSpPr>
          <p:nvPr/>
        </p:nvSpPr>
        <p:spPr bwMode="auto">
          <a:xfrm>
            <a:off x="7861300" y="4402988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66" name="Rectangle 4"/>
          <p:cNvSpPr>
            <a:spLocks noChangeArrowheads="1"/>
          </p:cNvSpPr>
          <p:nvPr/>
        </p:nvSpPr>
        <p:spPr bwMode="auto">
          <a:xfrm>
            <a:off x="8094497" y="4402988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67" name="Rectangle 4"/>
          <p:cNvSpPr>
            <a:spLocks noChangeArrowheads="1"/>
          </p:cNvSpPr>
          <p:nvPr/>
        </p:nvSpPr>
        <p:spPr bwMode="auto">
          <a:xfrm>
            <a:off x="8333384" y="4402988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68" name="TextBox 3"/>
          <p:cNvSpPr txBox="1"/>
          <p:nvPr/>
        </p:nvSpPr>
        <p:spPr>
          <a:xfrm>
            <a:off x="8650986" y="437418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1069" name="Rectangle 4"/>
          <p:cNvSpPr>
            <a:spLocks noChangeArrowheads="1"/>
          </p:cNvSpPr>
          <p:nvPr/>
        </p:nvSpPr>
        <p:spPr bwMode="auto">
          <a:xfrm>
            <a:off x="878255" y="4680750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70" name="TextBox 3"/>
          <p:cNvSpPr txBox="1"/>
          <p:nvPr/>
        </p:nvSpPr>
        <p:spPr>
          <a:xfrm>
            <a:off x="827455" y="465194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8470730</a:t>
            </a:r>
            <a:endParaRPr lang="en-US" dirty="0"/>
          </a:p>
        </p:txBody>
      </p:sp>
      <p:sp>
        <p:nvSpPr>
          <p:cNvPr id="11071" name="Rectangle 4"/>
          <p:cNvSpPr>
            <a:spLocks noChangeArrowheads="1"/>
          </p:cNvSpPr>
          <p:nvPr/>
        </p:nvSpPr>
        <p:spPr bwMode="auto">
          <a:xfrm>
            <a:off x="1365758" y="4680750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72" name="TextBox 3"/>
          <p:cNvSpPr txBox="1"/>
          <p:nvPr/>
        </p:nvSpPr>
        <p:spPr>
          <a:xfrm>
            <a:off x="1314958" y="4651946"/>
            <a:ext cx="894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Human </a:t>
            </a:r>
            <a:endParaRPr lang="en-US" dirty="0"/>
          </a:p>
        </p:txBody>
      </p:sp>
      <p:sp>
        <p:nvSpPr>
          <p:cNvPr id="11073" name="TextBox 3"/>
          <p:cNvSpPr txBox="1"/>
          <p:nvPr/>
        </p:nvSpPr>
        <p:spPr>
          <a:xfrm>
            <a:off x="1314958" y="4769396"/>
            <a:ext cx="6633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</a:t>
            </a:r>
            <a:endParaRPr lang="en-US" dirty="0"/>
          </a:p>
        </p:txBody>
      </p:sp>
      <p:sp>
        <p:nvSpPr>
          <p:cNvPr id="11074" name="Rectangle 4"/>
          <p:cNvSpPr>
            <a:spLocks noChangeArrowheads="1"/>
          </p:cNvSpPr>
          <p:nvPr/>
        </p:nvSpPr>
        <p:spPr bwMode="auto">
          <a:xfrm>
            <a:off x="2163546" y="4680750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75" name="TextBox 3"/>
          <p:cNvSpPr txBox="1"/>
          <p:nvPr/>
        </p:nvSpPr>
        <p:spPr>
          <a:xfrm>
            <a:off x="2112746" y="465194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11076" name="Rectangle 4"/>
          <p:cNvSpPr>
            <a:spLocks noChangeArrowheads="1"/>
          </p:cNvSpPr>
          <p:nvPr/>
        </p:nvSpPr>
        <p:spPr bwMode="auto">
          <a:xfrm>
            <a:off x="2622702" y="4680750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77" name="TextBox 3"/>
          <p:cNvSpPr txBox="1"/>
          <p:nvPr/>
        </p:nvSpPr>
        <p:spPr>
          <a:xfrm>
            <a:off x="2571902" y="4651946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11078" name="Rectangle 4"/>
          <p:cNvSpPr>
            <a:spLocks noChangeArrowheads="1"/>
          </p:cNvSpPr>
          <p:nvPr/>
        </p:nvSpPr>
        <p:spPr bwMode="auto">
          <a:xfrm>
            <a:off x="3680282" y="4680750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79" name="TextBox 3"/>
          <p:cNvSpPr txBox="1"/>
          <p:nvPr/>
        </p:nvSpPr>
        <p:spPr>
          <a:xfrm>
            <a:off x="3629482" y="465194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847.8470730.1.412546.000000.847001.100178</a:t>
            </a:r>
            <a:endParaRPr lang="en-US" dirty="0"/>
          </a:p>
        </p:txBody>
      </p:sp>
      <p:sp>
        <p:nvSpPr>
          <p:cNvPr id="11080" name="Rectangle 4"/>
          <p:cNvSpPr>
            <a:spLocks noChangeArrowheads="1"/>
          </p:cNvSpPr>
          <p:nvPr/>
        </p:nvSpPr>
        <p:spPr bwMode="auto">
          <a:xfrm>
            <a:off x="5918962" y="468075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81" name="TextBox 3"/>
          <p:cNvSpPr txBox="1"/>
          <p:nvPr/>
        </p:nvSpPr>
        <p:spPr>
          <a:xfrm>
            <a:off x="6072225" y="465194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207,013</a:t>
            </a:r>
            <a:endParaRPr lang="en-US" dirty="0"/>
          </a:p>
        </p:txBody>
      </p:sp>
      <p:sp>
        <p:nvSpPr>
          <p:cNvPr id="11082" name="Rectangle 4"/>
          <p:cNvSpPr>
            <a:spLocks noChangeArrowheads="1"/>
          </p:cNvSpPr>
          <p:nvPr/>
        </p:nvSpPr>
        <p:spPr bwMode="auto">
          <a:xfrm>
            <a:off x="6566408" y="468075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83" name="TextBox 3"/>
          <p:cNvSpPr txBox="1"/>
          <p:nvPr/>
        </p:nvSpPr>
        <p:spPr>
          <a:xfrm>
            <a:off x="6719671" y="465194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252,013</a:t>
            </a:r>
            <a:endParaRPr lang="en-US" dirty="0"/>
          </a:p>
        </p:txBody>
      </p:sp>
      <p:sp>
        <p:nvSpPr>
          <p:cNvPr id="11084" name="Rectangle 4"/>
          <p:cNvSpPr>
            <a:spLocks noChangeArrowheads="1"/>
          </p:cNvSpPr>
          <p:nvPr/>
        </p:nvSpPr>
        <p:spPr bwMode="auto">
          <a:xfrm>
            <a:off x="7213854" y="468075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85" name="TextBox 3"/>
          <p:cNvSpPr txBox="1"/>
          <p:nvPr/>
        </p:nvSpPr>
        <p:spPr>
          <a:xfrm>
            <a:off x="7367118" y="465194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251,340</a:t>
            </a:r>
            <a:endParaRPr lang="en-US" dirty="0"/>
          </a:p>
        </p:txBody>
      </p:sp>
      <p:sp>
        <p:nvSpPr>
          <p:cNvPr id="11086" name="Rectangle 4"/>
          <p:cNvSpPr>
            <a:spLocks noChangeArrowheads="1"/>
          </p:cNvSpPr>
          <p:nvPr/>
        </p:nvSpPr>
        <p:spPr bwMode="auto">
          <a:xfrm>
            <a:off x="7861300" y="4680750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87" name="Rectangle 4"/>
          <p:cNvSpPr>
            <a:spLocks noChangeArrowheads="1"/>
          </p:cNvSpPr>
          <p:nvPr/>
        </p:nvSpPr>
        <p:spPr bwMode="auto">
          <a:xfrm>
            <a:off x="8094497" y="4680750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88" name="Rectangle 4"/>
          <p:cNvSpPr>
            <a:spLocks noChangeArrowheads="1"/>
          </p:cNvSpPr>
          <p:nvPr/>
        </p:nvSpPr>
        <p:spPr bwMode="auto">
          <a:xfrm>
            <a:off x="8333384" y="4680750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89" name="TextBox 3"/>
          <p:cNvSpPr txBox="1"/>
          <p:nvPr/>
        </p:nvSpPr>
        <p:spPr>
          <a:xfrm>
            <a:off x="8538006" y="4651946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673</a:t>
            </a:r>
            <a:endParaRPr lang="en-US" dirty="0"/>
          </a:p>
        </p:txBody>
      </p:sp>
      <p:sp>
        <p:nvSpPr>
          <p:cNvPr id="11090" name="Rectangle 4"/>
          <p:cNvSpPr>
            <a:spLocks noChangeArrowheads="1"/>
          </p:cNvSpPr>
          <p:nvPr/>
        </p:nvSpPr>
        <p:spPr bwMode="auto">
          <a:xfrm>
            <a:off x="878255" y="4958511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91" name="TextBox 3"/>
          <p:cNvSpPr txBox="1"/>
          <p:nvPr/>
        </p:nvSpPr>
        <p:spPr>
          <a:xfrm>
            <a:off x="827455" y="492970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8470730</a:t>
            </a:r>
            <a:endParaRPr lang="en-US" dirty="0"/>
          </a:p>
        </p:txBody>
      </p:sp>
      <p:sp>
        <p:nvSpPr>
          <p:cNvPr id="11092" name="Rectangle 4"/>
          <p:cNvSpPr>
            <a:spLocks noChangeArrowheads="1"/>
          </p:cNvSpPr>
          <p:nvPr/>
        </p:nvSpPr>
        <p:spPr bwMode="auto">
          <a:xfrm>
            <a:off x="1365758" y="4958511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93" name="TextBox 3"/>
          <p:cNvSpPr txBox="1"/>
          <p:nvPr/>
        </p:nvSpPr>
        <p:spPr>
          <a:xfrm>
            <a:off x="1314958" y="4929708"/>
            <a:ext cx="894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Human </a:t>
            </a:r>
            <a:endParaRPr lang="en-US" dirty="0"/>
          </a:p>
        </p:txBody>
      </p:sp>
      <p:sp>
        <p:nvSpPr>
          <p:cNvPr id="11094" name="TextBox 3"/>
          <p:cNvSpPr txBox="1"/>
          <p:nvPr/>
        </p:nvSpPr>
        <p:spPr>
          <a:xfrm>
            <a:off x="1314958" y="5047158"/>
            <a:ext cx="6633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</a:t>
            </a:r>
            <a:endParaRPr lang="en-US" dirty="0"/>
          </a:p>
        </p:txBody>
      </p:sp>
      <p:sp>
        <p:nvSpPr>
          <p:cNvPr id="11095" name="Rectangle 4"/>
          <p:cNvSpPr>
            <a:spLocks noChangeArrowheads="1"/>
          </p:cNvSpPr>
          <p:nvPr/>
        </p:nvSpPr>
        <p:spPr bwMode="auto">
          <a:xfrm>
            <a:off x="2163546" y="4958511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96" name="TextBox 3"/>
          <p:cNvSpPr txBox="1"/>
          <p:nvPr/>
        </p:nvSpPr>
        <p:spPr>
          <a:xfrm>
            <a:off x="2112746" y="492970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412590</a:t>
            </a:r>
            <a:endParaRPr lang="en-US" dirty="0"/>
          </a:p>
        </p:txBody>
      </p:sp>
      <p:sp>
        <p:nvSpPr>
          <p:cNvPr id="11097" name="Rectangle 4"/>
          <p:cNvSpPr>
            <a:spLocks noChangeArrowheads="1"/>
          </p:cNvSpPr>
          <p:nvPr/>
        </p:nvSpPr>
        <p:spPr bwMode="auto">
          <a:xfrm>
            <a:off x="2622702" y="4958511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098" name="TextBox 3"/>
          <p:cNvSpPr txBox="1"/>
          <p:nvPr/>
        </p:nvSpPr>
        <p:spPr>
          <a:xfrm>
            <a:off x="2571902" y="4929708"/>
            <a:ext cx="110967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Rounding up cost of </a:t>
            </a:r>
            <a:endParaRPr lang="en-US" dirty="0"/>
          </a:p>
        </p:txBody>
      </p:sp>
      <p:sp>
        <p:nvSpPr>
          <p:cNvPr id="11099" name="TextBox 3"/>
          <p:cNvSpPr txBox="1"/>
          <p:nvPr/>
        </p:nvSpPr>
        <p:spPr>
          <a:xfrm>
            <a:off x="2571902" y="5047158"/>
            <a:ext cx="51104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net pay</a:t>
            </a:r>
            <a:endParaRPr lang="en-US" dirty="0"/>
          </a:p>
        </p:txBody>
      </p:sp>
      <p:sp>
        <p:nvSpPr>
          <p:cNvPr id="11100" name="Rectangle 4"/>
          <p:cNvSpPr>
            <a:spLocks noChangeArrowheads="1"/>
          </p:cNvSpPr>
          <p:nvPr/>
        </p:nvSpPr>
        <p:spPr bwMode="auto">
          <a:xfrm>
            <a:off x="3680282" y="4958511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01" name="TextBox 3"/>
          <p:cNvSpPr txBox="1"/>
          <p:nvPr/>
        </p:nvSpPr>
        <p:spPr>
          <a:xfrm>
            <a:off x="3629482" y="492970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847.8470730.1.412590.000000.847001.100178</a:t>
            </a:r>
            <a:endParaRPr lang="en-US" dirty="0"/>
          </a:p>
        </p:txBody>
      </p:sp>
      <p:sp>
        <p:nvSpPr>
          <p:cNvPr id="11102" name="Rectangle 4"/>
          <p:cNvSpPr>
            <a:spLocks noChangeArrowheads="1"/>
          </p:cNvSpPr>
          <p:nvPr/>
        </p:nvSpPr>
        <p:spPr bwMode="auto">
          <a:xfrm>
            <a:off x="5918962" y="495851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03" name="TextBox 3"/>
          <p:cNvSpPr txBox="1"/>
          <p:nvPr/>
        </p:nvSpPr>
        <p:spPr>
          <a:xfrm>
            <a:off x="6185204" y="4929708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3,526</a:t>
            </a:r>
            <a:endParaRPr lang="en-US" dirty="0"/>
          </a:p>
        </p:txBody>
      </p:sp>
      <p:sp>
        <p:nvSpPr>
          <p:cNvPr id="11104" name="Rectangle 4"/>
          <p:cNvSpPr>
            <a:spLocks noChangeArrowheads="1"/>
          </p:cNvSpPr>
          <p:nvPr/>
        </p:nvSpPr>
        <p:spPr bwMode="auto">
          <a:xfrm>
            <a:off x="6566408" y="495851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05" name="TextBox 3"/>
          <p:cNvSpPr txBox="1"/>
          <p:nvPr/>
        </p:nvSpPr>
        <p:spPr>
          <a:xfrm>
            <a:off x="6832651" y="4929708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3,526</a:t>
            </a:r>
            <a:endParaRPr lang="en-US" dirty="0"/>
          </a:p>
        </p:txBody>
      </p:sp>
      <p:sp>
        <p:nvSpPr>
          <p:cNvPr id="11106" name="Rectangle 4"/>
          <p:cNvSpPr>
            <a:spLocks noChangeArrowheads="1"/>
          </p:cNvSpPr>
          <p:nvPr/>
        </p:nvSpPr>
        <p:spPr bwMode="auto">
          <a:xfrm>
            <a:off x="7213854" y="495851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07" name="TextBox 3"/>
          <p:cNvSpPr txBox="1"/>
          <p:nvPr/>
        </p:nvSpPr>
        <p:spPr>
          <a:xfrm>
            <a:off x="7564831" y="4929708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425</a:t>
            </a:r>
            <a:endParaRPr lang="en-US" dirty="0"/>
          </a:p>
        </p:txBody>
      </p:sp>
      <p:sp>
        <p:nvSpPr>
          <p:cNvPr id="11108" name="Rectangle 4"/>
          <p:cNvSpPr>
            <a:spLocks noChangeArrowheads="1"/>
          </p:cNvSpPr>
          <p:nvPr/>
        </p:nvSpPr>
        <p:spPr bwMode="auto">
          <a:xfrm>
            <a:off x="7861300" y="4958511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09" name="Rectangle 4"/>
          <p:cNvSpPr>
            <a:spLocks noChangeArrowheads="1"/>
          </p:cNvSpPr>
          <p:nvPr/>
        </p:nvSpPr>
        <p:spPr bwMode="auto">
          <a:xfrm>
            <a:off x="8094497" y="4958511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10" name="Rectangle 4"/>
          <p:cNvSpPr>
            <a:spLocks noChangeArrowheads="1"/>
          </p:cNvSpPr>
          <p:nvPr/>
        </p:nvSpPr>
        <p:spPr bwMode="auto">
          <a:xfrm>
            <a:off x="8333384" y="4958511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11" name="TextBox 3"/>
          <p:cNvSpPr txBox="1"/>
          <p:nvPr/>
        </p:nvSpPr>
        <p:spPr>
          <a:xfrm>
            <a:off x="8453272" y="4929708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3,101</a:t>
            </a:r>
            <a:endParaRPr lang="en-US" dirty="0"/>
          </a:p>
        </p:txBody>
      </p:sp>
      <p:sp>
        <p:nvSpPr>
          <p:cNvPr id="11112" name="Rectangle 4"/>
          <p:cNvSpPr>
            <a:spLocks noChangeArrowheads="1"/>
          </p:cNvSpPr>
          <p:nvPr/>
        </p:nvSpPr>
        <p:spPr bwMode="auto">
          <a:xfrm>
            <a:off x="878255" y="523627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13" name="TextBox 3"/>
          <p:cNvSpPr txBox="1"/>
          <p:nvPr/>
        </p:nvSpPr>
        <p:spPr>
          <a:xfrm>
            <a:off x="827455" y="520747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8470730</a:t>
            </a:r>
            <a:endParaRPr lang="en-US" dirty="0"/>
          </a:p>
        </p:txBody>
      </p:sp>
      <p:sp>
        <p:nvSpPr>
          <p:cNvPr id="11114" name="Rectangle 4"/>
          <p:cNvSpPr>
            <a:spLocks noChangeArrowheads="1"/>
          </p:cNvSpPr>
          <p:nvPr/>
        </p:nvSpPr>
        <p:spPr bwMode="auto">
          <a:xfrm>
            <a:off x="1365758" y="523627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15" name="TextBox 3"/>
          <p:cNvSpPr txBox="1"/>
          <p:nvPr/>
        </p:nvSpPr>
        <p:spPr>
          <a:xfrm>
            <a:off x="1314958" y="5207470"/>
            <a:ext cx="894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Human </a:t>
            </a:r>
            <a:endParaRPr lang="en-US" dirty="0"/>
          </a:p>
        </p:txBody>
      </p:sp>
      <p:sp>
        <p:nvSpPr>
          <p:cNvPr id="11116" name="TextBox 3"/>
          <p:cNvSpPr txBox="1"/>
          <p:nvPr/>
        </p:nvSpPr>
        <p:spPr>
          <a:xfrm>
            <a:off x="1314958" y="5324919"/>
            <a:ext cx="6633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</a:t>
            </a:r>
            <a:endParaRPr lang="en-US" dirty="0"/>
          </a:p>
        </p:txBody>
      </p:sp>
      <p:sp>
        <p:nvSpPr>
          <p:cNvPr id="11117" name="Rectangle 4"/>
          <p:cNvSpPr>
            <a:spLocks noChangeArrowheads="1"/>
          </p:cNvSpPr>
          <p:nvPr/>
        </p:nvSpPr>
        <p:spPr bwMode="auto">
          <a:xfrm>
            <a:off x="2163546" y="523627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18" name="TextBox 3"/>
          <p:cNvSpPr txBox="1"/>
          <p:nvPr/>
        </p:nvSpPr>
        <p:spPr>
          <a:xfrm>
            <a:off x="2112746" y="520747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414120</a:t>
            </a:r>
            <a:endParaRPr lang="en-US" dirty="0"/>
          </a:p>
        </p:txBody>
      </p:sp>
      <p:sp>
        <p:nvSpPr>
          <p:cNvPr id="11119" name="Rectangle 4"/>
          <p:cNvSpPr>
            <a:spLocks noChangeArrowheads="1"/>
          </p:cNvSpPr>
          <p:nvPr/>
        </p:nvSpPr>
        <p:spPr bwMode="auto">
          <a:xfrm>
            <a:off x="2622702" y="523627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20" name="TextBox 3"/>
          <p:cNvSpPr txBox="1"/>
          <p:nvPr/>
        </p:nvSpPr>
        <p:spPr>
          <a:xfrm>
            <a:off x="2571902" y="5207470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Gratuity - Non-</a:t>
            </a:r>
            <a:endParaRPr lang="en-US" dirty="0"/>
          </a:p>
        </p:txBody>
      </p:sp>
      <p:sp>
        <p:nvSpPr>
          <p:cNvPr id="11121" name="TextBox 3"/>
          <p:cNvSpPr txBox="1"/>
          <p:nvPr/>
        </p:nvSpPr>
        <p:spPr>
          <a:xfrm>
            <a:off x="2571902" y="5324919"/>
            <a:ext cx="7538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pensionable </a:t>
            </a:r>
            <a:endParaRPr lang="en-US" dirty="0"/>
          </a:p>
        </p:txBody>
      </p:sp>
      <p:sp>
        <p:nvSpPr>
          <p:cNvPr id="11122" name="TextBox 3"/>
          <p:cNvSpPr txBox="1"/>
          <p:nvPr/>
        </p:nvSpPr>
        <p:spPr>
          <a:xfrm>
            <a:off x="2571902" y="5442369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11123" name="Rectangle 4"/>
          <p:cNvSpPr>
            <a:spLocks noChangeArrowheads="1"/>
          </p:cNvSpPr>
          <p:nvPr/>
        </p:nvSpPr>
        <p:spPr bwMode="auto">
          <a:xfrm>
            <a:off x="3680282" y="523627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24" name="TextBox 3"/>
          <p:cNvSpPr txBox="1"/>
          <p:nvPr/>
        </p:nvSpPr>
        <p:spPr>
          <a:xfrm>
            <a:off x="3629482" y="520747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847.8470730.1.414120.000000.847001.100178</a:t>
            </a:r>
            <a:endParaRPr lang="en-US" dirty="0"/>
          </a:p>
        </p:txBody>
      </p:sp>
      <p:sp>
        <p:nvSpPr>
          <p:cNvPr id="11125" name="Rectangle 4"/>
          <p:cNvSpPr>
            <a:spLocks noChangeArrowheads="1"/>
          </p:cNvSpPr>
          <p:nvPr/>
        </p:nvSpPr>
        <p:spPr bwMode="auto">
          <a:xfrm>
            <a:off x="5918962" y="523627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26" name="TextBox 3"/>
          <p:cNvSpPr txBox="1"/>
          <p:nvPr/>
        </p:nvSpPr>
        <p:spPr>
          <a:xfrm>
            <a:off x="5987491" y="520747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2,700,000</a:t>
            </a:r>
            <a:endParaRPr lang="en-US" dirty="0"/>
          </a:p>
        </p:txBody>
      </p:sp>
      <p:sp>
        <p:nvSpPr>
          <p:cNvPr id="11127" name="Rectangle 4"/>
          <p:cNvSpPr>
            <a:spLocks noChangeArrowheads="1"/>
          </p:cNvSpPr>
          <p:nvPr/>
        </p:nvSpPr>
        <p:spPr bwMode="auto">
          <a:xfrm>
            <a:off x="6566408" y="523627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28" name="TextBox 3"/>
          <p:cNvSpPr txBox="1"/>
          <p:nvPr/>
        </p:nvSpPr>
        <p:spPr>
          <a:xfrm>
            <a:off x="6719671" y="520747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280,639</a:t>
            </a:r>
            <a:endParaRPr lang="en-US" dirty="0"/>
          </a:p>
        </p:txBody>
      </p:sp>
      <p:sp>
        <p:nvSpPr>
          <p:cNvPr id="11129" name="Rectangle 4"/>
          <p:cNvSpPr>
            <a:spLocks noChangeArrowheads="1"/>
          </p:cNvSpPr>
          <p:nvPr/>
        </p:nvSpPr>
        <p:spPr bwMode="auto">
          <a:xfrm>
            <a:off x="7213854" y="523627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30" name="TextBox 3"/>
          <p:cNvSpPr txBox="1"/>
          <p:nvPr/>
        </p:nvSpPr>
        <p:spPr>
          <a:xfrm>
            <a:off x="7367118" y="520747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280,639</a:t>
            </a:r>
            <a:endParaRPr lang="en-US" dirty="0"/>
          </a:p>
        </p:txBody>
      </p:sp>
      <p:sp>
        <p:nvSpPr>
          <p:cNvPr id="11131" name="Rectangle 4"/>
          <p:cNvSpPr>
            <a:spLocks noChangeArrowheads="1"/>
          </p:cNvSpPr>
          <p:nvPr/>
        </p:nvSpPr>
        <p:spPr bwMode="auto">
          <a:xfrm>
            <a:off x="7861300" y="523627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32" name="Rectangle 4"/>
          <p:cNvSpPr>
            <a:spLocks noChangeArrowheads="1"/>
          </p:cNvSpPr>
          <p:nvPr/>
        </p:nvSpPr>
        <p:spPr bwMode="auto">
          <a:xfrm>
            <a:off x="8094497" y="523627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33" name="Rectangle 4"/>
          <p:cNvSpPr>
            <a:spLocks noChangeArrowheads="1"/>
          </p:cNvSpPr>
          <p:nvPr/>
        </p:nvSpPr>
        <p:spPr bwMode="auto">
          <a:xfrm>
            <a:off x="8333384" y="523627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34" name="TextBox 3"/>
          <p:cNvSpPr txBox="1"/>
          <p:nvPr/>
        </p:nvSpPr>
        <p:spPr>
          <a:xfrm>
            <a:off x="8650986" y="520747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1135" name="Rectangle 4"/>
          <p:cNvSpPr>
            <a:spLocks noChangeArrowheads="1"/>
          </p:cNvSpPr>
          <p:nvPr/>
        </p:nvSpPr>
        <p:spPr bwMode="auto">
          <a:xfrm>
            <a:off x="878255" y="5631484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36" name="TextBox 3"/>
          <p:cNvSpPr txBox="1"/>
          <p:nvPr/>
        </p:nvSpPr>
        <p:spPr>
          <a:xfrm>
            <a:off x="827455" y="560268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8470730</a:t>
            </a:r>
            <a:endParaRPr lang="en-US" dirty="0"/>
          </a:p>
        </p:txBody>
      </p:sp>
      <p:sp>
        <p:nvSpPr>
          <p:cNvPr id="11137" name="Rectangle 4"/>
          <p:cNvSpPr>
            <a:spLocks noChangeArrowheads="1"/>
          </p:cNvSpPr>
          <p:nvPr/>
        </p:nvSpPr>
        <p:spPr bwMode="auto">
          <a:xfrm>
            <a:off x="1365758" y="5631484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38" name="TextBox 3"/>
          <p:cNvSpPr txBox="1"/>
          <p:nvPr/>
        </p:nvSpPr>
        <p:spPr>
          <a:xfrm>
            <a:off x="1314958" y="5602681"/>
            <a:ext cx="894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Human </a:t>
            </a:r>
            <a:endParaRPr lang="en-US" dirty="0"/>
          </a:p>
        </p:txBody>
      </p:sp>
      <p:sp>
        <p:nvSpPr>
          <p:cNvPr id="11139" name="TextBox 3"/>
          <p:cNvSpPr txBox="1"/>
          <p:nvPr/>
        </p:nvSpPr>
        <p:spPr>
          <a:xfrm>
            <a:off x="1314958" y="5720130"/>
            <a:ext cx="6633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</a:t>
            </a:r>
            <a:endParaRPr lang="en-US" dirty="0"/>
          </a:p>
        </p:txBody>
      </p:sp>
      <p:sp>
        <p:nvSpPr>
          <p:cNvPr id="11140" name="Rectangle 4"/>
          <p:cNvSpPr>
            <a:spLocks noChangeArrowheads="1"/>
          </p:cNvSpPr>
          <p:nvPr/>
        </p:nvSpPr>
        <p:spPr bwMode="auto">
          <a:xfrm>
            <a:off x="2163546" y="5631484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41" name="TextBox 3"/>
          <p:cNvSpPr txBox="1"/>
          <p:nvPr/>
        </p:nvSpPr>
        <p:spPr>
          <a:xfrm>
            <a:off x="2112746" y="560268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11142" name="Rectangle 4"/>
          <p:cNvSpPr>
            <a:spLocks noChangeArrowheads="1"/>
          </p:cNvSpPr>
          <p:nvPr/>
        </p:nvSpPr>
        <p:spPr bwMode="auto">
          <a:xfrm>
            <a:off x="2622702" y="5631484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43" name="TextBox 3"/>
          <p:cNvSpPr txBox="1"/>
          <p:nvPr/>
        </p:nvSpPr>
        <p:spPr>
          <a:xfrm>
            <a:off x="2571902" y="5602681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11144" name="TextBox 3"/>
          <p:cNvSpPr txBox="1"/>
          <p:nvPr/>
        </p:nvSpPr>
        <p:spPr>
          <a:xfrm>
            <a:off x="2571902" y="5720130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11145" name="Rectangle 4"/>
          <p:cNvSpPr>
            <a:spLocks noChangeArrowheads="1"/>
          </p:cNvSpPr>
          <p:nvPr/>
        </p:nvSpPr>
        <p:spPr bwMode="auto">
          <a:xfrm>
            <a:off x="3680282" y="5631484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46" name="TextBox 3"/>
          <p:cNvSpPr txBox="1"/>
          <p:nvPr/>
        </p:nvSpPr>
        <p:spPr>
          <a:xfrm>
            <a:off x="3629482" y="560268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847.8470730.1.415110.000000.847001.100178</a:t>
            </a:r>
            <a:endParaRPr lang="en-US" dirty="0"/>
          </a:p>
        </p:txBody>
      </p:sp>
      <p:sp>
        <p:nvSpPr>
          <p:cNvPr id="11147" name="Rectangle 4"/>
          <p:cNvSpPr>
            <a:spLocks noChangeArrowheads="1"/>
          </p:cNvSpPr>
          <p:nvPr/>
        </p:nvSpPr>
        <p:spPr bwMode="auto">
          <a:xfrm>
            <a:off x="5918962" y="563148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48" name="TextBox 3"/>
          <p:cNvSpPr txBox="1"/>
          <p:nvPr/>
        </p:nvSpPr>
        <p:spPr>
          <a:xfrm>
            <a:off x="6072225" y="560268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944,207</a:t>
            </a:r>
            <a:endParaRPr lang="en-US" dirty="0"/>
          </a:p>
        </p:txBody>
      </p:sp>
      <p:sp>
        <p:nvSpPr>
          <p:cNvPr id="11149" name="Rectangle 4"/>
          <p:cNvSpPr>
            <a:spLocks noChangeArrowheads="1"/>
          </p:cNvSpPr>
          <p:nvPr/>
        </p:nvSpPr>
        <p:spPr bwMode="auto">
          <a:xfrm>
            <a:off x="6566408" y="563148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50" name="TextBox 3"/>
          <p:cNvSpPr txBox="1"/>
          <p:nvPr/>
        </p:nvSpPr>
        <p:spPr>
          <a:xfrm>
            <a:off x="6634937" y="560268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1,151,956</a:t>
            </a:r>
            <a:endParaRPr lang="en-US" dirty="0"/>
          </a:p>
        </p:txBody>
      </p:sp>
      <p:sp>
        <p:nvSpPr>
          <p:cNvPr id="11151" name="Rectangle 4"/>
          <p:cNvSpPr>
            <a:spLocks noChangeArrowheads="1"/>
          </p:cNvSpPr>
          <p:nvPr/>
        </p:nvSpPr>
        <p:spPr bwMode="auto">
          <a:xfrm>
            <a:off x="7213854" y="563148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52" name="TextBox 3"/>
          <p:cNvSpPr txBox="1"/>
          <p:nvPr/>
        </p:nvSpPr>
        <p:spPr>
          <a:xfrm>
            <a:off x="7282383" y="560268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1,151,894</a:t>
            </a:r>
            <a:endParaRPr lang="en-US" dirty="0"/>
          </a:p>
        </p:txBody>
      </p:sp>
      <p:sp>
        <p:nvSpPr>
          <p:cNvPr id="11153" name="Rectangle 4"/>
          <p:cNvSpPr>
            <a:spLocks noChangeArrowheads="1"/>
          </p:cNvSpPr>
          <p:nvPr/>
        </p:nvSpPr>
        <p:spPr bwMode="auto">
          <a:xfrm>
            <a:off x="7861300" y="5631484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54" name="Rectangle 4"/>
          <p:cNvSpPr>
            <a:spLocks noChangeArrowheads="1"/>
          </p:cNvSpPr>
          <p:nvPr/>
        </p:nvSpPr>
        <p:spPr bwMode="auto">
          <a:xfrm>
            <a:off x="8094497" y="5631484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55" name="Rectangle 4"/>
          <p:cNvSpPr>
            <a:spLocks noChangeArrowheads="1"/>
          </p:cNvSpPr>
          <p:nvPr/>
        </p:nvSpPr>
        <p:spPr bwMode="auto">
          <a:xfrm>
            <a:off x="8333384" y="5631484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56" name="TextBox 3"/>
          <p:cNvSpPr txBox="1"/>
          <p:nvPr/>
        </p:nvSpPr>
        <p:spPr>
          <a:xfrm>
            <a:off x="8594496" y="5602681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62</a:t>
            </a:r>
            <a:endParaRPr lang="en-US" dirty="0"/>
          </a:p>
        </p:txBody>
      </p:sp>
      <p:sp>
        <p:nvSpPr>
          <p:cNvPr id="11157" name="Rectangle 4"/>
          <p:cNvSpPr>
            <a:spLocks noChangeArrowheads="1"/>
          </p:cNvSpPr>
          <p:nvPr/>
        </p:nvSpPr>
        <p:spPr bwMode="auto">
          <a:xfrm>
            <a:off x="878255" y="5909247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58" name="TextBox 3"/>
          <p:cNvSpPr txBox="1"/>
          <p:nvPr/>
        </p:nvSpPr>
        <p:spPr>
          <a:xfrm>
            <a:off x="827455" y="588044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8470730</a:t>
            </a:r>
            <a:endParaRPr lang="en-US" dirty="0"/>
          </a:p>
        </p:txBody>
      </p:sp>
      <p:sp>
        <p:nvSpPr>
          <p:cNvPr id="11159" name="Rectangle 4"/>
          <p:cNvSpPr>
            <a:spLocks noChangeArrowheads="1"/>
          </p:cNvSpPr>
          <p:nvPr/>
        </p:nvSpPr>
        <p:spPr bwMode="auto">
          <a:xfrm>
            <a:off x="1365758" y="5909247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60" name="TextBox 3"/>
          <p:cNvSpPr txBox="1"/>
          <p:nvPr/>
        </p:nvSpPr>
        <p:spPr>
          <a:xfrm>
            <a:off x="1314958" y="5880443"/>
            <a:ext cx="894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Human </a:t>
            </a:r>
            <a:endParaRPr lang="en-US" dirty="0"/>
          </a:p>
        </p:txBody>
      </p:sp>
      <p:sp>
        <p:nvSpPr>
          <p:cNvPr id="11161" name="TextBox 3"/>
          <p:cNvSpPr txBox="1"/>
          <p:nvPr/>
        </p:nvSpPr>
        <p:spPr>
          <a:xfrm>
            <a:off x="1314958" y="5997892"/>
            <a:ext cx="6633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</a:t>
            </a:r>
            <a:endParaRPr lang="en-US" dirty="0"/>
          </a:p>
        </p:txBody>
      </p:sp>
      <p:sp>
        <p:nvSpPr>
          <p:cNvPr id="11162" name="Rectangle 4"/>
          <p:cNvSpPr>
            <a:spLocks noChangeArrowheads="1"/>
          </p:cNvSpPr>
          <p:nvPr/>
        </p:nvSpPr>
        <p:spPr bwMode="auto">
          <a:xfrm>
            <a:off x="2163546" y="5909247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63" name="TextBox 3"/>
          <p:cNvSpPr txBox="1"/>
          <p:nvPr/>
        </p:nvSpPr>
        <p:spPr>
          <a:xfrm>
            <a:off x="2112746" y="588044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415210</a:t>
            </a:r>
            <a:endParaRPr lang="en-US" dirty="0"/>
          </a:p>
        </p:txBody>
      </p:sp>
      <p:sp>
        <p:nvSpPr>
          <p:cNvPr id="11164" name="Rectangle 4"/>
          <p:cNvSpPr>
            <a:spLocks noChangeArrowheads="1"/>
          </p:cNvSpPr>
          <p:nvPr/>
        </p:nvSpPr>
        <p:spPr bwMode="auto">
          <a:xfrm>
            <a:off x="2622702" y="5909247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65" name="TextBox 3"/>
          <p:cNvSpPr txBox="1"/>
          <p:nvPr/>
        </p:nvSpPr>
        <p:spPr>
          <a:xfrm>
            <a:off x="2571902" y="5880443"/>
            <a:ext cx="7536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Recruitment </a:t>
            </a:r>
            <a:endParaRPr lang="en-US" dirty="0"/>
          </a:p>
        </p:txBody>
      </p:sp>
      <p:sp>
        <p:nvSpPr>
          <p:cNvPr id="11166" name="TextBox 3"/>
          <p:cNvSpPr txBox="1"/>
          <p:nvPr/>
        </p:nvSpPr>
        <p:spPr>
          <a:xfrm>
            <a:off x="2571902" y="5997892"/>
            <a:ext cx="61264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expenses</a:t>
            </a:r>
            <a:endParaRPr lang="en-US" dirty="0"/>
          </a:p>
        </p:txBody>
      </p:sp>
      <p:sp>
        <p:nvSpPr>
          <p:cNvPr id="11167" name="Rectangle 4"/>
          <p:cNvSpPr>
            <a:spLocks noChangeArrowheads="1"/>
          </p:cNvSpPr>
          <p:nvPr/>
        </p:nvSpPr>
        <p:spPr bwMode="auto">
          <a:xfrm>
            <a:off x="3680282" y="5909247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68" name="TextBox 3"/>
          <p:cNvSpPr txBox="1"/>
          <p:nvPr/>
        </p:nvSpPr>
        <p:spPr>
          <a:xfrm>
            <a:off x="3629482" y="588044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847.8470730.1.415210.000000.847001.100178</a:t>
            </a:r>
            <a:endParaRPr lang="en-US" dirty="0"/>
          </a:p>
        </p:txBody>
      </p:sp>
      <p:sp>
        <p:nvSpPr>
          <p:cNvPr id="11169" name="Rectangle 4"/>
          <p:cNvSpPr>
            <a:spLocks noChangeArrowheads="1"/>
          </p:cNvSpPr>
          <p:nvPr/>
        </p:nvSpPr>
        <p:spPr bwMode="auto">
          <a:xfrm>
            <a:off x="5918962" y="590924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70" name="TextBox 3"/>
          <p:cNvSpPr txBox="1"/>
          <p:nvPr/>
        </p:nvSpPr>
        <p:spPr>
          <a:xfrm>
            <a:off x="5987491" y="588044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3,894,122</a:t>
            </a:r>
            <a:endParaRPr lang="en-US" dirty="0"/>
          </a:p>
        </p:txBody>
      </p:sp>
      <p:sp>
        <p:nvSpPr>
          <p:cNvPr id="11171" name="Rectangle 4"/>
          <p:cNvSpPr>
            <a:spLocks noChangeArrowheads="1"/>
          </p:cNvSpPr>
          <p:nvPr/>
        </p:nvSpPr>
        <p:spPr bwMode="auto">
          <a:xfrm>
            <a:off x="6566408" y="590924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72" name="TextBox 3"/>
          <p:cNvSpPr txBox="1"/>
          <p:nvPr/>
        </p:nvSpPr>
        <p:spPr>
          <a:xfrm>
            <a:off x="6634937" y="588044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2,536,147</a:t>
            </a:r>
            <a:endParaRPr lang="en-US" dirty="0"/>
          </a:p>
        </p:txBody>
      </p:sp>
      <p:sp>
        <p:nvSpPr>
          <p:cNvPr id="11173" name="Rectangle 4"/>
          <p:cNvSpPr>
            <a:spLocks noChangeArrowheads="1"/>
          </p:cNvSpPr>
          <p:nvPr/>
        </p:nvSpPr>
        <p:spPr bwMode="auto">
          <a:xfrm>
            <a:off x="7213854" y="590924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74" name="TextBox 3"/>
          <p:cNvSpPr txBox="1"/>
          <p:nvPr/>
        </p:nvSpPr>
        <p:spPr>
          <a:xfrm>
            <a:off x="7282383" y="588044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2,521,067</a:t>
            </a:r>
            <a:endParaRPr lang="en-US" dirty="0"/>
          </a:p>
        </p:txBody>
      </p:sp>
      <p:sp>
        <p:nvSpPr>
          <p:cNvPr id="11175" name="Rectangle 4"/>
          <p:cNvSpPr>
            <a:spLocks noChangeArrowheads="1"/>
          </p:cNvSpPr>
          <p:nvPr/>
        </p:nvSpPr>
        <p:spPr bwMode="auto">
          <a:xfrm>
            <a:off x="7861300" y="5909247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76" name="TextBox 3"/>
          <p:cNvSpPr txBox="1"/>
          <p:nvPr/>
        </p:nvSpPr>
        <p:spPr>
          <a:xfrm>
            <a:off x="7911008" y="588044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1177" name="Rectangle 4"/>
          <p:cNvSpPr>
            <a:spLocks noChangeArrowheads="1"/>
          </p:cNvSpPr>
          <p:nvPr/>
        </p:nvSpPr>
        <p:spPr bwMode="auto">
          <a:xfrm>
            <a:off x="8094497" y="5909247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78" name="TextBox 3"/>
          <p:cNvSpPr txBox="1"/>
          <p:nvPr/>
        </p:nvSpPr>
        <p:spPr>
          <a:xfrm>
            <a:off x="8149894" y="588044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1179" name="Rectangle 4"/>
          <p:cNvSpPr>
            <a:spLocks noChangeArrowheads="1"/>
          </p:cNvSpPr>
          <p:nvPr/>
        </p:nvSpPr>
        <p:spPr bwMode="auto">
          <a:xfrm>
            <a:off x="8333384" y="5909247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80" name="TextBox 3"/>
          <p:cNvSpPr txBox="1"/>
          <p:nvPr/>
        </p:nvSpPr>
        <p:spPr>
          <a:xfrm>
            <a:off x="8396783" y="588044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15,080</a:t>
            </a:r>
            <a:endParaRPr lang="en-US" dirty="0"/>
          </a:p>
        </p:txBody>
      </p:sp>
      <p:sp>
        <p:nvSpPr>
          <p:cNvPr id="11181" name="Rectangle 4"/>
          <p:cNvSpPr>
            <a:spLocks noChangeArrowheads="1"/>
          </p:cNvSpPr>
          <p:nvPr/>
        </p:nvSpPr>
        <p:spPr bwMode="auto">
          <a:xfrm>
            <a:off x="878255" y="6187008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82" name="TextBox 3"/>
          <p:cNvSpPr txBox="1"/>
          <p:nvPr/>
        </p:nvSpPr>
        <p:spPr>
          <a:xfrm>
            <a:off x="827455" y="615820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8470730</a:t>
            </a:r>
            <a:endParaRPr lang="en-US" dirty="0"/>
          </a:p>
        </p:txBody>
      </p:sp>
      <p:sp>
        <p:nvSpPr>
          <p:cNvPr id="11183" name="Rectangle 4"/>
          <p:cNvSpPr>
            <a:spLocks noChangeArrowheads="1"/>
          </p:cNvSpPr>
          <p:nvPr/>
        </p:nvSpPr>
        <p:spPr bwMode="auto">
          <a:xfrm>
            <a:off x="1365758" y="6187008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84" name="TextBox 3"/>
          <p:cNvSpPr txBox="1"/>
          <p:nvPr/>
        </p:nvSpPr>
        <p:spPr>
          <a:xfrm>
            <a:off x="1314958" y="6158204"/>
            <a:ext cx="894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Human </a:t>
            </a:r>
            <a:endParaRPr lang="en-US" dirty="0"/>
          </a:p>
        </p:txBody>
      </p:sp>
      <p:sp>
        <p:nvSpPr>
          <p:cNvPr id="11185" name="TextBox 3"/>
          <p:cNvSpPr txBox="1"/>
          <p:nvPr/>
        </p:nvSpPr>
        <p:spPr>
          <a:xfrm>
            <a:off x="1314958" y="6275654"/>
            <a:ext cx="6633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</a:t>
            </a:r>
            <a:endParaRPr lang="en-US" dirty="0"/>
          </a:p>
        </p:txBody>
      </p:sp>
      <p:sp>
        <p:nvSpPr>
          <p:cNvPr id="11186" name="Rectangle 4"/>
          <p:cNvSpPr>
            <a:spLocks noChangeArrowheads="1"/>
          </p:cNvSpPr>
          <p:nvPr/>
        </p:nvSpPr>
        <p:spPr bwMode="auto">
          <a:xfrm>
            <a:off x="2163546" y="6187008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87" name="TextBox 3"/>
          <p:cNvSpPr txBox="1"/>
          <p:nvPr/>
        </p:nvSpPr>
        <p:spPr>
          <a:xfrm>
            <a:off x="2112746" y="615820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415220</a:t>
            </a:r>
            <a:endParaRPr lang="en-US" dirty="0"/>
          </a:p>
        </p:txBody>
      </p:sp>
      <p:sp>
        <p:nvSpPr>
          <p:cNvPr id="11188" name="Rectangle 4"/>
          <p:cNvSpPr>
            <a:spLocks noChangeArrowheads="1"/>
          </p:cNvSpPr>
          <p:nvPr/>
        </p:nvSpPr>
        <p:spPr bwMode="auto">
          <a:xfrm>
            <a:off x="2622702" y="6187008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89" name="TextBox 3"/>
          <p:cNvSpPr txBox="1"/>
          <p:nvPr/>
        </p:nvSpPr>
        <p:spPr>
          <a:xfrm>
            <a:off x="2571902" y="6158204"/>
            <a:ext cx="62382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UAE visa </a:t>
            </a:r>
            <a:endParaRPr lang="en-US" dirty="0"/>
          </a:p>
        </p:txBody>
      </p:sp>
      <p:sp>
        <p:nvSpPr>
          <p:cNvPr id="11190" name="TextBox 3"/>
          <p:cNvSpPr txBox="1"/>
          <p:nvPr/>
        </p:nvSpPr>
        <p:spPr>
          <a:xfrm>
            <a:off x="2571902" y="6275654"/>
            <a:ext cx="9852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requirement costs</a:t>
            </a:r>
            <a:endParaRPr lang="en-US" dirty="0"/>
          </a:p>
        </p:txBody>
      </p:sp>
      <p:sp>
        <p:nvSpPr>
          <p:cNvPr id="11191" name="Rectangle 4"/>
          <p:cNvSpPr>
            <a:spLocks noChangeArrowheads="1"/>
          </p:cNvSpPr>
          <p:nvPr/>
        </p:nvSpPr>
        <p:spPr bwMode="auto">
          <a:xfrm>
            <a:off x="3680282" y="6187008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92" name="TextBox 3"/>
          <p:cNvSpPr txBox="1"/>
          <p:nvPr/>
        </p:nvSpPr>
        <p:spPr>
          <a:xfrm>
            <a:off x="3629482" y="615820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847.8470730.1.415220.000000.847001.100178</a:t>
            </a:r>
            <a:endParaRPr lang="en-US" dirty="0"/>
          </a:p>
        </p:txBody>
      </p:sp>
      <p:sp>
        <p:nvSpPr>
          <p:cNvPr id="11193" name="Rectangle 4"/>
          <p:cNvSpPr>
            <a:spLocks noChangeArrowheads="1"/>
          </p:cNvSpPr>
          <p:nvPr/>
        </p:nvSpPr>
        <p:spPr bwMode="auto">
          <a:xfrm>
            <a:off x="5918962" y="618700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94" name="TextBox 3"/>
          <p:cNvSpPr txBox="1"/>
          <p:nvPr/>
        </p:nvSpPr>
        <p:spPr>
          <a:xfrm>
            <a:off x="5987491" y="615820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1,658,090</a:t>
            </a:r>
            <a:endParaRPr lang="en-US" dirty="0"/>
          </a:p>
        </p:txBody>
      </p:sp>
      <p:sp>
        <p:nvSpPr>
          <p:cNvPr id="11195" name="Rectangle 4"/>
          <p:cNvSpPr>
            <a:spLocks noChangeArrowheads="1"/>
          </p:cNvSpPr>
          <p:nvPr/>
        </p:nvSpPr>
        <p:spPr bwMode="auto">
          <a:xfrm>
            <a:off x="6566408" y="618700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96" name="TextBox 3"/>
          <p:cNvSpPr txBox="1"/>
          <p:nvPr/>
        </p:nvSpPr>
        <p:spPr>
          <a:xfrm>
            <a:off x="6634937" y="615820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1,310,725</a:t>
            </a:r>
            <a:endParaRPr lang="en-US" dirty="0"/>
          </a:p>
        </p:txBody>
      </p:sp>
      <p:sp>
        <p:nvSpPr>
          <p:cNvPr id="11197" name="Rectangle 4"/>
          <p:cNvSpPr>
            <a:spLocks noChangeArrowheads="1"/>
          </p:cNvSpPr>
          <p:nvPr/>
        </p:nvSpPr>
        <p:spPr bwMode="auto">
          <a:xfrm>
            <a:off x="7213854" y="618700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198" name="TextBox 3"/>
          <p:cNvSpPr txBox="1"/>
          <p:nvPr/>
        </p:nvSpPr>
        <p:spPr>
          <a:xfrm>
            <a:off x="7282383" y="615820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1,305,256</a:t>
            </a:r>
            <a:endParaRPr lang="en-US" dirty="0"/>
          </a:p>
        </p:txBody>
      </p:sp>
      <p:sp>
        <p:nvSpPr>
          <p:cNvPr id="11199" name="Rectangle 4"/>
          <p:cNvSpPr>
            <a:spLocks noChangeArrowheads="1"/>
          </p:cNvSpPr>
          <p:nvPr/>
        </p:nvSpPr>
        <p:spPr bwMode="auto">
          <a:xfrm>
            <a:off x="7861300" y="6187008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00" name="TextBox 3"/>
          <p:cNvSpPr txBox="1"/>
          <p:nvPr/>
        </p:nvSpPr>
        <p:spPr>
          <a:xfrm>
            <a:off x="7911008" y="615820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1201" name="Rectangle 4"/>
          <p:cNvSpPr>
            <a:spLocks noChangeArrowheads="1"/>
          </p:cNvSpPr>
          <p:nvPr/>
        </p:nvSpPr>
        <p:spPr bwMode="auto">
          <a:xfrm>
            <a:off x="8094497" y="6187008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02" name="Rectangle 4"/>
          <p:cNvSpPr>
            <a:spLocks noChangeArrowheads="1"/>
          </p:cNvSpPr>
          <p:nvPr/>
        </p:nvSpPr>
        <p:spPr bwMode="auto">
          <a:xfrm>
            <a:off x="8333384" y="6187008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03" name="TextBox 3"/>
          <p:cNvSpPr txBox="1"/>
          <p:nvPr/>
        </p:nvSpPr>
        <p:spPr>
          <a:xfrm>
            <a:off x="8453272" y="6158204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5,469</a:t>
            </a:r>
            <a:endParaRPr lang="en-US" dirty="0"/>
          </a:p>
        </p:txBody>
      </p:sp>
      <p:sp>
        <p:nvSpPr>
          <p:cNvPr id="11204" name="Rectangle 4"/>
          <p:cNvSpPr>
            <a:spLocks noChangeArrowheads="1"/>
          </p:cNvSpPr>
          <p:nvPr/>
        </p:nvSpPr>
        <p:spPr bwMode="auto">
          <a:xfrm>
            <a:off x="878255" y="6464770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05" name="TextBox 3"/>
          <p:cNvSpPr txBox="1"/>
          <p:nvPr/>
        </p:nvSpPr>
        <p:spPr>
          <a:xfrm>
            <a:off x="827455" y="643596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8470730</a:t>
            </a:r>
            <a:endParaRPr lang="en-US" dirty="0"/>
          </a:p>
        </p:txBody>
      </p:sp>
      <p:sp>
        <p:nvSpPr>
          <p:cNvPr id="11206" name="Rectangle 4"/>
          <p:cNvSpPr>
            <a:spLocks noChangeArrowheads="1"/>
          </p:cNvSpPr>
          <p:nvPr/>
        </p:nvSpPr>
        <p:spPr bwMode="auto">
          <a:xfrm>
            <a:off x="1365758" y="6464770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07" name="TextBox 3"/>
          <p:cNvSpPr txBox="1"/>
          <p:nvPr/>
        </p:nvSpPr>
        <p:spPr>
          <a:xfrm>
            <a:off x="1314958" y="6435966"/>
            <a:ext cx="894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Human </a:t>
            </a:r>
            <a:endParaRPr lang="en-US" dirty="0"/>
          </a:p>
        </p:txBody>
      </p:sp>
      <p:sp>
        <p:nvSpPr>
          <p:cNvPr id="11208" name="TextBox 3"/>
          <p:cNvSpPr txBox="1"/>
          <p:nvPr/>
        </p:nvSpPr>
        <p:spPr>
          <a:xfrm>
            <a:off x="1314958" y="6553415"/>
            <a:ext cx="6633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</a:t>
            </a:r>
            <a:endParaRPr lang="en-US" dirty="0"/>
          </a:p>
        </p:txBody>
      </p:sp>
      <p:sp>
        <p:nvSpPr>
          <p:cNvPr id="11209" name="Rectangle 4"/>
          <p:cNvSpPr>
            <a:spLocks noChangeArrowheads="1"/>
          </p:cNvSpPr>
          <p:nvPr/>
        </p:nvSpPr>
        <p:spPr bwMode="auto">
          <a:xfrm>
            <a:off x="2163546" y="6464770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10" name="TextBox 3"/>
          <p:cNvSpPr txBox="1"/>
          <p:nvPr/>
        </p:nvSpPr>
        <p:spPr>
          <a:xfrm>
            <a:off x="2112746" y="643596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415230</a:t>
            </a:r>
            <a:endParaRPr lang="en-US" dirty="0"/>
          </a:p>
        </p:txBody>
      </p:sp>
      <p:sp>
        <p:nvSpPr>
          <p:cNvPr id="11211" name="Rectangle 4"/>
          <p:cNvSpPr>
            <a:spLocks noChangeArrowheads="1"/>
          </p:cNvSpPr>
          <p:nvPr/>
        </p:nvSpPr>
        <p:spPr bwMode="auto">
          <a:xfrm>
            <a:off x="2622702" y="6464770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12" name="TextBox 3"/>
          <p:cNvSpPr txBox="1"/>
          <p:nvPr/>
        </p:nvSpPr>
        <p:spPr>
          <a:xfrm>
            <a:off x="2571902" y="6435966"/>
            <a:ext cx="112085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Relocation expenses</a:t>
            </a:r>
            <a:endParaRPr lang="en-US" dirty="0"/>
          </a:p>
        </p:txBody>
      </p:sp>
      <p:sp>
        <p:nvSpPr>
          <p:cNvPr id="11213" name="Rectangle 4"/>
          <p:cNvSpPr>
            <a:spLocks noChangeArrowheads="1"/>
          </p:cNvSpPr>
          <p:nvPr/>
        </p:nvSpPr>
        <p:spPr bwMode="auto">
          <a:xfrm>
            <a:off x="3680282" y="6464770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14" name="TextBox 3"/>
          <p:cNvSpPr txBox="1"/>
          <p:nvPr/>
        </p:nvSpPr>
        <p:spPr>
          <a:xfrm>
            <a:off x="3629482" y="643596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847.8470730.1.415230.000000.847001.100178</a:t>
            </a:r>
            <a:endParaRPr lang="en-US" dirty="0"/>
          </a:p>
        </p:txBody>
      </p:sp>
      <p:sp>
        <p:nvSpPr>
          <p:cNvPr id="11215" name="Rectangle 4"/>
          <p:cNvSpPr>
            <a:spLocks noChangeArrowheads="1"/>
          </p:cNvSpPr>
          <p:nvPr/>
        </p:nvSpPr>
        <p:spPr bwMode="auto">
          <a:xfrm>
            <a:off x="5918962" y="646477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16" name="TextBox 3"/>
          <p:cNvSpPr txBox="1"/>
          <p:nvPr/>
        </p:nvSpPr>
        <p:spPr>
          <a:xfrm>
            <a:off x="5987491" y="643596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4,192,998</a:t>
            </a:r>
            <a:endParaRPr lang="en-US" dirty="0"/>
          </a:p>
        </p:txBody>
      </p:sp>
      <p:sp>
        <p:nvSpPr>
          <p:cNvPr id="11217" name="Rectangle 4"/>
          <p:cNvSpPr>
            <a:spLocks noChangeArrowheads="1"/>
          </p:cNvSpPr>
          <p:nvPr/>
        </p:nvSpPr>
        <p:spPr bwMode="auto">
          <a:xfrm>
            <a:off x="6566408" y="646477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18" name="TextBox 3"/>
          <p:cNvSpPr txBox="1"/>
          <p:nvPr/>
        </p:nvSpPr>
        <p:spPr>
          <a:xfrm>
            <a:off x="6634937" y="643596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2,417,595</a:t>
            </a:r>
            <a:endParaRPr lang="en-US" dirty="0"/>
          </a:p>
        </p:txBody>
      </p:sp>
      <p:sp>
        <p:nvSpPr>
          <p:cNvPr id="11219" name="Rectangle 4"/>
          <p:cNvSpPr>
            <a:spLocks noChangeArrowheads="1"/>
          </p:cNvSpPr>
          <p:nvPr/>
        </p:nvSpPr>
        <p:spPr bwMode="auto">
          <a:xfrm>
            <a:off x="7213854" y="646477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20" name="TextBox 3"/>
          <p:cNvSpPr txBox="1"/>
          <p:nvPr/>
        </p:nvSpPr>
        <p:spPr>
          <a:xfrm>
            <a:off x="7282383" y="643596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2,417,595</a:t>
            </a:r>
            <a:endParaRPr lang="en-US" dirty="0"/>
          </a:p>
        </p:txBody>
      </p:sp>
      <p:sp>
        <p:nvSpPr>
          <p:cNvPr id="11221" name="Rectangle 4"/>
          <p:cNvSpPr>
            <a:spLocks noChangeArrowheads="1"/>
          </p:cNvSpPr>
          <p:nvPr/>
        </p:nvSpPr>
        <p:spPr bwMode="auto">
          <a:xfrm>
            <a:off x="7861300" y="6464770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22" name="Rectangle 4"/>
          <p:cNvSpPr>
            <a:spLocks noChangeArrowheads="1"/>
          </p:cNvSpPr>
          <p:nvPr/>
        </p:nvSpPr>
        <p:spPr bwMode="auto">
          <a:xfrm>
            <a:off x="8094497" y="6464770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23" name="Rectangle 4"/>
          <p:cNvSpPr>
            <a:spLocks noChangeArrowheads="1"/>
          </p:cNvSpPr>
          <p:nvPr/>
        </p:nvSpPr>
        <p:spPr bwMode="auto">
          <a:xfrm>
            <a:off x="8333384" y="6464770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24" name="TextBox 3"/>
          <p:cNvSpPr txBox="1"/>
          <p:nvPr/>
        </p:nvSpPr>
        <p:spPr>
          <a:xfrm>
            <a:off x="8617153" y="6435966"/>
            <a:ext cx="268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-0</a:t>
            </a:r>
            <a:endParaRPr lang="en-US" dirty="0"/>
          </a:p>
        </p:txBody>
      </p:sp>
      <p:sp>
        <p:nvSpPr>
          <p:cNvPr id="11225" name="Rectangle 4"/>
          <p:cNvSpPr>
            <a:spLocks noChangeArrowheads="1"/>
          </p:cNvSpPr>
          <p:nvPr/>
        </p:nvSpPr>
        <p:spPr bwMode="auto">
          <a:xfrm>
            <a:off x="878255" y="6742532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26" name="TextBox 3"/>
          <p:cNvSpPr txBox="1"/>
          <p:nvPr/>
        </p:nvSpPr>
        <p:spPr>
          <a:xfrm>
            <a:off x="827455" y="671372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8470730</a:t>
            </a:r>
            <a:endParaRPr lang="en-US" dirty="0"/>
          </a:p>
        </p:txBody>
      </p:sp>
      <p:sp>
        <p:nvSpPr>
          <p:cNvPr id="11227" name="Rectangle 4"/>
          <p:cNvSpPr>
            <a:spLocks noChangeArrowheads="1"/>
          </p:cNvSpPr>
          <p:nvPr/>
        </p:nvSpPr>
        <p:spPr bwMode="auto">
          <a:xfrm>
            <a:off x="1365758" y="6742532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28" name="TextBox 3"/>
          <p:cNvSpPr txBox="1"/>
          <p:nvPr/>
        </p:nvSpPr>
        <p:spPr>
          <a:xfrm>
            <a:off x="1314958" y="6713728"/>
            <a:ext cx="894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Human </a:t>
            </a:r>
            <a:endParaRPr lang="en-US" dirty="0"/>
          </a:p>
        </p:txBody>
      </p:sp>
      <p:sp>
        <p:nvSpPr>
          <p:cNvPr id="11229" name="TextBox 3"/>
          <p:cNvSpPr txBox="1"/>
          <p:nvPr/>
        </p:nvSpPr>
        <p:spPr>
          <a:xfrm>
            <a:off x="1314958" y="6831178"/>
            <a:ext cx="6633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</a:t>
            </a:r>
            <a:endParaRPr lang="en-US" dirty="0"/>
          </a:p>
        </p:txBody>
      </p:sp>
      <p:sp>
        <p:nvSpPr>
          <p:cNvPr id="11230" name="Rectangle 4"/>
          <p:cNvSpPr>
            <a:spLocks noChangeArrowheads="1"/>
          </p:cNvSpPr>
          <p:nvPr/>
        </p:nvSpPr>
        <p:spPr bwMode="auto">
          <a:xfrm>
            <a:off x="2163546" y="6742532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31" name="TextBox 3"/>
          <p:cNvSpPr txBox="1"/>
          <p:nvPr/>
        </p:nvSpPr>
        <p:spPr>
          <a:xfrm>
            <a:off x="2112746" y="671372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415353</a:t>
            </a:r>
            <a:endParaRPr lang="en-US" dirty="0"/>
          </a:p>
        </p:txBody>
      </p:sp>
      <p:sp>
        <p:nvSpPr>
          <p:cNvPr id="11232" name="Rectangle 4"/>
          <p:cNvSpPr>
            <a:spLocks noChangeArrowheads="1"/>
          </p:cNvSpPr>
          <p:nvPr/>
        </p:nvSpPr>
        <p:spPr bwMode="auto">
          <a:xfrm>
            <a:off x="2622702" y="6742532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33" name="TextBox 3"/>
          <p:cNvSpPr txBox="1"/>
          <p:nvPr/>
        </p:nvSpPr>
        <p:spPr>
          <a:xfrm>
            <a:off x="2571902" y="6713728"/>
            <a:ext cx="9288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Other employee </a:t>
            </a:r>
            <a:endParaRPr lang="en-US" dirty="0"/>
          </a:p>
        </p:txBody>
      </p:sp>
      <p:sp>
        <p:nvSpPr>
          <p:cNvPr id="11234" name="TextBox 3"/>
          <p:cNvSpPr txBox="1"/>
          <p:nvPr/>
        </p:nvSpPr>
        <p:spPr>
          <a:xfrm>
            <a:off x="2571902" y="6831178"/>
            <a:ext cx="776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training costs</a:t>
            </a:r>
            <a:endParaRPr lang="en-US" dirty="0"/>
          </a:p>
        </p:txBody>
      </p:sp>
      <p:sp>
        <p:nvSpPr>
          <p:cNvPr id="11235" name="Rectangle 4"/>
          <p:cNvSpPr>
            <a:spLocks noChangeArrowheads="1"/>
          </p:cNvSpPr>
          <p:nvPr/>
        </p:nvSpPr>
        <p:spPr bwMode="auto">
          <a:xfrm>
            <a:off x="3680282" y="6742532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36" name="TextBox 3"/>
          <p:cNvSpPr txBox="1"/>
          <p:nvPr/>
        </p:nvSpPr>
        <p:spPr>
          <a:xfrm>
            <a:off x="3629482" y="671372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847.8470730.1.415353.000000.847001.100178</a:t>
            </a:r>
            <a:endParaRPr lang="en-US" dirty="0"/>
          </a:p>
        </p:txBody>
      </p:sp>
      <p:sp>
        <p:nvSpPr>
          <p:cNvPr id="11237" name="Rectangle 4"/>
          <p:cNvSpPr>
            <a:spLocks noChangeArrowheads="1"/>
          </p:cNvSpPr>
          <p:nvPr/>
        </p:nvSpPr>
        <p:spPr bwMode="auto">
          <a:xfrm>
            <a:off x="5918962" y="674253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38" name="TextBox 3"/>
          <p:cNvSpPr txBox="1"/>
          <p:nvPr/>
        </p:nvSpPr>
        <p:spPr>
          <a:xfrm>
            <a:off x="5987491" y="671372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1,947,061</a:t>
            </a:r>
            <a:endParaRPr lang="en-US" dirty="0"/>
          </a:p>
        </p:txBody>
      </p:sp>
      <p:sp>
        <p:nvSpPr>
          <p:cNvPr id="11239" name="Rectangle 4"/>
          <p:cNvSpPr>
            <a:spLocks noChangeArrowheads="1"/>
          </p:cNvSpPr>
          <p:nvPr/>
        </p:nvSpPr>
        <p:spPr bwMode="auto">
          <a:xfrm>
            <a:off x="6566408" y="674253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40" name="TextBox 3"/>
          <p:cNvSpPr txBox="1"/>
          <p:nvPr/>
        </p:nvSpPr>
        <p:spPr>
          <a:xfrm>
            <a:off x="6776161" y="671372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20,128</a:t>
            </a:r>
            <a:endParaRPr lang="en-US" dirty="0"/>
          </a:p>
        </p:txBody>
      </p:sp>
      <p:sp>
        <p:nvSpPr>
          <p:cNvPr id="11241" name="Rectangle 4"/>
          <p:cNvSpPr>
            <a:spLocks noChangeArrowheads="1"/>
          </p:cNvSpPr>
          <p:nvPr/>
        </p:nvSpPr>
        <p:spPr bwMode="auto">
          <a:xfrm>
            <a:off x="7213854" y="674253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42" name="TextBox 3"/>
          <p:cNvSpPr txBox="1"/>
          <p:nvPr/>
        </p:nvSpPr>
        <p:spPr>
          <a:xfrm>
            <a:off x="7389774" y="671372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-52,316</a:t>
            </a:r>
            <a:endParaRPr lang="en-US" dirty="0"/>
          </a:p>
        </p:txBody>
      </p:sp>
      <p:sp>
        <p:nvSpPr>
          <p:cNvPr id="11243" name="Rectangle 4"/>
          <p:cNvSpPr>
            <a:spLocks noChangeArrowheads="1"/>
          </p:cNvSpPr>
          <p:nvPr/>
        </p:nvSpPr>
        <p:spPr bwMode="auto">
          <a:xfrm>
            <a:off x="7861300" y="6742532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44" name="TextBox 3"/>
          <p:cNvSpPr txBox="1"/>
          <p:nvPr/>
        </p:nvSpPr>
        <p:spPr>
          <a:xfrm>
            <a:off x="7911008" y="671372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1245" name="Rectangle 4"/>
          <p:cNvSpPr>
            <a:spLocks noChangeArrowheads="1"/>
          </p:cNvSpPr>
          <p:nvPr/>
        </p:nvSpPr>
        <p:spPr bwMode="auto">
          <a:xfrm>
            <a:off x="8094497" y="6742532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46" name="TextBox 3"/>
          <p:cNvSpPr txBox="1"/>
          <p:nvPr/>
        </p:nvSpPr>
        <p:spPr>
          <a:xfrm>
            <a:off x="8149894" y="671372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1247" name="Rectangle 4"/>
          <p:cNvSpPr>
            <a:spLocks noChangeArrowheads="1"/>
          </p:cNvSpPr>
          <p:nvPr/>
        </p:nvSpPr>
        <p:spPr bwMode="auto">
          <a:xfrm>
            <a:off x="8333384" y="6742532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48" name="TextBox 3"/>
          <p:cNvSpPr txBox="1"/>
          <p:nvPr/>
        </p:nvSpPr>
        <p:spPr>
          <a:xfrm>
            <a:off x="8396783" y="671372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72,444</a:t>
            </a:r>
            <a:endParaRPr lang="en-US" dirty="0"/>
          </a:p>
        </p:txBody>
      </p:sp>
      <p:sp>
        <p:nvSpPr>
          <p:cNvPr id="11249" name="Rectangle 4"/>
          <p:cNvSpPr>
            <a:spLocks noChangeArrowheads="1"/>
          </p:cNvSpPr>
          <p:nvPr/>
        </p:nvSpPr>
        <p:spPr bwMode="auto">
          <a:xfrm>
            <a:off x="878255" y="7020293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50" name="TextBox 3"/>
          <p:cNvSpPr txBox="1"/>
          <p:nvPr/>
        </p:nvSpPr>
        <p:spPr>
          <a:xfrm>
            <a:off x="827455" y="699148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8470730</a:t>
            </a:r>
            <a:endParaRPr lang="en-US" dirty="0"/>
          </a:p>
        </p:txBody>
      </p:sp>
      <p:sp>
        <p:nvSpPr>
          <p:cNvPr id="11251" name="Rectangle 4"/>
          <p:cNvSpPr>
            <a:spLocks noChangeArrowheads="1"/>
          </p:cNvSpPr>
          <p:nvPr/>
        </p:nvSpPr>
        <p:spPr bwMode="auto">
          <a:xfrm>
            <a:off x="1365758" y="7020293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52" name="TextBox 3"/>
          <p:cNvSpPr txBox="1"/>
          <p:nvPr/>
        </p:nvSpPr>
        <p:spPr>
          <a:xfrm>
            <a:off x="1314958" y="6991489"/>
            <a:ext cx="894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Human </a:t>
            </a:r>
            <a:endParaRPr lang="en-US" dirty="0"/>
          </a:p>
        </p:txBody>
      </p:sp>
      <p:sp>
        <p:nvSpPr>
          <p:cNvPr id="11253" name="TextBox 3"/>
          <p:cNvSpPr txBox="1"/>
          <p:nvPr/>
        </p:nvSpPr>
        <p:spPr>
          <a:xfrm>
            <a:off x="1314958" y="7108939"/>
            <a:ext cx="6633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</a:t>
            </a:r>
            <a:endParaRPr lang="en-US" dirty="0"/>
          </a:p>
        </p:txBody>
      </p:sp>
      <p:sp>
        <p:nvSpPr>
          <p:cNvPr id="11254" name="Rectangle 4"/>
          <p:cNvSpPr>
            <a:spLocks noChangeArrowheads="1"/>
          </p:cNvSpPr>
          <p:nvPr/>
        </p:nvSpPr>
        <p:spPr bwMode="auto">
          <a:xfrm>
            <a:off x="2163546" y="7020293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55" name="TextBox 3"/>
          <p:cNvSpPr txBox="1"/>
          <p:nvPr/>
        </p:nvSpPr>
        <p:spPr>
          <a:xfrm>
            <a:off x="2112746" y="699148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11256" name="Rectangle 4"/>
          <p:cNvSpPr>
            <a:spLocks noChangeArrowheads="1"/>
          </p:cNvSpPr>
          <p:nvPr/>
        </p:nvSpPr>
        <p:spPr bwMode="auto">
          <a:xfrm>
            <a:off x="2622702" y="7020293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57" name="TextBox 3"/>
          <p:cNvSpPr txBox="1"/>
          <p:nvPr/>
        </p:nvSpPr>
        <p:spPr>
          <a:xfrm>
            <a:off x="2571902" y="6991489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11258" name="TextBox 3"/>
          <p:cNvSpPr txBox="1"/>
          <p:nvPr/>
        </p:nvSpPr>
        <p:spPr>
          <a:xfrm>
            <a:off x="2571902" y="7108939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11259" name="Rectangle 4"/>
          <p:cNvSpPr>
            <a:spLocks noChangeArrowheads="1"/>
          </p:cNvSpPr>
          <p:nvPr/>
        </p:nvSpPr>
        <p:spPr bwMode="auto">
          <a:xfrm>
            <a:off x="3680282" y="7020293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60" name="TextBox 3"/>
          <p:cNvSpPr txBox="1"/>
          <p:nvPr/>
        </p:nvSpPr>
        <p:spPr>
          <a:xfrm>
            <a:off x="3629482" y="699148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847.8470730.1.416110.000000.847001.000000</a:t>
            </a:r>
            <a:endParaRPr lang="en-US" dirty="0"/>
          </a:p>
        </p:txBody>
      </p:sp>
      <p:sp>
        <p:nvSpPr>
          <p:cNvPr id="11261" name="Rectangle 4"/>
          <p:cNvSpPr>
            <a:spLocks noChangeArrowheads="1"/>
          </p:cNvSpPr>
          <p:nvPr/>
        </p:nvSpPr>
        <p:spPr bwMode="auto">
          <a:xfrm>
            <a:off x="5918962" y="702029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62" name="Rectangle 4"/>
          <p:cNvSpPr>
            <a:spLocks noChangeArrowheads="1"/>
          </p:cNvSpPr>
          <p:nvPr/>
        </p:nvSpPr>
        <p:spPr bwMode="auto">
          <a:xfrm>
            <a:off x="6566408" y="702029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63" name="Rectangle 4"/>
          <p:cNvSpPr>
            <a:spLocks noChangeArrowheads="1"/>
          </p:cNvSpPr>
          <p:nvPr/>
        </p:nvSpPr>
        <p:spPr bwMode="auto">
          <a:xfrm>
            <a:off x="7213854" y="702029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64" name="Rectangle 4"/>
          <p:cNvSpPr>
            <a:spLocks noChangeArrowheads="1"/>
          </p:cNvSpPr>
          <p:nvPr/>
        </p:nvSpPr>
        <p:spPr bwMode="auto">
          <a:xfrm>
            <a:off x="7861300" y="7020293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65" name="Rectangle 4"/>
          <p:cNvSpPr>
            <a:spLocks noChangeArrowheads="1"/>
          </p:cNvSpPr>
          <p:nvPr/>
        </p:nvSpPr>
        <p:spPr bwMode="auto">
          <a:xfrm>
            <a:off x="8094497" y="7020293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66" name="TextBox 3"/>
          <p:cNvSpPr txBox="1"/>
          <p:nvPr/>
        </p:nvSpPr>
        <p:spPr>
          <a:xfrm>
            <a:off x="8149894" y="699148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8333384" y="7020293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268" name="TextBox 3"/>
          <p:cNvSpPr txBox="1"/>
          <p:nvPr/>
        </p:nvSpPr>
        <p:spPr>
          <a:xfrm>
            <a:off x="8650986" y="699148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466725" y="920673"/>
            <a:ext cx="6350" cy="6380556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1270" name="Rectangle 4"/>
          <p:cNvSpPr>
            <a:spLocks noChangeArrowheads="1"/>
          </p:cNvSpPr>
          <p:nvPr/>
        </p:nvSpPr>
        <p:spPr bwMode="auto">
          <a:xfrm>
            <a:off x="466725" y="7294880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1271" name="Rectangle 4"/>
          <p:cNvSpPr>
            <a:spLocks noChangeArrowheads="1"/>
          </p:cNvSpPr>
          <p:nvPr/>
        </p:nvSpPr>
        <p:spPr bwMode="auto">
          <a:xfrm>
            <a:off x="7213854" y="562672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72" name="Rectangle 4"/>
          <p:cNvSpPr>
            <a:spLocks noChangeArrowheads="1"/>
          </p:cNvSpPr>
          <p:nvPr/>
        </p:nvSpPr>
        <p:spPr bwMode="auto">
          <a:xfrm>
            <a:off x="878255" y="562672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73" name="Rectangle 4"/>
          <p:cNvSpPr>
            <a:spLocks noChangeArrowheads="1"/>
          </p:cNvSpPr>
          <p:nvPr/>
        </p:nvSpPr>
        <p:spPr bwMode="auto">
          <a:xfrm>
            <a:off x="7213854" y="646000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74" name="Rectangle 4"/>
          <p:cNvSpPr>
            <a:spLocks noChangeArrowheads="1"/>
          </p:cNvSpPr>
          <p:nvPr/>
        </p:nvSpPr>
        <p:spPr bwMode="auto">
          <a:xfrm>
            <a:off x="878255" y="646000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75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76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77" name="Rectangle 4"/>
          <p:cNvSpPr>
            <a:spLocks noChangeArrowheads="1"/>
          </p:cNvSpPr>
          <p:nvPr/>
        </p:nvSpPr>
        <p:spPr bwMode="auto">
          <a:xfrm>
            <a:off x="7213854" y="673776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78" name="Rectangle 4"/>
          <p:cNvSpPr>
            <a:spLocks noChangeArrowheads="1"/>
          </p:cNvSpPr>
          <p:nvPr/>
        </p:nvSpPr>
        <p:spPr bwMode="auto">
          <a:xfrm>
            <a:off x="878255" y="673776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79" name="Rectangle 4"/>
          <p:cNvSpPr>
            <a:spLocks noChangeArrowheads="1"/>
          </p:cNvSpPr>
          <p:nvPr/>
        </p:nvSpPr>
        <p:spPr bwMode="auto">
          <a:xfrm>
            <a:off x="7213854" y="237930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80" name="Rectangle 4"/>
          <p:cNvSpPr>
            <a:spLocks noChangeArrowheads="1"/>
          </p:cNvSpPr>
          <p:nvPr/>
        </p:nvSpPr>
        <p:spPr bwMode="auto">
          <a:xfrm>
            <a:off x="878255" y="237930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81" name="Rectangle 4"/>
          <p:cNvSpPr>
            <a:spLocks noChangeArrowheads="1"/>
          </p:cNvSpPr>
          <p:nvPr/>
        </p:nvSpPr>
        <p:spPr bwMode="auto">
          <a:xfrm>
            <a:off x="7213854" y="158888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82" name="Rectangle 4"/>
          <p:cNvSpPr>
            <a:spLocks noChangeArrowheads="1"/>
          </p:cNvSpPr>
          <p:nvPr/>
        </p:nvSpPr>
        <p:spPr bwMode="auto">
          <a:xfrm>
            <a:off x="878255" y="158888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83" name="Rectangle 4"/>
          <p:cNvSpPr>
            <a:spLocks noChangeArrowheads="1"/>
          </p:cNvSpPr>
          <p:nvPr/>
        </p:nvSpPr>
        <p:spPr bwMode="auto">
          <a:xfrm>
            <a:off x="7213854" y="198409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84" name="Rectangle 4"/>
          <p:cNvSpPr>
            <a:spLocks noChangeArrowheads="1"/>
          </p:cNvSpPr>
          <p:nvPr/>
        </p:nvSpPr>
        <p:spPr bwMode="auto">
          <a:xfrm>
            <a:off x="878255" y="198409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85" name="Rectangle 4"/>
          <p:cNvSpPr>
            <a:spLocks noChangeArrowheads="1"/>
          </p:cNvSpPr>
          <p:nvPr/>
        </p:nvSpPr>
        <p:spPr bwMode="auto">
          <a:xfrm>
            <a:off x="7213854" y="412046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86" name="Rectangle 4"/>
          <p:cNvSpPr>
            <a:spLocks noChangeArrowheads="1"/>
          </p:cNvSpPr>
          <p:nvPr/>
        </p:nvSpPr>
        <p:spPr bwMode="auto">
          <a:xfrm>
            <a:off x="878255" y="412046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87" name="Rectangle 4"/>
          <p:cNvSpPr>
            <a:spLocks noChangeArrowheads="1"/>
          </p:cNvSpPr>
          <p:nvPr/>
        </p:nvSpPr>
        <p:spPr bwMode="auto">
          <a:xfrm>
            <a:off x="7213854" y="495374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88" name="Rectangle 4"/>
          <p:cNvSpPr>
            <a:spLocks noChangeArrowheads="1"/>
          </p:cNvSpPr>
          <p:nvPr/>
        </p:nvSpPr>
        <p:spPr bwMode="auto">
          <a:xfrm>
            <a:off x="878255" y="495374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89" name="Rectangle 4"/>
          <p:cNvSpPr>
            <a:spLocks noChangeArrowheads="1"/>
          </p:cNvSpPr>
          <p:nvPr/>
        </p:nvSpPr>
        <p:spPr bwMode="auto">
          <a:xfrm>
            <a:off x="7213854" y="119367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90" name="Rectangle 4"/>
          <p:cNvSpPr>
            <a:spLocks noChangeArrowheads="1"/>
          </p:cNvSpPr>
          <p:nvPr/>
        </p:nvSpPr>
        <p:spPr bwMode="auto">
          <a:xfrm>
            <a:off x="878255" y="119367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91" name="Rectangle 4"/>
          <p:cNvSpPr>
            <a:spLocks noChangeArrowheads="1"/>
          </p:cNvSpPr>
          <p:nvPr/>
        </p:nvSpPr>
        <p:spPr bwMode="auto">
          <a:xfrm>
            <a:off x="7213854" y="333004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92" name="Rectangle 4"/>
          <p:cNvSpPr>
            <a:spLocks noChangeArrowheads="1"/>
          </p:cNvSpPr>
          <p:nvPr/>
        </p:nvSpPr>
        <p:spPr bwMode="auto">
          <a:xfrm>
            <a:off x="878255" y="333004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93" name="Rectangle 4"/>
          <p:cNvSpPr>
            <a:spLocks noChangeArrowheads="1"/>
          </p:cNvSpPr>
          <p:nvPr/>
        </p:nvSpPr>
        <p:spPr bwMode="auto">
          <a:xfrm>
            <a:off x="7213854" y="590448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94" name="Rectangle 4"/>
          <p:cNvSpPr>
            <a:spLocks noChangeArrowheads="1"/>
          </p:cNvSpPr>
          <p:nvPr/>
        </p:nvSpPr>
        <p:spPr bwMode="auto">
          <a:xfrm>
            <a:off x="878255" y="590448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95" name="Rectangle 4"/>
          <p:cNvSpPr>
            <a:spLocks noChangeArrowheads="1"/>
          </p:cNvSpPr>
          <p:nvPr/>
        </p:nvSpPr>
        <p:spPr bwMode="auto">
          <a:xfrm>
            <a:off x="7213854" y="729329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96" name="Rectangle 4"/>
          <p:cNvSpPr>
            <a:spLocks noChangeArrowheads="1"/>
          </p:cNvSpPr>
          <p:nvPr/>
        </p:nvSpPr>
        <p:spPr bwMode="auto">
          <a:xfrm>
            <a:off x="878255" y="729329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97" name="Rectangle 4"/>
          <p:cNvSpPr>
            <a:spLocks noChangeArrowheads="1"/>
          </p:cNvSpPr>
          <p:nvPr/>
        </p:nvSpPr>
        <p:spPr bwMode="auto">
          <a:xfrm>
            <a:off x="7213854" y="293483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98" name="Rectangle 4"/>
          <p:cNvSpPr>
            <a:spLocks noChangeArrowheads="1"/>
          </p:cNvSpPr>
          <p:nvPr/>
        </p:nvSpPr>
        <p:spPr bwMode="auto">
          <a:xfrm>
            <a:off x="878255" y="293483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99" name="Rectangle 4"/>
          <p:cNvSpPr>
            <a:spLocks noChangeArrowheads="1"/>
          </p:cNvSpPr>
          <p:nvPr/>
        </p:nvSpPr>
        <p:spPr bwMode="auto">
          <a:xfrm>
            <a:off x="7213854" y="52315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00" name="Rectangle 4"/>
          <p:cNvSpPr>
            <a:spLocks noChangeArrowheads="1"/>
          </p:cNvSpPr>
          <p:nvPr/>
        </p:nvSpPr>
        <p:spPr bwMode="auto">
          <a:xfrm>
            <a:off x="878255" y="523151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01" name="Rectangle 4"/>
          <p:cNvSpPr>
            <a:spLocks noChangeArrowheads="1"/>
          </p:cNvSpPr>
          <p:nvPr/>
        </p:nvSpPr>
        <p:spPr bwMode="auto">
          <a:xfrm>
            <a:off x="7213854" y="439822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02" name="Rectangle 4"/>
          <p:cNvSpPr>
            <a:spLocks noChangeArrowheads="1"/>
          </p:cNvSpPr>
          <p:nvPr/>
        </p:nvSpPr>
        <p:spPr bwMode="auto">
          <a:xfrm>
            <a:off x="878255" y="439822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03" name="Rectangle 4"/>
          <p:cNvSpPr>
            <a:spLocks noChangeArrowheads="1"/>
          </p:cNvSpPr>
          <p:nvPr/>
        </p:nvSpPr>
        <p:spPr bwMode="auto">
          <a:xfrm>
            <a:off x="7213854" y="618224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04" name="Rectangle 4"/>
          <p:cNvSpPr>
            <a:spLocks noChangeArrowheads="1"/>
          </p:cNvSpPr>
          <p:nvPr/>
        </p:nvSpPr>
        <p:spPr bwMode="auto">
          <a:xfrm>
            <a:off x="878255" y="618224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05" name="Rectangle 4"/>
          <p:cNvSpPr>
            <a:spLocks noChangeArrowheads="1"/>
          </p:cNvSpPr>
          <p:nvPr/>
        </p:nvSpPr>
        <p:spPr bwMode="auto">
          <a:xfrm>
            <a:off x="469900" y="7298055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06" name="Rectangle 4"/>
          <p:cNvSpPr>
            <a:spLocks noChangeArrowheads="1"/>
          </p:cNvSpPr>
          <p:nvPr/>
        </p:nvSpPr>
        <p:spPr bwMode="auto">
          <a:xfrm>
            <a:off x="7213854" y="372525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07" name="Rectangle 4"/>
          <p:cNvSpPr>
            <a:spLocks noChangeArrowheads="1"/>
          </p:cNvSpPr>
          <p:nvPr/>
        </p:nvSpPr>
        <p:spPr bwMode="auto">
          <a:xfrm>
            <a:off x="878255" y="372525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08" name="Rectangle 4"/>
          <p:cNvSpPr>
            <a:spLocks noChangeArrowheads="1"/>
          </p:cNvSpPr>
          <p:nvPr/>
        </p:nvSpPr>
        <p:spPr bwMode="auto">
          <a:xfrm>
            <a:off x="7213854" y="701553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09" name="Rectangle 4"/>
          <p:cNvSpPr>
            <a:spLocks noChangeArrowheads="1"/>
          </p:cNvSpPr>
          <p:nvPr/>
        </p:nvSpPr>
        <p:spPr bwMode="auto">
          <a:xfrm>
            <a:off x="878255" y="701553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10" name="Rectangle 4"/>
          <p:cNvSpPr>
            <a:spLocks noChangeArrowheads="1"/>
          </p:cNvSpPr>
          <p:nvPr/>
        </p:nvSpPr>
        <p:spPr bwMode="auto">
          <a:xfrm>
            <a:off x="7213854" y="265706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11" name="Rectangle 4"/>
          <p:cNvSpPr>
            <a:spLocks noChangeArrowheads="1"/>
          </p:cNvSpPr>
          <p:nvPr/>
        </p:nvSpPr>
        <p:spPr bwMode="auto">
          <a:xfrm>
            <a:off x="878255" y="265706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12" name="Rectangle 4"/>
          <p:cNvSpPr>
            <a:spLocks noChangeArrowheads="1"/>
          </p:cNvSpPr>
          <p:nvPr/>
        </p:nvSpPr>
        <p:spPr bwMode="auto">
          <a:xfrm>
            <a:off x="7213854" y="467598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13" name="Rectangle 4"/>
          <p:cNvSpPr>
            <a:spLocks noChangeArrowheads="1"/>
          </p:cNvSpPr>
          <p:nvPr/>
        </p:nvSpPr>
        <p:spPr bwMode="auto">
          <a:xfrm>
            <a:off x="878255" y="467598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14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15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6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317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11318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11319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320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11321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11322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1323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324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11325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11326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327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11328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1329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330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11331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332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11333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334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11335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1336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337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11338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1339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340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11341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11342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343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11344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345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11346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347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11348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11349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32338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50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51" name="TextBox 3"/>
          <p:cNvSpPr txBox="1"/>
          <p:nvPr/>
        </p:nvSpPr>
        <p:spPr>
          <a:xfrm>
            <a:off x="827455" y="89187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8470730</a:t>
            </a:r>
            <a:endParaRPr lang="en-US" dirty="0"/>
          </a:p>
        </p:txBody>
      </p:sp>
      <p:sp>
        <p:nvSpPr>
          <p:cNvPr id="11352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53" name="TextBox 3"/>
          <p:cNvSpPr txBox="1"/>
          <p:nvPr/>
        </p:nvSpPr>
        <p:spPr>
          <a:xfrm>
            <a:off x="1314958" y="891870"/>
            <a:ext cx="894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Human </a:t>
            </a:r>
            <a:endParaRPr lang="en-US" dirty="0"/>
          </a:p>
        </p:txBody>
      </p:sp>
      <p:sp>
        <p:nvSpPr>
          <p:cNvPr id="11354" name="TextBox 3"/>
          <p:cNvSpPr txBox="1"/>
          <p:nvPr/>
        </p:nvSpPr>
        <p:spPr>
          <a:xfrm>
            <a:off x="1314958" y="1009319"/>
            <a:ext cx="6633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</a:t>
            </a:r>
            <a:endParaRPr lang="en-US" dirty="0"/>
          </a:p>
        </p:txBody>
      </p:sp>
      <p:sp>
        <p:nvSpPr>
          <p:cNvPr id="11355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56" name="TextBox 3"/>
          <p:cNvSpPr txBox="1"/>
          <p:nvPr/>
        </p:nvSpPr>
        <p:spPr>
          <a:xfrm>
            <a:off x="2112746" y="89187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11357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58" name="TextBox 3"/>
          <p:cNvSpPr txBox="1"/>
          <p:nvPr/>
        </p:nvSpPr>
        <p:spPr>
          <a:xfrm>
            <a:off x="2571902" y="891870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11359" name="TextBox 3"/>
          <p:cNvSpPr txBox="1"/>
          <p:nvPr/>
        </p:nvSpPr>
        <p:spPr>
          <a:xfrm>
            <a:off x="2571902" y="1009319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11360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61" name="TextBox 3"/>
          <p:cNvSpPr txBox="1"/>
          <p:nvPr/>
        </p:nvSpPr>
        <p:spPr>
          <a:xfrm>
            <a:off x="3629482" y="89187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847.8470730.1.416110.000000.847001.100178</a:t>
            </a:r>
            <a:endParaRPr lang="en-US" dirty="0"/>
          </a:p>
        </p:txBody>
      </p:sp>
      <p:sp>
        <p:nvSpPr>
          <p:cNvPr id="11362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63" name="TextBox 3"/>
          <p:cNvSpPr txBox="1"/>
          <p:nvPr/>
        </p:nvSpPr>
        <p:spPr>
          <a:xfrm>
            <a:off x="6072225" y="89187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756,294</a:t>
            </a:r>
            <a:endParaRPr lang="en-US" dirty="0"/>
          </a:p>
        </p:txBody>
      </p:sp>
      <p:sp>
        <p:nvSpPr>
          <p:cNvPr id="11364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65" name="TextBox 3"/>
          <p:cNvSpPr txBox="1"/>
          <p:nvPr/>
        </p:nvSpPr>
        <p:spPr>
          <a:xfrm>
            <a:off x="6719671" y="89187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587,542</a:t>
            </a:r>
            <a:endParaRPr lang="en-US" dirty="0"/>
          </a:p>
        </p:txBody>
      </p:sp>
      <p:sp>
        <p:nvSpPr>
          <p:cNvPr id="11366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67" name="TextBox 3"/>
          <p:cNvSpPr txBox="1"/>
          <p:nvPr/>
        </p:nvSpPr>
        <p:spPr>
          <a:xfrm>
            <a:off x="7367118" y="89187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587,536</a:t>
            </a:r>
            <a:endParaRPr lang="en-US" dirty="0"/>
          </a:p>
        </p:txBody>
      </p:sp>
      <p:sp>
        <p:nvSpPr>
          <p:cNvPr id="11368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69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70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71" name="TextBox 3"/>
          <p:cNvSpPr txBox="1"/>
          <p:nvPr/>
        </p:nvSpPr>
        <p:spPr>
          <a:xfrm>
            <a:off x="8650986" y="89187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</a:t>
            </a:r>
            <a:endParaRPr lang="en-US" dirty="0"/>
          </a:p>
        </p:txBody>
      </p:sp>
      <p:sp>
        <p:nvSpPr>
          <p:cNvPr id="11372" name="Rectangle 4"/>
          <p:cNvSpPr>
            <a:spLocks noChangeArrowheads="1"/>
          </p:cNvSpPr>
          <p:nvPr/>
        </p:nvSpPr>
        <p:spPr bwMode="auto">
          <a:xfrm>
            <a:off x="878255" y="1198435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73" name="TextBox 3"/>
          <p:cNvSpPr txBox="1"/>
          <p:nvPr/>
        </p:nvSpPr>
        <p:spPr>
          <a:xfrm>
            <a:off x="827455" y="116963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8470730</a:t>
            </a:r>
            <a:endParaRPr lang="en-US" dirty="0"/>
          </a:p>
        </p:txBody>
      </p:sp>
      <p:sp>
        <p:nvSpPr>
          <p:cNvPr id="11374" name="Rectangle 4"/>
          <p:cNvSpPr>
            <a:spLocks noChangeArrowheads="1"/>
          </p:cNvSpPr>
          <p:nvPr/>
        </p:nvSpPr>
        <p:spPr bwMode="auto">
          <a:xfrm>
            <a:off x="1365758" y="1198435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75" name="TextBox 3"/>
          <p:cNvSpPr txBox="1"/>
          <p:nvPr/>
        </p:nvSpPr>
        <p:spPr>
          <a:xfrm>
            <a:off x="1314958" y="1169631"/>
            <a:ext cx="894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Human </a:t>
            </a:r>
            <a:endParaRPr lang="en-US" dirty="0"/>
          </a:p>
        </p:txBody>
      </p:sp>
      <p:sp>
        <p:nvSpPr>
          <p:cNvPr id="11376" name="TextBox 3"/>
          <p:cNvSpPr txBox="1"/>
          <p:nvPr/>
        </p:nvSpPr>
        <p:spPr>
          <a:xfrm>
            <a:off x="1314958" y="1287081"/>
            <a:ext cx="6633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Resources</a:t>
            </a:r>
            <a:endParaRPr lang="en-US" dirty="0"/>
          </a:p>
        </p:txBody>
      </p:sp>
      <p:sp>
        <p:nvSpPr>
          <p:cNvPr id="11377" name="Rectangle 4"/>
          <p:cNvSpPr>
            <a:spLocks noChangeArrowheads="1"/>
          </p:cNvSpPr>
          <p:nvPr/>
        </p:nvSpPr>
        <p:spPr bwMode="auto">
          <a:xfrm>
            <a:off x="2163546" y="1198435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78" name="TextBox 3"/>
          <p:cNvSpPr txBox="1"/>
          <p:nvPr/>
        </p:nvSpPr>
        <p:spPr>
          <a:xfrm>
            <a:off x="2112746" y="116963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11379" name="Rectangle 4"/>
          <p:cNvSpPr>
            <a:spLocks noChangeArrowheads="1"/>
          </p:cNvSpPr>
          <p:nvPr/>
        </p:nvSpPr>
        <p:spPr bwMode="auto">
          <a:xfrm>
            <a:off x="2622702" y="1198435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80" name="TextBox 3"/>
          <p:cNvSpPr txBox="1"/>
          <p:nvPr/>
        </p:nvSpPr>
        <p:spPr>
          <a:xfrm>
            <a:off x="2571902" y="1169631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11381" name="TextBox 3"/>
          <p:cNvSpPr txBox="1"/>
          <p:nvPr/>
        </p:nvSpPr>
        <p:spPr>
          <a:xfrm>
            <a:off x="2571902" y="1287081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11382" name="Rectangle 4"/>
          <p:cNvSpPr>
            <a:spLocks noChangeArrowheads="1"/>
          </p:cNvSpPr>
          <p:nvPr/>
        </p:nvSpPr>
        <p:spPr bwMode="auto">
          <a:xfrm>
            <a:off x="3680282" y="1198435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83" name="TextBox 3"/>
          <p:cNvSpPr txBox="1"/>
          <p:nvPr/>
        </p:nvSpPr>
        <p:spPr>
          <a:xfrm>
            <a:off x="3629482" y="116963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847.8470730.1.416310.000000.847001.100178</a:t>
            </a:r>
            <a:endParaRPr lang="en-US" dirty="0"/>
          </a:p>
        </p:txBody>
      </p:sp>
      <p:sp>
        <p:nvSpPr>
          <p:cNvPr id="11384" name="Rectangle 4"/>
          <p:cNvSpPr>
            <a:spLocks noChangeArrowheads="1"/>
          </p:cNvSpPr>
          <p:nvPr/>
        </p:nvSpPr>
        <p:spPr bwMode="auto">
          <a:xfrm>
            <a:off x="5918962" y="119843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85" name="TextBox 3"/>
          <p:cNvSpPr txBox="1"/>
          <p:nvPr/>
        </p:nvSpPr>
        <p:spPr>
          <a:xfrm>
            <a:off x="6072225" y="116963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117,852</a:t>
            </a:r>
            <a:endParaRPr lang="en-US" dirty="0"/>
          </a:p>
        </p:txBody>
      </p:sp>
      <p:sp>
        <p:nvSpPr>
          <p:cNvPr id="11386" name="Rectangle 4"/>
          <p:cNvSpPr>
            <a:spLocks noChangeArrowheads="1"/>
          </p:cNvSpPr>
          <p:nvPr/>
        </p:nvSpPr>
        <p:spPr bwMode="auto">
          <a:xfrm>
            <a:off x="6566408" y="119843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87" name="TextBox 3"/>
          <p:cNvSpPr txBox="1"/>
          <p:nvPr/>
        </p:nvSpPr>
        <p:spPr>
          <a:xfrm>
            <a:off x="6719671" y="116963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100,052</a:t>
            </a:r>
            <a:endParaRPr lang="en-US" dirty="0"/>
          </a:p>
        </p:txBody>
      </p:sp>
      <p:sp>
        <p:nvSpPr>
          <p:cNvPr id="11388" name="Rectangle 4"/>
          <p:cNvSpPr>
            <a:spLocks noChangeArrowheads="1"/>
          </p:cNvSpPr>
          <p:nvPr/>
        </p:nvSpPr>
        <p:spPr bwMode="auto">
          <a:xfrm>
            <a:off x="7213854" y="119843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89" name="TextBox 3"/>
          <p:cNvSpPr txBox="1"/>
          <p:nvPr/>
        </p:nvSpPr>
        <p:spPr>
          <a:xfrm>
            <a:off x="7367118" y="116963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100,052</a:t>
            </a:r>
            <a:endParaRPr lang="en-US" dirty="0"/>
          </a:p>
        </p:txBody>
      </p:sp>
      <p:sp>
        <p:nvSpPr>
          <p:cNvPr id="11390" name="Rectangle 4"/>
          <p:cNvSpPr>
            <a:spLocks noChangeArrowheads="1"/>
          </p:cNvSpPr>
          <p:nvPr/>
        </p:nvSpPr>
        <p:spPr bwMode="auto">
          <a:xfrm>
            <a:off x="7861300" y="1198435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91" name="Rectangle 4"/>
          <p:cNvSpPr>
            <a:spLocks noChangeArrowheads="1"/>
          </p:cNvSpPr>
          <p:nvPr/>
        </p:nvSpPr>
        <p:spPr bwMode="auto">
          <a:xfrm>
            <a:off x="8094497" y="1198435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92" name="Rectangle 4"/>
          <p:cNvSpPr>
            <a:spLocks noChangeArrowheads="1"/>
          </p:cNvSpPr>
          <p:nvPr/>
        </p:nvSpPr>
        <p:spPr bwMode="auto">
          <a:xfrm>
            <a:off x="8333384" y="1198435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393" name="TextBox 3"/>
          <p:cNvSpPr txBox="1"/>
          <p:nvPr/>
        </p:nvSpPr>
        <p:spPr>
          <a:xfrm>
            <a:off x="8650986" y="116963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1394" name="Rectangle 4"/>
          <p:cNvSpPr>
            <a:spLocks noChangeArrowheads="1"/>
          </p:cNvSpPr>
          <p:nvPr/>
        </p:nvSpPr>
        <p:spPr bwMode="auto">
          <a:xfrm>
            <a:off x="878255" y="1476197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395" name="TextBox 3"/>
          <p:cNvSpPr txBox="1"/>
          <p:nvPr/>
        </p:nvSpPr>
        <p:spPr>
          <a:xfrm>
            <a:off x="827455" y="144739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8470730</a:t>
            </a:r>
            <a:endParaRPr lang="en-US" dirty="0"/>
          </a:p>
        </p:txBody>
      </p:sp>
      <p:sp>
        <p:nvSpPr>
          <p:cNvPr id="11396" name="TextBox 3"/>
          <p:cNvSpPr txBox="1"/>
          <p:nvPr/>
        </p:nvSpPr>
        <p:spPr>
          <a:xfrm>
            <a:off x="827455" y="1564843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1397" name="Rectangle 4"/>
          <p:cNvSpPr>
            <a:spLocks noChangeArrowheads="1"/>
          </p:cNvSpPr>
          <p:nvPr/>
        </p:nvSpPr>
        <p:spPr bwMode="auto">
          <a:xfrm>
            <a:off x="1365758" y="1476197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398" name="Rectangle 4"/>
          <p:cNvSpPr>
            <a:spLocks noChangeArrowheads="1"/>
          </p:cNvSpPr>
          <p:nvPr/>
        </p:nvSpPr>
        <p:spPr bwMode="auto">
          <a:xfrm>
            <a:off x="2163546" y="1476197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399" name="Rectangle 4"/>
          <p:cNvSpPr>
            <a:spLocks noChangeArrowheads="1"/>
          </p:cNvSpPr>
          <p:nvPr/>
        </p:nvSpPr>
        <p:spPr bwMode="auto">
          <a:xfrm>
            <a:off x="2622702" y="1476197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400" name="Rectangle 4"/>
          <p:cNvSpPr>
            <a:spLocks noChangeArrowheads="1"/>
          </p:cNvSpPr>
          <p:nvPr/>
        </p:nvSpPr>
        <p:spPr bwMode="auto">
          <a:xfrm>
            <a:off x="3680282" y="1476197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401" name="Rectangle 4"/>
          <p:cNvSpPr>
            <a:spLocks noChangeArrowheads="1"/>
          </p:cNvSpPr>
          <p:nvPr/>
        </p:nvSpPr>
        <p:spPr bwMode="auto">
          <a:xfrm>
            <a:off x="5918962" y="147619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402" name="TextBox 3"/>
          <p:cNvSpPr txBox="1"/>
          <p:nvPr/>
        </p:nvSpPr>
        <p:spPr>
          <a:xfrm>
            <a:off x="5931001" y="1447393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29,095,368</a:t>
            </a:r>
            <a:endParaRPr lang="en-US" dirty="0"/>
          </a:p>
        </p:txBody>
      </p:sp>
      <p:sp>
        <p:nvSpPr>
          <p:cNvPr id="11403" name="Rectangle 4"/>
          <p:cNvSpPr>
            <a:spLocks noChangeArrowheads="1"/>
          </p:cNvSpPr>
          <p:nvPr/>
        </p:nvSpPr>
        <p:spPr bwMode="auto">
          <a:xfrm>
            <a:off x="6566408" y="147619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404" name="TextBox 3"/>
          <p:cNvSpPr txBox="1"/>
          <p:nvPr/>
        </p:nvSpPr>
        <p:spPr>
          <a:xfrm>
            <a:off x="6578447" y="1447393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21,305,802</a:t>
            </a:r>
            <a:endParaRPr lang="en-US" dirty="0"/>
          </a:p>
        </p:txBody>
      </p:sp>
      <p:sp>
        <p:nvSpPr>
          <p:cNvPr id="11405" name="Rectangle 4"/>
          <p:cNvSpPr>
            <a:spLocks noChangeArrowheads="1"/>
          </p:cNvSpPr>
          <p:nvPr/>
        </p:nvSpPr>
        <p:spPr bwMode="auto">
          <a:xfrm>
            <a:off x="7213854" y="147619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406" name="TextBox 3"/>
          <p:cNvSpPr txBox="1"/>
          <p:nvPr/>
        </p:nvSpPr>
        <p:spPr>
          <a:xfrm>
            <a:off x="7225894" y="1447393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20,979,805</a:t>
            </a:r>
            <a:endParaRPr lang="en-US" dirty="0"/>
          </a:p>
        </p:txBody>
      </p:sp>
      <p:sp>
        <p:nvSpPr>
          <p:cNvPr id="11407" name="Rectangle 4"/>
          <p:cNvSpPr>
            <a:spLocks noChangeArrowheads="1"/>
          </p:cNvSpPr>
          <p:nvPr/>
        </p:nvSpPr>
        <p:spPr bwMode="auto">
          <a:xfrm>
            <a:off x="7861300" y="1476197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408" name="TextBox 3"/>
          <p:cNvSpPr txBox="1"/>
          <p:nvPr/>
        </p:nvSpPr>
        <p:spPr>
          <a:xfrm>
            <a:off x="7911008" y="144739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1409" name="Rectangle 4"/>
          <p:cNvSpPr>
            <a:spLocks noChangeArrowheads="1"/>
          </p:cNvSpPr>
          <p:nvPr/>
        </p:nvSpPr>
        <p:spPr bwMode="auto">
          <a:xfrm>
            <a:off x="8094497" y="1476197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410" name="TextBox 3"/>
          <p:cNvSpPr txBox="1"/>
          <p:nvPr/>
        </p:nvSpPr>
        <p:spPr>
          <a:xfrm>
            <a:off x="8149894" y="144739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1411" name="Rectangle 4"/>
          <p:cNvSpPr>
            <a:spLocks noChangeArrowheads="1"/>
          </p:cNvSpPr>
          <p:nvPr/>
        </p:nvSpPr>
        <p:spPr bwMode="auto">
          <a:xfrm>
            <a:off x="8333384" y="1476197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412" name="TextBox 3"/>
          <p:cNvSpPr txBox="1"/>
          <p:nvPr/>
        </p:nvSpPr>
        <p:spPr>
          <a:xfrm>
            <a:off x="8340293" y="144739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325,997</a:t>
            </a:r>
            <a:endParaRPr lang="en-US" dirty="0"/>
          </a:p>
        </p:txBody>
      </p:sp>
      <p:sp>
        <p:nvSpPr>
          <p:cNvPr id="11413" name="Rectangle 4"/>
          <p:cNvSpPr>
            <a:spLocks noChangeArrowheads="1"/>
          </p:cNvSpPr>
          <p:nvPr/>
        </p:nvSpPr>
        <p:spPr bwMode="auto">
          <a:xfrm>
            <a:off x="878255" y="1753958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14" name="TextBox 3"/>
          <p:cNvSpPr txBox="1"/>
          <p:nvPr/>
        </p:nvSpPr>
        <p:spPr>
          <a:xfrm>
            <a:off x="827455" y="172515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8470810</a:t>
            </a:r>
            <a:endParaRPr lang="en-US" dirty="0"/>
          </a:p>
        </p:txBody>
      </p:sp>
      <p:sp>
        <p:nvSpPr>
          <p:cNvPr id="11415" name="Rectangle 4"/>
          <p:cNvSpPr>
            <a:spLocks noChangeArrowheads="1"/>
          </p:cNvSpPr>
          <p:nvPr/>
        </p:nvSpPr>
        <p:spPr bwMode="auto">
          <a:xfrm>
            <a:off x="1365758" y="1753958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16" name="TextBox 3"/>
          <p:cNvSpPr txBox="1"/>
          <p:nvPr/>
        </p:nvSpPr>
        <p:spPr>
          <a:xfrm>
            <a:off x="1314958" y="172515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1417" name="TextBox 3"/>
          <p:cNvSpPr txBox="1"/>
          <p:nvPr/>
        </p:nvSpPr>
        <p:spPr>
          <a:xfrm>
            <a:off x="1314958" y="1842605"/>
            <a:ext cx="82163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Ankabut office</a:t>
            </a:r>
            <a:endParaRPr lang="en-US" dirty="0"/>
          </a:p>
        </p:txBody>
      </p:sp>
      <p:sp>
        <p:nvSpPr>
          <p:cNvPr id="11418" name="Rectangle 4"/>
          <p:cNvSpPr>
            <a:spLocks noChangeArrowheads="1"/>
          </p:cNvSpPr>
          <p:nvPr/>
        </p:nvSpPr>
        <p:spPr bwMode="auto">
          <a:xfrm>
            <a:off x="2163546" y="1753958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19" name="TextBox 3"/>
          <p:cNvSpPr txBox="1"/>
          <p:nvPr/>
        </p:nvSpPr>
        <p:spPr>
          <a:xfrm>
            <a:off x="2112746" y="172515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11420" name="Rectangle 4"/>
          <p:cNvSpPr>
            <a:spLocks noChangeArrowheads="1"/>
          </p:cNvSpPr>
          <p:nvPr/>
        </p:nvSpPr>
        <p:spPr bwMode="auto">
          <a:xfrm>
            <a:off x="2622702" y="1753958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21" name="TextBox 3"/>
          <p:cNvSpPr txBox="1"/>
          <p:nvPr/>
        </p:nvSpPr>
        <p:spPr>
          <a:xfrm>
            <a:off x="2571902" y="1725155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11422" name="TextBox 3"/>
          <p:cNvSpPr txBox="1"/>
          <p:nvPr/>
        </p:nvSpPr>
        <p:spPr>
          <a:xfrm>
            <a:off x="2571902" y="1842605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11423" name="TextBox 3"/>
          <p:cNvSpPr txBox="1"/>
          <p:nvPr/>
        </p:nvSpPr>
        <p:spPr>
          <a:xfrm>
            <a:off x="2571902" y="1960054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11424" name="Rectangle 4"/>
          <p:cNvSpPr>
            <a:spLocks noChangeArrowheads="1"/>
          </p:cNvSpPr>
          <p:nvPr/>
        </p:nvSpPr>
        <p:spPr bwMode="auto">
          <a:xfrm>
            <a:off x="3680282" y="1753958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25" name="TextBox 3"/>
          <p:cNvSpPr txBox="1"/>
          <p:nvPr/>
        </p:nvSpPr>
        <p:spPr>
          <a:xfrm>
            <a:off x="3629482" y="172515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847.8470810.1.412125.000000.847001.100178</a:t>
            </a:r>
            <a:endParaRPr lang="en-US" dirty="0"/>
          </a:p>
        </p:txBody>
      </p:sp>
      <p:sp>
        <p:nvSpPr>
          <p:cNvPr id="11426" name="Rectangle 4"/>
          <p:cNvSpPr>
            <a:spLocks noChangeArrowheads="1"/>
          </p:cNvSpPr>
          <p:nvPr/>
        </p:nvSpPr>
        <p:spPr bwMode="auto">
          <a:xfrm>
            <a:off x="5918962" y="175395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27" name="TextBox 3"/>
          <p:cNvSpPr txBox="1"/>
          <p:nvPr/>
        </p:nvSpPr>
        <p:spPr>
          <a:xfrm>
            <a:off x="6382918" y="172515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1428" name="Rectangle 4"/>
          <p:cNvSpPr>
            <a:spLocks noChangeArrowheads="1"/>
          </p:cNvSpPr>
          <p:nvPr/>
        </p:nvSpPr>
        <p:spPr bwMode="auto">
          <a:xfrm>
            <a:off x="6566408" y="175395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29" name="TextBox 3"/>
          <p:cNvSpPr txBox="1"/>
          <p:nvPr/>
        </p:nvSpPr>
        <p:spPr>
          <a:xfrm>
            <a:off x="7030365" y="172515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1430" name="Rectangle 4"/>
          <p:cNvSpPr>
            <a:spLocks noChangeArrowheads="1"/>
          </p:cNvSpPr>
          <p:nvPr/>
        </p:nvSpPr>
        <p:spPr bwMode="auto">
          <a:xfrm>
            <a:off x="7213854" y="175395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31" name="Rectangle 4"/>
          <p:cNvSpPr>
            <a:spLocks noChangeArrowheads="1"/>
          </p:cNvSpPr>
          <p:nvPr/>
        </p:nvSpPr>
        <p:spPr bwMode="auto">
          <a:xfrm>
            <a:off x="7861300" y="1753958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32" name="Rectangle 4"/>
          <p:cNvSpPr>
            <a:spLocks noChangeArrowheads="1"/>
          </p:cNvSpPr>
          <p:nvPr/>
        </p:nvSpPr>
        <p:spPr bwMode="auto">
          <a:xfrm>
            <a:off x="8094497" y="1753958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33" name="Rectangle 4"/>
          <p:cNvSpPr>
            <a:spLocks noChangeArrowheads="1"/>
          </p:cNvSpPr>
          <p:nvPr/>
        </p:nvSpPr>
        <p:spPr bwMode="auto">
          <a:xfrm>
            <a:off x="8333384" y="1753958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34" name="TextBox 3"/>
          <p:cNvSpPr txBox="1"/>
          <p:nvPr/>
        </p:nvSpPr>
        <p:spPr>
          <a:xfrm>
            <a:off x="8650986" y="172515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1435" name="Rectangle 4"/>
          <p:cNvSpPr>
            <a:spLocks noChangeArrowheads="1"/>
          </p:cNvSpPr>
          <p:nvPr/>
        </p:nvSpPr>
        <p:spPr bwMode="auto">
          <a:xfrm>
            <a:off x="878255" y="2149170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36" name="TextBox 3"/>
          <p:cNvSpPr txBox="1"/>
          <p:nvPr/>
        </p:nvSpPr>
        <p:spPr>
          <a:xfrm>
            <a:off x="827455" y="212036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8470810</a:t>
            </a:r>
            <a:endParaRPr lang="en-US" dirty="0"/>
          </a:p>
        </p:txBody>
      </p:sp>
      <p:sp>
        <p:nvSpPr>
          <p:cNvPr id="11437" name="Rectangle 4"/>
          <p:cNvSpPr>
            <a:spLocks noChangeArrowheads="1"/>
          </p:cNvSpPr>
          <p:nvPr/>
        </p:nvSpPr>
        <p:spPr bwMode="auto">
          <a:xfrm>
            <a:off x="1365758" y="2149170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38" name="TextBox 3"/>
          <p:cNvSpPr txBox="1"/>
          <p:nvPr/>
        </p:nvSpPr>
        <p:spPr>
          <a:xfrm>
            <a:off x="1314958" y="2120366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1439" name="TextBox 3"/>
          <p:cNvSpPr txBox="1"/>
          <p:nvPr/>
        </p:nvSpPr>
        <p:spPr>
          <a:xfrm>
            <a:off x="1314958" y="2237816"/>
            <a:ext cx="82163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Ankabut office</a:t>
            </a:r>
            <a:endParaRPr lang="en-US" dirty="0"/>
          </a:p>
        </p:txBody>
      </p:sp>
      <p:sp>
        <p:nvSpPr>
          <p:cNvPr id="11440" name="Rectangle 4"/>
          <p:cNvSpPr>
            <a:spLocks noChangeArrowheads="1"/>
          </p:cNvSpPr>
          <p:nvPr/>
        </p:nvSpPr>
        <p:spPr bwMode="auto">
          <a:xfrm>
            <a:off x="2163546" y="2149170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41" name="TextBox 3"/>
          <p:cNvSpPr txBox="1"/>
          <p:nvPr/>
        </p:nvSpPr>
        <p:spPr>
          <a:xfrm>
            <a:off x="2112746" y="212036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413310</a:t>
            </a:r>
            <a:endParaRPr lang="en-US" dirty="0"/>
          </a:p>
        </p:txBody>
      </p:sp>
      <p:sp>
        <p:nvSpPr>
          <p:cNvPr id="11442" name="Rectangle 4"/>
          <p:cNvSpPr>
            <a:spLocks noChangeArrowheads="1"/>
          </p:cNvSpPr>
          <p:nvPr/>
        </p:nvSpPr>
        <p:spPr bwMode="auto">
          <a:xfrm>
            <a:off x="2622702" y="2149170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43" name="TextBox 3"/>
          <p:cNvSpPr txBox="1"/>
          <p:nvPr/>
        </p:nvSpPr>
        <p:spPr>
          <a:xfrm>
            <a:off x="2571902" y="2120366"/>
            <a:ext cx="112654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Consolidated cost of </a:t>
            </a:r>
            <a:endParaRPr lang="en-US" dirty="0"/>
          </a:p>
        </p:txBody>
      </p:sp>
      <p:sp>
        <p:nvSpPr>
          <p:cNvPr id="11444" name="TextBox 3"/>
          <p:cNvSpPr txBox="1"/>
          <p:nvPr/>
        </p:nvSpPr>
        <p:spPr>
          <a:xfrm>
            <a:off x="2571902" y="2237816"/>
            <a:ext cx="7086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outsourced </a:t>
            </a:r>
            <a:endParaRPr lang="en-US" dirty="0"/>
          </a:p>
        </p:txBody>
      </p:sp>
      <p:sp>
        <p:nvSpPr>
          <p:cNvPr id="11445" name="TextBox 3"/>
          <p:cNvSpPr txBox="1"/>
          <p:nvPr/>
        </p:nvSpPr>
        <p:spPr>
          <a:xfrm>
            <a:off x="2571902" y="2355266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11446" name="Rectangle 4"/>
          <p:cNvSpPr>
            <a:spLocks noChangeArrowheads="1"/>
          </p:cNvSpPr>
          <p:nvPr/>
        </p:nvSpPr>
        <p:spPr bwMode="auto">
          <a:xfrm>
            <a:off x="3680282" y="2149170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47" name="TextBox 3"/>
          <p:cNvSpPr txBox="1"/>
          <p:nvPr/>
        </p:nvSpPr>
        <p:spPr>
          <a:xfrm>
            <a:off x="3629482" y="212036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847.8470810.1.413310.000000.847001.100178</a:t>
            </a:r>
            <a:endParaRPr lang="en-US" dirty="0"/>
          </a:p>
        </p:txBody>
      </p:sp>
      <p:sp>
        <p:nvSpPr>
          <p:cNvPr id="11448" name="Rectangle 4"/>
          <p:cNvSpPr>
            <a:spLocks noChangeArrowheads="1"/>
          </p:cNvSpPr>
          <p:nvPr/>
        </p:nvSpPr>
        <p:spPr bwMode="auto">
          <a:xfrm>
            <a:off x="5918962" y="214917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49" name="TextBox 3"/>
          <p:cNvSpPr txBox="1"/>
          <p:nvPr/>
        </p:nvSpPr>
        <p:spPr>
          <a:xfrm>
            <a:off x="6382918" y="212036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1450" name="Rectangle 4"/>
          <p:cNvSpPr>
            <a:spLocks noChangeArrowheads="1"/>
          </p:cNvSpPr>
          <p:nvPr/>
        </p:nvSpPr>
        <p:spPr bwMode="auto">
          <a:xfrm>
            <a:off x="6566408" y="214917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51" name="TextBox 3"/>
          <p:cNvSpPr txBox="1"/>
          <p:nvPr/>
        </p:nvSpPr>
        <p:spPr>
          <a:xfrm>
            <a:off x="6578447" y="2120366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23,492,677</a:t>
            </a:r>
            <a:endParaRPr lang="en-US" dirty="0"/>
          </a:p>
        </p:txBody>
      </p:sp>
      <p:sp>
        <p:nvSpPr>
          <p:cNvPr id="11452" name="Rectangle 4"/>
          <p:cNvSpPr>
            <a:spLocks noChangeArrowheads="1"/>
          </p:cNvSpPr>
          <p:nvPr/>
        </p:nvSpPr>
        <p:spPr bwMode="auto">
          <a:xfrm>
            <a:off x="7213854" y="214917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53" name="TextBox 3"/>
          <p:cNvSpPr txBox="1"/>
          <p:nvPr/>
        </p:nvSpPr>
        <p:spPr>
          <a:xfrm>
            <a:off x="7225894" y="2120366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23,492,668</a:t>
            </a:r>
            <a:endParaRPr lang="en-US" dirty="0"/>
          </a:p>
        </p:txBody>
      </p:sp>
      <p:sp>
        <p:nvSpPr>
          <p:cNvPr id="11454" name="Rectangle 4"/>
          <p:cNvSpPr>
            <a:spLocks noChangeArrowheads="1"/>
          </p:cNvSpPr>
          <p:nvPr/>
        </p:nvSpPr>
        <p:spPr bwMode="auto">
          <a:xfrm>
            <a:off x="7861300" y="2149170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55" name="Rectangle 4"/>
          <p:cNvSpPr>
            <a:spLocks noChangeArrowheads="1"/>
          </p:cNvSpPr>
          <p:nvPr/>
        </p:nvSpPr>
        <p:spPr bwMode="auto">
          <a:xfrm>
            <a:off x="8094497" y="2149170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56" name="Rectangle 4"/>
          <p:cNvSpPr>
            <a:spLocks noChangeArrowheads="1"/>
          </p:cNvSpPr>
          <p:nvPr/>
        </p:nvSpPr>
        <p:spPr bwMode="auto">
          <a:xfrm>
            <a:off x="8333384" y="2149170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57" name="TextBox 3"/>
          <p:cNvSpPr txBox="1"/>
          <p:nvPr/>
        </p:nvSpPr>
        <p:spPr>
          <a:xfrm>
            <a:off x="8650986" y="212036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</a:t>
            </a:r>
            <a:endParaRPr lang="en-US" dirty="0"/>
          </a:p>
        </p:txBody>
      </p:sp>
      <p:sp>
        <p:nvSpPr>
          <p:cNvPr id="11458" name="Rectangle 4"/>
          <p:cNvSpPr>
            <a:spLocks noChangeArrowheads="1"/>
          </p:cNvSpPr>
          <p:nvPr/>
        </p:nvSpPr>
        <p:spPr bwMode="auto">
          <a:xfrm>
            <a:off x="878255" y="2544381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59" name="TextBox 3"/>
          <p:cNvSpPr txBox="1"/>
          <p:nvPr/>
        </p:nvSpPr>
        <p:spPr>
          <a:xfrm>
            <a:off x="827455" y="251557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8470810</a:t>
            </a:r>
            <a:endParaRPr lang="en-US" dirty="0"/>
          </a:p>
        </p:txBody>
      </p:sp>
      <p:sp>
        <p:nvSpPr>
          <p:cNvPr id="11460" name="Rectangle 4"/>
          <p:cNvSpPr>
            <a:spLocks noChangeArrowheads="1"/>
          </p:cNvSpPr>
          <p:nvPr/>
        </p:nvSpPr>
        <p:spPr bwMode="auto">
          <a:xfrm>
            <a:off x="1365758" y="2544381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61" name="TextBox 3"/>
          <p:cNvSpPr txBox="1"/>
          <p:nvPr/>
        </p:nvSpPr>
        <p:spPr>
          <a:xfrm>
            <a:off x="1314958" y="2515578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1462" name="TextBox 3"/>
          <p:cNvSpPr txBox="1"/>
          <p:nvPr/>
        </p:nvSpPr>
        <p:spPr>
          <a:xfrm>
            <a:off x="1314958" y="2633027"/>
            <a:ext cx="82163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Ankabut office</a:t>
            </a:r>
            <a:endParaRPr lang="en-US" dirty="0"/>
          </a:p>
        </p:txBody>
      </p:sp>
      <p:sp>
        <p:nvSpPr>
          <p:cNvPr id="11463" name="Rectangle 4"/>
          <p:cNvSpPr>
            <a:spLocks noChangeArrowheads="1"/>
          </p:cNvSpPr>
          <p:nvPr/>
        </p:nvSpPr>
        <p:spPr bwMode="auto">
          <a:xfrm>
            <a:off x="2163546" y="2544381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64" name="TextBox 3"/>
          <p:cNvSpPr txBox="1"/>
          <p:nvPr/>
        </p:nvSpPr>
        <p:spPr>
          <a:xfrm>
            <a:off x="2112746" y="251557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415185</a:t>
            </a:r>
            <a:endParaRPr lang="en-US" dirty="0"/>
          </a:p>
        </p:txBody>
      </p:sp>
      <p:sp>
        <p:nvSpPr>
          <p:cNvPr id="11465" name="Rectangle 4"/>
          <p:cNvSpPr>
            <a:spLocks noChangeArrowheads="1"/>
          </p:cNvSpPr>
          <p:nvPr/>
        </p:nvSpPr>
        <p:spPr bwMode="auto">
          <a:xfrm>
            <a:off x="2622702" y="2544381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66" name="TextBox 3"/>
          <p:cNvSpPr txBox="1"/>
          <p:nvPr/>
        </p:nvSpPr>
        <p:spPr>
          <a:xfrm>
            <a:off x="2571902" y="2515578"/>
            <a:ext cx="10417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Oman </a:t>
            </a:r>
            <a:endParaRPr lang="en-US" dirty="0"/>
          </a:p>
        </p:txBody>
      </p:sp>
      <p:sp>
        <p:nvSpPr>
          <p:cNvPr id="11467" name="TextBox 3"/>
          <p:cNvSpPr txBox="1"/>
          <p:nvPr/>
        </p:nvSpPr>
        <p:spPr>
          <a:xfrm>
            <a:off x="2571902" y="2633027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</a:t>
            </a:r>
            <a:endParaRPr lang="en-US" dirty="0"/>
          </a:p>
        </p:txBody>
      </p:sp>
      <p:sp>
        <p:nvSpPr>
          <p:cNvPr id="11468" name="Rectangle 4"/>
          <p:cNvSpPr>
            <a:spLocks noChangeArrowheads="1"/>
          </p:cNvSpPr>
          <p:nvPr/>
        </p:nvSpPr>
        <p:spPr bwMode="auto">
          <a:xfrm>
            <a:off x="3680282" y="2544381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69" name="TextBox 3"/>
          <p:cNvSpPr txBox="1"/>
          <p:nvPr/>
        </p:nvSpPr>
        <p:spPr>
          <a:xfrm>
            <a:off x="3629482" y="251557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847.8470810.1.415185.000000.847001.100178</a:t>
            </a:r>
            <a:endParaRPr lang="en-US" dirty="0"/>
          </a:p>
        </p:txBody>
      </p:sp>
      <p:sp>
        <p:nvSpPr>
          <p:cNvPr id="11470" name="Rectangle 4"/>
          <p:cNvSpPr>
            <a:spLocks noChangeArrowheads="1"/>
          </p:cNvSpPr>
          <p:nvPr/>
        </p:nvSpPr>
        <p:spPr bwMode="auto">
          <a:xfrm>
            <a:off x="5918962" y="254438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71" name="Rectangle 4"/>
          <p:cNvSpPr>
            <a:spLocks noChangeArrowheads="1"/>
          </p:cNvSpPr>
          <p:nvPr/>
        </p:nvSpPr>
        <p:spPr bwMode="auto">
          <a:xfrm>
            <a:off x="6566408" y="254438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72" name="Rectangle 4"/>
          <p:cNvSpPr>
            <a:spLocks noChangeArrowheads="1"/>
          </p:cNvSpPr>
          <p:nvPr/>
        </p:nvSpPr>
        <p:spPr bwMode="auto">
          <a:xfrm>
            <a:off x="7213854" y="254438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73" name="TextBox 3"/>
          <p:cNvSpPr txBox="1"/>
          <p:nvPr/>
        </p:nvSpPr>
        <p:spPr>
          <a:xfrm>
            <a:off x="7531010" y="2515578"/>
            <a:ext cx="3811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-898</a:t>
            </a:r>
            <a:endParaRPr lang="en-US" dirty="0"/>
          </a:p>
        </p:txBody>
      </p:sp>
      <p:sp>
        <p:nvSpPr>
          <p:cNvPr id="11474" name="Rectangle 4"/>
          <p:cNvSpPr>
            <a:spLocks noChangeArrowheads="1"/>
          </p:cNvSpPr>
          <p:nvPr/>
        </p:nvSpPr>
        <p:spPr bwMode="auto">
          <a:xfrm>
            <a:off x="7861300" y="2544381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75" name="Rectangle 4"/>
          <p:cNvSpPr>
            <a:spLocks noChangeArrowheads="1"/>
          </p:cNvSpPr>
          <p:nvPr/>
        </p:nvSpPr>
        <p:spPr bwMode="auto">
          <a:xfrm>
            <a:off x="8094497" y="2544381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76" name="Rectangle 4"/>
          <p:cNvSpPr>
            <a:spLocks noChangeArrowheads="1"/>
          </p:cNvSpPr>
          <p:nvPr/>
        </p:nvSpPr>
        <p:spPr bwMode="auto">
          <a:xfrm>
            <a:off x="8333384" y="2544381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77" name="TextBox 3"/>
          <p:cNvSpPr txBox="1"/>
          <p:nvPr/>
        </p:nvSpPr>
        <p:spPr>
          <a:xfrm>
            <a:off x="8538006" y="2515578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898</a:t>
            </a:r>
            <a:endParaRPr lang="en-US" dirty="0"/>
          </a:p>
        </p:txBody>
      </p:sp>
      <p:sp>
        <p:nvSpPr>
          <p:cNvPr id="11478" name="Rectangle 4"/>
          <p:cNvSpPr>
            <a:spLocks noChangeArrowheads="1"/>
          </p:cNvSpPr>
          <p:nvPr/>
        </p:nvSpPr>
        <p:spPr bwMode="auto">
          <a:xfrm>
            <a:off x="878255" y="2822143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79" name="TextBox 3"/>
          <p:cNvSpPr txBox="1"/>
          <p:nvPr/>
        </p:nvSpPr>
        <p:spPr>
          <a:xfrm>
            <a:off x="827455" y="279333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8470810</a:t>
            </a:r>
            <a:endParaRPr lang="en-US" dirty="0"/>
          </a:p>
        </p:txBody>
      </p:sp>
      <p:sp>
        <p:nvSpPr>
          <p:cNvPr id="11480" name="Rectangle 4"/>
          <p:cNvSpPr>
            <a:spLocks noChangeArrowheads="1"/>
          </p:cNvSpPr>
          <p:nvPr/>
        </p:nvSpPr>
        <p:spPr bwMode="auto">
          <a:xfrm>
            <a:off x="1365758" y="2822143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81" name="TextBox 3"/>
          <p:cNvSpPr txBox="1"/>
          <p:nvPr/>
        </p:nvSpPr>
        <p:spPr>
          <a:xfrm>
            <a:off x="1314958" y="2793339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1482" name="TextBox 3"/>
          <p:cNvSpPr txBox="1"/>
          <p:nvPr/>
        </p:nvSpPr>
        <p:spPr>
          <a:xfrm>
            <a:off x="1314958" y="2910789"/>
            <a:ext cx="82163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Ankabut office</a:t>
            </a:r>
            <a:endParaRPr lang="en-US" dirty="0"/>
          </a:p>
        </p:txBody>
      </p:sp>
      <p:sp>
        <p:nvSpPr>
          <p:cNvPr id="11483" name="Rectangle 4"/>
          <p:cNvSpPr>
            <a:spLocks noChangeArrowheads="1"/>
          </p:cNvSpPr>
          <p:nvPr/>
        </p:nvSpPr>
        <p:spPr bwMode="auto">
          <a:xfrm>
            <a:off x="2163546" y="2822143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84" name="TextBox 3"/>
          <p:cNvSpPr txBox="1"/>
          <p:nvPr/>
        </p:nvSpPr>
        <p:spPr>
          <a:xfrm>
            <a:off x="2112746" y="279333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11485" name="Rectangle 4"/>
          <p:cNvSpPr>
            <a:spLocks noChangeArrowheads="1"/>
          </p:cNvSpPr>
          <p:nvPr/>
        </p:nvSpPr>
        <p:spPr bwMode="auto">
          <a:xfrm>
            <a:off x="2622702" y="2822143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86" name="TextBox 3"/>
          <p:cNvSpPr txBox="1"/>
          <p:nvPr/>
        </p:nvSpPr>
        <p:spPr>
          <a:xfrm>
            <a:off x="2571902" y="2793339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11487" name="TextBox 3"/>
          <p:cNvSpPr txBox="1"/>
          <p:nvPr/>
        </p:nvSpPr>
        <p:spPr>
          <a:xfrm>
            <a:off x="2571902" y="2910789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11488" name="Rectangle 4"/>
          <p:cNvSpPr>
            <a:spLocks noChangeArrowheads="1"/>
          </p:cNvSpPr>
          <p:nvPr/>
        </p:nvSpPr>
        <p:spPr bwMode="auto">
          <a:xfrm>
            <a:off x="3680282" y="2822143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89" name="TextBox 3"/>
          <p:cNvSpPr txBox="1"/>
          <p:nvPr/>
        </p:nvSpPr>
        <p:spPr>
          <a:xfrm>
            <a:off x="3629482" y="279333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847.8470810.1.416310.000000.847001.100178</a:t>
            </a:r>
            <a:endParaRPr lang="en-US" dirty="0"/>
          </a:p>
        </p:txBody>
      </p:sp>
      <p:sp>
        <p:nvSpPr>
          <p:cNvPr id="11490" name="Rectangle 4"/>
          <p:cNvSpPr>
            <a:spLocks noChangeArrowheads="1"/>
          </p:cNvSpPr>
          <p:nvPr/>
        </p:nvSpPr>
        <p:spPr bwMode="auto">
          <a:xfrm>
            <a:off x="5918962" y="282214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91" name="TextBox 3"/>
          <p:cNvSpPr txBox="1"/>
          <p:nvPr/>
        </p:nvSpPr>
        <p:spPr>
          <a:xfrm>
            <a:off x="6382918" y="279333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1492" name="Rectangle 4"/>
          <p:cNvSpPr>
            <a:spLocks noChangeArrowheads="1"/>
          </p:cNvSpPr>
          <p:nvPr/>
        </p:nvSpPr>
        <p:spPr bwMode="auto">
          <a:xfrm>
            <a:off x="6566408" y="282214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93" name="TextBox 3"/>
          <p:cNvSpPr txBox="1"/>
          <p:nvPr/>
        </p:nvSpPr>
        <p:spPr>
          <a:xfrm>
            <a:off x="6798818" y="2793339"/>
            <a:ext cx="4658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-5,178</a:t>
            </a:r>
            <a:endParaRPr lang="en-US" dirty="0"/>
          </a:p>
        </p:txBody>
      </p:sp>
      <p:sp>
        <p:nvSpPr>
          <p:cNvPr id="11494" name="Rectangle 4"/>
          <p:cNvSpPr>
            <a:spLocks noChangeArrowheads="1"/>
          </p:cNvSpPr>
          <p:nvPr/>
        </p:nvSpPr>
        <p:spPr bwMode="auto">
          <a:xfrm>
            <a:off x="7213854" y="282214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95" name="TextBox 3"/>
          <p:cNvSpPr txBox="1"/>
          <p:nvPr/>
        </p:nvSpPr>
        <p:spPr>
          <a:xfrm>
            <a:off x="7446264" y="2793339"/>
            <a:ext cx="4658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-5,178</a:t>
            </a:r>
            <a:endParaRPr lang="en-US" dirty="0"/>
          </a:p>
        </p:txBody>
      </p:sp>
      <p:sp>
        <p:nvSpPr>
          <p:cNvPr id="11496" name="Rectangle 4"/>
          <p:cNvSpPr>
            <a:spLocks noChangeArrowheads="1"/>
          </p:cNvSpPr>
          <p:nvPr/>
        </p:nvSpPr>
        <p:spPr bwMode="auto">
          <a:xfrm>
            <a:off x="7861300" y="2822143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97" name="Rectangle 4"/>
          <p:cNvSpPr>
            <a:spLocks noChangeArrowheads="1"/>
          </p:cNvSpPr>
          <p:nvPr/>
        </p:nvSpPr>
        <p:spPr bwMode="auto">
          <a:xfrm>
            <a:off x="8094497" y="2822143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98" name="Rectangle 4"/>
          <p:cNvSpPr>
            <a:spLocks noChangeArrowheads="1"/>
          </p:cNvSpPr>
          <p:nvPr/>
        </p:nvSpPr>
        <p:spPr bwMode="auto">
          <a:xfrm>
            <a:off x="8333384" y="2822143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499" name="TextBox 3"/>
          <p:cNvSpPr txBox="1"/>
          <p:nvPr/>
        </p:nvSpPr>
        <p:spPr>
          <a:xfrm>
            <a:off x="8650986" y="279333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1500" name="Rectangle 4"/>
          <p:cNvSpPr>
            <a:spLocks noChangeArrowheads="1"/>
          </p:cNvSpPr>
          <p:nvPr/>
        </p:nvSpPr>
        <p:spPr bwMode="auto">
          <a:xfrm>
            <a:off x="878255" y="3099905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501" name="TextBox 3"/>
          <p:cNvSpPr txBox="1"/>
          <p:nvPr/>
        </p:nvSpPr>
        <p:spPr>
          <a:xfrm>
            <a:off x="827455" y="307110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8470810</a:t>
            </a:r>
            <a:endParaRPr lang="en-US" dirty="0"/>
          </a:p>
        </p:txBody>
      </p:sp>
      <p:sp>
        <p:nvSpPr>
          <p:cNvPr id="11502" name="TextBox 3"/>
          <p:cNvSpPr txBox="1"/>
          <p:nvPr/>
        </p:nvSpPr>
        <p:spPr>
          <a:xfrm>
            <a:off x="827455" y="3188551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1503" name="Rectangle 4"/>
          <p:cNvSpPr>
            <a:spLocks noChangeArrowheads="1"/>
          </p:cNvSpPr>
          <p:nvPr/>
        </p:nvSpPr>
        <p:spPr bwMode="auto">
          <a:xfrm>
            <a:off x="1365758" y="3099905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504" name="Rectangle 4"/>
          <p:cNvSpPr>
            <a:spLocks noChangeArrowheads="1"/>
          </p:cNvSpPr>
          <p:nvPr/>
        </p:nvSpPr>
        <p:spPr bwMode="auto">
          <a:xfrm>
            <a:off x="2163546" y="3099905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505" name="Rectangle 4"/>
          <p:cNvSpPr>
            <a:spLocks noChangeArrowheads="1"/>
          </p:cNvSpPr>
          <p:nvPr/>
        </p:nvSpPr>
        <p:spPr bwMode="auto">
          <a:xfrm>
            <a:off x="2622702" y="3099905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506" name="Rectangle 4"/>
          <p:cNvSpPr>
            <a:spLocks noChangeArrowheads="1"/>
          </p:cNvSpPr>
          <p:nvPr/>
        </p:nvSpPr>
        <p:spPr bwMode="auto">
          <a:xfrm>
            <a:off x="3680282" y="3099905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507" name="Rectangle 4"/>
          <p:cNvSpPr>
            <a:spLocks noChangeArrowheads="1"/>
          </p:cNvSpPr>
          <p:nvPr/>
        </p:nvSpPr>
        <p:spPr bwMode="auto">
          <a:xfrm>
            <a:off x="5918962" y="3099905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508" name="TextBox 3"/>
          <p:cNvSpPr txBox="1"/>
          <p:nvPr/>
        </p:nvSpPr>
        <p:spPr>
          <a:xfrm>
            <a:off x="6382918" y="307110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1509" name="Rectangle 4"/>
          <p:cNvSpPr>
            <a:spLocks noChangeArrowheads="1"/>
          </p:cNvSpPr>
          <p:nvPr/>
        </p:nvSpPr>
        <p:spPr bwMode="auto">
          <a:xfrm>
            <a:off x="6566408" y="3099905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510" name="TextBox 3"/>
          <p:cNvSpPr txBox="1"/>
          <p:nvPr/>
        </p:nvSpPr>
        <p:spPr>
          <a:xfrm>
            <a:off x="6578447" y="3071101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23,487,499</a:t>
            </a:r>
            <a:endParaRPr lang="en-US" dirty="0"/>
          </a:p>
        </p:txBody>
      </p:sp>
      <p:sp>
        <p:nvSpPr>
          <p:cNvPr id="11511" name="Rectangle 4"/>
          <p:cNvSpPr>
            <a:spLocks noChangeArrowheads="1"/>
          </p:cNvSpPr>
          <p:nvPr/>
        </p:nvSpPr>
        <p:spPr bwMode="auto">
          <a:xfrm>
            <a:off x="7213854" y="3099905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512" name="TextBox 3"/>
          <p:cNvSpPr txBox="1"/>
          <p:nvPr/>
        </p:nvSpPr>
        <p:spPr>
          <a:xfrm>
            <a:off x="7225894" y="3071101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23,486,592</a:t>
            </a:r>
            <a:endParaRPr lang="en-US" dirty="0"/>
          </a:p>
        </p:txBody>
      </p:sp>
      <p:sp>
        <p:nvSpPr>
          <p:cNvPr id="11513" name="Rectangle 4"/>
          <p:cNvSpPr>
            <a:spLocks noChangeArrowheads="1"/>
          </p:cNvSpPr>
          <p:nvPr/>
        </p:nvSpPr>
        <p:spPr bwMode="auto">
          <a:xfrm>
            <a:off x="7861300" y="3099905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514" name="Rectangle 4"/>
          <p:cNvSpPr>
            <a:spLocks noChangeArrowheads="1"/>
          </p:cNvSpPr>
          <p:nvPr/>
        </p:nvSpPr>
        <p:spPr bwMode="auto">
          <a:xfrm>
            <a:off x="8094497" y="3099905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515" name="Rectangle 4"/>
          <p:cNvSpPr>
            <a:spLocks noChangeArrowheads="1"/>
          </p:cNvSpPr>
          <p:nvPr/>
        </p:nvSpPr>
        <p:spPr bwMode="auto">
          <a:xfrm>
            <a:off x="8333384" y="3099905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516" name="TextBox 3"/>
          <p:cNvSpPr txBox="1"/>
          <p:nvPr/>
        </p:nvSpPr>
        <p:spPr>
          <a:xfrm>
            <a:off x="8538006" y="3071101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907</a:t>
            </a:r>
            <a:endParaRPr lang="en-US" dirty="0"/>
          </a:p>
        </p:txBody>
      </p:sp>
      <p:sp>
        <p:nvSpPr>
          <p:cNvPr id="11517" name="Rectangle 4"/>
          <p:cNvSpPr>
            <a:spLocks noChangeArrowheads="1"/>
          </p:cNvSpPr>
          <p:nvPr/>
        </p:nvSpPr>
        <p:spPr bwMode="auto">
          <a:xfrm>
            <a:off x="878255" y="3377666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18" name="TextBox 3"/>
          <p:cNvSpPr txBox="1"/>
          <p:nvPr/>
        </p:nvSpPr>
        <p:spPr>
          <a:xfrm>
            <a:off x="827455" y="334886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8470910</a:t>
            </a:r>
            <a:endParaRPr lang="en-US" dirty="0"/>
          </a:p>
        </p:txBody>
      </p:sp>
      <p:sp>
        <p:nvSpPr>
          <p:cNvPr id="11519" name="Rectangle 4"/>
          <p:cNvSpPr>
            <a:spLocks noChangeArrowheads="1"/>
          </p:cNvSpPr>
          <p:nvPr/>
        </p:nvSpPr>
        <p:spPr bwMode="auto">
          <a:xfrm>
            <a:off x="1365758" y="3377666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20" name="TextBox 3"/>
          <p:cNvSpPr txBox="1"/>
          <p:nvPr/>
        </p:nvSpPr>
        <p:spPr>
          <a:xfrm>
            <a:off x="1314958" y="334886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1521" name="TextBox 3"/>
          <p:cNvSpPr txBox="1"/>
          <p:nvPr/>
        </p:nvSpPr>
        <p:spPr>
          <a:xfrm>
            <a:off x="1314958" y="3466312"/>
            <a:ext cx="8723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Executive Vice </a:t>
            </a:r>
            <a:endParaRPr lang="en-US" dirty="0"/>
          </a:p>
        </p:txBody>
      </p:sp>
      <p:sp>
        <p:nvSpPr>
          <p:cNvPr id="11522" name="TextBox 3"/>
          <p:cNvSpPr txBox="1"/>
          <p:nvPr/>
        </p:nvSpPr>
        <p:spPr>
          <a:xfrm>
            <a:off x="1314958" y="3583762"/>
            <a:ext cx="635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President </a:t>
            </a:r>
            <a:endParaRPr lang="en-US" dirty="0"/>
          </a:p>
        </p:txBody>
      </p:sp>
      <p:sp>
        <p:nvSpPr>
          <p:cNvPr id="11523" name="TextBox 3"/>
          <p:cNvSpPr txBox="1"/>
          <p:nvPr/>
        </p:nvSpPr>
        <p:spPr>
          <a:xfrm>
            <a:off x="1314958" y="3701211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1524" name="Rectangle 4"/>
          <p:cNvSpPr>
            <a:spLocks noChangeArrowheads="1"/>
          </p:cNvSpPr>
          <p:nvPr/>
        </p:nvSpPr>
        <p:spPr bwMode="auto">
          <a:xfrm>
            <a:off x="2163546" y="3377666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25" name="TextBox 3"/>
          <p:cNvSpPr txBox="1"/>
          <p:nvPr/>
        </p:nvSpPr>
        <p:spPr>
          <a:xfrm>
            <a:off x="2112746" y="334886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11526" name="Rectangle 4"/>
          <p:cNvSpPr>
            <a:spLocks noChangeArrowheads="1"/>
          </p:cNvSpPr>
          <p:nvPr/>
        </p:nvSpPr>
        <p:spPr bwMode="auto">
          <a:xfrm>
            <a:off x="2622702" y="3377666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27" name="TextBox 3"/>
          <p:cNvSpPr txBox="1"/>
          <p:nvPr/>
        </p:nvSpPr>
        <p:spPr>
          <a:xfrm>
            <a:off x="2571902" y="3348863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11528" name="TextBox 3"/>
          <p:cNvSpPr txBox="1"/>
          <p:nvPr/>
        </p:nvSpPr>
        <p:spPr>
          <a:xfrm>
            <a:off x="2571902" y="3466312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11529" name="Rectangle 4"/>
          <p:cNvSpPr>
            <a:spLocks noChangeArrowheads="1"/>
          </p:cNvSpPr>
          <p:nvPr/>
        </p:nvSpPr>
        <p:spPr bwMode="auto">
          <a:xfrm>
            <a:off x="3680282" y="3377666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30" name="TextBox 3"/>
          <p:cNvSpPr txBox="1"/>
          <p:nvPr/>
        </p:nvSpPr>
        <p:spPr>
          <a:xfrm>
            <a:off x="3629482" y="334886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847.8470910.1.412121.000000.847001.100178</a:t>
            </a:r>
            <a:endParaRPr lang="en-US" dirty="0"/>
          </a:p>
        </p:txBody>
      </p:sp>
      <p:sp>
        <p:nvSpPr>
          <p:cNvPr id="11531" name="Rectangle 4"/>
          <p:cNvSpPr>
            <a:spLocks noChangeArrowheads="1"/>
          </p:cNvSpPr>
          <p:nvPr/>
        </p:nvSpPr>
        <p:spPr bwMode="auto">
          <a:xfrm>
            <a:off x="5918962" y="337766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32" name="TextBox 3"/>
          <p:cNvSpPr txBox="1"/>
          <p:nvPr/>
        </p:nvSpPr>
        <p:spPr>
          <a:xfrm>
            <a:off x="5987491" y="334886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1,182,638</a:t>
            </a:r>
            <a:endParaRPr lang="en-US" dirty="0"/>
          </a:p>
        </p:txBody>
      </p:sp>
      <p:sp>
        <p:nvSpPr>
          <p:cNvPr id="11533" name="Rectangle 4"/>
          <p:cNvSpPr>
            <a:spLocks noChangeArrowheads="1"/>
          </p:cNvSpPr>
          <p:nvPr/>
        </p:nvSpPr>
        <p:spPr bwMode="auto">
          <a:xfrm>
            <a:off x="6566408" y="337766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34" name="TextBox 3"/>
          <p:cNvSpPr txBox="1"/>
          <p:nvPr/>
        </p:nvSpPr>
        <p:spPr>
          <a:xfrm>
            <a:off x="6634937" y="334886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1,339,118</a:t>
            </a:r>
            <a:endParaRPr lang="en-US" dirty="0"/>
          </a:p>
        </p:txBody>
      </p:sp>
      <p:sp>
        <p:nvSpPr>
          <p:cNvPr id="11535" name="Rectangle 4"/>
          <p:cNvSpPr>
            <a:spLocks noChangeArrowheads="1"/>
          </p:cNvSpPr>
          <p:nvPr/>
        </p:nvSpPr>
        <p:spPr bwMode="auto">
          <a:xfrm>
            <a:off x="7213854" y="337766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36" name="TextBox 3"/>
          <p:cNvSpPr txBox="1"/>
          <p:nvPr/>
        </p:nvSpPr>
        <p:spPr>
          <a:xfrm>
            <a:off x="7282383" y="334886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1,339,109</a:t>
            </a:r>
            <a:endParaRPr lang="en-US" dirty="0"/>
          </a:p>
        </p:txBody>
      </p:sp>
      <p:sp>
        <p:nvSpPr>
          <p:cNvPr id="11537" name="Rectangle 4"/>
          <p:cNvSpPr>
            <a:spLocks noChangeArrowheads="1"/>
          </p:cNvSpPr>
          <p:nvPr/>
        </p:nvSpPr>
        <p:spPr bwMode="auto">
          <a:xfrm>
            <a:off x="7861300" y="3377666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38" name="Rectangle 4"/>
          <p:cNvSpPr>
            <a:spLocks noChangeArrowheads="1"/>
          </p:cNvSpPr>
          <p:nvPr/>
        </p:nvSpPr>
        <p:spPr bwMode="auto">
          <a:xfrm>
            <a:off x="8094497" y="3377666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39" name="Rectangle 4"/>
          <p:cNvSpPr>
            <a:spLocks noChangeArrowheads="1"/>
          </p:cNvSpPr>
          <p:nvPr/>
        </p:nvSpPr>
        <p:spPr bwMode="auto">
          <a:xfrm>
            <a:off x="8333384" y="3377666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40" name="TextBox 3"/>
          <p:cNvSpPr txBox="1"/>
          <p:nvPr/>
        </p:nvSpPr>
        <p:spPr>
          <a:xfrm>
            <a:off x="8650986" y="334886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</a:t>
            </a:r>
            <a:endParaRPr lang="en-US" dirty="0"/>
          </a:p>
        </p:txBody>
      </p:sp>
      <p:sp>
        <p:nvSpPr>
          <p:cNvPr id="11541" name="Rectangle 4"/>
          <p:cNvSpPr>
            <a:spLocks noChangeArrowheads="1"/>
          </p:cNvSpPr>
          <p:nvPr/>
        </p:nvSpPr>
        <p:spPr bwMode="auto">
          <a:xfrm>
            <a:off x="878255" y="3890327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42" name="TextBox 3"/>
          <p:cNvSpPr txBox="1"/>
          <p:nvPr/>
        </p:nvSpPr>
        <p:spPr>
          <a:xfrm>
            <a:off x="827455" y="386152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8470910</a:t>
            </a:r>
            <a:endParaRPr lang="en-US" dirty="0"/>
          </a:p>
        </p:txBody>
      </p:sp>
      <p:sp>
        <p:nvSpPr>
          <p:cNvPr id="11543" name="Rectangle 4"/>
          <p:cNvSpPr>
            <a:spLocks noChangeArrowheads="1"/>
          </p:cNvSpPr>
          <p:nvPr/>
        </p:nvSpPr>
        <p:spPr bwMode="auto">
          <a:xfrm>
            <a:off x="1365758" y="3890327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44" name="TextBox 3"/>
          <p:cNvSpPr txBox="1"/>
          <p:nvPr/>
        </p:nvSpPr>
        <p:spPr>
          <a:xfrm>
            <a:off x="1314958" y="386152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1545" name="TextBox 3"/>
          <p:cNvSpPr txBox="1"/>
          <p:nvPr/>
        </p:nvSpPr>
        <p:spPr>
          <a:xfrm>
            <a:off x="1314958" y="3978973"/>
            <a:ext cx="8723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Executive Vice </a:t>
            </a:r>
            <a:endParaRPr lang="en-US" dirty="0"/>
          </a:p>
        </p:txBody>
      </p:sp>
      <p:sp>
        <p:nvSpPr>
          <p:cNvPr id="11546" name="TextBox 3"/>
          <p:cNvSpPr txBox="1"/>
          <p:nvPr/>
        </p:nvSpPr>
        <p:spPr>
          <a:xfrm>
            <a:off x="1314958" y="4096423"/>
            <a:ext cx="635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President </a:t>
            </a:r>
            <a:endParaRPr lang="en-US" dirty="0"/>
          </a:p>
        </p:txBody>
      </p:sp>
      <p:sp>
        <p:nvSpPr>
          <p:cNvPr id="11547" name="TextBox 3"/>
          <p:cNvSpPr txBox="1"/>
          <p:nvPr/>
        </p:nvSpPr>
        <p:spPr>
          <a:xfrm>
            <a:off x="1314958" y="4213872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1548" name="Rectangle 4"/>
          <p:cNvSpPr>
            <a:spLocks noChangeArrowheads="1"/>
          </p:cNvSpPr>
          <p:nvPr/>
        </p:nvSpPr>
        <p:spPr bwMode="auto">
          <a:xfrm>
            <a:off x="2163546" y="3890327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49" name="TextBox 3"/>
          <p:cNvSpPr txBox="1"/>
          <p:nvPr/>
        </p:nvSpPr>
        <p:spPr>
          <a:xfrm>
            <a:off x="2112746" y="386152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412123</a:t>
            </a:r>
            <a:endParaRPr lang="en-US" dirty="0"/>
          </a:p>
        </p:txBody>
      </p:sp>
      <p:sp>
        <p:nvSpPr>
          <p:cNvPr id="11550" name="Rectangle 4"/>
          <p:cNvSpPr>
            <a:spLocks noChangeArrowheads="1"/>
          </p:cNvSpPr>
          <p:nvPr/>
        </p:nvSpPr>
        <p:spPr bwMode="auto">
          <a:xfrm>
            <a:off x="2622702" y="3890327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51" name="TextBox 3"/>
          <p:cNvSpPr txBox="1"/>
          <p:nvPr/>
        </p:nvSpPr>
        <p:spPr>
          <a:xfrm>
            <a:off x="2571902" y="3861524"/>
            <a:ext cx="11320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Nationality allowance</a:t>
            </a:r>
            <a:endParaRPr lang="en-US" dirty="0"/>
          </a:p>
        </p:txBody>
      </p:sp>
      <p:sp>
        <p:nvSpPr>
          <p:cNvPr id="11552" name="TextBox 3"/>
          <p:cNvSpPr txBox="1"/>
          <p:nvPr/>
        </p:nvSpPr>
        <p:spPr>
          <a:xfrm>
            <a:off x="2571902" y="3978973"/>
            <a:ext cx="10021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- Regular situation</a:t>
            </a:r>
            <a:endParaRPr lang="en-US" dirty="0"/>
          </a:p>
        </p:txBody>
      </p:sp>
      <p:sp>
        <p:nvSpPr>
          <p:cNvPr id="11553" name="Rectangle 4"/>
          <p:cNvSpPr>
            <a:spLocks noChangeArrowheads="1"/>
          </p:cNvSpPr>
          <p:nvPr/>
        </p:nvSpPr>
        <p:spPr bwMode="auto">
          <a:xfrm>
            <a:off x="3680282" y="3890327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54" name="TextBox 3"/>
          <p:cNvSpPr txBox="1"/>
          <p:nvPr/>
        </p:nvSpPr>
        <p:spPr>
          <a:xfrm>
            <a:off x="3629482" y="386152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847.8470910.1.412123.000000.847001.100178</a:t>
            </a:r>
            <a:endParaRPr lang="en-US" dirty="0"/>
          </a:p>
        </p:txBody>
      </p:sp>
      <p:sp>
        <p:nvSpPr>
          <p:cNvPr id="11555" name="Rectangle 4"/>
          <p:cNvSpPr>
            <a:spLocks noChangeArrowheads="1"/>
          </p:cNvSpPr>
          <p:nvPr/>
        </p:nvSpPr>
        <p:spPr bwMode="auto">
          <a:xfrm>
            <a:off x="5918962" y="389032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56" name="TextBox 3"/>
          <p:cNvSpPr txBox="1"/>
          <p:nvPr/>
        </p:nvSpPr>
        <p:spPr>
          <a:xfrm>
            <a:off x="6185204" y="3861524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9,600</a:t>
            </a:r>
            <a:endParaRPr lang="en-US" dirty="0"/>
          </a:p>
        </p:txBody>
      </p:sp>
      <p:sp>
        <p:nvSpPr>
          <p:cNvPr id="11557" name="Rectangle 4"/>
          <p:cNvSpPr>
            <a:spLocks noChangeArrowheads="1"/>
          </p:cNvSpPr>
          <p:nvPr/>
        </p:nvSpPr>
        <p:spPr bwMode="auto">
          <a:xfrm>
            <a:off x="6566408" y="389032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58" name="TextBox 3"/>
          <p:cNvSpPr txBox="1"/>
          <p:nvPr/>
        </p:nvSpPr>
        <p:spPr>
          <a:xfrm>
            <a:off x="6776161" y="386152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11,600</a:t>
            </a:r>
            <a:endParaRPr lang="en-US" dirty="0"/>
          </a:p>
        </p:txBody>
      </p:sp>
      <p:sp>
        <p:nvSpPr>
          <p:cNvPr id="11559" name="Rectangle 4"/>
          <p:cNvSpPr>
            <a:spLocks noChangeArrowheads="1"/>
          </p:cNvSpPr>
          <p:nvPr/>
        </p:nvSpPr>
        <p:spPr bwMode="auto">
          <a:xfrm>
            <a:off x="7213854" y="389032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60" name="TextBox 3"/>
          <p:cNvSpPr txBox="1"/>
          <p:nvPr/>
        </p:nvSpPr>
        <p:spPr>
          <a:xfrm>
            <a:off x="7423607" y="386152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11,500</a:t>
            </a:r>
            <a:endParaRPr lang="en-US" dirty="0"/>
          </a:p>
        </p:txBody>
      </p:sp>
      <p:sp>
        <p:nvSpPr>
          <p:cNvPr id="11561" name="Rectangle 4"/>
          <p:cNvSpPr>
            <a:spLocks noChangeArrowheads="1"/>
          </p:cNvSpPr>
          <p:nvPr/>
        </p:nvSpPr>
        <p:spPr bwMode="auto">
          <a:xfrm>
            <a:off x="7861300" y="3890327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62" name="Rectangle 4"/>
          <p:cNvSpPr>
            <a:spLocks noChangeArrowheads="1"/>
          </p:cNvSpPr>
          <p:nvPr/>
        </p:nvSpPr>
        <p:spPr bwMode="auto">
          <a:xfrm>
            <a:off x="8094497" y="3890327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63" name="Rectangle 4"/>
          <p:cNvSpPr>
            <a:spLocks noChangeArrowheads="1"/>
          </p:cNvSpPr>
          <p:nvPr/>
        </p:nvSpPr>
        <p:spPr bwMode="auto">
          <a:xfrm>
            <a:off x="8333384" y="3890327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64" name="TextBox 3"/>
          <p:cNvSpPr txBox="1"/>
          <p:nvPr/>
        </p:nvSpPr>
        <p:spPr>
          <a:xfrm>
            <a:off x="8538006" y="3861524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100</a:t>
            </a:r>
            <a:endParaRPr lang="en-US" dirty="0"/>
          </a:p>
        </p:txBody>
      </p:sp>
      <p:sp>
        <p:nvSpPr>
          <p:cNvPr id="11565" name="Rectangle 4"/>
          <p:cNvSpPr>
            <a:spLocks noChangeArrowheads="1"/>
          </p:cNvSpPr>
          <p:nvPr/>
        </p:nvSpPr>
        <p:spPr bwMode="auto">
          <a:xfrm>
            <a:off x="878255" y="4402988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66" name="TextBox 3"/>
          <p:cNvSpPr txBox="1"/>
          <p:nvPr/>
        </p:nvSpPr>
        <p:spPr>
          <a:xfrm>
            <a:off x="827455" y="437418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8470910</a:t>
            </a:r>
            <a:endParaRPr lang="en-US" dirty="0"/>
          </a:p>
        </p:txBody>
      </p:sp>
      <p:sp>
        <p:nvSpPr>
          <p:cNvPr id="11567" name="Rectangle 4"/>
          <p:cNvSpPr>
            <a:spLocks noChangeArrowheads="1"/>
          </p:cNvSpPr>
          <p:nvPr/>
        </p:nvSpPr>
        <p:spPr bwMode="auto">
          <a:xfrm>
            <a:off x="1365758" y="4402988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68" name="TextBox 3"/>
          <p:cNvSpPr txBox="1"/>
          <p:nvPr/>
        </p:nvSpPr>
        <p:spPr>
          <a:xfrm>
            <a:off x="1314958" y="437418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1569" name="TextBox 3"/>
          <p:cNvSpPr txBox="1"/>
          <p:nvPr/>
        </p:nvSpPr>
        <p:spPr>
          <a:xfrm>
            <a:off x="1314958" y="4491634"/>
            <a:ext cx="8723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Executive Vice </a:t>
            </a:r>
            <a:endParaRPr lang="en-US" dirty="0"/>
          </a:p>
        </p:txBody>
      </p:sp>
      <p:sp>
        <p:nvSpPr>
          <p:cNvPr id="11570" name="TextBox 3"/>
          <p:cNvSpPr txBox="1"/>
          <p:nvPr/>
        </p:nvSpPr>
        <p:spPr>
          <a:xfrm>
            <a:off x="1314958" y="4609084"/>
            <a:ext cx="635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President </a:t>
            </a:r>
            <a:endParaRPr lang="en-US" dirty="0"/>
          </a:p>
        </p:txBody>
      </p:sp>
      <p:sp>
        <p:nvSpPr>
          <p:cNvPr id="11571" name="TextBox 3"/>
          <p:cNvSpPr txBox="1"/>
          <p:nvPr/>
        </p:nvSpPr>
        <p:spPr>
          <a:xfrm>
            <a:off x="1314958" y="4726533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1572" name="Rectangle 4"/>
          <p:cNvSpPr>
            <a:spLocks noChangeArrowheads="1"/>
          </p:cNvSpPr>
          <p:nvPr/>
        </p:nvSpPr>
        <p:spPr bwMode="auto">
          <a:xfrm>
            <a:off x="2163546" y="4402988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73" name="TextBox 3"/>
          <p:cNvSpPr txBox="1"/>
          <p:nvPr/>
        </p:nvSpPr>
        <p:spPr>
          <a:xfrm>
            <a:off x="2112746" y="437418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11574" name="Rectangle 4"/>
          <p:cNvSpPr>
            <a:spLocks noChangeArrowheads="1"/>
          </p:cNvSpPr>
          <p:nvPr/>
        </p:nvSpPr>
        <p:spPr bwMode="auto">
          <a:xfrm>
            <a:off x="2622702" y="4402988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75" name="TextBox 3"/>
          <p:cNvSpPr txBox="1"/>
          <p:nvPr/>
        </p:nvSpPr>
        <p:spPr>
          <a:xfrm>
            <a:off x="2571902" y="4374184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11576" name="TextBox 3"/>
          <p:cNvSpPr txBox="1"/>
          <p:nvPr/>
        </p:nvSpPr>
        <p:spPr>
          <a:xfrm>
            <a:off x="2571902" y="4491634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11577" name="TextBox 3"/>
          <p:cNvSpPr txBox="1"/>
          <p:nvPr/>
        </p:nvSpPr>
        <p:spPr>
          <a:xfrm>
            <a:off x="2571902" y="4609084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11578" name="Rectangle 4"/>
          <p:cNvSpPr>
            <a:spLocks noChangeArrowheads="1"/>
          </p:cNvSpPr>
          <p:nvPr/>
        </p:nvSpPr>
        <p:spPr bwMode="auto">
          <a:xfrm>
            <a:off x="3680282" y="4402988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79" name="TextBox 3"/>
          <p:cNvSpPr txBox="1"/>
          <p:nvPr/>
        </p:nvSpPr>
        <p:spPr>
          <a:xfrm>
            <a:off x="3629482" y="437418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847.8470910.1.412125.000000.847001.100178</a:t>
            </a:r>
            <a:endParaRPr lang="en-US" dirty="0"/>
          </a:p>
        </p:txBody>
      </p:sp>
      <p:sp>
        <p:nvSpPr>
          <p:cNvPr id="11580" name="Rectangle 4"/>
          <p:cNvSpPr>
            <a:spLocks noChangeArrowheads="1"/>
          </p:cNvSpPr>
          <p:nvPr/>
        </p:nvSpPr>
        <p:spPr bwMode="auto">
          <a:xfrm>
            <a:off x="5918962" y="440298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81" name="TextBox 3"/>
          <p:cNvSpPr txBox="1"/>
          <p:nvPr/>
        </p:nvSpPr>
        <p:spPr>
          <a:xfrm>
            <a:off x="5987491" y="437418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1,558,040</a:t>
            </a:r>
            <a:endParaRPr lang="en-US" dirty="0"/>
          </a:p>
        </p:txBody>
      </p:sp>
      <p:sp>
        <p:nvSpPr>
          <p:cNvPr id="11582" name="Rectangle 4"/>
          <p:cNvSpPr>
            <a:spLocks noChangeArrowheads="1"/>
          </p:cNvSpPr>
          <p:nvPr/>
        </p:nvSpPr>
        <p:spPr bwMode="auto">
          <a:xfrm>
            <a:off x="6566408" y="440298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83" name="TextBox 3"/>
          <p:cNvSpPr txBox="1"/>
          <p:nvPr/>
        </p:nvSpPr>
        <p:spPr>
          <a:xfrm>
            <a:off x="6634937" y="437418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1,824,440</a:t>
            </a:r>
            <a:endParaRPr lang="en-US" dirty="0"/>
          </a:p>
        </p:txBody>
      </p:sp>
      <p:sp>
        <p:nvSpPr>
          <p:cNvPr id="11584" name="Rectangle 4"/>
          <p:cNvSpPr>
            <a:spLocks noChangeArrowheads="1"/>
          </p:cNvSpPr>
          <p:nvPr/>
        </p:nvSpPr>
        <p:spPr bwMode="auto">
          <a:xfrm>
            <a:off x="7213854" y="440298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85" name="TextBox 3"/>
          <p:cNvSpPr txBox="1"/>
          <p:nvPr/>
        </p:nvSpPr>
        <p:spPr>
          <a:xfrm>
            <a:off x="7282383" y="437418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1,824,390</a:t>
            </a:r>
            <a:endParaRPr lang="en-US" dirty="0"/>
          </a:p>
        </p:txBody>
      </p:sp>
      <p:sp>
        <p:nvSpPr>
          <p:cNvPr id="11586" name="Rectangle 4"/>
          <p:cNvSpPr>
            <a:spLocks noChangeArrowheads="1"/>
          </p:cNvSpPr>
          <p:nvPr/>
        </p:nvSpPr>
        <p:spPr bwMode="auto">
          <a:xfrm>
            <a:off x="7861300" y="4402988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87" name="Rectangle 4"/>
          <p:cNvSpPr>
            <a:spLocks noChangeArrowheads="1"/>
          </p:cNvSpPr>
          <p:nvPr/>
        </p:nvSpPr>
        <p:spPr bwMode="auto">
          <a:xfrm>
            <a:off x="8094497" y="4402988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88" name="Rectangle 4"/>
          <p:cNvSpPr>
            <a:spLocks noChangeArrowheads="1"/>
          </p:cNvSpPr>
          <p:nvPr/>
        </p:nvSpPr>
        <p:spPr bwMode="auto">
          <a:xfrm>
            <a:off x="8333384" y="4402988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89" name="TextBox 3"/>
          <p:cNvSpPr txBox="1"/>
          <p:nvPr/>
        </p:nvSpPr>
        <p:spPr>
          <a:xfrm>
            <a:off x="8594496" y="4374184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50</a:t>
            </a:r>
            <a:endParaRPr lang="en-US" dirty="0"/>
          </a:p>
        </p:txBody>
      </p:sp>
      <p:sp>
        <p:nvSpPr>
          <p:cNvPr id="11590" name="Rectangle 4"/>
          <p:cNvSpPr>
            <a:spLocks noChangeArrowheads="1"/>
          </p:cNvSpPr>
          <p:nvPr/>
        </p:nvSpPr>
        <p:spPr bwMode="auto">
          <a:xfrm>
            <a:off x="878255" y="4915649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91" name="TextBox 3"/>
          <p:cNvSpPr txBox="1"/>
          <p:nvPr/>
        </p:nvSpPr>
        <p:spPr>
          <a:xfrm>
            <a:off x="827455" y="488684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8470910</a:t>
            </a:r>
            <a:endParaRPr lang="en-US" dirty="0"/>
          </a:p>
        </p:txBody>
      </p:sp>
      <p:sp>
        <p:nvSpPr>
          <p:cNvPr id="11592" name="Rectangle 4"/>
          <p:cNvSpPr>
            <a:spLocks noChangeArrowheads="1"/>
          </p:cNvSpPr>
          <p:nvPr/>
        </p:nvSpPr>
        <p:spPr bwMode="auto">
          <a:xfrm>
            <a:off x="1365758" y="4915649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93" name="TextBox 3"/>
          <p:cNvSpPr txBox="1"/>
          <p:nvPr/>
        </p:nvSpPr>
        <p:spPr>
          <a:xfrm>
            <a:off x="1314958" y="488684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1594" name="TextBox 3"/>
          <p:cNvSpPr txBox="1"/>
          <p:nvPr/>
        </p:nvSpPr>
        <p:spPr>
          <a:xfrm>
            <a:off x="1314958" y="5004295"/>
            <a:ext cx="8723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Executive Vice </a:t>
            </a:r>
            <a:endParaRPr lang="en-US" dirty="0"/>
          </a:p>
        </p:txBody>
      </p:sp>
      <p:sp>
        <p:nvSpPr>
          <p:cNvPr id="11595" name="TextBox 3"/>
          <p:cNvSpPr txBox="1"/>
          <p:nvPr/>
        </p:nvSpPr>
        <p:spPr>
          <a:xfrm>
            <a:off x="1314958" y="5121745"/>
            <a:ext cx="635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President </a:t>
            </a:r>
            <a:endParaRPr lang="en-US" dirty="0"/>
          </a:p>
        </p:txBody>
      </p:sp>
      <p:sp>
        <p:nvSpPr>
          <p:cNvPr id="11596" name="TextBox 3"/>
          <p:cNvSpPr txBox="1"/>
          <p:nvPr/>
        </p:nvSpPr>
        <p:spPr>
          <a:xfrm>
            <a:off x="1314958" y="5239194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1597" name="Rectangle 4"/>
          <p:cNvSpPr>
            <a:spLocks noChangeArrowheads="1"/>
          </p:cNvSpPr>
          <p:nvPr/>
        </p:nvSpPr>
        <p:spPr bwMode="auto">
          <a:xfrm>
            <a:off x="2163546" y="4915649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598" name="TextBox 3"/>
          <p:cNvSpPr txBox="1"/>
          <p:nvPr/>
        </p:nvSpPr>
        <p:spPr>
          <a:xfrm>
            <a:off x="2112746" y="488684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412511</a:t>
            </a:r>
            <a:endParaRPr lang="en-US" dirty="0"/>
          </a:p>
        </p:txBody>
      </p:sp>
      <p:sp>
        <p:nvSpPr>
          <p:cNvPr id="11599" name="Rectangle 4"/>
          <p:cNvSpPr>
            <a:spLocks noChangeArrowheads="1"/>
          </p:cNvSpPr>
          <p:nvPr/>
        </p:nvSpPr>
        <p:spPr bwMode="auto">
          <a:xfrm>
            <a:off x="2622702" y="4915649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00" name="TextBox 3"/>
          <p:cNvSpPr txBox="1"/>
          <p:nvPr/>
        </p:nvSpPr>
        <p:spPr>
          <a:xfrm>
            <a:off x="2571902" y="4886845"/>
            <a:ext cx="798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Consolidated </a:t>
            </a:r>
            <a:endParaRPr lang="en-US" dirty="0"/>
          </a:p>
        </p:txBody>
      </p:sp>
      <p:sp>
        <p:nvSpPr>
          <p:cNvPr id="11601" name="TextBox 3"/>
          <p:cNvSpPr txBox="1"/>
          <p:nvPr/>
        </p:nvSpPr>
        <p:spPr>
          <a:xfrm>
            <a:off x="2571902" y="5004295"/>
            <a:ext cx="1081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allowances: Emirati </a:t>
            </a:r>
            <a:endParaRPr lang="en-US" dirty="0"/>
          </a:p>
        </p:txBody>
      </p:sp>
      <p:sp>
        <p:nvSpPr>
          <p:cNvPr id="11602" name="TextBox 3"/>
          <p:cNvSpPr txBox="1"/>
          <p:nvPr/>
        </p:nvSpPr>
        <p:spPr>
          <a:xfrm>
            <a:off x="2571902" y="5121745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11603" name="Rectangle 4"/>
          <p:cNvSpPr>
            <a:spLocks noChangeArrowheads="1"/>
          </p:cNvSpPr>
          <p:nvPr/>
        </p:nvSpPr>
        <p:spPr bwMode="auto">
          <a:xfrm>
            <a:off x="3680282" y="4915649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04" name="TextBox 3"/>
          <p:cNvSpPr txBox="1"/>
          <p:nvPr/>
        </p:nvSpPr>
        <p:spPr>
          <a:xfrm>
            <a:off x="3629482" y="488684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847.8470910.1.412511.000000.847001.100178</a:t>
            </a:r>
            <a:endParaRPr lang="en-US" dirty="0"/>
          </a:p>
        </p:txBody>
      </p:sp>
      <p:sp>
        <p:nvSpPr>
          <p:cNvPr id="11605" name="Rectangle 4"/>
          <p:cNvSpPr>
            <a:spLocks noChangeArrowheads="1"/>
          </p:cNvSpPr>
          <p:nvPr/>
        </p:nvSpPr>
        <p:spPr bwMode="auto">
          <a:xfrm>
            <a:off x="5918962" y="491564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06" name="TextBox 3"/>
          <p:cNvSpPr txBox="1"/>
          <p:nvPr/>
        </p:nvSpPr>
        <p:spPr>
          <a:xfrm>
            <a:off x="6128715" y="488684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48,000</a:t>
            </a:r>
            <a:endParaRPr lang="en-US" dirty="0"/>
          </a:p>
        </p:txBody>
      </p:sp>
      <p:sp>
        <p:nvSpPr>
          <p:cNvPr id="11607" name="Rectangle 4"/>
          <p:cNvSpPr>
            <a:spLocks noChangeArrowheads="1"/>
          </p:cNvSpPr>
          <p:nvPr/>
        </p:nvSpPr>
        <p:spPr bwMode="auto">
          <a:xfrm>
            <a:off x="6566408" y="491564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08" name="TextBox 3"/>
          <p:cNvSpPr txBox="1"/>
          <p:nvPr/>
        </p:nvSpPr>
        <p:spPr>
          <a:xfrm>
            <a:off x="6776161" y="488684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76,000</a:t>
            </a:r>
            <a:endParaRPr lang="en-US" dirty="0"/>
          </a:p>
        </p:txBody>
      </p:sp>
      <p:sp>
        <p:nvSpPr>
          <p:cNvPr id="11609" name="Rectangle 4"/>
          <p:cNvSpPr>
            <a:spLocks noChangeArrowheads="1"/>
          </p:cNvSpPr>
          <p:nvPr/>
        </p:nvSpPr>
        <p:spPr bwMode="auto">
          <a:xfrm>
            <a:off x="7213854" y="491564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10" name="TextBox 3"/>
          <p:cNvSpPr txBox="1"/>
          <p:nvPr/>
        </p:nvSpPr>
        <p:spPr>
          <a:xfrm>
            <a:off x="7423607" y="488684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75,800</a:t>
            </a:r>
            <a:endParaRPr lang="en-US" dirty="0"/>
          </a:p>
        </p:txBody>
      </p:sp>
      <p:sp>
        <p:nvSpPr>
          <p:cNvPr id="11611" name="Rectangle 4"/>
          <p:cNvSpPr>
            <a:spLocks noChangeArrowheads="1"/>
          </p:cNvSpPr>
          <p:nvPr/>
        </p:nvSpPr>
        <p:spPr bwMode="auto">
          <a:xfrm>
            <a:off x="7861300" y="4915649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12" name="Rectangle 4"/>
          <p:cNvSpPr>
            <a:spLocks noChangeArrowheads="1"/>
          </p:cNvSpPr>
          <p:nvPr/>
        </p:nvSpPr>
        <p:spPr bwMode="auto">
          <a:xfrm>
            <a:off x="8094497" y="4915649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13" name="Rectangle 4"/>
          <p:cNvSpPr>
            <a:spLocks noChangeArrowheads="1"/>
          </p:cNvSpPr>
          <p:nvPr/>
        </p:nvSpPr>
        <p:spPr bwMode="auto">
          <a:xfrm>
            <a:off x="8333384" y="4915649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14" name="TextBox 3"/>
          <p:cNvSpPr txBox="1"/>
          <p:nvPr/>
        </p:nvSpPr>
        <p:spPr>
          <a:xfrm>
            <a:off x="8538006" y="4886845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200</a:t>
            </a:r>
            <a:endParaRPr lang="en-US" dirty="0"/>
          </a:p>
        </p:txBody>
      </p:sp>
      <p:sp>
        <p:nvSpPr>
          <p:cNvPr id="11615" name="Rectangle 4"/>
          <p:cNvSpPr>
            <a:spLocks noChangeArrowheads="1"/>
          </p:cNvSpPr>
          <p:nvPr/>
        </p:nvSpPr>
        <p:spPr bwMode="auto">
          <a:xfrm>
            <a:off x="878255" y="5428310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16" name="TextBox 3"/>
          <p:cNvSpPr txBox="1"/>
          <p:nvPr/>
        </p:nvSpPr>
        <p:spPr>
          <a:xfrm>
            <a:off x="827455" y="539950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8470910</a:t>
            </a:r>
            <a:endParaRPr lang="en-US" dirty="0"/>
          </a:p>
        </p:txBody>
      </p:sp>
      <p:sp>
        <p:nvSpPr>
          <p:cNvPr id="11617" name="Rectangle 4"/>
          <p:cNvSpPr>
            <a:spLocks noChangeArrowheads="1"/>
          </p:cNvSpPr>
          <p:nvPr/>
        </p:nvSpPr>
        <p:spPr bwMode="auto">
          <a:xfrm>
            <a:off x="1365758" y="5428310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18" name="TextBox 3"/>
          <p:cNvSpPr txBox="1"/>
          <p:nvPr/>
        </p:nvSpPr>
        <p:spPr>
          <a:xfrm>
            <a:off x="1314958" y="5399506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1619" name="TextBox 3"/>
          <p:cNvSpPr txBox="1"/>
          <p:nvPr/>
        </p:nvSpPr>
        <p:spPr>
          <a:xfrm>
            <a:off x="1314958" y="5516956"/>
            <a:ext cx="8723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Executive Vice </a:t>
            </a:r>
            <a:endParaRPr lang="en-US" dirty="0"/>
          </a:p>
        </p:txBody>
      </p:sp>
      <p:sp>
        <p:nvSpPr>
          <p:cNvPr id="11620" name="TextBox 3"/>
          <p:cNvSpPr txBox="1"/>
          <p:nvPr/>
        </p:nvSpPr>
        <p:spPr>
          <a:xfrm>
            <a:off x="1314958" y="5634405"/>
            <a:ext cx="635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President </a:t>
            </a:r>
            <a:endParaRPr lang="en-US" dirty="0"/>
          </a:p>
        </p:txBody>
      </p:sp>
      <p:sp>
        <p:nvSpPr>
          <p:cNvPr id="11621" name="TextBox 3"/>
          <p:cNvSpPr txBox="1"/>
          <p:nvPr/>
        </p:nvSpPr>
        <p:spPr>
          <a:xfrm>
            <a:off x="1314958" y="5751855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1622" name="Rectangle 4"/>
          <p:cNvSpPr>
            <a:spLocks noChangeArrowheads="1"/>
          </p:cNvSpPr>
          <p:nvPr/>
        </p:nvSpPr>
        <p:spPr bwMode="auto">
          <a:xfrm>
            <a:off x="2163546" y="5428310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23" name="TextBox 3"/>
          <p:cNvSpPr txBox="1"/>
          <p:nvPr/>
        </p:nvSpPr>
        <p:spPr>
          <a:xfrm>
            <a:off x="2112746" y="539950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11624" name="Rectangle 4"/>
          <p:cNvSpPr>
            <a:spLocks noChangeArrowheads="1"/>
          </p:cNvSpPr>
          <p:nvPr/>
        </p:nvSpPr>
        <p:spPr bwMode="auto">
          <a:xfrm>
            <a:off x="2622702" y="5428310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25" name="TextBox 3"/>
          <p:cNvSpPr txBox="1"/>
          <p:nvPr/>
        </p:nvSpPr>
        <p:spPr>
          <a:xfrm>
            <a:off x="2571902" y="5399506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11626" name="Rectangle 4"/>
          <p:cNvSpPr>
            <a:spLocks noChangeArrowheads="1"/>
          </p:cNvSpPr>
          <p:nvPr/>
        </p:nvSpPr>
        <p:spPr bwMode="auto">
          <a:xfrm>
            <a:off x="3680282" y="5428310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27" name="TextBox 3"/>
          <p:cNvSpPr txBox="1"/>
          <p:nvPr/>
        </p:nvSpPr>
        <p:spPr>
          <a:xfrm>
            <a:off x="3629482" y="539950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847.8470910.1.412523.000000.847001.100178</a:t>
            </a:r>
            <a:endParaRPr lang="en-US" dirty="0"/>
          </a:p>
        </p:txBody>
      </p:sp>
      <p:sp>
        <p:nvSpPr>
          <p:cNvPr id="11628" name="Rectangle 4"/>
          <p:cNvSpPr>
            <a:spLocks noChangeArrowheads="1"/>
          </p:cNvSpPr>
          <p:nvPr/>
        </p:nvSpPr>
        <p:spPr bwMode="auto">
          <a:xfrm>
            <a:off x="5918962" y="542831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29" name="TextBox 3"/>
          <p:cNvSpPr txBox="1"/>
          <p:nvPr/>
        </p:nvSpPr>
        <p:spPr>
          <a:xfrm>
            <a:off x="6382918" y="539950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1630" name="Rectangle 4"/>
          <p:cNvSpPr>
            <a:spLocks noChangeArrowheads="1"/>
          </p:cNvSpPr>
          <p:nvPr/>
        </p:nvSpPr>
        <p:spPr bwMode="auto">
          <a:xfrm>
            <a:off x="6566408" y="542831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31" name="TextBox 3"/>
          <p:cNvSpPr txBox="1"/>
          <p:nvPr/>
        </p:nvSpPr>
        <p:spPr>
          <a:xfrm>
            <a:off x="6832651" y="5399506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5,800</a:t>
            </a:r>
            <a:endParaRPr lang="en-US" dirty="0"/>
          </a:p>
        </p:txBody>
      </p:sp>
      <p:sp>
        <p:nvSpPr>
          <p:cNvPr id="11632" name="Rectangle 4"/>
          <p:cNvSpPr>
            <a:spLocks noChangeArrowheads="1"/>
          </p:cNvSpPr>
          <p:nvPr/>
        </p:nvSpPr>
        <p:spPr bwMode="auto">
          <a:xfrm>
            <a:off x="7213854" y="542831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33" name="TextBox 3"/>
          <p:cNvSpPr txBox="1"/>
          <p:nvPr/>
        </p:nvSpPr>
        <p:spPr>
          <a:xfrm>
            <a:off x="7480096" y="5399506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5,400</a:t>
            </a:r>
            <a:endParaRPr lang="en-US" dirty="0"/>
          </a:p>
        </p:txBody>
      </p:sp>
      <p:sp>
        <p:nvSpPr>
          <p:cNvPr id="11634" name="Rectangle 4"/>
          <p:cNvSpPr>
            <a:spLocks noChangeArrowheads="1"/>
          </p:cNvSpPr>
          <p:nvPr/>
        </p:nvSpPr>
        <p:spPr bwMode="auto">
          <a:xfrm>
            <a:off x="7861300" y="5428310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35" name="Rectangle 4"/>
          <p:cNvSpPr>
            <a:spLocks noChangeArrowheads="1"/>
          </p:cNvSpPr>
          <p:nvPr/>
        </p:nvSpPr>
        <p:spPr bwMode="auto">
          <a:xfrm>
            <a:off x="8094497" y="5428310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36" name="Rectangle 4"/>
          <p:cNvSpPr>
            <a:spLocks noChangeArrowheads="1"/>
          </p:cNvSpPr>
          <p:nvPr/>
        </p:nvSpPr>
        <p:spPr bwMode="auto">
          <a:xfrm>
            <a:off x="8333384" y="5428310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37" name="TextBox 3"/>
          <p:cNvSpPr txBox="1"/>
          <p:nvPr/>
        </p:nvSpPr>
        <p:spPr>
          <a:xfrm>
            <a:off x="8538006" y="5399506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400</a:t>
            </a:r>
            <a:endParaRPr lang="en-US" dirty="0"/>
          </a:p>
        </p:txBody>
      </p:sp>
      <p:sp>
        <p:nvSpPr>
          <p:cNvPr id="11638" name="Rectangle 4"/>
          <p:cNvSpPr>
            <a:spLocks noChangeArrowheads="1"/>
          </p:cNvSpPr>
          <p:nvPr/>
        </p:nvSpPr>
        <p:spPr bwMode="auto">
          <a:xfrm>
            <a:off x="878255" y="5940971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39" name="TextBox 3"/>
          <p:cNvSpPr txBox="1"/>
          <p:nvPr/>
        </p:nvSpPr>
        <p:spPr>
          <a:xfrm>
            <a:off x="827455" y="591216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8470910</a:t>
            </a:r>
            <a:endParaRPr lang="en-US" dirty="0"/>
          </a:p>
        </p:txBody>
      </p:sp>
      <p:sp>
        <p:nvSpPr>
          <p:cNvPr id="11640" name="Rectangle 4"/>
          <p:cNvSpPr>
            <a:spLocks noChangeArrowheads="1"/>
          </p:cNvSpPr>
          <p:nvPr/>
        </p:nvSpPr>
        <p:spPr bwMode="auto">
          <a:xfrm>
            <a:off x="1365758" y="5940971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41" name="TextBox 3"/>
          <p:cNvSpPr txBox="1"/>
          <p:nvPr/>
        </p:nvSpPr>
        <p:spPr>
          <a:xfrm>
            <a:off x="1314958" y="5912167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1642" name="TextBox 3"/>
          <p:cNvSpPr txBox="1"/>
          <p:nvPr/>
        </p:nvSpPr>
        <p:spPr>
          <a:xfrm>
            <a:off x="1314958" y="6029616"/>
            <a:ext cx="8723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Executive Vice </a:t>
            </a:r>
            <a:endParaRPr lang="en-US" dirty="0"/>
          </a:p>
        </p:txBody>
      </p:sp>
      <p:sp>
        <p:nvSpPr>
          <p:cNvPr id="11643" name="TextBox 3"/>
          <p:cNvSpPr txBox="1"/>
          <p:nvPr/>
        </p:nvSpPr>
        <p:spPr>
          <a:xfrm>
            <a:off x="1314958" y="6147066"/>
            <a:ext cx="635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President </a:t>
            </a:r>
            <a:endParaRPr lang="en-US" dirty="0"/>
          </a:p>
        </p:txBody>
      </p:sp>
      <p:sp>
        <p:nvSpPr>
          <p:cNvPr id="11644" name="TextBox 3"/>
          <p:cNvSpPr txBox="1"/>
          <p:nvPr/>
        </p:nvSpPr>
        <p:spPr>
          <a:xfrm>
            <a:off x="1314958" y="6264516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1645" name="Rectangle 4"/>
          <p:cNvSpPr>
            <a:spLocks noChangeArrowheads="1"/>
          </p:cNvSpPr>
          <p:nvPr/>
        </p:nvSpPr>
        <p:spPr bwMode="auto">
          <a:xfrm>
            <a:off x="2163546" y="5940971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46" name="TextBox 3"/>
          <p:cNvSpPr txBox="1"/>
          <p:nvPr/>
        </p:nvSpPr>
        <p:spPr>
          <a:xfrm>
            <a:off x="2112746" y="591216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412526</a:t>
            </a:r>
            <a:endParaRPr lang="en-US" dirty="0"/>
          </a:p>
        </p:txBody>
      </p:sp>
      <p:sp>
        <p:nvSpPr>
          <p:cNvPr id="11647" name="Rectangle 4"/>
          <p:cNvSpPr>
            <a:spLocks noChangeArrowheads="1"/>
          </p:cNvSpPr>
          <p:nvPr/>
        </p:nvSpPr>
        <p:spPr bwMode="auto">
          <a:xfrm>
            <a:off x="2622702" y="5940971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48" name="TextBox 3"/>
          <p:cNvSpPr txBox="1"/>
          <p:nvPr/>
        </p:nvSpPr>
        <p:spPr>
          <a:xfrm>
            <a:off x="2571902" y="5912167"/>
            <a:ext cx="10304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Housing allowance</a:t>
            </a:r>
            <a:endParaRPr lang="en-US" dirty="0"/>
          </a:p>
        </p:txBody>
      </p:sp>
      <p:sp>
        <p:nvSpPr>
          <p:cNvPr id="11649" name="Rectangle 4"/>
          <p:cNvSpPr>
            <a:spLocks noChangeArrowheads="1"/>
          </p:cNvSpPr>
          <p:nvPr/>
        </p:nvSpPr>
        <p:spPr bwMode="auto">
          <a:xfrm>
            <a:off x="3680282" y="5940971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50" name="TextBox 3"/>
          <p:cNvSpPr txBox="1"/>
          <p:nvPr/>
        </p:nvSpPr>
        <p:spPr>
          <a:xfrm>
            <a:off x="3629482" y="591216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847.8470910.1.412526.000000.847001.100178</a:t>
            </a:r>
            <a:endParaRPr lang="en-US" dirty="0"/>
          </a:p>
        </p:txBody>
      </p:sp>
      <p:sp>
        <p:nvSpPr>
          <p:cNvPr id="11651" name="Rectangle 4"/>
          <p:cNvSpPr>
            <a:spLocks noChangeArrowheads="1"/>
          </p:cNvSpPr>
          <p:nvPr/>
        </p:nvSpPr>
        <p:spPr bwMode="auto">
          <a:xfrm>
            <a:off x="5918962" y="5940971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52" name="TextBox 3"/>
          <p:cNvSpPr txBox="1"/>
          <p:nvPr/>
        </p:nvSpPr>
        <p:spPr>
          <a:xfrm>
            <a:off x="6072225" y="591216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175,992</a:t>
            </a:r>
            <a:endParaRPr lang="en-US" dirty="0"/>
          </a:p>
        </p:txBody>
      </p:sp>
      <p:sp>
        <p:nvSpPr>
          <p:cNvPr id="11653" name="Rectangle 4"/>
          <p:cNvSpPr>
            <a:spLocks noChangeArrowheads="1"/>
          </p:cNvSpPr>
          <p:nvPr/>
        </p:nvSpPr>
        <p:spPr bwMode="auto">
          <a:xfrm>
            <a:off x="6566408" y="5940971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54" name="TextBox 3"/>
          <p:cNvSpPr txBox="1"/>
          <p:nvPr/>
        </p:nvSpPr>
        <p:spPr>
          <a:xfrm>
            <a:off x="6719671" y="591216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256,661</a:t>
            </a:r>
            <a:endParaRPr lang="en-US" dirty="0"/>
          </a:p>
        </p:txBody>
      </p:sp>
      <p:sp>
        <p:nvSpPr>
          <p:cNvPr id="11655" name="Rectangle 4"/>
          <p:cNvSpPr>
            <a:spLocks noChangeArrowheads="1"/>
          </p:cNvSpPr>
          <p:nvPr/>
        </p:nvSpPr>
        <p:spPr bwMode="auto">
          <a:xfrm>
            <a:off x="7213854" y="5940971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56" name="TextBox 3"/>
          <p:cNvSpPr txBox="1"/>
          <p:nvPr/>
        </p:nvSpPr>
        <p:spPr>
          <a:xfrm>
            <a:off x="7367118" y="591216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256,660</a:t>
            </a:r>
            <a:endParaRPr lang="en-US" dirty="0"/>
          </a:p>
        </p:txBody>
      </p:sp>
      <p:sp>
        <p:nvSpPr>
          <p:cNvPr id="11657" name="Rectangle 4"/>
          <p:cNvSpPr>
            <a:spLocks noChangeArrowheads="1"/>
          </p:cNvSpPr>
          <p:nvPr/>
        </p:nvSpPr>
        <p:spPr bwMode="auto">
          <a:xfrm>
            <a:off x="7861300" y="5940971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58" name="Rectangle 4"/>
          <p:cNvSpPr>
            <a:spLocks noChangeArrowheads="1"/>
          </p:cNvSpPr>
          <p:nvPr/>
        </p:nvSpPr>
        <p:spPr bwMode="auto">
          <a:xfrm>
            <a:off x="8094497" y="5940971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59" name="Rectangle 4"/>
          <p:cNvSpPr>
            <a:spLocks noChangeArrowheads="1"/>
          </p:cNvSpPr>
          <p:nvPr/>
        </p:nvSpPr>
        <p:spPr bwMode="auto">
          <a:xfrm>
            <a:off x="8333384" y="5940971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60" name="TextBox 3"/>
          <p:cNvSpPr txBox="1"/>
          <p:nvPr/>
        </p:nvSpPr>
        <p:spPr>
          <a:xfrm>
            <a:off x="8650986" y="591216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1661" name="Rectangle 4"/>
          <p:cNvSpPr>
            <a:spLocks noChangeArrowheads="1"/>
          </p:cNvSpPr>
          <p:nvPr/>
        </p:nvSpPr>
        <p:spPr bwMode="auto">
          <a:xfrm>
            <a:off x="878255" y="6453632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62" name="TextBox 3"/>
          <p:cNvSpPr txBox="1"/>
          <p:nvPr/>
        </p:nvSpPr>
        <p:spPr>
          <a:xfrm>
            <a:off x="827455" y="642482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8470910</a:t>
            </a:r>
            <a:endParaRPr lang="en-US" dirty="0"/>
          </a:p>
        </p:txBody>
      </p:sp>
      <p:sp>
        <p:nvSpPr>
          <p:cNvPr id="11663" name="Rectangle 4"/>
          <p:cNvSpPr>
            <a:spLocks noChangeArrowheads="1"/>
          </p:cNvSpPr>
          <p:nvPr/>
        </p:nvSpPr>
        <p:spPr bwMode="auto">
          <a:xfrm>
            <a:off x="1365758" y="6453632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64" name="TextBox 3"/>
          <p:cNvSpPr txBox="1"/>
          <p:nvPr/>
        </p:nvSpPr>
        <p:spPr>
          <a:xfrm>
            <a:off x="1314958" y="6424828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1665" name="TextBox 3"/>
          <p:cNvSpPr txBox="1"/>
          <p:nvPr/>
        </p:nvSpPr>
        <p:spPr>
          <a:xfrm>
            <a:off x="1314958" y="6542278"/>
            <a:ext cx="8723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Executive Vice </a:t>
            </a:r>
            <a:endParaRPr lang="en-US" dirty="0"/>
          </a:p>
        </p:txBody>
      </p:sp>
      <p:sp>
        <p:nvSpPr>
          <p:cNvPr id="11666" name="TextBox 3"/>
          <p:cNvSpPr txBox="1"/>
          <p:nvPr/>
        </p:nvSpPr>
        <p:spPr>
          <a:xfrm>
            <a:off x="1314958" y="6659728"/>
            <a:ext cx="635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President </a:t>
            </a:r>
            <a:endParaRPr lang="en-US" dirty="0"/>
          </a:p>
        </p:txBody>
      </p:sp>
      <p:sp>
        <p:nvSpPr>
          <p:cNvPr id="11667" name="TextBox 3"/>
          <p:cNvSpPr txBox="1"/>
          <p:nvPr/>
        </p:nvSpPr>
        <p:spPr>
          <a:xfrm>
            <a:off x="1314958" y="6777177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1668" name="Rectangle 4"/>
          <p:cNvSpPr>
            <a:spLocks noChangeArrowheads="1"/>
          </p:cNvSpPr>
          <p:nvPr/>
        </p:nvSpPr>
        <p:spPr bwMode="auto">
          <a:xfrm>
            <a:off x="2163546" y="6453632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69" name="TextBox 3"/>
          <p:cNvSpPr txBox="1"/>
          <p:nvPr/>
        </p:nvSpPr>
        <p:spPr>
          <a:xfrm>
            <a:off x="2112746" y="642482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11670" name="Rectangle 4"/>
          <p:cNvSpPr>
            <a:spLocks noChangeArrowheads="1"/>
          </p:cNvSpPr>
          <p:nvPr/>
        </p:nvSpPr>
        <p:spPr bwMode="auto">
          <a:xfrm>
            <a:off x="2622702" y="6453632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71" name="TextBox 3"/>
          <p:cNvSpPr txBox="1"/>
          <p:nvPr/>
        </p:nvSpPr>
        <p:spPr>
          <a:xfrm>
            <a:off x="2571902" y="6424828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11672" name="Rectangle 4"/>
          <p:cNvSpPr>
            <a:spLocks noChangeArrowheads="1"/>
          </p:cNvSpPr>
          <p:nvPr/>
        </p:nvSpPr>
        <p:spPr bwMode="auto">
          <a:xfrm>
            <a:off x="3680282" y="6453632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73" name="TextBox 3"/>
          <p:cNvSpPr txBox="1"/>
          <p:nvPr/>
        </p:nvSpPr>
        <p:spPr>
          <a:xfrm>
            <a:off x="3629482" y="642482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847.8470910.1.412546.000000.847001.100178</a:t>
            </a:r>
            <a:endParaRPr lang="en-US" dirty="0"/>
          </a:p>
        </p:txBody>
      </p:sp>
      <p:sp>
        <p:nvSpPr>
          <p:cNvPr id="11674" name="Rectangle 4"/>
          <p:cNvSpPr>
            <a:spLocks noChangeArrowheads="1"/>
          </p:cNvSpPr>
          <p:nvPr/>
        </p:nvSpPr>
        <p:spPr bwMode="auto">
          <a:xfrm>
            <a:off x="5918962" y="645363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75" name="TextBox 3"/>
          <p:cNvSpPr txBox="1"/>
          <p:nvPr/>
        </p:nvSpPr>
        <p:spPr>
          <a:xfrm>
            <a:off x="6128715" y="642482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85,704</a:t>
            </a:r>
            <a:endParaRPr lang="en-US" dirty="0"/>
          </a:p>
        </p:txBody>
      </p:sp>
      <p:sp>
        <p:nvSpPr>
          <p:cNvPr id="11676" name="Rectangle 4"/>
          <p:cNvSpPr>
            <a:spLocks noChangeArrowheads="1"/>
          </p:cNvSpPr>
          <p:nvPr/>
        </p:nvSpPr>
        <p:spPr bwMode="auto">
          <a:xfrm>
            <a:off x="6566408" y="645363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77" name="TextBox 3"/>
          <p:cNvSpPr txBox="1"/>
          <p:nvPr/>
        </p:nvSpPr>
        <p:spPr>
          <a:xfrm>
            <a:off x="6776161" y="642482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85,704</a:t>
            </a:r>
            <a:endParaRPr lang="en-US" dirty="0"/>
          </a:p>
        </p:txBody>
      </p:sp>
      <p:sp>
        <p:nvSpPr>
          <p:cNvPr id="11678" name="Rectangle 4"/>
          <p:cNvSpPr>
            <a:spLocks noChangeArrowheads="1"/>
          </p:cNvSpPr>
          <p:nvPr/>
        </p:nvSpPr>
        <p:spPr bwMode="auto">
          <a:xfrm>
            <a:off x="7213854" y="645363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79" name="TextBox 3"/>
          <p:cNvSpPr txBox="1"/>
          <p:nvPr/>
        </p:nvSpPr>
        <p:spPr>
          <a:xfrm>
            <a:off x="7423607" y="642482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85,336</a:t>
            </a:r>
            <a:endParaRPr lang="en-US" dirty="0"/>
          </a:p>
        </p:txBody>
      </p:sp>
      <p:sp>
        <p:nvSpPr>
          <p:cNvPr id="11680" name="Rectangle 4"/>
          <p:cNvSpPr>
            <a:spLocks noChangeArrowheads="1"/>
          </p:cNvSpPr>
          <p:nvPr/>
        </p:nvSpPr>
        <p:spPr bwMode="auto">
          <a:xfrm>
            <a:off x="7861300" y="6453632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81" name="Rectangle 4"/>
          <p:cNvSpPr>
            <a:spLocks noChangeArrowheads="1"/>
          </p:cNvSpPr>
          <p:nvPr/>
        </p:nvSpPr>
        <p:spPr bwMode="auto">
          <a:xfrm>
            <a:off x="8094497" y="6453632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82" name="Rectangle 4"/>
          <p:cNvSpPr>
            <a:spLocks noChangeArrowheads="1"/>
          </p:cNvSpPr>
          <p:nvPr/>
        </p:nvSpPr>
        <p:spPr bwMode="auto">
          <a:xfrm>
            <a:off x="8333384" y="6453632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83" name="TextBox 3"/>
          <p:cNvSpPr txBox="1"/>
          <p:nvPr/>
        </p:nvSpPr>
        <p:spPr>
          <a:xfrm>
            <a:off x="8538006" y="6424828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368</a:t>
            </a:r>
            <a:endParaRPr lang="en-US" dirty="0"/>
          </a:p>
        </p:txBody>
      </p:sp>
      <p:sp>
        <p:nvSpPr>
          <p:cNvPr id="11684" name="Rectangle 4"/>
          <p:cNvSpPr>
            <a:spLocks noChangeArrowheads="1"/>
          </p:cNvSpPr>
          <p:nvPr/>
        </p:nvSpPr>
        <p:spPr bwMode="auto">
          <a:xfrm>
            <a:off x="878255" y="6966292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85" name="TextBox 3"/>
          <p:cNvSpPr txBox="1"/>
          <p:nvPr/>
        </p:nvSpPr>
        <p:spPr>
          <a:xfrm>
            <a:off x="827455" y="693748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8470910</a:t>
            </a:r>
            <a:endParaRPr lang="en-US" dirty="0"/>
          </a:p>
        </p:txBody>
      </p:sp>
      <p:sp>
        <p:nvSpPr>
          <p:cNvPr id="11686" name="Rectangle 4"/>
          <p:cNvSpPr>
            <a:spLocks noChangeArrowheads="1"/>
          </p:cNvSpPr>
          <p:nvPr/>
        </p:nvSpPr>
        <p:spPr bwMode="auto">
          <a:xfrm>
            <a:off x="1365758" y="6966292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87" name="TextBox 3"/>
          <p:cNvSpPr txBox="1"/>
          <p:nvPr/>
        </p:nvSpPr>
        <p:spPr>
          <a:xfrm>
            <a:off x="1314958" y="6937489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1688" name="TextBox 3"/>
          <p:cNvSpPr txBox="1"/>
          <p:nvPr/>
        </p:nvSpPr>
        <p:spPr>
          <a:xfrm>
            <a:off x="1314958" y="7054939"/>
            <a:ext cx="8723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Executive Vice </a:t>
            </a:r>
            <a:endParaRPr lang="en-US" dirty="0"/>
          </a:p>
        </p:txBody>
      </p:sp>
      <p:sp>
        <p:nvSpPr>
          <p:cNvPr id="11689" name="Rectangle 4"/>
          <p:cNvSpPr>
            <a:spLocks noChangeArrowheads="1"/>
          </p:cNvSpPr>
          <p:nvPr/>
        </p:nvSpPr>
        <p:spPr bwMode="auto">
          <a:xfrm>
            <a:off x="2163546" y="6966292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90" name="TextBox 3"/>
          <p:cNvSpPr txBox="1"/>
          <p:nvPr/>
        </p:nvSpPr>
        <p:spPr>
          <a:xfrm>
            <a:off x="2112746" y="693748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11691" name="Rectangle 4"/>
          <p:cNvSpPr>
            <a:spLocks noChangeArrowheads="1"/>
          </p:cNvSpPr>
          <p:nvPr/>
        </p:nvSpPr>
        <p:spPr bwMode="auto">
          <a:xfrm>
            <a:off x="2622702" y="6966292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92" name="TextBox 3"/>
          <p:cNvSpPr txBox="1"/>
          <p:nvPr/>
        </p:nvSpPr>
        <p:spPr>
          <a:xfrm>
            <a:off x="2571902" y="6937489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11693" name="TextBox 3"/>
          <p:cNvSpPr txBox="1"/>
          <p:nvPr/>
        </p:nvSpPr>
        <p:spPr>
          <a:xfrm>
            <a:off x="2571902" y="7054939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11694" name="Rectangle 4"/>
          <p:cNvSpPr>
            <a:spLocks noChangeArrowheads="1"/>
          </p:cNvSpPr>
          <p:nvPr/>
        </p:nvSpPr>
        <p:spPr bwMode="auto">
          <a:xfrm>
            <a:off x="3680282" y="6966292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95" name="TextBox 3"/>
          <p:cNvSpPr txBox="1"/>
          <p:nvPr/>
        </p:nvSpPr>
        <p:spPr>
          <a:xfrm>
            <a:off x="3629482" y="693748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847.8470910.1.415110.000000.847001.100178</a:t>
            </a:r>
            <a:endParaRPr lang="en-US" dirty="0"/>
          </a:p>
        </p:txBody>
      </p:sp>
      <p:sp>
        <p:nvSpPr>
          <p:cNvPr id="11696" name="Rectangle 4"/>
          <p:cNvSpPr>
            <a:spLocks noChangeArrowheads="1"/>
          </p:cNvSpPr>
          <p:nvPr/>
        </p:nvSpPr>
        <p:spPr bwMode="auto">
          <a:xfrm>
            <a:off x="5918962" y="696629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97" name="TextBox 3"/>
          <p:cNvSpPr txBox="1"/>
          <p:nvPr/>
        </p:nvSpPr>
        <p:spPr>
          <a:xfrm>
            <a:off x="6072225" y="693748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420,627</a:t>
            </a:r>
            <a:endParaRPr lang="en-US" dirty="0"/>
          </a:p>
        </p:txBody>
      </p:sp>
      <p:sp>
        <p:nvSpPr>
          <p:cNvPr id="11698" name="Rectangle 4"/>
          <p:cNvSpPr>
            <a:spLocks noChangeArrowheads="1"/>
          </p:cNvSpPr>
          <p:nvPr/>
        </p:nvSpPr>
        <p:spPr bwMode="auto">
          <a:xfrm>
            <a:off x="6566408" y="696629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699" name="TextBox 3"/>
          <p:cNvSpPr txBox="1"/>
          <p:nvPr/>
        </p:nvSpPr>
        <p:spPr>
          <a:xfrm>
            <a:off x="6719671" y="693748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438,547</a:t>
            </a:r>
            <a:endParaRPr lang="en-US" dirty="0"/>
          </a:p>
        </p:txBody>
      </p:sp>
      <p:sp>
        <p:nvSpPr>
          <p:cNvPr id="11700" name="Rectangle 4"/>
          <p:cNvSpPr>
            <a:spLocks noChangeArrowheads="1"/>
          </p:cNvSpPr>
          <p:nvPr/>
        </p:nvSpPr>
        <p:spPr bwMode="auto">
          <a:xfrm>
            <a:off x="7213854" y="696629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701" name="TextBox 3"/>
          <p:cNvSpPr txBox="1"/>
          <p:nvPr/>
        </p:nvSpPr>
        <p:spPr>
          <a:xfrm>
            <a:off x="7367118" y="693748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438,543</a:t>
            </a:r>
            <a:endParaRPr lang="en-US" dirty="0"/>
          </a:p>
        </p:txBody>
      </p:sp>
      <p:sp>
        <p:nvSpPr>
          <p:cNvPr id="11702" name="Rectangle 4"/>
          <p:cNvSpPr>
            <a:spLocks noChangeArrowheads="1"/>
          </p:cNvSpPr>
          <p:nvPr/>
        </p:nvSpPr>
        <p:spPr bwMode="auto">
          <a:xfrm>
            <a:off x="7861300" y="6966292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703" name="Rectangle 4"/>
          <p:cNvSpPr>
            <a:spLocks noChangeArrowheads="1"/>
          </p:cNvSpPr>
          <p:nvPr/>
        </p:nvSpPr>
        <p:spPr bwMode="auto">
          <a:xfrm>
            <a:off x="8094497" y="6966292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704" name="Rectangle 4"/>
          <p:cNvSpPr>
            <a:spLocks noChangeArrowheads="1"/>
          </p:cNvSpPr>
          <p:nvPr/>
        </p:nvSpPr>
        <p:spPr bwMode="auto">
          <a:xfrm>
            <a:off x="8333384" y="6966292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705" name="TextBox 3"/>
          <p:cNvSpPr txBox="1"/>
          <p:nvPr/>
        </p:nvSpPr>
        <p:spPr>
          <a:xfrm>
            <a:off x="8650986" y="693748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</a:t>
            </a:r>
            <a:endParaRPr lang="en-US" dirty="0"/>
          </a:p>
        </p:txBody>
      </p:sp>
      <p:sp>
        <p:nvSpPr>
          <p:cNvPr id="11706" name="Rectangle 4"/>
          <p:cNvSpPr>
            <a:spLocks noChangeArrowheads="1"/>
          </p:cNvSpPr>
          <p:nvPr/>
        </p:nvSpPr>
        <p:spPr bwMode="auto">
          <a:xfrm>
            <a:off x="466725" y="920673"/>
            <a:ext cx="6350" cy="6326556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1707" name="Rectangle 4"/>
          <p:cNvSpPr>
            <a:spLocks noChangeArrowheads="1"/>
          </p:cNvSpPr>
          <p:nvPr/>
        </p:nvSpPr>
        <p:spPr bwMode="auto">
          <a:xfrm>
            <a:off x="466725" y="7240879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1708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09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10" name="Rectangle 4"/>
          <p:cNvSpPr>
            <a:spLocks noChangeArrowheads="1"/>
          </p:cNvSpPr>
          <p:nvPr/>
        </p:nvSpPr>
        <p:spPr bwMode="auto">
          <a:xfrm>
            <a:off x="7213854" y="644886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11" name="Rectangle 4"/>
          <p:cNvSpPr>
            <a:spLocks noChangeArrowheads="1"/>
          </p:cNvSpPr>
          <p:nvPr/>
        </p:nvSpPr>
        <p:spPr bwMode="auto">
          <a:xfrm>
            <a:off x="878255" y="644886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12" name="Rectangle 4"/>
          <p:cNvSpPr>
            <a:spLocks noChangeArrowheads="1"/>
          </p:cNvSpPr>
          <p:nvPr/>
        </p:nvSpPr>
        <p:spPr bwMode="auto">
          <a:xfrm>
            <a:off x="7213854" y="281738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13" name="Rectangle 4"/>
          <p:cNvSpPr>
            <a:spLocks noChangeArrowheads="1"/>
          </p:cNvSpPr>
          <p:nvPr/>
        </p:nvSpPr>
        <p:spPr bwMode="auto">
          <a:xfrm>
            <a:off x="878255" y="281738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14" name="Rectangle 4"/>
          <p:cNvSpPr>
            <a:spLocks noChangeArrowheads="1"/>
          </p:cNvSpPr>
          <p:nvPr/>
        </p:nvSpPr>
        <p:spPr bwMode="auto">
          <a:xfrm>
            <a:off x="7213854" y="491088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15" name="Rectangle 4"/>
          <p:cNvSpPr>
            <a:spLocks noChangeArrowheads="1"/>
          </p:cNvSpPr>
          <p:nvPr/>
        </p:nvSpPr>
        <p:spPr bwMode="auto">
          <a:xfrm>
            <a:off x="878255" y="491088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16" name="Rectangle 4"/>
          <p:cNvSpPr>
            <a:spLocks noChangeArrowheads="1"/>
          </p:cNvSpPr>
          <p:nvPr/>
        </p:nvSpPr>
        <p:spPr bwMode="auto">
          <a:xfrm>
            <a:off x="7213854" y="119367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17" name="Rectangle 4"/>
          <p:cNvSpPr>
            <a:spLocks noChangeArrowheads="1"/>
          </p:cNvSpPr>
          <p:nvPr/>
        </p:nvSpPr>
        <p:spPr bwMode="auto">
          <a:xfrm>
            <a:off x="878255" y="119367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18" name="Rectangle 4"/>
          <p:cNvSpPr>
            <a:spLocks noChangeArrowheads="1"/>
          </p:cNvSpPr>
          <p:nvPr/>
        </p:nvSpPr>
        <p:spPr bwMode="auto">
          <a:xfrm>
            <a:off x="7213854" y="337290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19" name="Rectangle 4"/>
          <p:cNvSpPr>
            <a:spLocks noChangeArrowheads="1"/>
          </p:cNvSpPr>
          <p:nvPr/>
        </p:nvSpPr>
        <p:spPr bwMode="auto">
          <a:xfrm>
            <a:off x="878255" y="337290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20" name="Rectangle 4"/>
          <p:cNvSpPr>
            <a:spLocks noChangeArrowheads="1"/>
          </p:cNvSpPr>
          <p:nvPr/>
        </p:nvSpPr>
        <p:spPr bwMode="auto">
          <a:xfrm>
            <a:off x="7213854" y="593620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21" name="Rectangle 4"/>
          <p:cNvSpPr>
            <a:spLocks noChangeArrowheads="1"/>
          </p:cNvSpPr>
          <p:nvPr/>
        </p:nvSpPr>
        <p:spPr bwMode="auto">
          <a:xfrm>
            <a:off x="878255" y="593620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22" name="Rectangle 4"/>
          <p:cNvSpPr>
            <a:spLocks noChangeArrowheads="1"/>
          </p:cNvSpPr>
          <p:nvPr/>
        </p:nvSpPr>
        <p:spPr bwMode="auto">
          <a:xfrm>
            <a:off x="7213854" y="253961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23" name="Rectangle 4"/>
          <p:cNvSpPr>
            <a:spLocks noChangeArrowheads="1"/>
          </p:cNvSpPr>
          <p:nvPr/>
        </p:nvSpPr>
        <p:spPr bwMode="auto">
          <a:xfrm>
            <a:off x="878255" y="253961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24" name="Rectangle 4"/>
          <p:cNvSpPr>
            <a:spLocks noChangeArrowheads="1"/>
          </p:cNvSpPr>
          <p:nvPr/>
        </p:nvSpPr>
        <p:spPr bwMode="auto">
          <a:xfrm>
            <a:off x="7213854" y="723929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25" name="Rectangle 4"/>
          <p:cNvSpPr>
            <a:spLocks noChangeArrowheads="1"/>
          </p:cNvSpPr>
          <p:nvPr/>
        </p:nvSpPr>
        <p:spPr bwMode="auto">
          <a:xfrm>
            <a:off x="878255" y="723929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26" name="Rectangle 4"/>
          <p:cNvSpPr>
            <a:spLocks noChangeArrowheads="1"/>
          </p:cNvSpPr>
          <p:nvPr/>
        </p:nvSpPr>
        <p:spPr bwMode="auto">
          <a:xfrm>
            <a:off x="7213854" y="214440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27" name="Rectangle 4"/>
          <p:cNvSpPr>
            <a:spLocks noChangeArrowheads="1"/>
          </p:cNvSpPr>
          <p:nvPr/>
        </p:nvSpPr>
        <p:spPr bwMode="auto">
          <a:xfrm>
            <a:off x="878255" y="214440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28" name="Rectangle 4"/>
          <p:cNvSpPr>
            <a:spLocks noChangeArrowheads="1"/>
          </p:cNvSpPr>
          <p:nvPr/>
        </p:nvSpPr>
        <p:spPr bwMode="auto">
          <a:xfrm>
            <a:off x="7213854" y="147143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29" name="Rectangle 4"/>
          <p:cNvSpPr>
            <a:spLocks noChangeArrowheads="1"/>
          </p:cNvSpPr>
          <p:nvPr/>
        </p:nvSpPr>
        <p:spPr bwMode="auto">
          <a:xfrm>
            <a:off x="878255" y="147143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30" name="Rectangle 4"/>
          <p:cNvSpPr>
            <a:spLocks noChangeArrowheads="1"/>
          </p:cNvSpPr>
          <p:nvPr/>
        </p:nvSpPr>
        <p:spPr bwMode="auto">
          <a:xfrm>
            <a:off x="7213854" y="174919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31" name="Rectangle 4"/>
          <p:cNvSpPr>
            <a:spLocks noChangeArrowheads="1"/>
          </p:cNvSpPr>
          <p:nvPr/>
        </p:nvSpPr>
        <p:spPr bwMode="auto">
          <a:xfrm>
            <a:off x="878255" y="174919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32" name="Rectangle 4"/>
          <p:cNvSpPr>
            <a:spLocks noChangeArrowheads="1"/>
          </p:cNvSpPr>
          <p:nvPr/>
        </p:nvSpPr>
        <p:spPr bwMode="auto">
          <a:xfrm>
            <a:off x="7213854" y="439822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33" name="Rectangle 4"/>
          <p:cNvSpPr>
            <a:spLocks noChangeArrowheads="1"/>
          </p:cNvSpPr>
          <p:nvPr/>
        </p:nvSpPr>
        <p:spPr bwMode="auto">
          <a:xfrm>
            <a:off x="878255" y="439822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34" name="Rectangle 4"/>
          <p:cNvSpPr>
            <a:spLocks noChangeArrowheads="1"/>
          </p:cNvSpPr>
          <p:nvPr/>
        </p:nvSpPr>
        <p:spPr bwMode="auto">
          <a:xfrm>
            <a:off x="469900" y="7244054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35" name="Rectangle 4"/>
          <p:cNvSpPr>
            <a:spLocks noChangeArrowheads="1"/>
          </p:cNvSpPr>
          <p:nvPr/>
        </p:nvSpPr>
        <p:spPr bwMode="auto">
          <a:xfrm>
            <a:off x="7213854" y="309514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36" name="Rectangle 4"/>
          <p:cNvSpPr>
            <a:spLocks noChangeArrowheads="1"/>
          </p:cNvSpPr>
          <p:nvPr/>
        </p:nvSpPr>
        <p:spPr bwMode="auto">
          <a:xfrm>
            <a:off x="878255" y="309514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37" name="Rectangle 4"/>
          <p:cNvSpPr>
            <a:spLocks noChangeArrowheads="1"/>
          </p:cNvSpPr>
          <p:nvPr/>
        </p:nvSpPr>
        <p:spPr bwMode="auto">
          <a:xfrm>
            <a:off x="7213854" y="542354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38" name="Rectangle 4"/>
          <p:cNvSpPr>
            <a:spLocks noChangeArrowheads="1"/>
          </p:cNvSpPr>
          <p:nvPr/>
        </p:nvSpPr>
        <p:spPr bwMode="auto">
          <a:xfrm>
            <a:off x="878255" y="542354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39" name="Rectangle 4"/>
          <p:cNvSpPr>
            <a:spLocks noChangeArrowheads="1"/>
          </p:cNvSpPr>
          <p:nvPr/>
        </p:nvSpPr>
        <p:spPr bwMode="auto">
          <a:xfrm>
            <a:off x="7213854" y="696153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40" name="Rectangle 4"/>
          <p:cNvSpPr>
            <a:spLocks noChangeArrowheads="1"/>
          </p:cNvSpPr>
          <p:nvPr/>
        </p:nvSpPr>
        <p:spPr bwMode="auto">
          <a:xfrm>
            <a:off x="878255" y="696153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41" name="Rectangle 4"/>
          <p:cNvSpPr>
            <a:spLocks noChangeArrowheads="1"/>
          </p:cNvSpPr>
          <p:nvPr/>
        </p:nvSpPr>
        <p:spPr bwMode="auto">
          <a:xfrm>
            <a:off x="7213854" y="388556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42" name="Rectangle 4"/>
          <p:cNvSpPr>
            <a:spLocks noChangeArrowheads="1"/>
          </p:cNvSpPr>
          <p:nvPr/>
        </p:nvSpPr>
        <p:spPr bwMode="auto">
          <a:xfrm>
            <a:off x="878255" y="388556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43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44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5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746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11747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11748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749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11750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11751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1752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753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11754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11755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756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11757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1758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759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11760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761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11762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763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11764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1765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766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11767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1768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769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11770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11771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772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11773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774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11775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776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11777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11778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23765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779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780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781" name="TextBox 3"/>
          <p:cNvSpPr txBox="1"/>
          <p:nvPr/>
        </p:nvSpPr>
        <p:spPr>
          <a:xfrm>
            <a:off x="1314958" y="891870"/>
            <a:ext cx="635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President </a:t>
            </a:r>
            <a:endParaRPr lang="en-US" dirty="0"/>
          </a:p>
        </p:txBody>
      </p:sp>
      <p:sp>
        <p:nvSpPr>
          <p:cNvPr id="11782" name="TextBox 3"/>
          <p:cNvSpPr txBox="1"/>
          <p:nvPr/>
        </p:nvSpPr>
        <p:spPr>
          <a:xfrm>
            <a:off x="1314958" y="1009319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1783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784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785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786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787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788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789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790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791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792" name="Rectangle 4"/>
          <p:cNvSpPr>
            <a:spLocks noChangeArrowheads="1"/>
          </p:cNvSpPr>
          <p:nvPr/>
        </p:nvSpPr>
        <p:spPr bwMode="auto">
          <a:xfrm>
            <a:off x="878255" y="1198435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793" name="TextBox 3"/>
          <p:cNvSpPr txBox="1"/>
          <p:nvPr/>
        </p:nvSpPr>
        <p:spPr>
          <a:xfrm>
            <a:off x="827455" y="116963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8470910</a:t>
            </a:r>
            <a:endParaRPr lang="en-US" dirty="0"/>
          </a:p>
        </p:txBody>
      </p:sp>
      <p:sp>
        <p:nvSpPr>
          <p:cNvPr id="11794" name="TextBox 3"/>
          <p:cNvSpPr txBox="1"/>
          <p:nvPr/>
        </p:nvSpPr>
        <p:spPr>
          <a:xfrm>
            <a:off x="827455" y="1287081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1795" name="Rectangle 4"/>
          <p:cNvSpPr>
            <a:spLocks noChangeArrowheads="1"/>
          </p:cNvSpPr>
          <p:nvPr/>
        </p:nvSpPr>
        <p:spPr bwMode="auto">
          <a:xfrm>
            <a:off x="1365758" y="1198435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796" name="Rectangle 4"/>
          <p:cNvSpPr>
            <a:spLocks noChangeArrowheads="1"/>
          </p:cNvSpPr>
          <p:nvPr/>
        </p:nvSpPr>
        <p:spPr bwMode="auto">
          <a:xfrm>
            <a:off x="2163546" y="1198435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797" name="Rectangle 4"/>
          <p:cNvSpPr>
            <a:spLocks noChangeArrowheads="1"/>
          </p:cNvSpPr>
          <p:nvPr/>
        </p:nvSpPr>
        <p:spPr bwMode="auto">
          <a:xfrm>
            <a:off x="2622702" y="1198435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798" name="Rectangle 4"/>
          <p:cNvSpPr>
            <a:spLocks noChangeArrowheads="1"/>
          </p:cNvSpPr>
          <p:nvPr/>
        </p:nvSpPr>
        <p:spPr bwMode="auto">
          <a:xfrm>
            <a:off x="3680282" y="1198435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799" name="Rectangle 4"/>
          <p:cNvSpPr>
            <a:spLocks noChangeArrowheads="1"/>
          </p:cNvSpPr>
          <p:nvPr/>
        </p:nvSpPr>
        <p:spPr bwMode="auto">
          <a:xfrm>
            <a:off x="5918962" y="1198435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800" name="TextBox 3"/>
          <p:cNvSpPr txBox="1"/>
          <p:nvPr/>
        </p:nvSpPr>
        <p:spPr>
          <a:xfrm>
            <a:off x="5987491" y="116963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3,480,601</a:t>
            </a:r>
            <a:endParaRPr lang="en-US" dirty="0"/>
          </a:p>
        </p:txBody>
      </p:sp>
      <p:sp>
        <p:nvSpPr>
          <p:cNvPr id="11801" name="Rectangle 4"/>
          <p:cNvSpPr>
            <a:spLocks noChangeArrowheads="1"/>
          </p:cNvSpPr>
          <p:nvPr/>
        </p:nvSpPr>
        <p:spPr bwMode="auto">
          <a:xfrm>
            <a:off x="6566408" y="1198435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802" name="TextBox 3"/>
          <p:cNvSpPr txBox="1"/>
          <p:nvPr/>
        </p:nvSpPr>
        <p:spPr>
          <a:xfrm>
            <a:off x="6634937" y="116963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4,037,870</a:t>
            </a:r>
            <a:endParaRPr lang="en-US" dirty="0"/>
          </a:p>
        </p:txBody>
      </p:sp>
      <p:sp>
        <p:nvSpPr>
          <p:cNvPr id="11803" name="Rectangle 4"/>
          <p:cNvSpPr>
            <a:spLocks noChangeArrowheads="1"/>
          </p:cNvSpPr>
          <p:nvPr/>
        </p:nvSpPr>
        <p:spPr bwMode="auto">
          <a:xfrm>
            <a:off x="7213854" y="1198435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804" name="TextBox 3"/>
          <p:cNvSpPr txBox="1"/>
          <p:nvPr/>
        </p:nvSpPr>
        <p:spPr>
          <a:xfrm>
            <a:off x="7282383" y="116963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4,036,738</a:t>
            </a:r>
            <a:endParaRPr lang="en-US" dirty="0"/>
          </a:p>
        </p:txBody>
      </p:sp>
      <p:sp>
        <p:nvSpPr>
          <p:cNvPr id="11805" name="Rectangle 4"/>
          <p:cNvSpPr>
            <a:spLocks noChangeArrowheads="1"/>
          </p:cNvSpPr>
          <p:nvPr/>
        </p:nvSpPr>
        <p:spPr bwMode="auto">
          <a:xfrm>
            <a:off x="7861300" y="1198435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806" name="Rectangle 4"/>
          <p:cNvSpPr>
            <a:spLocks noChangeArrowheads="1"/>
          </p:cNvSpPr>
          <p:nvPr/>
        </p:nvSpPr>
        <p:spPr bwMode="auto">
          <a:xfrm>
            <a:off x="8094497" y="1198435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807" name="Rectangle 4"/>
          <p:cNvSpPr>
            <a:spLocks noChangeArrowheads="1"/>
          </p:cNvSpPr>
          <p:nvPr/>
        </p:nvSpPr>
        <p:spPr bwMode="auto">
          <a:xfrm>
            <a:off x="8333384" y="1198435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1808" name="TextBox 3"/>
          <p:cNvSpPr txBox="1"/>
          <p:nvPr/>
        </p:nvSpPr>
        <p:spPr>
          <a:xfrm>
            <a:off x="8453272" y="1169631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1,132</a:t>
            </a:r>
            <a:endParaRPr lang="en-US" dirty="0"/>
          </a:p>
        </p:txBody>
      </p:sp>
      <p:sp>
        <p:nvSpPr>
          <p:cNvPr id="11809" name="Rectangle 4"/>
          <p:cNvSpPr>
            <a:spLocks noChangeArrowheads="1"/>
          </p:cNvSpPr>
          <p:nvPr/>
        </p:nvSpPr>
        <p:spPr bwMode="auto">
          <a:xfrm>
            <a:off x="878255" y="1476197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10" name="TextBox 3"/>
          <p:cNvSpPr txBox="1"/>
          <p:nvPr/>
        </p:nvSpPr>
        <p:spPr>
          <a:xfrm>
            <a:off x="827455" y="144739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8471110</a:t>
            </a:r>
            <a:endParaRPr lang="en-US" dirty="0"/>
          </a:p>
        </p:txBody>
      </p:sp>
      <p:sp>
        <p:nvSpPr>
          <p:cNvPr id="11811" name="Rectangle 4"/>
          <p:cNvSpPr>
            <a:spLocks noChangeArrowheads="1"/>
          </p:cNvSpPr>
          <p:nvPr/>
        </p:nvSpPr>
        <p:spPr bwMode="auto">
          <a:xfrm>
            <a:off x="1365758" y="1476197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12" name="TextBox 3"/>
          <p:cNvSpPr txBox="1"/>
          <p:nvPr/>
        </p:nvSpPr>
        <p:spPr>
          <a:xfrm>
            <a:off x="1314958" y="1447393"/>
            <a:ext cx="798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SVP/ </a:t>
            </a:r>
            <a:endParaRPr lang="en-US" dirty="0"/>
          </a:p>
        </p:txBody>
      </p:sp>
      <p:sp>
        <p:nvSpPr>
          <p:cNvPr id="11813" name="TextBox 3"/>
          <p:cNvSpPr txBox="1"/>
          <p:nvPr/>
        </p:nvSpPr>
        <p:spPr>
          <a:xfrm>
            <a:off x="1314958" y="1564843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&amp; </a:t>
            </a:r>
            <a:endParaRPr lang="en-US" dirty="0"/>
          </a:p>
        </p:txBody>
      </p:sp>
      <p:sp>
        <p:nvSpPr>
          <p:cNvPr id="11814" name="TextBox 3"/>
          <p:cNvSpPr txBox="1"/>
          <p:nvPr/>
        </p:nvSpPr>
        <p:spPr>
          <a:xfrm>
            <a:off x="1314958" y="1682292"/>
            <a:ext cx="8045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Development </a:t>
            </a:r>
            <a:endParaRPr lang="en-US" dirty="0"/>
          </a:p>
        </p:txBody>
      </p:sp>
      <p:sp>
        <p:nvSpPr>
          <p:cNvPr id="11815" name="TextBox 3"/>
          <p:cNvSpPr txBox="1"/>
          <p:nvPr/>
        </p:nvSpPr>
        <p:spPr>
          <a:xfrm>
            <a:off x="1314958" y="1799742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1816" name="Rectangle 4"/>
          <p:cNvSpPr>
            <a:spLocks noChangeArrowheads="1"/>
          </p:cNvSpPr>
          <p:nvPr/>
        </p:nvSpPr>
        <p:spPr bwMode="auto">
          <a:xfrm>
            <a:off x="2163546" y="1476197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17" name="TextBox 3"/>
          <p:cNvSpPr txBox="1"/>
          <p:nvPr/>
        </p:nvSpPr>
        <p:spPr>
          <a:xfrm>
            <a:off x="2112746" y="144739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11818" name="Rectangle 4"/>
          <p:cNvSpPr>
            <a:spLocks noChangeArrowheads="1"/>
          </p:cNvSpPr>
          <p:nvPr/>
        </p:nvSpPr>
        <p:spPr bwMode="auto">
          <a:xfrm>
            <a:off x="2622702" y="1476197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19" name="TextBox 3"/>
          <p:cNvSpPr txBox="1"/>
          <p:nvPr/>
        </p:nvSpPr>
        <p:spPr>
          <a:xfrm>
            <a:off x="2571902" y="1447393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11820" name="TextBox 3"/>
          <p:cNvSpPr txBox="1"/>
          <p:nvPr/>
        </p:nvSpPr>
        <p:spPr>
          <a:xfrm>
            <a:off x="2571902" y="1564843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11821" name="Rectangle 4"/>
          <p:cNvSpPr>
            <a:spLocks noChangeArrowheads="1"/>
          </p:cNvSpPr>
          <p:nvPr/>
        </p:nvSpPr>
        <p:spPr bwMode="auto">
          <a:xfrm>
            <a:off x="3680282" y="1476197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22" name="TextBox 3"/>
          <p:cNvSpPr txBox="1"/>
          <p:nvPr/>
        </p:nvSpPr>
        <p:spPr>
          <a:xfrm>
            <a:off x="3629482" y="144739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847.8471110.1.412121.000000.847001.100178</a:t>
            </a:r>
            <a:endParaRPr lang="en-US" dirty="0"/>
          </a:p>
        </p:txBody>
      </p:sp>
      <p:sp>
        <p:nvSpPr>
          <p:cNvPr id="11823" name="Rectangle 4"/>
          <p:cNvSpPr>
            <a:spLocks noChangeArrowheads="1"/>
          </p:cNvSpPr>
          <p:nvPr/>
        </p:nvSpPr>
        <p:spPr bwMode="auto">
          <a:xfrm>
            <a:off x="5918962" y="147619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24" name="TextBox 3"/>
          <p:cNvSpPr txBox="1"/>
          <p:nvPr/>
        </p:nvSpPr>
        <p:spPr>
          <a:xfrm>
            <a:off x="6072225" y="144739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676,989</a:t>
            </a:r>
            <a:endParaRPr lang="en-US" dirty="0"/>
          </a:p>
        </p:txBody>
      </p:sp>
      <p:sp>
        <p:nvSpPr>
          <p:cNvPr id="11825" name="Rectangle 4"/>
          <p:cNvSpPr>
            <a:spLocks noChangeArrowheads="1"/>
          </p:cNvSpPr>
          <p:nvPr/>
        </p:nvSpPr>
        <p:spPr bwMode="auto">
          <a:xfrm>
            <a:off x="6566408" y="147619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26" name="TextBox 3"/>
          <p:cNvSpPr txBox="1"/>
          <p:nvPr/>
        </p:nvSpPr>
        <p:spPr>
          <a:xfrm>
            <a:off x="6719671" y="144739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497,204</a:t>
            </a:r>
            <a:endParaRPr lang="en-US" dirty="0"/>
          </a:p>
        </p:txBody>
      </p:sp>
      <p:sp>
        <p:nvSpPr>
          <p:cNvPr id="11827" name="Rectangle 4"/>
          <p:cNvSpPr>
            <a:spLocks noChangeArrowheads="1"/>
          </p:cNvSpPr>
          <p:nvPr/>
        </p:nvSpPr>
        <p:spPr bwMode="auto">
          <a:xfrm>
            <a:off x="7213854" y="147619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28" name="TextBox 3"/>
          <p:cNvSpPr txBox="1"/>
          <p:nvPr/>
        </p:nvSpPr>
        <p:spPr>
          <a:xfrm>
            <a:off x="7367118" y="144739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497,204</a:t>
            </a:r>
            <a:endParaRPr lang="en-US" dirty="0"/>
          </a:p>
        </p:txBody>
      </p:sp>
      <p:sp>
        <p:nvSpPr>
          <p:cNvPr id="11829" name="Rectangle 4"/>
          <p:cNvSpPr>
            <a:spLocks noChangeArrowheads="1"/>
          </p:cNvSpPr>
          <p:nvPr/>
        </p:nvSpPr>
        <p:spPr bwMode="auto">
          <a:xfrm>
            <a:off x="7861300" y="1476197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30" name="Rectangle 4"/>
          <p:cNvSpPr>
            <a:spLocks noChangeArrowheads="1"/>
          </p:cNvSpPr>
          <p:nvPr/>
        </p:nvSpPr>
        <p:spPr bwMode="auto">
          <a:xfrm>
            <a:off x="8094497" y="1476197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31" name="Rectangle 4"/>
          <p:cNvSpPr>
            <a:spLocks noChangeArrowheads="1"/>
          </p:cNvSpPr>
          <p:nvPr/>
        </p:nvSpPr>
        <p:spPr bwMode="auto">
          <a:xfrm>
            <a:off x="8333384" y="1476197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32" name="TextBox 3"/>
          <p:cNvSpPr txBox="1"/>
          <p:nvPr/>
        </p:nvSpPr>
        <p:spPr>
          <a:xfrm>
            <a:off x="8650986" y="144739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1833" name="Rectangle 4"/>
          <p:cNvSpPr>
            <a:spLocks noChangeArrowheads="1"/>
          </p:cNvSpPr>
          <p:nvPr/>
        </p:nvSpPr>
        <p:spPr bwMode="auto">
          <a:xfrm>
            <a:off x="878255" y="1988858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34" name="TextBox 3"/>
          <p:cNvSpPr txBox="1"/>
          <p:nvPr/>
        </p:nvSpPr>
        <p:spPr>
          <a:xfrm>
            <a:off x="827455" y="196005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8471110</a:t>
            </a:r>
            <a:endParaRPr lang="en-US" dirty="0"/>
          </a:p>
        </p:txBody>
      </p:sp>
      <p:sp>
        <p:nvSpPr>
          <p:cNvPr id="11835" name="Rectangle 4"/>
          <p:cNvSpPr>
            <a:spLocks noChangeArrowheads="1"/>
          </p:cNvSpPr>
          <p:nvPr/>
        </p:nvSpPr>
        <p:spPr bwMode="auto">
          <a:xfrm>
            <a:off x="1365758" y="1988858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36" name="TextBox 3"/>
          <p:cNvSpPr txBox="1"/>
          <p:nvPr/>
        </p:nvSpPr>
        <p:spPr>
          <a:xfrm>
            <a:off x="1314958" y="1960054"/>
            <a:ext cx="798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SVP/ </a:t>
            </a:r>
            <a:endParaRPr lang="en-US" dirty="0"/>
          </a:p>
        </p:txBody>
      </p:sp>
      <p:sp>
        <p:nvSpPr>
          <p:cNvPr id="11837" name="TextBox 3"/>
          <p:cNvSpPr txBox="1"/>
          <p:nvPr/>
        </p:nvSpPr>
        <p:spPr>
          <a:xfrm>
            <a:off x="1314958" y="2077504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&amp; </a:t>
            </a:r>
            <a:endParaRPr lang="en-US" dirty="0"/>
          </a:p>
        </p:txBody>
      </p:sp>
      <p:sp>
        <p:nvSpPr>
          <p:cNvPr id="11838" name="TextBox 3"/>
          <p:cNvSpPr txBox="1"/>
          <p:nvPr/>
        </p:nvSpPr>
        <p:spPr>
          <a:xfrm>
            <a:off x="1314958" y="2194953"/>
            <a:ext cx="8045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Development </a:t>
            </a:r>
            <a:endParaRPr lang="en-US" dirty="0"/>
          </a:p>
        </p:txBody>
      </p:sp>
      <p:sp>
        <p:nvSpPr>
          <p:cNvPr id="11839" name="TextBox 3"/>
          <p:cNvSpPr txBox="1"/>
          <p:nvPr/>
        </p:nvSpPr>
        <p:spPr>
          <a:xfrm>
            <a:off x="1314958" y="2312403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1840" name="Rectangle 4"/>
          <p:cNvSpPr>
            <a:spLocks noChangeArrowheads="1"/>
          </p:cNvSpPr>
          <p:nvPr/>
        </p:nvSpPr>
        <p:spPr bwMode="auto">
          <a:xfrm>
            <a:off x="2163546" y="1988858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41" name="TextBox 3"/>
          <p:cNvSpPr txBox="1"/>
          <p:nvPr/>
        </p:nvSpPr>
        <p:spPr>
          <a:xfrm>
            <a:off x="2112746" y="196005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412123</a:t>
            </a:r>
            <a:endParaRPr lang="en-US" dirty="0"/>
          </a:p>
        </p:txBody>
      </p:sp>
      <p:sp>
        <p:nvSpPr>
          <p:cNvPr id="11842" name="Rectangle 4"/>
          <p:cNvSpPr>
            <a:spLocks noChangeArrowheads="1"/>
          </p:cNvSpPr>
          <p:nvPr/>
        </p:nvSpPr>
        <p:spPr bwMode="auto">
          <a:xfrm>
            <a:off x="2622702" y="1988858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43" name="TextBox 3"/>
          <p:cNvSpPr txBox="1"/>
          <p:nvPr/>
        </p:nvSpPr>
        <p:spPr>
          <a:xfrm>
            <a:off x="2571902" y="1960054"/>
            <a:ext cx="11320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Nationality allowance</a:t>
            </a:r>
            <a:endParaRPr lang="en-US" dirty="0"/>
          </a:p>
        </p:txBody>
      </p:sp>
      <p:sp>
        <p:nvSpPr>
          <p:cNvPr id="11844" name="TextBox 3"/>
          <p:cNvSpPr txBox="1"/>
          <p:nvPr/>
        </p:nvSpPr>
        <p:spPr>
          <a:xfrm>
            <a:off x="2571902" y="2077504"/>
            <a:ext cx="10021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- Regular situation</a:t>
            </a:r>
            <a:endParaRPr lang="en-US" dirty="0"/>
          </a:p>
        </p:txBody>
      </p:sp>
      <p:sp>
        <p:nvSpPr>
          <p:cNvPr id="11845" name="Rectangle 4"/>
          <p:cNvSpPr>
            <a:spLocks noChangeArrowheads="1"/>
          </p:cNvSpPr>
          <p:nvPr/>
        </p:nvSpPr>
        <p:spPr bwMode="auto">
          <a:xfrm>
            <a:off x="3680282" y="1988858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46" name="TextBox 3"/>
          <p:cNvSpPr txBox="1"/>
          <p:nvPr/>
        </p:nvSpPr>
        <p:spPr>
          <a:xfrm>
            <a:off x="3629482" y="196005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847.8471110.1.412123.000000.847001.100178</a:t>
            </a:r>
            <a:endParaRPr lang="en-US" dirty="0"/>
          </a:p>
        </p:txBody>
      </p:sp>
      <p:sp>
        <p:nvSpPr>
          <p:cNvPr id="11847" name="Rectangle 4"/>
          <p:cNvSpPr>
            <a:spLocks noChangeArrowheads="1"/>
          </p:cNvSpPr>
          <p:nvPr/>
        </p:nvSpPr>
        <p:spPr bwMode="auto">
          <a:xfrm>
            <a:off x="5918962" y="198885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48" name="TextBox 3"/>
          <p:cNvSpPr txBox="1"/>
          <p:nvPr/>
        </p:nvSpPr>
        <p:spPr>
          <a:xfrm>
            <a:off x="6128715" y="196005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18,000</a:t>
            </a:r>
            <a:endParaRPr lang="en-US" dirty="0"/>
          </a:p>
        </p:txBody>
      </p:sp>
      <p:sp>
        <p:nvSpPr>
          <p:cNvPr id="11849" name="Rectangle 4"/>
          <p:cNvSpPr>
            <a:spLocks noChangeArrowheads="1"/>
          </p:cNvSpPr>
          <p:nvPr/>
        </p:nvSpPr>
        <p:spPr bwMode="auto">
          <a:xfrm>
            <a:off x="6566408" y="198885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50" name="TextBox 3"/>
          <p:cNvSpPr txBox="1"/>
          <p:nvPr/>
        </p:nvSpPr>
        <p:spPr>
          <a:xfrm>
            <a:off x="6776161" y="196005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12,100</a:t>
            </a:r>
            <a:endParaRPr lang="en-US" dirty="0"/>
          </a:p>
        </p:txBody>
      </p:sp>
      <p:sp>
        <p:nvSpPr>
          <p:cNvPr id="11851" name="Rectangle 4"/>
          <p:cNvSpPr>
            <a:spLocks noChangeArrowheads="1"/>
          </p:cNvSpPr>
          <p:nvPr/>
        </p:nvSpPr>
        <p:spPr bwMode="auto">
          <a:xfrm>
            <a:off x="7213854" y="198885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52" name="TextBox 3"/>
          <p:cNvSpPr txBox="1"/>
          <p:nvPr/>
        </p:nvSpPr>
        <p:spPr>
          <a:xfrm>
            <a:off x="7423607" y="196005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12,100</a:t>
            </a:r>
            <a:endParaRPr lang="en-US" dirty="0"/>
          </a:p>
        </p:txBody>
      </p:sp>
      <p:sp>
        <p:nvSpPr>
          <p:cNvPr id="11853" name="Rectangle 4"/>
          <p:cNvSpPr>
            <a:spLocks noChangeArrowheads="1"/>
          </p:cNvSpPr>
          <p:nvPr/>
        </p:nvSpPr>
        <p:spPr bwMode="auto">
          <a:xfrm>
            <a:off x="7861300" y="1988858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54" name="Rectangle 4"/>
          <p:cNvSpPr>
            <a:spLocks noChangeArrowheads="1"/>
          </p:cNvSpPr>
          <p:nvPr/>
        </p:nvSpPr>
        <p:spPr bwMode="auto">
          <a:xfrm>
            <a:off x="8094497" y="1988858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55" name="Rectangle 4"/>
          <p:cNvSpPr>
            <a:spLocks noChangeArrowheads="1"/>
          </p:cNvSpPr>
          <p:nvPr/>
        </p:nvSpPr>
        <p:spPr bwMode="auto">
          <a:xfrm>
            <a:off x="8333384" y="1988858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56" name="TextBox 3"/>
          <p:cNvSpPr txBox="1"/>
          <p:nvPr/>
        </p:nvSpPr>
        <p:spPr>
          <a:xfrm>
            <a:off x="8650986" y="196005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1857" name="Rectangle 4"/>
          <p:cNvSpPr>
            <a:spLocks noChangeArrowheads="1"/>
          </p:cNvSpPr>
          <p:nvPr/>
        </p:nvSpPr>
        <p:spPr bwMode="auto">
          <a:xfrm>
            <a:off x="878255" y="2501519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58" name="TextBox 3"/>
          <p:cNvSpPr txBox="1"/>
          <p:nvPr/>
        </p:nvSpPr>
        <p:spPr>
          <a:xfrm>
            <a:off x="827455" y="247271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8471110</a:t>
            </a:r>
            <a:endParaRPr lang="en-US" dirty="0"/>
          </a:p>
        </p:txBody>
      </p:sp>
      <p:sp>
        <p:nvSpPr>
          <p:cNvPr id="11859" name="Rectangle 4"/>
          <p:cNvSpPr>
            <a:spLocks noChangeArrowheads="1"/>
          </p:cNvSpPr>
          <p:nvPr/>
        </p:nvSpPr>
        <p:spPr bwMode="auto">
          <a:xfrm>
            <a:off x="1365758" y="2501519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60" name="TextBox 3"/>
          <p:cNvSpPr txBox="1"/>
          <p:nvPr/>
        </p:nvSpPr>
        <p:spPr>
          <a:xfrm>
            <a:off x="1314958" y="2472715"/>
            <a:ext cx="798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SVP/ </a:t>
            </a:r>
            <a:endParaRPr lang="en-US" dirty="0"/>
          </a:p>
        </p:txBody>
      </p:sp>
      <p:sp>
        <p:nvSpPr>
          <p:cNvPr id="11861" name="TextBox 3"/>
          <p:cNvSpPr txBox="1"/>
          <p:nvPr/>
        </p:nvSpPr>
        <p:spPr>
          <a:xfrm>
            <a:off x="1314958" y="2590165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&amp; </a:t>
            </a:r>
            <a:endParaRPr lang="en-US" dirty="0"/>
          </a:p>
        </p:txBody>
      </p:sp>
      <p:sp>
        <p:nvSpPr>
          <p:cNvPr id="11862" name="TextBox 3"/>
          <p:cNvSpPr txBox="1"/>
          <p:nvPr/>
        </p:nvSpPr>
        <p:spPr>
          <a:xfrm>
            <a:off x="1314958" y="2707614"/>
            <a:ext cx="8045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Development </a:t>
            </a:r>
            <a:endParaRPr lang="en-US" dirty="0"/>
          </a:p>
        </p:txBody>
      </p:sp>
      <p:sp>
        <p:nvSpPr>
          <p:cNvPr id="11863" name="TextBox 3"/>
          <p:cNvSpPr txBox="1"/>
          <p:nvPr/>
        </p:nvSpPr>
        <p:spPr>
          <a:xfrm>
            <a:off x="1314958" y="2825064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1864" name="Rectangle 4"/>
          <p:cNvSpPr>
            <a:spLocks noChangeArrowheads="1"/>
          </p:cNvSpPr>
          <p:nvPr/>
        </p:nvSpPr>
        <p:spPr bwMode="auto">
          <a:xfrm>
            <a:off x="2163546" y="2501519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65" name="TextBox 3"/>
          <p:cNvSpPr txBox="1"/>
          <p:nvPr/>
        </p:nvSpPr>
        <p:spPr>
          <a:xfrm>
            <a:off x="2112746" y="247271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11866" name="Rectangle 4"/>
          <p:cNvSpPr>
            <a:spLocks noChangeArrowheads="1"/>
          </p:cNvSpPr>
          <p:nvPr/>
        </p:nvSpPr>
        <p:spPr bwMode="auto">
          <a:xfrm>
            <a:off x="2622702" y="2501519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67" name="TextBox 3"/>
          <p:cNvSpPr txBox="1"/>
          <p:nvPr/>
        </p:nvSpPr>
        <p:spPr>
          <a:xfrm>
            <a:off x="2571902" y="2472715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11868" name="TextBox 3"/>
          <p:cNvSpPr txBox="1"/>
          <p:nvPr/>
        </p:nvSpPr>
        <p:spPr>
          <a:xfrm>
            <a:off x="2571902" y="2590165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11869" name="TextBox 3"/>
          <p:cNvSpPr txBox="1"/>
          <p:nvPr/>
        </p:nvSpPr>
        <p:spPr>
          <a:xfrm>
            <a:off x="2571902" y="2707614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11870" name="Rectangle 4"/>
          <p:cNvSpPr>
            <a:spLocks noChangeArrowheads="1"/>
          </p:cNvSpPr>
          <p:nvPr/>
        </p:nvSpPr>
        <p:spPr bwMode="auto">
          <a:xfrm>
            <a:off x="3680282" y="2501519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71" name="TextBox 3"/>
          <p:cNvSpPr txBox="1"/>
          <p:nvPr/>
        </p:nvSpPr>
        <p:spPr>
          <a:xfrm>
            <a:off x="3629482" y="247271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847.8471110.1.412125.000000.847001.100178</a:t>
            </a:r>
            <a:endParaRPr lang="en-US" dirty="0"/>
          </a:p>
        </p:txBody>
      </p:sp>
      <p:sp>
        <p:nvSpPr>
          <p:cNvPr id="11872" name="Rectangle 4"/>
          <p:cNvSpPr>
            <a:spLocks noChangeArrowheads="1"/>
          </p:cNvSpPr>
          <p:nvPr/>
        </p:nvSpPr>
        <p:spPr bwMode="auto">
          <a:xfrm>
            <a:off x="5918962" y="250151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73" name="TextBox 3"/>
          <p:cNvSpPr txBox="1"/>
          <p:nvPr/>
        </p:nvSpPr>
        <p:spPr>
          <a:xfrm>
            <a:off x="6072225" y="247271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610,921</a:t>
            </a:r>
            <a:endParaRPr lang="en-US" dirty="0"/>
          </a:p>
        </p:txBody>
      </p:sp>
      <p:sp>
        <p:nvSpPr>
          <p:cNvPr id="11874" name="Rectangle 4"/>
          <p:cNvSpPr>
            <a:spLocks noChangeArrowheads="1"/>
          </p:cNvSpPr>
          <p:nvPr/>
        </p:nvSpPr>
        <p:spPr bwMode="auto">
          <a:xfrm>
            <a:off x="6566408" y="250151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75" name="TextBox 3"/>
          <p:cNvSpPr txBox="1"/>
          <p:nvPr/>
        </p:nvSpPr>
        <p:spPr>
          <a:xfrm>
            <a:off x="6719671" y="247271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504,921</a:t>
            </a:r>
            <a:endParaRPr lang="en-US" dirty="0"/>
          </a:p>
        </p:txBody>
      </p:sp>
      <p:sp>
        <p:nvSpPr>
          <p:cNvPr id="11876" name="Rectangle 4"/>
          <p:cNvSpPr>
            <a:spLocks noChangeArrowheads="1"/>
          </p:cNvSpPr>
          <p:nvPr/>
        </p:nvSpPr>
        <p:spPr bwMode="auto">
          <a:xfrm>
            <a:off x="7213854" y="250151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77" name="TextBox 3"/>
          <p:cNvSpPr txBox="1"/>
          <p:nvPr/>
        </p:nvSpPr>
        <p:spPr>
          <a:xfrm>
            <a:off x="7367118" y="247271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504,844</a:t>
            </a:r>
            <a:endParaRPr lang="en-US" dirty="0"/>
          </a:p>
        </p:txBody>
      </p:sp>
      <p:sp>
        <p:nvSpPr>
          <p:cNvPr id="11878" name="Rectangle 4"/>
          <p:cNvSpPr>
            <a:spLocks noChangeArrowheads="1"/>
          </p:cNvSpPr>
          <p:nvPr/>
        </p:nvSpPr>
        <p:spPr bwMode="auto">
          <a:xfrm>
            <a:off x="7861300" y="2501519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79" name="Rectangle 4"/>
          <p:cNvSpPr>
            <a:spLocks noChangeArrowheads="1"/>
          </p:cNvSpPr>
          <p:nvPr/>
        </p:nvSpPr>
        <p:spPr bwMode="auto">
          <a:xfrm>
            <a:off x="8094497" y="2501519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80" name="Rectangle 4"/>
          <p:cNvSpPr>
            <a:spLocks noChangeArrowheads="1"/>
          </p:cNvSpPr>
          <p:nvPr/>
        </p:nvSpPr>
        <p:spPr bwMode="auto">
          <a:xfrm>
            <a:off x="8333384" y="2501519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81" name="TextBox 3"/>
          <p:cNvSpPr txBox="1"/>
          <p:nvPr/>
        </p:nvSpPr>
        <p:spPr>
          <a:xfrm>
            <a:off x="8594496" y="2472715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77</a:t>
            </a:r>
            <a:endParaRPr lang="en-US" dirty="0"/>
          </a:p>
        </p:txBody>
      </p:sp>
      <p:sp>
        <p:nvSpPr>
          <p:cNvPr id="11882" name="Rectangle 4"/>
          <p:cNvSpPr>
            <a:spLocks noChangeArrowheads="1"/>
          </p:cNvSpPr>
          <p:nvPr/>
        </p:nvSpPr>
        <p:spPr bwMode="auto">
          <a:xfrm>
            <a:off x="878255" y="3014180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83" name="TextBox 3"/>
          <p:cNvSpPr txBox="1"/>
          <p:nvPr/>
        </p:nvSpPr>
        <p:spPr>
          <a:xfrm>
            <a:off x="827455" y="298537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8471110</a:t>
            </a:r>
            <a:endParaRPr lang="en-US" dirty="0"/>
          </a:p>
        </p:txBody>
      </p:sp>
      <p:sp>
        <p:nvSpPr>
          <p:cNvPr id="11884" name="Rectangle 4"/>
          <p:cNvSpPr>
            <a:spLocks noChangeArrowheads="1"/>
          </p:cNvSpPr>
          <p:nvPr/>
        </p:nvSpPr>
        <p:spPr bwMode="auto">
          <a:xfrm>
            <a:off x="1365758" y="3014180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85" name="TextBox 3"/>
          <p:cNvSpPr txBox="1"/>
          <p:nvPr/>
        </p:nvSpPr>
        <p:spPr>
          <a:xfrm>
            <a:off x="1314958" y="2985376"/>
            <a:ext cx="798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SVP/ </a:t>
            </a:r>
            <a:endParaRPr lang="en-US" dirty="0"/>
          </a:p>
        </p:txBody>
      </p:sp>
      <p:sp>
        <p:nvSpPr>
          <p:cNvPr id="11886" name="TextBox 3"/>
          <p:cNvSpPr txBox="1"/>
          <p:nvPr/>
        </p:nvSpPr>
        <p:spPr>
          <a:xfrm>
            <a:off x="1314958" y="3102826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&amp; </a:t>
            </a:r>
            <a:endParaRPr lang="en-US" dirty="0"/>
          </a:p>
        </p:txBody>
      </p:sp>
      <p:sp>
        <p:nvSpPr>
          <p:cNvPr id="11887" name="TextBox 3"/>
          <p:cNvSpPr txBox="1"/>
          <p:nvPr/>
        </p:nvSpPr>
        <p:spPr>
          <a:xfrm>
            <a:off x="1314958" y="3220275"/>
            <a:ext cx="8045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Development </a:t>
            </a:r>
            <a:endParaRPr lang="en-US" dirty="0"/>
          </a:p>
        </p:txBody>
      </p:sp>
      <p:sp>
        <p:nvSpPr>
          <p:cNvPr id="11888" name="TextBox 3"/>
          <p:cNvSpPr txBox="1"/>
          <p:nvPr/>
        </p:nvSpPr>
        <p:spPr>
          <a:xfrm>
            <a:off x="1314958" y="3337725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1889" name="Rectangle 4"/>
          <p:cNvSpPr>
            <a:spLocks noChangeArrowheads="1"/>
          </p:cNvSpPr>
          <p:nvPr/>
        </p:nvSpPr>
        <p:spPr bwMode="auto">
          <a:xfrm>
            <a:off x="2163546" y="3014180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90" name="TextBox 3"/>
          <p:cNvSpPr txBox="1"/>
          <p:nvPr/>
        </p:nvSpPr>
        <p:spPr>
          <a:xfrm>
            <a:off x="2112746" y="298537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412511</a:t>
            </a:r>
            <a:endParaRPr lang="en-US" dirty="0"/>
          </a:p>
        </p:txBody>
      </p:sp>
      <p:sp>
        <p:nvSpPr>
          <p:cNvPr id="11891" name="Rectangle 4"/>
          <p:cNvSpPr>
            <a:spLocks noChangeArrowheads="1"/>
          </p:cNvSpPr>
          <p:nvPr/>
        </p:nvSpPr>
        <p:spPr bwMode="auto">
          <a:xfrm>
            <a:off x="2622702" y="3014180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92" name="TextBox 3"/>
          <p:cNvSpPr txBox="1"/>
          <p:nvPr/>
        </p:nvSpPr>
        <p:spPr>
          <a:xfrm>
            <a:off x="2571902" y="2985376"/>
            <a:ext cx="798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Consolidated </a:t>
            </a:r>
            <a:endParaRPr lang="en-US" dirty="0"/>
          </a:p>
        </p:txBody>
      </p:sp>
      <p:sp>
        <p:nvSpPr>
          <p:cNvPr id="11893" name="TextBox 3"/>
          <p:cNvSpPr txBox="1"/>
          <p:nvPr/>
        </p:nvSpPr>
        <p:spPr>
          <a:xfrm>
            <a:off x="2571902" y="3102826"/>
            <a:ext cx="1081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allowances: Emirati </a:t>
            </a:r>
            <a:endParaRPr lang="en-US" dirty="0"/>
          </a:p>
        </p:txBody>
      </p:sp>
      <p:sp>
        <p:nvSpPr>
          <p:cNvPr id="11894" name="TextBox 3"/>
          <p:cNvSpPr txBox="1"/>
          <p:nvPr/>
        </p:nvSpPr>
        <p:spPr>
          <a:xfrm>
            <a:off x="2571902" y="3220275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11895" name="Rectangle 4"/>
          <p:cNvSpPr>
            <a:spLocks noChangeArrowheads="1"/>
          </p:cNvSpPr>
          <p:nvPr/>
        </p:nvSpPr>
        <p:spPr bwMode="auto">
          <a:xfrm>
            <a:off x="3680282" y="3014180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96" name="TextBox 3"/>
          <p:cNvSpPr txBox="1"/>
          <p:nvPr/>
        </p:nvSpPr>
        <p:spPr>
          <a:xfrm>
            <a:off x="3629482" y="298537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847.8471110.1.412511.000000.847001.100178</a:t>
            </a:r>
            <a:endParaRPr lang="en-US" dirty="0"/>
          </a:p>
        </p:txBody>
      </p:sp>
      <p:sp>
        <p:nvSpPr>
          <p:cNvPr id="11897" name="Rectangle 4"/>
          <p:cNvSpPr>
            <a:spLocks noChangeArrowheads="1"/>
          </p:cNvSpPr>
          <p:nvPr/>
        </p:nvSpPr>
        <p:spPr bwMode="auto">
          <a:xfrm>
            <a:off x="5918962" y="301418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898" name="TextBox 3"/>
          <p:cNvSpPr txBox="1"/>
          <p:nvPr/>
        </p:nvSpPr>
        <p:spPr>
          <a:xfrm>
            <a:off x="6072225" y="298537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133,920</a:t>
            </a:r>
            <a:endParaRPr lang="en-US" dirty="0"/>
          </a:p>
        </p:txBody>
      </p:sp>
      <p:sp>
        <p:nvSpPr>
          <p:cNvPr id="11899" name="Rectangle 4"/>
          <p:cNvSpPr>
            <a:spLocks noChangeArrowheads="1"/>
          </p:cNvSpPr>
          <p:nvPr/>
        </p:nvSpPr>
        <p:spPr bwMode="auto">
          <a:xfrm>
            <a:off x="6566408" y="301418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00" name="TextBox 3"/>
          <p:cNvSpPr txBox="1"/>
          <p:nvPr/>
        </p:nvSpPr>
        <p:spPr>
          <a:xfrm>
            <a:off x="6776161" y="298537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86,120</a:t>
            </a:r>
            <a:endParaRPr lang="en-US" dirty="0"/>
          </a:p>
        </p:txBody>
      </p:sp>
      <p:sp>
        <p:nvSpPr>
          <p:cNvPr id="11901" name="Rectangle 4"/>
          <p:cNvSpPr>
            <a:spLocks noChangeArrowheads="1"/>
          </p:cNvSpPr>
          <p:nvPr/>
        </p:nvSpPr>
        <p:spPr bwMode="auto">
          <a:xfrm>
            <a:off x="7213854" y="301418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02" name="TextBox 3"/>
          <p:cNvSpPr txBox="1"/>
          <p:nvPr/>
        </p:nvSpPr>
        <p:spPr>
          <a:xfrm>
            <a:off x="7423607" y="298537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86,120</a:t>
            </a:r>
            <a:endParaRPr lang="en-US" dirty="0"/>
          </a:p>
        </p:txBody>
      </p:sp>
      <p:sp>
        <p:nvSpPr>
          <p:cNvPr id="11903" name="Rectangle 4"/>
          <p:cNvSpPr>
            <a:spLocks noChangeArrowheads="1"/>
          </p:cNvSpPr>
          <p:nvPr/>
        </p:nvSpPr>
        <p:spPr bwMode="auto">
          <a:xfrm>
            <a:off x="7861300" y="3014180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04" name="Rectangle 4"/>
          <p:cNvSpPr>
            <a:spLocks noChangeArrowheads="1"/>
          </p:cNvSpPr>
          <p:nvPr/>
        </p:nvSpPr>
        <p:spPr bwMode="auto">
          <a:xfrm>
            <a:off x="8094497" y="3014180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05" name="Rectangle 4"/>
          <p:cNvSpPr>
            <a:spLocks noChangeArrowheads="1"/>
          </p:cNvSpPr>
          <p:nvPr/>
        </p:nvSpPr>
        <p:spPr bwMode="auto">
          <a:xfrm>
            <a:off x="8333384" y="3014180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06" name="TextBox 3"/>
          <p:cNvSpPr txBox="1"/>
          <p:nvPr/>
        </p:nvSpPr>
        <p:spPr>
          <a:xfrm>
            <a:off x="8650986" y="298537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1907" name="Rectangle 4"/>
          <p:cNvSpPr>
            <a:spLocks noChangeArrowheads="1"/>
          </p:cNvSpPr>
          <p:nvPr/>
        </p:nvSpPr>
        <p:spPr bwMode="auto">
          <a:xfrm>
            <a:off x="878255" y="3526841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08" name="TextBox 3"/>
          <p:cNvSpPr txBox="1"/>
          <p:nvPr/>
        </p:nvSpPr>
        <p:spPr>
          <a:xfrm>
            <a:off x="827455" y="349803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8471110</a:t>
            </a:r>
            <a:endParaRPr lang="en-US" dirty="0"/>
          </a:p>
        </p:txBody>
      </p:sp>
      <p:sp>
        <p:nvSpPr>
          <p:cNvPr id="11909" name="Rectangle 4"/>
          <p:cNvSpPr>
            <a:spLocks noChangeArrowheads="1"/>
          </p:cNvSpPr>
          <p:nvPr/>
        </p:nvSpPr>
        <p:spPr bwMode="auto">
          <a:xfrm>
            <a:off x="1365758" y="3526841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10" name="TextBox 3"/>
          <p:cNvSpPr txBox="1"/>
          <p:nvPr/>
        </p:nvSpPr>
        <p:spPr>
          <a:xfrm>
            <a:off x="1314958" y="3498037"/>
            <a:ext cx="798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SVP/ </a:t>
            </a:r>
            <a:endParaRPr lang="en-US" dirty="0"/>
          </a:p>
        </p:txBody>
      </p:sp>
      <p:sp>
        <p:nvSpPr>
          <p:cNvPr id="11911" name="TextBox 3"/>
          <p:cNvSpPr txBox="1"/>
          <p:nvPr/>
        </p:nvSpPr>
        <p:spPr>
          <a:xfrm>
            <a:off x="1314958" y="3615486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&amp; </a:t>
            </a:r>
            <a:endParaRPr lang="en-US" dirty="0"/>
          </a:p>
        </p:txBody>
      </p:sp>
      <p:sp>
        <p:nvSpPr>
          <p:cNvPr id="11912" name="TextBox 3"/>
          <p:cNvSpPr txBox="1"/>
          <p:nvPr/>
        </p:nvSpPr>
        <p:spPr>
          <a:xfrm>
            <a:off x="1314958" y="3732936"/>
            <a:ext cx="8045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Development </a:t>
            </a:r>
            <a:endParaRPr lang="en-US" dirty="0"/>
          </a:p>
        </p:txBody>
      </p:sp>
      <p:sp>
        <p:nvSpPr>
          <p:cNvPr id="11913" name="TextBox 3"/>
          <p:cNvSpPr txBox="1"/>
          <p:nvPr/>
        </p:nvSpPr>
        <p:spPr>
          <a:xfrm>
            <a:off x="1314958" y="3850385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1914" name="Rectangle 4"/>
          <p:cNvSpPr>
            <a:spLocks noChangeArrowheads="1"/>
          </p:cNvSpPr>
          <p:nvPr/>
        </p:nvSpPr>
        <p:spPr bwMode="auto">
          <a:xfrm>
            <a:off x="2163546" y="3526841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15" name="TextBox 3"/>
          <p:cNvSpPr txBox="1"/>
          <p:nvPr/>
        </p:nvSpPr>
        <p:spPr>
          <a:xfrm>
            <a:off x="2112746" y="349803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11916" name="Rectangle 4"/>
          <p:cNvSpPr>
            <a:spLocks noChangeArrowheads="1"/>
          </p:cNvSpPr>
          <p:nvPr/>
        </p:nvSpPr>
        <p:spPr bwMode="auto">
          <a:xfrm>
            <a:off x="2622702" y="3526841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17" name="TextBox 3"/>
          <p:cNvSpPr txBox="1"/>
          <p:nvPr/>
        </p:nvSpPr>
        <p:spPr>
          <a:xfrm>
            <a:off x="2571902" y="3498037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11918" name="Rectangle 4"/>
          <p:cNvSpPr>
            <a:spLocks noChangeArrowheads="1"/>
          </p:cNvSpPr>
          <p:nvPr/>
        </p:nvSpPr>
        <p:spPr bwMode="auto">
          <a:xfrm>
            <a:off x="3680282" y="3526841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19" name="TextBox 3"/>
          <p:cNvSpPr txBox="1"/>
          <p:nvPr/>
        </p:nvSpPr>
        <p:spPr>
          <a:xfrm>
            <a:off x="3629482" y="349803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847.8471110.1.412523.000000.847001.100178</a:t>
            </a:r>
            <a:endParaRPr lang="en-US" dirty="0"/>
          </a:p>
        </p:txBody>
      </p:sp>
      <p:sp>
        <p:nvSpPr>
          <p:cNvPr id="11920" name="Rectangle 4"/>
          <p:cNvSpPr>
            <a:spLocks noChangeArrowheads="1"/>
          </p:cNvSpPr>
          <p:nvPr/>
        </p:nvSpPr>
        <p:spPr bwMode="auto">
          <a:xfrm>
            <a:off x="5918962" y="3526841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21" name="TextBox 3"/>
          <p:cNvSpPr txBox="1"/>
          <p:nvPr/>
        </p:nvSpPr>
        <p:spPr>
          <a:xfrm>
            <a:off x="6128715" y="349803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21,600</a:t>
            </a:r>
            <a:endParaRPr lang="en-US" dirty="0"/>
          </a:p>
        </p:txBody>
      </p:sp>
      <p:sp>
        <p:nvSpPr>
          <p:cNvPr id="11922" name="Rectangle 4"/>
          <p:cNvSpPr>
            <a:spLocks noChangeArrowheads="1"/>
          </p:cNvSpPr>
          <p:nvPr/>
        </p:nvSpPr>
        <p:spPr bwMode="auto">
          <a:xfrm>
            <a:off x="6566408" y="3526841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23" name="TextBox 3"/>
          <p:cNvSpPr txBox="1"/>
          <p:nvPr/>
        </p:nvSpPr>
        <p:spPr>
          <a:xfrm>
            <a:off x="6776161" y="349803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16,200</a:t>
            </a:r>
            <a:endParaRPr lang="en-US" dirty="0"/>
          </a:p>
        </p:txBody>
      </p:sp>
      <p:sp>
        <p:nvSpPr>
          <p:cNvPr id="11924" name="Rectangle 4"/>
          <p:cNvSpPr>
            <a:spLocks noChangeArrowheads="1"/>
          </p:cNvSpPr>
          <p:nvPr/>
        </p:nvSpPr>
        <p:spPr bwMode="auto">
          <a:xfrm>
            <a:off x="7213854" y="3526841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25" name="TextBox 3"/>
          <p:cNvSpPr txBox="1"/>
          <p:nvPr/>
        </p:nvSpPr>
        <p:spPr>
          <a:xfrm>
            <a:off x="7423607" y="349803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16,200</a:t>
            </a:r>
            <a:endParaRPr lang="en-US" dirty="0"/>
          </a:p>
        </p:txBody>
      </p:sp>
      <p:sp>
        <p:nvSpPr>
          <p:cNvPr id="11926" name="Rectangle 4"/>
          <p:cNvSpPr>
            <a:spLocks noChangeArrowheads="1"/>
          </p:cNvSpPr>
          <p:nvPr/>
        </p:nvSpPr>
        <p:spPr bwMode="auto">
          <a:xfrm>
            <a:off x="7861300" y="3526841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27" name="Rectangle 4"/>
          <p:cNvSpPr>
            <a:spLocks noChangeArrowheads="1"/>
          </p:cNvSpPr>
          <p:nvPr/>
        </p:nvSpPr>
        <p:spPr bwMode="auto">
          <a:xfrm>
            <a:off x="8094497" y="3526841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28" name="Rectangle 4"/>
          <p:cNvSpPr>
            <a:spLocks noChangeArrowheads="1"/>
          </p:cNvSpPr>
          <p:nvPr/>
        </p:nvSpPr>
        <p:spPr bwMode="auto">
          <a:xfrm>
            <a:off x="8333384" y="3526841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29" name="TextBox 3"/>
          <p:cNvSpPr txBox="1"/>
          <p:nvPr/>
        </p:nvSpPr>
        <p:spPr>
          <a:xfrm>
            <a:off x="8650986" y="349803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1930" name="Rectangle 4"/>
          <p:cNvSpPr>
            <a:spLocks noChangeArrowheads="1"/>
          </p:cNvSpPr>
          <p:nvPr/>
        </p:nvSpPr>
        <p:spPr bwMode="auto">
          <a:xfrm>
            <a:off x="878255" y="4039502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31" name="TextBox 3"/>
          <p:cNvSpPr txBox="1"/>
          <p:nvPr/>
        </p:nvSpPr>
        <p:spPr>
          <a:xfrm>
            <a:off x="827455" y="401069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8471110</a:t>
            </a:r>
            <a:endParaRPr lang="en-US" dirty="0"/>
          </a:p>
        </p:txBody>
      </p:sp>
      <p:sp>
        <p:nvSpPr>
          <p:cNvPr id="11932" name="Rectangle 4"/>
          <p:cNvSpPr>
            <a:spLocks noChangeArrowheads="1"/>
          </p:cNvSpPr>
          <p:nvPr/>
        </p:nvSpPr>
        <p:spPr bwMode="auto">
          <a:xfrm>
            <a:off x="1365758" y="4039502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33" name="TextBox 3"/>
          <p:cNvSpPr txBox="1"/>
          <p:nvPr/>
        </p:nvSpPr>
        <p:spPr>
          <a:xfrm>
            <a:off x="1314958" y="4010698"/>
            <a:ext cx="798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SVP/ </a:t>
            </a:r>
            <a:endParaRPr lang="en-US" dirty="0"/>
          </a:p>
        </p:txBody>
      </p:sp>
      <p:sp>
        <p:nvSpPr>
          <p:cNvPr id="11934" name="TextBox 3"/>
          <p:cNvSpPr txBox="1"/>
          <p:nvPr/>
        </p:nvSpPr>
        <p:spPr>
          <a:xfrm>
            <a:off x="1314958" y="4128147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&amp; </a:t>
            </a:r>
            <a:endParaRPr lang="en-US" dirty="0"/>
          </a:p>
        </p:txBody>
      </p:sp>
      <p:sp>
        <p:nvSpPr>
          <p:cNvPr id="11935" name="TextBox 3"/>
          <p:cNvSpPr txBox="1"/>
          <p:nvPr/>
        </p:nvSpPr>
        <p:spPr>
          <a:xfrm>
            <a:off x="1314958" y="4245597"/>
            <a:ext cx="8045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Development </a:t>
            </a:r>
            <a:endParaRPr lang="en-US" dirty="0"/>
          </a:p>
        </p:txBody>
      </p:sp>
      <p:sp>
        <p:nvSpPr>
          <p:cNvPr id="11936" name="TextBox 3"/>
          <p:cNvSpPr txBox="1"/>
          <p:nvPr/>
        </p:nvSpPr>
        <p:spPr>
          <a:xfrm>
            <a:off x="1314958" y="4363047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1937" name="Rectangle 4"/>
          <p:cNvSpPr>
            <a:spLocks noChangeArrowheads="1"/>
          </p:cNvSpPr>
          <p:nvPr/>
        </p:nvSpPr>
        <p:spPr bwMode="auto">
          <a:xfrm>
            <a:off x="2163546" y="4039502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38" name="TextBox 3"/>
          <p:cNvSpPr txBox="1"/>
          <p:nvPr/>
        </p:nvSpPr>
        <p:spPr>
          <a:xfrm>
            <a:off x="2112746" y="401069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412526</a:t>
            </a:r>
            <a:endParaRPr lang="en-US" dirty="0"/>
          </a:p>
        </p:txBody>
      </p:sp>
      <p:sp>
        <p:nvSpPr>
          <p:cNvPr id="11939" name="Rectangle 4"/>
          <p:cNvSpPr>
            <a:spLocks noChangeArrowheads="1"/>
          </p:cNvSpPr>
          <p:nvPr/>
        </p:nvSpPr>
        <p:spPr bwMode="auto">
          <a:xfrm>
            <a:off x="2622702" y="4039502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40" name="TextBox 3"/>
          <p:cNvSpPr txBox="1"/>
          <p:nvPr/>
        </p:nvSpPr>
        <p:spPr>
          <a:xfrm>
            <a:off x="2571902" y="4010698"/>
            <a:ext cx="10304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Housing allowance</a:t>
            </a:r>
            <a:endParaRPr lang="en-US" dirty="0"/>
          </a:p>
        </p:txBody>
      </p:sp>
      <p:sp>
        <p:nvSpPr>
          <p:cNvPr id="11941" name="Rectangle 4"/>
          <p:cNvSpPr>
            <a:spLocks noChangeArrowheads="1"/>
          </p:cNvSpPr>
          <p:nvPr/>
        </p:nvSpPr>
        <p:spPr bwMode="auto">
          <a:xfrm>
            <a:off x="3680282" y="4039502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42" name="TextBox 3"/>
          <p:cNvSpPr txBox="1"/>
          <p:nvPr/>
        </p:nvSpPr>
        <p:spPr>
          <a:xfrm>
            <a:off x="3629482" y="401069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847.8471110.1.412526.000000.847001.100178</a:t>
            </a:r>
            <a:endParaRPr lang="en-US" dirty="0"/>
          </a:p>
        </p:txBody>
      </p:sp>
      <p:sp>
        <p:nvSpPr>
          <p:cNvPr id="11943" name="Rectangle 4"/>
          <p:cNvSpPr>
            <a:spLocks noChangeArrowheads="1"/>
          </p:cNvSpPr>
          <p:nvPr/>
        </p:nvSpPr>
        <p:spPr bwMode="auto">
          <a:xfrm>
            <a:off x="5918962" y="403950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44" name="TextBox 3"/>
          <p:cNvSpPr txBox="1"/>
          <p:nvPr/>
        </p:nvSpPr>
        <p:spPr>
          <a:xfrm>
            <a:off x="6072225" y="401069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439,992</a:t>
            </a:r>
            <a:endParaRPr lang="en-US" dirty="0"/>
          </a:p>
        </p:txBody>
      </p:sp>
      <p:sp>
        <p:nvSpPr>
          <p:cNvPr id="11945" name="Rectangle 4"/>
          <p:cNvSpPr>
            <a:spLocks noChangeArrowheads="1"/>
          </p:cNvSpPr>
          <p:nvPr/>
        </p:nvSpPr>
        <p:spPr bwMode="auto">
          <a:xfrm>
            <a:off x="6566408" y="403950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46" name="TextBox 3"/>
          <p:cNvSpPr txBox="1"/>
          <p:nvPr/>
        </p:nvSpPr>
        <p:spPr>
          <a:xfrm>
            <a:off x="6719671" y="401069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286,004</a:t>
            </a:r>
            <a:endParaRPr lang="en-US" dirty="0"/>
          </a:p>
        </p:txBody>
      </p:sp>
      <p:sp>
        <p:nvSpPr>
          <p:cNvPr id="11947" name="Rectangle 4"/>
          <p:cNvSpPr>
            <a:spLocks noChangeArrowheads="1"/>
          </p:cNvSpPr>
          <p:nvPr/>
        </p:nvSpPr>
        <p:spPr bwMode="auto">
          <a:xfrm>
            <a:off x="7213854" y="403950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48" name="TextBox 3"/>
          <p:cNvSpPr txBox="1"/>
          <p:nvPr/>
        </p:nvSpPr>
        <p:spPr>
          <a:xfrm>
            <a:off x="7367118" y="401069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285,994</a:t>
            </a:r>
            <a:endParaRPr lang="en-US" dirty="0"/>
          </a:p>
        </p:txBody>
      </p:sp>
      <p:sp>
        <p:nvSpPr>
          <p:cNvPr id="11949" name="Rectangle 4"/>
          <p:cNvSpPr>
            <a:spLocks noChangeArrowheads="1"/>
          </p:cNvSpPr>
          <p:nvPr/>
        </p:nvSpPr>
        <p:spPr bwMode="auto">
          <a:xfrm>
            <a:off x="7861300" y="4039502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50" name="Rectangle 4"/>
          <p:cNvSpPr>
            <a:spLocks noChangeArrowheads="1"/>
          </p:cNvSpPr>
          <p:nvPr/>
        </p:nvSpPr>
        <p:spPr bwMode="auto">
          <a:xfrm>
            <a:off x="8094497" y="4039502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51" name="Rectangle 4"/>
          <p:cNvSpPr>
            <a:spLocks noChangeArrowheads="1"/>
          </p:cNvSpPr>
          <p:nvPr/>
        </p:nvSpPr>
        <p:spPr bwMode="auto">
          <a:xfrm>
            <a:off x="8333384" y="4039502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52" name="TextBox 3"/>
          <p:cNvSpPr txBox="1"/>
          <p:nvPr/>
        </p:nvSpPr>
        <p:spPr>
          <a:xfrm>
            <a:off x="8594496" y="4010698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</a:t>
            </a:r>
            <a:endParaRPr lang="en-US" dirty="0"/>
          </a:p>
        </p:txBody>
      </p:sp>
      <p:sp>
        <p:nvSpPr>
          <p:cNvPr id="11953" name="Rectangle 4"/>
          <p:cNvSpPr>
            <a:spLocks noChangeArrowheads="1"/>
          </p:cNvSpPr>
          <p:nvPr/>
        </p:nvSpPr>
        <p:spPr bwMode="auto">
          <a:xfrm>
            <a:off x="878255" y="4552162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54" name="TextBox 3"/>
          <p:cNvSpPr txBox="1"/>
          <p:nvPr/>
        </p:nvSpPr>
        <p:spPr>
          <a:xfrm>
            <a:off x="827455" y="452335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8471110</a:t>
            </a:r>
            <a:endParaRPr lang="en-US" dirty="0"/>
          </a:p>
        </p:txBody>
      </p:sp>
      <p:sp>
        <p:nvSpPr>
          <p:cNvPr id="11955" name="Rectangle 4"/>
          <p:cNvSpPr>
            <a:spLocks noChangeArrowheads="1"/>
          </p:cNvSpPr>
          <p:nvPr/>
        </p:nvSpPr>
        <p:spPr bwMode="auto">
          <a:xfrm>
            <a:off x="1365758" y="4552162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56" name="TextBox 3"/>
          <p:cNvSpPr txBox="1"/>
          <p:nvPr/>
        </p:nvSpPr>
        <p:spPr>
          <a:xfrm>
            <a:off x="1314958" y="4523359"/>
            <a:ext cx="798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SVP/ </a:t>
            </a:r>
            <a:endParaRPr lang="en-US" dirty="0"/>
          </a:p>
        </p:txBody>
      </p:sp>
      <p:sp>
        <p:nvSpPr>
          <p:cNvPr id="11957" name="TextBox 3"/>
          <p:cNvSpPr txBox="1"/>
          <p:nvPr/>
        </p:nvSpPr>
        <p:spPr>
          <a:xfrm>
            <a:off x="1314958" y="4640808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&amp; </a:t>
            </a:r>
            <a:endParaRPr lang="en-US" dirty="0"/>
          </a:p>
        </p:txBody>
      </p:sp>
      <p:sp>
        <p:nvSpPr>
          <p:cNvPr id="11958" name="TextBox 3"/>
          <p:cNvSpPr txBox="1"/>
          <p:nvPr/>
        </p:nvSpPr>
        <p:spPr>
          <a:xfrm>
            <a:off x="1314958" y="4758258"/>
            <a:ext cx="8045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Development </a:t>
            </a:r>
            <a:endParaRPr lang="en-US" dirty="0"/>
          </a:p>
        </p:txBody>
      </p:sp>
      <p:sp>
        <p:nvSpPr>
          <p:cNvPr id="11959" name="TextBox 3"/>
          <p:cNvSpPr txBox="1"/>
          <p:nvPr/>
        </p:nvSpPr>
        <p:spPr>
          <a:xfrm>
            <a:off x="1314958" y="4875708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1960" name="Rectangle 4"/>
          <p:cNvSpPr>
            <a:spLocks noChangeArrowheads="1"/>
          </p:cNvSpPr>
          <p:nvPr/>
        </p:nvSpPr>
        <p:spPr bwMode="auto">
          <a:xfrm>
            <a:off x="2163546" y="4552162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61" name="TextBox 3"/>
          <p:cNvSpPr txBox="1"/>
          <p:nvPr/>
        </p:nvSpPr>
        <p:spPr>
          <a:xfrm>
            <a:off x="2112746" y="452335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11962" name="Rectangle 4"/>
          <p:cNvSpPr>
            <a:spLocks noChangeArrowheads="1"/>
          </p:cNvSpPr>
          <p:nvPr/>
        </p:nvSpPr>
        <p:spPr bwMode="auto">
          <a:xfrm>
            <a:off x="2622702" y="4552162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63" name="TextBox 3"/>
          <p:cNvSpPr txBox="1"/>
          <p:nvPr/>
        </p:nvSpPr>
        <p:spPr>
          <a:xfrm>
            <a:off x="2571902" y="4523359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11964" name="TextBox 3"/>
          <p:cNvSpPr txBox="1"/>
          <p:nvPr/>
        </p:nvSpPr>
        <p:spPr>
          <a:xfrm>
            <a:off x="2571902" y="4640808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11965" name="Rectangle 4"/>
          <p:cNvSpPr>
            <a:spLocks noChangeArrowheads="1"/>
          </p:cNvSpPr>
          <p:nvPr/>
        </p:nvSpPr>
        <p:spPr bwMode="auto">
          <a:xfrm>
            <a:off x="3680282" y="4552162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66" name="TextBox 3"/>
          <p:cNvSpPr txBox="1"/>
          <p:nvPr/>
        </p:nvSpPr>
        <p:spPr>
          <a:xfrm>
            <a:off x="3629482" y="452335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847.8471110.1.412534.000000.847001.100178</a:t>
            </a:r>
            <a:endParaRPr lang="en-US" dirty="0"/>
          </a:p>
        </p:txBody>
      </p:sp>
      <p:sp>
        <p:nvSpPr>
          <p:cNvPr id="11967" name="Rectangle 4"/>
          <p:cNvSpPr>
            <a:spLocks noChangeArrowheads="1"/>
          </p:cNvSpPr>
          <p:nvPr/>
        </p:nvSpPr>
        <p:spPr bwMode="auto">
          <a:xfrm>
            <a:off x="5918962" y="455216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68" name="TextBox 3"/>
          <p:cNvSpPr txBox="1"/>
          <p:nvPr/>
        </p:nvSpPr>
        <p:spPr>
          <a:xfrm>
            <a:off x="6128715" y="452335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19,246</a:t>
            </a:r>
            <a:endParaRPr lang="en-US" dirty="0"/>
          </a:p>
        </p:txBody>
      </p:sp>
      <p:sp>
        <p:nvSpPr>
          <p:cNvPr id="11969" name="Rectangle 4"/>
          <p:cNvSpPr>
            <a:spLocks noChangeArrowheads="1"/>
          </p:cNvSpPr>
          <p:nvPr/>
        </p:nvSpPr>
        <p:spPr bwMode="auto">
          <a:xfrm>
            <a:off x="6566408" y="455216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70" name="TextBox 3"/>
          <p:cNvSpPr txBox="1"/>
          <p:nvPr/>
        </p:nvSpPr>
        <p:spPr>
          <a:xfrm>
            <a:off x="6776161" y="452335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37,606</a:t>
            </a:r>
            <a:endParaRPr lang="en-US" dirty="0"/>
          </a:p>
        </p:txBody>
      </p:sp>
      <p:sp>
        <p:nvSpPr>
          <p:cNvPr id="11971" name="Rectangle 4"/>
          <p:cNvSpPr>
            <a:spLocks noChangeArrowheads="1"/>
          </p:cNvSpPr>
          <p:nvPr/>
        </p:nvSpPr>
        <p:spPr bwMode="auto">
          <a:xfrm>
            <a:off x="7213854" y="455216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72" name="TextBox 3"/>
          <p:cNvSpPr txBox="1"/>
          <p:nvPr/>
        </p:nvSpPr>
        <p:spPr>
          <a:xfrm>
            <a:off x="7423607" y="452335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37,212</a:t>
            </a:r>
            <a:endParaRPr lang="en-US" dirty="0"/>
          </a:p>
        </p:txBody>
      </p:sp>
      <p:sp>
        <p:nvSpPr>
          <p:cNvPr id="11973" name="Rectangle 4"/>
          <p:cNvSpPr>
            <a:spLocks noChangeArrowheads="1"/>
          </p:cNvSpPr>
          <p:nvPr/>
        </p:nvSpPr>
        <p:spPr bwMode="auto">
          <a:xfrm>
            <a:off x="7861300" y="4552162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74" name="Rectangle 4"/>
          <p:cNvSpPr>
            <a:spLocks noChangeArrowheads="1"/>
          </p:cNvSpPr>
          <p:nvPr/>
        </p:nvSpPr>
        <p:spPr bwMode="auto">
          <a:xfrm>
            <a:off x="8094497" y="4552162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75" name="Rectangle 4"/>
          <p:cNvSpPr>
            <a:spLocks noChangeArrowheads="1"/>
          </p:cNvSpPr>
          <p:nvPr/>
        </p:nvSpPr>
        <p:spPr bwMode="auto">
          <a:xfrm>
            <a:off x="8333384" y="4552162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76" name="TextBox 3"/>
          <p:cNvSpPr txBox="1"/>
          <p:nvPr/>
        </p:nvSpPr>
        <p:spPr>
          <a:xfrm>
            <a:off x="8538006" y="4523359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394</a:t>
            </a:r>
            <a:endParaRPr lang="en-US" dirty="0"/>
          </a:p>
        </p:txBody>
      </p:sp>
      <p:sp>
        <p:nvSpPr>
          <p:cNvPr id="11977" name="Rectangle 4"/>
          <p:cNvSpPr>
            <a:spLocks noChangeArrowheads="1"/>
          </p:cNvSpPr>
          <p:nvPr/>
        </p:nvSpPr>
        <p:spPr bwMode="auto">
          <a:xfrm>
            <a:off x="878255" y="5064823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78" name="TextBox 3"/>
          <p:cNvSpPr txBox="1"/>
          <p:nvPr/>
        </p:nvSpPr>
        <p:spPr>
          <a:xfrm>
            <a:off x="827455" y="503602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8471110</a:t>
            </a:r>
            <a:endParaRPr lang="en-US" dirty="0"/>
          </a:p>
        </p:txBody>
      </p:sp>
      <p:sp>
        <p:nvSpPr>
          <p:cNvPr id="11979" name="Rectangle 4"/>
          <p:cNvSpPr>
            <a:spLocks noChangeArrowheads="1"/>
          </p:cNvSpPr>
          <p:nvPr/>
        </p:nvSpPr>
        <p:spPr bwMode="auto">
          <a:xfrm>
            <a:off x="1365758" y="5064823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80" name="TextBox 3"/>
          <p:cNvSpPr txBox="1"/>
          <p:nvPr/>
        </p:nvSpPr>
        <p:spPr>
          <a:xfrm>
            <a:off x="1314958" y="5036020"/>
            <a:ext cx="798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SVP/ </a:t>
            </a:r>
            <a:endParaRPr lang="en-US" dirty="0"/>
          </a:p>
        </p:txBody>
      </p:sp>
      <p:sp>
        <p:nvSpPr>
          <p:cNvPr id="11981" name="TextBox 3"/>
          <p:cNvSpPr txBox="1"/>
          <p:nvPr/>
        </p:nvSpPr>
        <p:spPr>
          <a:xfrm>
            <a:off x="1314958" y="5153469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&amp; </a:t>
            </a:r>
            <a:endParaRPr lang="en-US" dirty="0"/>
          </a:p>
        </p:txBody>
      </p:sp>
      <p:sp>
        <p:nvSpPr>
          <p:cNvPr id="11982" name="TextBox 3"/>
          <p:cNvSpPr txBox="1"/>
          <p:nvPr/>
        </p:nvSpPr>
        <p:spPr>
          <a:xfrm>
            <a:off x="1314958" y="5270919"/>
            <a:ext cx="8045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Development </a:t>
            </a:r>
            <a:endParaRPr lang="en-US" dirty="0"/>
          </a:p>
        </p:txBody>
      </p:sp>
      <p:sp>
        <p:nvSpPr>
          <p:cNvPr id="11983" name="TextBox 3"/>
          <p:cNvSpPr txBox="1"/>
          <p:nvPr/>
        </p:nvSpPr>
        <p:spPr>
          <a:xfrm>
            <a:off x="1314958" y="5388369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1984" name="Rectangle 4"/>
          <p:cNvSpPr>
            <a:spLocks noChangeArrowheads="1"/>
          </p:cNvSpPr>
          <p:nvPr/>
        </p:nvSpPr>
        <p:spPr bwMode="auto">
          <a:xfrm>
            <a:off x="2163546" y="5064823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85" name="TextBox 3"/>
          <p:cNvSpPr txBox="1"/>
          <p:nvPr/>
        </p:nvSpPr>
        <p:spPr>
          <a:xfrm>
            <a:off x="2112746" y="503602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11986" name="Rectangle 4"/>
          <p:cNvSpPr>
            <a:spLocks noChangeArrowheads="1"/>
          </p:cNvSpPr>
          <p:nvPr/>
        </p:nvSpPr>
        <p:spPr bwMode="auto">
          <a:xfrm>
            <a:off x="2622702" y="5064823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87" name="TextBox 3"/>
          <p:cNvSpPr txBox="1"/>
          <p:nvPr/>
        </p:nvSpPr>
        <p:spPr>
          <a:xfrm>
            <a:off x="2571902" y="5036020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11988" name="Rectangle 4"/>
          <p:cNvSpPr>
            <a:spLocks noChangeArrowheads="1"/>
          </p:cNvSpPr>
          <p:nvPr/>
        </p:nvSpPr>
        <p:spPr bwMode="auto">
          <a:xfrm>
            <a:off x="3680282" y="5064823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89" name="TextBox 3"/>
          <p:cNvSpPr txBox="1"/>
          <p:nvPr/>
        </p:nvSpPr>
        <p:spPr>
          <a:xfrm>
            <a:off x="3629482" y="503602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847.8471110.1.412546.000000.847001.100178</a:t>
            </a:r>
            <a:endParaRPr lang="en-US" dirty="0"/>
          </a:p>
        </p:txBody>
      </p:sp>
      <p:sp>
        <p:nvSpPr>
          <p:cNvPr id="11990" name="Rectangle 4"/>
          <p:cNvSpPr>
            <a:spLocks noChangeArrowheads="1"/>
          </p:cNvSpPr>
          <p:nvPr/>
        </p:nvSpPr>
        <p:spPr bwMode="auto">
          <a:xfrm>
            <a:off x="5918962" y="5064823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91" name="TextBox 3"/>
          <p:cNvSpPr txBox="1"/>
          <p:nvPr/>
        </p:nvSpPr>
        <p:spPr>
          <a:xfrm>
            <a:off x="6128715" y="503602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19,748</a:t>
            </a:r>
            <a:endParaRPr lang="en-US" dirty="0"/>
          </a:p>
        </p:txBody>
      </p:sp>
      <p:sp>
        <p:nvSpPr>
          <p:cNvPr id="11992" name="Rectangle 4"/>
          <p:cNvSpPr>
            <a:spLocks noChangeArrowheads="1"/>
          </p:cNvSpPr>
          <p:nvPr/>
        </p:nvSpPr>
        <p:spPr bwMode="auto">
          <a:xfrm>
            <a:off x="6566408" y="5064823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93" name="TextBox 3"/>
          <p:cNvSpPr txBox="1"/>
          <p:nvPr/>
        </p:nvSpPr>
        <p:spPr>
          <a:xfrm>
            <a:off x="6776161" y="503602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18,665</a:t>
            </a:r>
            <a:endParaRPr lang="en-US" dirty="0"/>
          </a:p>
        </p:txBody>
      </p:sp>
      <p:sp>
        <p:nvSpPr>
          <p:cNvPr id="11994" name="Rectangle 4"/>
          <p:cNvSpPr>
            <a:spLocks noChangeArrowheads="1"/>
          </p:cNvSpPr>
          <p:nvPr/>
        </p:nvSpPr>
        <p:spPr bwMode="auto">
          <a:xfrm>
            <a:off x="7213854" y="5064823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95" name="TextBox 3"/>
          <p:cNvSpPr txBox="1"/>
          <p:nvPr/>
        </p:nvSpPr>
        <p:spPr>
          <a:xfrm>
            <a:off x="7423607" y="503602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17,702</a:t>
            </a:r>
            <a:endParaRPr lang="en-US" dirty="0"/>
          </a:p>
        </p:txBody>
      </p:sp>
      <p:sp>
        <p:nvSpPr>
          <p:cNvPr id="11996" name="Rectangle 4"/>
          <p:cNvSpPr>
            <a:spLocks noChangeArrowheads="1"/>
          </p:cNvSpPr>
          <p:nvPr/>
        </p:nvSpPr>
        <p:spPr bwMode="auto">
          <a:xfrm>
            <a:off x="7861300" y="5064823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97" name="Rectangle 4"/>
          <p:cNvSpPr>
            <a:spLocks noChangeArrowheads="1"/>
          </p:cNvSpPr>
          <p:nvPr/>
        </p:nvSpPr>
        <p:spPr bwMode="auto">
          <a:xfrm>
            <a:off x="8094497" y="5064823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98" name="Rectangle 4"/>
          <p:cNvSpPr>
            <a:spLocks noChangeArrowheads="1"/>
          </p:cNvSpPr>
          <p:nvPr/>
        </p:nvSpPr>
        <p:spPr bwMode="auto">
          <a:xfrm>
            <a:off x="8333384" y="5064823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1999" name="TextBox 3"/>
          <p:cNvSpPr txBox="1"/>
          <p:nvPr/>
        </p:nvSpPr>
        <p:spPr>
          <a:xfrm>
            <a:off x="8538006" y="5036020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963</a:t>
            </a:r>
            <a:endParaRPr lang="en-US" dirty="0"/>
          </a:p>
        </p:txBody>
      </p:sp>
      <p:sp>
        <p:nvSpPr>
          <p:cNvPr id="12000" name="Rectangle 4"/>
          <p:cNvSpPr>
            <a:spLocks noChangeArrowheads="1"/>
          </p:cNvSpPr>
          <p:nvPr/>
        </p:nvSpPr>
        <p:spPr bwMode="auto">
          <a:xfrm>
            <a:off x="878255" y="5577484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01" name="TextBox 3"/>
          <p:cNvSpPr txBox="1"/>
          <p:nvPr/>
        </p:nvSpPr>
        <p:spPr>
          <a:xfrm>
            <a:off x="827455" y="554868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8471110</a:t>
            </a:r>
            <a:endParaRPr lang="en-US" dirty="0"/>
          </a:p>
        </p:txBody>
      </p:sp>
      <p:sp>
        <p:nvSpPr>
          <p:cNvPr id="12002" name="Rectangle 4"/>
          <p:cNvSpPr>
            <a:spLocks noChangeArrowheads="1"/>
          </p:cNvSpPr>
          <p:nvPr/>
        </p:nvSpPr>
        <p:spPr bwMode="auto">
          <a:xfrm>
            <a:off x="1365758" y="5577484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03" name="TextBox 3"/>
          <p:cNvSpPr txBox="1"/>
          <p:nvPr/>
        </p:nvSpPr>
        <p:spPr>
          <a:xfrm>
            <a:off x="1314958" y="5548680"/>
            <a:ext cx="798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SVP/ </a:t>
            </a:r>
            <a:endParaRPr lang="en-US" dirty="0"/>
          </a:p>
        </p:txBody>
      </p:sp>
      <p:sp>
        <p:nvSpPr>
          <p:cNvPr id="12004" name="TextBox 3"/>
          <p:cNvSpPr txBox="1"/>
          <p:nvPr/>
        </p:nvSpPr>
        <p:spPr>
          <a:xfrm>
            <a:off x="1314958" y="5666130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&amp; </a:t>
            </a:r>
            <a:endParaRPr lang="en-US" dirty="0"/>
          </a:p>
        </p:txBody>
      </p:sp>
      <p:sp>
        <p:nvSpPr>
          <p:cNvPr id="12005" name="TextBox 3"/>
          <p:cNvSpPr txBox="1"/>
          <p:nvPr/>
        </p:nvSpPr>
        <p:spPr>
          <a:xfrm>
            <a:off x="1314958" y="5783580"/>
            <a:ext cx="8045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Development </a:t>
            </a:r>
            <a:endParaRPr lang="en-US" dirty="0"/>
          </a:p>
        </p:txBody>
      </p:sp>
      <p:sp>
        <p:nvSpPr>
          <p:cNvPr id="12006" name="TextBox 3"/>
          <p:cNvSpPr txBox="1"/>
          <p:nvPr/>
        </p:nvSpPr>
        <p:spPr>
          <a:xfrm>
            <a:off x="1314958" y="5901029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2007" name="Rectangle 4"/>
          <p:cNvSpPr>
            <a:spLocks noChangeArrowheads="1"/>
          </p:cNvSpPr>
          <p:nvPr/>
        </p:nvSpPr>
        <p:spPr bwMode="auto">
          <a:xfrm>
            <a:off x="2163546" y="5577484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08" name="TextBox 3"/>
          <p:cNvSpPr txBox="1"/>
          <p:nvPr/>
        </p:nvSpPr>
        <p:spPr>
          <a:xfrm>
            <a:off x="2112746" y="554868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12009" name="Rectangle 4"/>
          <p:cNvSpPr>
            <a:spLocks noChangeArrowheads="1"/>
          </p:cNvSpPr>
          <p:nvPr/>
        </p:nvSpPr>
        <p:spPr bwMode="auto">
          <a:xfrm>
            <a:off x="2622702" y="5577484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10" name="TextBox 3"/>
          <p:cNvSpPr txBox="1"/>
          <p:nvPr/>
        </p:nvSpPr>
        <p:spPr>
          <a:xfrm>
            <a:off x="2571902" y="5548680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12011" name="TextBox 3"/>
          <p:cNvSpPr txBox="1"/>
          <p:nvPr/>
        </p:nvSpPr>
        <p:spPr>
          <a:xfrm>
            <a:off x="2571902" y="5666130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12012" name="Rectangle 4"/>
          <p:cNvSpPr>
            <a:spLocks noChangeArrowheads="1"/>
          </p:cNvSpPr>
          <p:nvPr/>
        </p:nvSpPr>
        <p:spPr bwMode="auto">
          <a:xfrm>
            <a:off x="3680282" y="5577484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13" name="TextBox 3"/>
          <p:cNvSpPr txBox="1"/>
          <p:nvPr/>
        </p:nvSpPr>
        <p:spPr>
          <a:xfrm>
            <a:off x="3629482" y="554868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847.8471110.1.415110.000000.847001.100178</a:t>
            </a:r>
            <a:endParaRPr lang="en-US" dirty="0"/>
          </a:p>
        </p:txBody>
      </p:sp>
      <p:sp>
        <p:nvSpPr>
          <p:cNvPr id="12014" name="Rectangle 4"/>
          <p:cNvSpPr>
            <a:spLocks noChangeArrowheads="1"/>
          </p:cNvSpPr>
          <p:nvPr/>
        </p:nvSpPr>
        <p:spPr bwMode="auto">
          <a:xfrm>
            <a:off x="5918962" y="5577484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15" name="TextBox 3"/>
          <p:cNvSpPr txBox="1"/>
          <p:nvPr/>
        </p:nvSpPr>
        <p:spPr>
          <a:xfrm>
            <a:off x="6072225" y="554868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322,978</a:t>
            </a:r>
            <a:endParaRPr lang="en-US" dirty="0"/>
          </a:p>
        </p:txBody>
      </p:sp>
      <p:sp>
        <p:nvSpPr>
          <p:cNvPr id="12016" name="Rectangle 4"/>
          <p:cNvSpPr>
            <a:spLocks noChangeArrowheads="1"/>
          </p:cNvSpPr>
          <p:nvPr/>
        </p:nvSpPr>
        <p:spPr bwMode="auto">
          <a:xfrm>
            <a:off x="6566408" y="5577484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17" name="TextBox 3"/>
          <p:cNvSpPr txBox="1"/>
          <p:nvPr/>
        </p:nvSpPr>
        <p:spPr>
          <a:xfrm>
            <a:off x="6719671" y="554868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155,227</a:t>
            </a:r>
            <a:endParaRPr lang="en-US" dirty="0"/>
          </a:p>
        </p:txBody>
      </p:sp>
      <p:sp>
        <p:nvSpPr>
          <p:cNvPr id="12018" name="Rectangle 4"/>
          <p:cNvSpPr>
            <a:spLocks noChangeArrowheads="1"/>
          </p:cNvSpPr>
          <p:nvPr/>
        </p:nvSpPr>
        <p:spPr bwMode="auto">
          <a:xfrm>
            <a:off x="7213854" y="5577484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19" name="TextBox 3"/>
          <p:cNvSpPr txBox="1"/>
          <p:nvPr/>
        </p:nvSpPr>
        <p:spPr>
          <a:xfrm>
            <a:off x="7367118" y="554868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155,209</a:t>
            </a:r>
            <a:endParaRPr lang="en-US" dirty="0"/>
          </a:p>
        </p:txBody>
      </p:sp>
      <p:sp>
        <p:nvSpPr>
          <p:cNvPr id="12020" name="Rectangle 4"/>
          <p:cNvSpPr>
            <a:spLocks noChangeArrowheads="1"/>
          </p:cNvSpPr>
          <p:nvPr/>
        </p:nvSpPr>
        <p:spPr bwMode="auto">
          <a:xfrm>
            <a:off x="7861300" y="5577484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21" name="Rectangle 4"/>
          <p:cNvSpPr>
            <a:spLocks noChangeArrowheads="1"/>
          </p:cNvSpPr>
          <p:nvPr/>
        </p:nvSpPr>
        <p:spPr bwMode="auto">
          <a:xfrm>
            <a:off x="8094497" y="5577484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22" name="Rectangle 4"/>
          <p:cNvSpPr>
            <a:spLocks noChangeArrowheads="1"/>
          </p:cNvSpPr>
          <p:nvPr/>
        </p:nvSpPr>
        <p:spPr bwMode="auto">
          <a:xfrm>
            <a:off x="8333384" y="5577484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23" name="TextBox 3"/>
          <p:cNvSpPr txBox="1"/>
          <p:nvPr/>
        </p:nvSpPr>
        <p:spPr>
          <a:xfrm>
            <a:off x="8594496" y="5548680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18</a:t>
            </a:r>
            <a:endParaRPr lang="en-US" dirty="0"/>
          </a:p>
        </p:txBody>
      </p:sp>
      <p:sp>
        <p:nvSpPr>
          <p:cNvPr id="12024" name="Rectangle 4"/>
          <p:cNvSpPr>
            <a:spLocks noChangeArrowheads="1"/>
          </p:cNvSpPr>
          <p:nvPr/>
        </p:nvSpPr>
        <p:spPr bwMode="auto">
          <a:xfrm>
            <a:off x="878255" y="6090145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25" name="TextBox 3"/>
          <p:cNvSpPr txBox="1"/>
          <p:nvPr/>
        </p:nvSpPr>
        <p:spPr>
          <a:xfrm>
            <a:off x="827455" y="606134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8471110</a:t>
            </a:r>
            <a:endParaRPr lang="en-US" dirty="0"/>
          </a:p>
        </p:txBody>
      </p:sp>
      <p:sp>
        <p:nvSpPr>
          <p:cNvPr id="12026" name="Rectangle 4"/>
          <p:cNvSpPr>
            <a:spLocks noChangeArrowheads="1"/>
          </p:cNvSpPr>
          <p:nvPr/>
        </p:nvSpPr>
        <p:spPr bwMode="auto">
          <a:xfrm>
            <a:off x="1365758" y="6090145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27" name="TextBox 3"/>
          <p:cNvSpPr txBox="1"/>
          <p:nvPr/>
        </p:nvSpPr>
        <p:spPr>
          <a:xfrm>
            <a:off x="1314958" y="6061341"/>
            <a:ext cx="798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SVP/ </a:t>
            </a:r>
            <a:endParaRPr lang="en-US" dirty="0"/>
          </a:p>
        </p:txBody>
      </p:sp>
      <p:sp>
        <p:nvSpPr>
          <p:cNvPr id="12028" name="TextBox 3"/>
          <p:cNvSpPr txBox="1"/>
          <p:nvPr/>
        </p:nvSpPr>
        <p:spPr>
          <a:xfrm>
            <a:off x="1314958" y="6178791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&amp; </a:t>
            </a:r>
            <a:endParaRPr lang="en-US" dirty="0"/>
          </a:p>
        </p:txBody>
      </p:sp>
      <p:sp>
        <p:nvSpPr>
          <p:cNvPr id="12029" name="TextBox 3"/>
          <p:cNvSpPr txBox="1"/>
          <p:nvPr/>
        </p:nvSpPr>
        <p:spPr>
          <a:xfrm>
            <a:off x="1314958" y="6296240"/>
            <a:ext cx="8045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Development </a:t>
            </a:r>
            <a:endParaRPr lang="en-US" dirty="0"/>
          </a:p>
        </p:txBody>
      </p:sp>
      <p:sp>
        <p:nvSpPr>
          <p:cNvPr id="12030" name="TextBox 3"/>
          <p:cNvSpPr txBox="1"/>
          <p:nvPr/>
        </p:nvSpPr>
        <p:spPr>
          <a:xfrm>
            <a:off x="1314958" y="6413690"/>
            <a:ext cx="4431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Office</a:t>
            </a:r>
            <a:endParaRPr lang="en-US" dirty="0"/>
          </a:p>
        </p:txBody>
      </p:sp>
      <p:sp>
        <p:nvSpPr>
          <p:cNvPr id="12031" name="Rectangle 4"/>
          <p:cNvSpPr>
            <a:spLocks noChangeArrowheads="1"/>
          </p:cNvSpPr>
          <p:nvPr/>
        </p:nvSpPr>
        <p:spPr bwMode="auto">
          <a:xfrm>
            <a:off x="2163546" y="6090145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32" name="TextBox 3"/>
          <p:cNvSpPr txBox="1"/>
          <p:nvPr/>
        </p:nvSpPr>
        <p:spPr>
          <a:xfrm>
            <a:off x="2112746" y="606134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12033" name="Rectangle 4"/>
          <p:cNvSpPr>
            <a:spLocks noChangeArrowheads="1"/>
          </p:cNvSpPr>
          <p:nvPr/>
        </p:nvSpPr>
        <p:spPr bwMode="auto">
          <a:xfrm>
            <a:off x="2622702" y="6090145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34" name="TextBox 3"/>
          <p:cNvSpPr txBox="1"/>
          <p:nvPr/>
        </p:nvSpPr>
        <p:spPr>
          <a:xfrm>
            <a:off x="2571902" y="6061341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12035" name="TextBox 3"/>
          <p:cNvSpPr txBox="1"/>
          <p:nvPr/>
        </p:nvSpPr>
        <p:spPr>
          <a:xfrm>
            <a:off x="2571902" y="6178791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12036" name="Rectangle 4"/>
          <p:cNvSpPr>
            <a:spLocks noChangeArrowheads="1"/>
          </p:cNvSpPr>
          <p:nvPr/>
        </p:nvSpPr>
        <p:spPr bwMode="auto">
          <a:xfrm>
            <a:off x="3680282" y="6090145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37" name="TextBox 3"/>
          <p:cNvSpPr txBox="1"/>
          <p:nvPr/>
        </p:nvSpPr>
        <p:spPr>
          <a:xfrm>
            <a:off x="3629482" y="606134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847.8471110.1.416310.000000.847001.100178</a:t>
            </a:r>
            <a:endParaRPr lang="en-US" dirty="0"/>
          </a:p>
        </p:txBody>
      </p:sp>
      <p:sp>
        <p:nvSpPr>
          <p:cNvPr id="12038" name="Rectangle 4"/>
          <p:cNvSpPr>
            <a:spLocks noChangeArrowheads="1"/>
          </p:cNvSpPr>
          <p:nvPr/>
        </p:nvSpPr>
        <p:spPr bwMode="auto">
          <a:xfrm>
            <a:off x="5918962" y="609014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39" name="TextBox 3"/>
          <p:cNvSpPr txBox="1"/>
          <p:nvPr/>
        </p:nvSpPr>
        <p:spPr>
          <a:xfrm>
            <a:off x="6382918" y="606134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2040" name="Rectangle 4"/>
          <p:cNvSpPr>
            <a:spLocks noChangeArrowheads="1"/>
          </p:cNvSpPr>
          <p:nvPr/>
        </p:nvSpPr>
        <p:spPr bwMode="auto">
          <a:xfrm>
            <a:off x="6566408" y="609014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41" name="TextBox 3"/>
          <p:cNvSpPr txBox="1"/>
          <p:nvPr/>
        </p:nvSpPr>
        <p:spPr>
          <a:xfrm>
            <a:off x="6832651" y="6061341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2,078</a:t>
            </a:r>
            <a:endParaRPr lang="en-US" dirty="0"/>
          </a:p>
        </p:txBody>
      </p:sp>
      <p:sp>
        <p:nvSpPr>
          <p:cNvPr id="12042" name="Rectangle 4"/>
          <p:cNvSpPr>
            <a:spLocks noChangeArrowheads="1"/>
          </p:cNvSpPr>
          <p:nvPr/>
        </p:nvSpPr>
        <p:spPr bwMode="auto">
          <a:xfrm>
            <a:off x="7213854" y="609014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43" name="TextBox 3"/>
          <p:cNvSpPr txBox="1"/>
          <p:nvPr/>
        </p:nvSpPr>
        <p:spPr>
          <a:xfrm>
            <a:off x="7480096" y="6061341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2,077</a:t>
            </a:r>
            <a:endParaRPr lang="en-US" dirty="0"/>
          </a:p>
        </p:txBody>
      </p:sp>
      <p:sp>
        <p:nvSpPr>
          <p:cNvPr id="12044" name="Rectangle 4"/>
          <p:cNvSpPr>
            <a:spLocks noChangeArrowheads="1"/>
          </p:cNvSpPr>
          <p:nvPr/>
        </p:nvSpPr>
        <p:spPr bwMode="auto">
          <a:xfrm>
            <a:off x="7861300" y="6090145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45" name="Rectangle 4"/>
          <p:cNvSpPr>
            <a:spLocks noChangeArrowheads="1"/>
          </p:cNvSpPr>
          <p:nvPr/>
        </p:nvSpPr>
        <p:spPr bwMode="auto">
          <a:xfrm>
            <a:off x="8094497" y="6090145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46" name="Rectangle 4"/>
          <p:cNvSpPr>
            <a:spLocks noChangeArrowheads="1"/>
          </p:cNvSpPr>
          <p:nvPr/>
        </p:nvSpPr>
        <p:spPr bwMode="auto">
          <a:xfrm>
            <a:off x="8333384" y="6090145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47" name="TextBox 3"/>
          <p:cNvSpPr txBox="1"/>
          <p:nvPr/>
        </p:nvSpPr>
        <p:spPr>
          <a:xfrm>
            <a:off x="8650986" y="606134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2048" name="Rectangle 4"/>
          <p:cNvSpPr>
            <a:spLocks noChangeArrowheads="1"/>
          </p:cNvSpPr>
          <p:nvPr/>
        </p:nvSpPr>
        <p:spPr bwMode="auto">
          <a:xfrm>
            <a:off x="878255" y="6602806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049" name="TextBox 3"/>
          <p:cNvSpPr txBox="1"/>
          <p:nvPr/>
        </p:nvSpPr>
        <p:spPr>
          <a:xfrm>
            <a:off x="827455" y="657400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8471110</a:t>
            </a:r>
            <a:endParaRPr lang="en-US" dirty="0"/>
          </a:p>
        </p:txBody>
      </p:sp>
      <p:sp>
        <p:nvSpPr>
          <p:cNvPr id="12050" name="TextBox 3"/>
          <p:cNvSpPr txBox="1"/>
          <p:nvPr/>
        </p:nvSpPr>
        <p:spPr>
          <a:xfrm>
            <a:off x="827455" y="6691452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2051" name="Rectangle 4"/>
          <p:cNvSpPr>
            <a:spLocks noChangeArrowheads="1"/>
          </p:cNvSpPr>
          <p:nvPr/>
        </p:nvSpPr>
        <p:spPr bwMode="auto">
          <a:xfrm>
            <a:off x="1365758" y="6602806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052" name="Rectangle 4"/>
          <p:cNvSpPr>
            <a:spLocks noChangeArrowheads="1"/>
          </p:cNvSpPr>
          <p:nvPr/>
        </p:nvSpPr>
        <p:spPr bwMode="auto">
          <a:xfrm>
            <a:off x="2163546" y="6602806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053" name="Rectangle 4"/>
          <p:cNvSpPr>
            <a:spLocks noChangeArrowheads="1"/>
          </p:cNvSpPr>
          <p:nvPr/>
        </p:nvSpPr>
        <p:spPr bwMode="auto">
          <a:xfrm>
            <a:off x="2622702" y="6602806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054" name="Rectangle 4"/>
          <p:cNvSpPr>
            <a:spLocks noChangeArrowheads="1"/>
          </p:cNvSpPr>
          <p:nvPr/>
        </p:nvSpPr>
        <p:spPr bwMode="auto">
          <a:xfrm>
            <a:off x="3680282" y="6602806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055" name="Rectangle 4"/>
          <p:cNvSpPr>
            <a:spLocks noChangeArrowheads="1"/>
          </p:cNvSpPr>
          <p:nvPr/>
        </p:nvSpPr>
        <p:spPr bwMode="auto">
          <a:xfrm>
            <a:off x="5918962" y="6602806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056" name="TextBox 3"/>
          <p:cNvSpPr txBox="1"/>
          <p:nvPr/>
        </p:nvSpPr>
        <p:spPr>
          <a:xfrm>
            <a:off x="5987491" y="657400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2,263,394</a:t>
            </a:r>
            <a:endParaRPr lang="en-US" dirty="0"/>
          </a:p>
        </p:txBody>
      </p:sp>
      <p:sp>
        <p:nvSpPr>
          <p:cNvPr id="12057" name="Rectangle 4"/>
          <p:cNvSpPr>
            <a:spLocks noChangeArrowheads="1"/>
          </p:cNvSpPr>
          <p:nvPr/>
        </p:nvSpPr>
        <p:spPr bwMode="auto">
          <a:xfrm>
            <a:off x="6566408" y="6602806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058" name="TextBox 3"/>
          <p:cNvSpPr txBox="1"/>
          <p:nvPr/>
        </p:nvSpPr>
        <p:spPr>
          <a:xfrm>
            <a:off x="6634937" y="657400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1,616,125</a:t>
            </a:r>
            <a:endParaRPr lang="en-US" dirty="0"/>
          </a:p>
        </p:txBody>
      </p:sp>
      <p:sp>
        <p:nvSpPr>
          <p:cNvPr id="12059" name="Rectangle 4"/>
          <p:cNvSpPr>
            <a:spLocks noChangeArrowheads="1"/>
          </p:cNvSpPr>
          <p:nvPr/>
        </p:nvSpPr>
        <p:spPr bwMode="auto">
          <a:xfrm>
            <a:off x="7213854" y="6602806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060" name="TextBox 3"/>
          <p:cNvSpPr txBox="1"/>
          <p:nvPr/>
        </p:nvSpPr>
        <p:spPr>
          <a:xfrm>
            <a:off x="7282383" y="657400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1,614,663</a:t>
            </a:r>
            <a:endParaRPr lang="en-US" dirty="0"/>
          </a:p>
        </p:txBody>
      </p:sp>
      <p:sp>
        <p:nvSpPr>
          <p:cNvPr id="12061" name="Rectangle 4"/>
          <p:cNvSpPr>
            <a:spLocks noChangeArrowheads="1"/>
          </p:cNvSpPr>
          <p:nvPr/>
        </p:nvSpPr>
        <p:spPr bwMode="auto">
          <a:xfrm>
            <a:off x="7861300" y="6602806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062" name="Rectangle 4"/>
          <p:cNvSpPr>
            <a:spLocks noChangeArrowheads="1"/>
          </p:cNvSpPr>
          <p:nvPr/>
        </p:nvSpPr>
        <p:spPr bwMode="auto">
          <a:xfrm>
            <a:off x="8094497" y="6602806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063" name="Rectangle 4"/>
          <p:cNvSpPr>
            <a:spLocks noChangeArrowheads="1"/>
          </p:cNvSpPr>
          <p:nvPr/>
        </p:nvSpPr>
        <p:spPr bwMode="auto">
          <a:xfrm>
            <a:off x="8333384" y="6602806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064" name="TextBox 3"/>
          <p:cNvSpPr txBox="1"/>
          <p:nvPr/>
        </p:nvSpPr>
        <p:spPr>
          <a:xfrm>
            <a:off x="8453272" y="6574003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1,462</a:t>
            </a:r>
            <a:endParaRPr lang="en-US" dirty="0"/>
          </a:p>
        </p:txBody>
      </p:sp>
      <p:sp>
        <p:nvSpPr>
          <p:cNvPr id="12065" name="Rectangle 4"/>
          <p:cNvSpPr>
            <a:spLocks noChangeArrowheads="1"/>
          </p:cNvSpPr>
          <p:nvPr/>
        </p:nvSpPr>
        <p:spPr bwMode="auto">
          <a:xfrm>
            <a:off x="878255" y="6880567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66" name="TextBox 3"/>
          <p:cNvSpPr txBox="1"/>
          <p:nvPr/>
        </p:nvSpPr>
        <p:spPr>
          <a:xfrm>
            <a:off x="827455" y="685176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8471122</a:t>
            </a:r>
            <a:endParaRPr lang="en-US" dirty="0"/>
          </a:p>
        </p:txBody>
      </p:sp>
      <p:sp>
        <p:nvSpPr>
          <p:cNvPr id="12067" name="Rectangle 4"/>
          <p:cNvSpPr>
            <a:spLocks noChangeArrowheads="1"/>
          </p:cNvSpPr>
          <p:nvPr/>
        </p:nvSpPr>
        <p:spPr bwMode="auto">
          <a:xfrm>
            <a:off x="1365758" y="6880567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68" name="TextBox 3"/>
          <p:cNvSpPr txBox="1"/>
          <p:nvPr/>
        </p:nvSpPr>
        <p:spPr>
          <a:xfrm>
            <a:off x="1314958" y="6851764"/>
            <a:ext cx="87782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Masdar</a:t>
            </a:r>
            <a:endParaRPr lang="en-US" dirty="0"/>
          </a:p>
        </p:txBody>
      </p:sp>
      <p:sp>
        <p:nvSpPr>
          <p:cNvPr id="12069" name="TextBox 3"/>
          <p:cNvSpPr txBox="1"/>
          <p:nvPr/>
        </p:nvSpPr>
        <p:spPr>
          <a:xfrm>
            <a:off x="1314958" y="6969214"/>
            <a:ext cx="533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Institute</a:t>
            </a:r>
            <a:endParaRPr lang="en-US" dirty="0"/>
          </a:p>
        </p:txBody>
      </p:sp>
      <p:sp>
        <p:nvSpPr>
          <p:cNvPr id="12070" name="Rectangle 4"/>
          <p:cNvSpPr>
            <a:spLocks noChangeArrowheads="1"/>
          </p:cNvSpPr>
          <p:nvPr/>
        </p:nvSpPr>
        <p:spPr bwMode="auto">
          <a:xfrm>
            <a:off x="2163546" y="6880567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71" name="TextBox 3"/>
          <p:cNvSpPr txBox="1"/>
          <p:nvPr/>
        </p:nvSpPr>
        <p:spPr>
          <a:xfrm>
            <a:off x="2112746" y="685176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12072" name="Rectangle 4"/>
          <p:cNvSpPr>
            <a:spLocks noChangeArrowheads="1"/>
          </p:cNvSpPr>
          <p:nvPr/>
        </p:nvSpPr>
        <p:spPr bwMode="auto">
          <a:xfrm>
            <a:off x="2622702" y="6880567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73" name="TextBox 3"/>
          <p:cNvSpPr txBox="1"/>
          <p:nvPr/>
        </p:nvSpPr>
        <p:spPr>
          <a:xfrm>
            <a:off x="2571902" y="6851764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12074" name="TextBox 3"/>
          <p:cNvSpPr txBox="1"/>
          <p:nvPr/>
        </p:nvSpPr>
        <p:spPr>
          <a:xfrm>
            <a:off x="2571902" y="6969214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12075" name="Rectangle 4"/>
          <p:cNvSpPr>
            <a:spLocks noChangeArrowheads="1"/>
          </p:cNvSpPr>
          <p:nvPr/>
        </p:nvSpPr>
        <p:spPr bwMode="auto">
          <a:xfrm>
            <a:off x="3680282" y="6880567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76" name="TextBox 3"/>
          <p:cNvSpPr txBox="1"/>
          <p:nvPr/>
        </p:nvSpPr>
        <p:spPr>
          <a:xfrm>
            <a:off x="3629482" y="685176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847.8471122.1.412121.000000.847001.100178</a:t>
            </a:r>
            <a:endParaRPr lang="en-US" dirty="0"/>
          </a:p>
        </p:txBody>
      </p:sp>
      <p:sp>
        <p:nvSpPr>
          <p:cNvPr id="12077" name="Rectangle 4"/>
          <p:cNvSpPr>
            <a:spLocks noChangeArrowheads="1"/>
          </p:cNvSpPr>
          <p:nvPr/>
        </p:nvSpPr>
        <p:spPr bwMode="auto">
          <a:xfrm>
            <a:off x="5918962" y="688056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78" name="TextBox 3"/>
          <p:cNvSpPr txBox="1"/>
          <p:nvPr/>
        </p:nvSpPr>
        <p:spPr>
          <a:xfrm>
            <a:off x="6072225" y="685176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127,449</a:t>
            </a:r>
            <a:endParaRPr lang="en-US" dirty="0"/>
          </a:p>
        </p:txBody>
      </p:sp>
      <p:sp>
        <p:nvSpPr>
          <p:cNvPr id="12079" name="Rectangle 4"/>
          <p:cNvSpPr>
            <a:spLocks noChangeArrowheads="1"/>
          </p:cNvSpPr>
          <p:nvPr/>
        </p:nvSpPr>
        <p:spPr bwMode="auto">
          <a:xfrm>
            <a:off x="6566408" y="688056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80" name="TextBox 3"/>
          <p:cNvSpPr txBox="1"/>
          <p:nvPr/>
        </p:nvSpPr>
        <p:spPr>
          <a:xfrm>
            <a:off x="6719671" y="685176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116,400</a:t>
            </a:r>
            <a:endParaRPr lang="en-US" dirty="0"/>
          </a:p>
        </p:txBody>
      </p:sp>
      <p:sp>
        <p:nvSpPr>
          <p:cNvPr id="12081" name="Rectangle 4"/>
          <p:cNvSpPr>
            <a:spLocks noChangeArrowheads="1"/>
          </p:cNvSpPr>
          <p:nvPr/>
        </p:nvSpPr>
        <p:spPr bwMode="auto">
          <a:xfrm>
            <a:off x="7213854" y="688056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82" name="TextBox 3"/>
          <p:cNvSpPr txBox="1"/>
          <p:nvPr/>
        </p:nvSpPr>
        <p:spPr>
          <a:xfrm>
            <a:off x="7367118" y="685176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116,399</a:t>
            </a:r>
            <a:endParaRPr lang="en-US" dirty="0"/>
          </a:p>
        </p:txBody>
      </p:sp>
      <p:sp>
        <p:nvSpPr>
          <p:cNvPr id="12083" name="Rectangle 4"/>
          <p:cNvSpPr>
            <a:spLocks noChangeArrowheads="1"/>
          </p:cNvSpPr>
          <p:nvPr/>
        </p:nvSpPr>
        <p:spPr bwMode="auto">
          <a:xfrm>
            <a:off x="7861300" y="6880567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84" name="Rectangle 4"/>
          <p:cNvSpPr>
            <a:spLocks noChangeArrowheads="1"/>
          </p:cNvSpPr>
          <p:nvPr/>
        </p:nvSpPr>
        <p:spPr bwMode="auto">
          <a:xfrm>
            <a:off x="8094497" y="6880567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85" name="Rectangle 4"/>
          <p:cNvSpPr>
            <a:spLocks noChangeArrowheads="1"/>
          </p:cNvSpPr>
          <p:nvPr/>
        </p:nvSpPr>
        <p:spPr bwMode="auto">
          <a:xfrm>
            <a:off x="8333384" y="6880567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086" name="TextBox 3"/>
          <p:cNvSpPr txBox="1"/>
          <p:nvPr/>
        </p:nvSpPr>
        <p:spPr>
          <a:xfrm>
            <a:off x="8650986" y="685176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2087" name="Rectangle 4"/>
          <p:cNvSpPr>
            <a:spLocks noChangeArrowheads="1"/>
          </p:cNvSpPr>
          <p:nvPr/>
        </p:nvSpPr>
        <p:spPr bwMode="auto">
          <a:xfrm>
            <a:off x="466725" y="920673"/>
            <a:ext cx="6350" cy="6240831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2088" name="Rectangle 4"/>
          <p:cNvSpPr>
            <a:spLocks noChangeArrowheads="1"/>
          </p:cNvSpPr>
          <p:nvPr/>
        </p:nvSpPr>
        <p:spPr bwMode="auto">
          <a:xfrm>
            <a:off x="466725" y="7155154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2089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90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91" name="Rectangle 4"/>
          <p:cNvSpPr>
            <a:spLocks noChangeArrowheads="1"/>
          </p:cNvSpPr>
          <p:nvPr/>
        </p:nvSpPr>
        <p:spPr bwMode="auto">
          <a:xfrm>
            <a:off x="7213854" y="557272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92" name="Rectangle 4"/>
          <p:cNvSpPr>
            <a:spLocks noChangeArrowheads="1"/>
          </p:cNvSpPr>
          <p:nvPr/>
        </p:nvSpPr>
        <p:spPr bwMode="auto">
          <a:xfrm>
            <a:off x="878255" y="557272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93" name="Rectangle 4"/>
          <p:cNvSpPr>
            <a:spLocks noChangeArrowheads="1"/>
          </p:cNvSpPr>
          <p:nvPr/>
        </p:nvSpPr>
        <p:spPr bwMode="auto">
          <a:xfrm>
            <a:off x="7213854" y="659804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94" name="Rectangle 4"/>
          <p:cNvSpPr>
            <a:spLocks noChangeArrowheads="1"/>
          </p:cNvSpPr>
          <p:nvPr/>
        </p:nvSpPr>
        <p:spPr bwMode="auto">
          <a:xfrm>
            <a:off x="878255" y="659804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95" name="Rectangle 4"/>
          <p:cNvSpPr>
            <a:spLocks noChangeArrowheads="1"/>
          </p:cNvSpPr>
          <p:nvPr/>
        </p:nvSpPr>
        <p:spPr bwMode="auto">
          <a:xfrm>
            <a:off x="7213854" y="198409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96" name="Rectangle 4"/>
          <p:cNvSpPr>
            <a:spLocks noChangeArrowheads="1"/>
          </p:cNvSpPr>
          <p:nvPr/>
        </p:nvSpPr>
        <p:spPr bwMode="auto">
          <a:xfrm>
            <a:off x="878255" y="198409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97" name="Rectangle 4"/>
          <p:cNvSpPr>
            <a:spLocks noChangeArrowheads="1"/>
          </p:cNvSpPr>
          <p:nvPr/>
        </p:nvSpPr>
        <p:spPr bwMode="auto">
          <a:xfrm>
            <a:off x="7213854" y="403473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98" name="Rectangle 4"/>
          <p:cNvSpPr>
            <a:spLocks noChangeArrowheads="1"/>
          </p:cNvSpPr>
          <p:nvPr/>
        </p:nvSpPr>
        <p:spPr bwMode="auto">
          <a:xfrm>
            <a:off x="878255" y="403473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99" name="Rectangle 4"/>
          <p:cNvSpPr>
            <a:spLocks noChangeArrowheads="1"/>
          </p:cNvSpPr>
          <p:nvPr/>
        </p:nvSpPr>
        <p:spPr bwMode="auto">
          <a:xfrm>
            <a:off x="7213854" y="119367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00" name="Rectangle 4"/>
          <p:cNvSpPr>
            <a:spLocks noChangeArrowheads="1"/>
          </p:cNvSpPr>
          <p:nvPr/>
        </p:nvSpPr>
        <p:spPr bwMode="auto">
          <a:xfrm>
            <a:off x="878255" y="119367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01" name="Rectangle 4"/>
          <p:cNvSpPr>
            <a:spLocks noChangeArrowheads="1"/>
          </p:cNvSpPr>
          <p:nvPr/>
        </p:nvSpPr>
        <p:spPr bwMode="auto">
          <a:xfrm>
            <a:off x="7213854" y="249675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02" name="Rectangle 4"/>
          <p:cNvSpPr>
            <a:spLocks noChangeArrowheads="1"/>
          </p:cNvSpPr>
          <p:nvPr/>
        </p:nvSpPr>
        <p:spPr bwMode="auto">
          <a:xfrm>
            <a:off x="878255" y="249675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03" name="Rectangle 4"/>
          <p:cNvSpPr>
            <a:spLocks noChangeArrowheads="1"/>
          </p:cNvSpPr>
          <p:nvPr/>
        </p:nvSpPr>
        <p:spPr bwMode="auto">
          <a:xfrm>
            <a:off x="7213854" y="506006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04" name="Rectangle 4"/>
          <p:cNvSpPr>
            <a:spLocks noChangeArrowheads="1"/>
          </p:cNvSpPr>
          <p:nvPr/>
        </p:nvSpPr>
        <p:spPr bwMode="auto">
          <a:xfrm>
            <a:off x="878255" y="506006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05" name="Rectangle 4"/>
          <p:cNvSpPr>
            <a:spLocks noChangeArrowheads="1"/>
          </p:cNvSpPr>
          <p:nvPr/>
        </p:nvSpPr>
        <p:spPr bwMode="auto">
          <a:xfrm>
            <a:off x="7213854" y="715356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06" name="Rectangle 4"/>
          <p:cNvSpPr>
            <a:spLocks noChangeArrowheads="1"/>
          </p:cNvSpPr>
          <p:nvPr/>
        </p:nvSpPr>
        <p:spPr bwMode="auto">
          <a:xfrm>
            <a:off x="878255" y="715356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07" name="Rectangle 4"/>
          <p:cNvSpPr>
            <a:spLocks noChangeArrowheads="1"/>
          </p:cNvSpPr>
          <p:nvPr/>
        </p:nvSpPr>
        <p:spPr bwMode="auto">
          <a:xfrm>
            <a:off x="7213854" y="352207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08" name="Rectangle 4"/>
          <p:cNvSpPr>
            <a:spLocks noChangeArrowheads="1"/>
          </p:cNvSpPr>
          <p:nvPr/>
        </p:nvSpPr>
        <p:spPr bwMode="auto">
          <a:xfrm>
            <a:off x="878255" y="352207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09" name="Rectangle 4"/>
          <p:cNvSpPr>
            <a:spLocks noChangeArrowheads="1"/>
          </p:cNvSpPr>
          <p:nvPr/>
        </p:nvSpPr>
        <p:spPr bwMode="auto">
          <a:xfrm>
            <a:off x="7213854" y="147143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10" name="Rectangle 4"/>
          <p:cNvSpPr>
            <a:spLocks noChangeArrowheads="1"/>
          </p:cNvSpPr>
          <p:nvPr/>
        </p:nvSpPr>
        <p:spPr bwMode="auto">
          <a:xfrm>
            <a:off x="878255" y="147143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11" name="Rectangle 4"/>
          <p:cNvSpPr>
            <a:spLocks noChangeArrowheads="1"/>
          </p:cNvSpPr>
          <p:nvPr/>
        </p:nvSpPr>
        <p:spPr bwMode="auto">
          <a:xfrm>
            <a:off x="7213854" y="300941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12" name="Rectangle 4"/>
          <p:cNvSpPr>
            <a:spLocks noChangeArrowheads="1"/>
          </p:cNvSpPr>
          <p:nvPr/>
        </p:nvSpPr>
        <p:spPr bwMode="auto">
          <a:xfrm>
            <a:off x="878255" y="300941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13" name="Rectangle 4"/>
          <p:cNvSpPr>
            <a:spLocks noChangeArrowheads="1"/>
          </p:cNvSpPr>
          <p:nvPr/>
        </p:nvSpPr>
        <p:spPr bwMode="auto">
          <a:xfrm>
            <a:off x="469900" y="7158329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14" name="Rectangle 4"/>
          <p:cNvSpPr>
            <a:spLocks noChangeArrowheads="1"/>
          </p:cNvSpPr>
          <p:nvPr/>
        </p:nvSpPr>
        <p:spPr bwMode="auto">
          <a:xfrm>
            <a:off x="7213854" y="608538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15" name="Rectangle 4"/>
          <p:cNvSpPr>
            <a:spLocks noChangeArrowheads="1"/>
          </p:cNvSpPr>
          <p:nvPr/>
        </p:nvSpPr>
        <p:spPr bwMode="auto">
          <a:xfrm>
            <a:off x="878255" y="608538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16" name="Rectangle 4"/>
          <p:cNvSpPr>
            <a:spLocks noChangeArrowheads="1"/>
          </p:cNvSpPr>
          <p:nvPr/>
        </p:nvSpPr>
        <p:spPr bwMode="auto">
          <a:xfrm>
            <a:off x="7213854" y="687580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17" name="Rectangle 4"/>
          <p:cNvSpPr>
            <a:spLocks noChangeArrowheads="1"/>
          </p:cNvSpPr>
          <p:nvPr/>
        </p:nvSpPr>
        <p:spPr bwMode="auto">
          <a:xfrm>
            <a:off x="878255" y="687580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18" name="Rectangle 4"/>
          <p:cNvSpPr>
            <a:spLocks noChangeArrowheads="1"/>
          </p:cNvSpPr>
          <p:nvPr/>
        </p:nvSpPr>
        <p:spPr bwMode="auto">
          <a:xfrm>
            <a:off x="7213854" y="454740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19" name="Rectangle 4"/>
          <p:cNvSpPr>
            <a:spLocks noChangeArrowheads="1"/>
          </p:cNvSpPr>
          <p:nvPr/>
        </p:nvSpPr>
        <p:spPr bwMode="auto">
          <a:xfrm>
            <a:off x="878255" y="454740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20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21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2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123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12124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12125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126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12127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12128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2129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130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12131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12132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133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12134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2135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136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12137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138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12139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140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12141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2142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143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12144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2145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146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12147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12148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149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12150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151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12152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153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12154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12155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36624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56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57" name="TextBox 3"/>
          <p:cNvSpPr txBox="1"/>
          <p:nvPr/>
        </p:nvSpPr>
        <p:spPr>
          <a:xfrm>
            <a:off x="827455" y="89187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8471122</a:t>
            </a:r>
            <a:endParaRPr lang="en-US" dirty="0"/>
          </a:p>
        </p:txBody>
      </p:sp>
      <p:sp>
        <p:nvSpPr>
          <p:cNvPr id="12158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59" name="TextBox 3"/>
          <p:cNvSpPr txBox="1"/>
          <p:nvPr/>
        </p:nvSpPr>
        <p:spPr>
          <a:xfrm>
            <a:off x="1314958" y="891870"/>
            <a:ext cx="87782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Masdar</a:t>
            </a:r>
            <a:endParaRPr lang="en-US" dirty="0"/>
          </a:p>
        </p:txBody>
      </p:sp>
      <p:sp>
        <p:nvSpPr>
          <p:cNvPr id="12160" name="TextBox 3"/>
          <p:cNvSpPr txBox="1"/>
          <p:nvPr/>
        </p:nvSpPr>
        <p:spPr>
          <a:xfrm>
            <a:off x="1314958" y="1009319"/>
            <a:ext cx="533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Institute</a:t>
            </a:r>
            <a:endParaRPr lang="en-US" dirty="0"/>
          </a:p>
        </p:txBody>
      </p:sp>
      <p:sp>
        <p:nvSpPr>
          <p:cNvPr id="12161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62" name="TextBox 3"/>
          <p:cNvSpPr txBox="1"/>
          <p:nvPr/>
        </p:nvSpPr>
        <p:spPr>
          <a:xfrm>
            <a:off x="2112746" y="89187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12163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64" name="TextBox 3"/>
          <p:cNvSpPr txBox="1"/>
          <p:nvPr/>
        </p:nvSpPr>
        <p:spPr>
          <a:xfrm>
            <a:off x="2571902" y="891870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12165" name="TextBox 3"/>
          <p:cNvSpPr txBox="1"/>
          <p:nvPr/>
        </p:nvSpPr>
        <p:spPr>
          <a:xfrm>
            <a:off x="2571902" y="1009319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12166" name="TextBox 3"/>
          <p:cNvSpPr txBox="1"/>
          <p:nvPr/>
        </p:nvSpPr>
        <p:spPr>
          <a:xfrm>
            <a:off x="2571902" y="1126769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12167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68" name="TextBox 3"/>
          <p:cNvSpPr txBox="1"/>
          <p:nvPr/>
        </p:nvSpPr>
        <p:spPr>
          <a:xfrm>
            <a:off x="3629482" y="89187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847.8471122.1.412125.000000.847001.100178</a:t>
            </a:r>
            <a:endParaRPr lang="en-US" dirty="0"/>
          </a:p>
        </p:txBody>
      </p:sp>
      <p:sp>
        <p:nvSpPr>
          <p:cNvPr id="12169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70" name="TextBox 3"/>
          <p:cNvSpPr txBox="1"/>
          <p:nvPr/>
        </p:nvSpPr>
        <p:spPr>
          <a:xfrm>
            <a:off x="6128715" y="89187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84,966</a:t>
            </a:r>
            <a:endParaRPr lang="en-US" dirty="0"/>
          </a:p>
        </p:txBody>
      </p:sp>
      <p:sp>
        <p:nvSpPr>
          <p:cNvPr id="12171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72" name="TextBox 3"/>
          <p:cNvSpPr txBox="1"/>
          <p:nvPr/>
        </p:nvSpPr>
        <p:spPr>
          <a:xfrm>
            <a:off x="6719671" y="89187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136,054</a:t>
            </a:r>
            <a:endParaRPr lang="en-US" dirty="0"/>
          </a:p>
        </p:txBody>
      </p:sp>
      <p:sp>
        <p:nvSpPr>
          <p:cNvPr id="12173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74" name="TextBox 3"/>
          <p:cNvSpPr txBox="1"/>
          <p:nvPr/>
        </p:nvSpPr>
        <p:spPr>
          <a:xfrm>
            <a:off x="7367118" y="89187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135,702</a:t>
            </a:r>
            <a:endParaRPr lang="en-US" dirty="0"/>
          </a:p>
        </p:txBody>
      </p:sp>
      <p:sp>
        <p:nvSpPr>
          <p:cNvPr id="12175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76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77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78" name="TextBox 3"/>
          <p:cNvSpPr txBox="1"/>
          <p:nvPr/>
        </p:nvSpPr>
        <p:spPr>
          <a:xfrm>
            <a:off x="8538006" y="891870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352</a:t>
            </a:r>
            <a:endParaRPr lang="en-US" dirty="0"/>
          </a:p>
        </p:txBody>
      </p:sp>
      <p:sp>
        <p:nvSpPr>
          <p:cNvPr id="12179" name="Rectangle 4"/>
          <p:cNvSpPr>
            <a:spLocks noChangeArrowheads="1"/>
          </p:cNvSpPr>
          <p:nvPr/>
        </p:nvSpPr>
        <p:spPr bwMode="auto">
          <a:xfrm>
            <a:off x="878255" y="1315885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80" name="TextBox 3"/>
          <p:cNvSpPr txBox="1"/>
          <p:nvPr/>
        </p:nvSpPr>
        <p:spPr>
          <a:xfrm>
            <a:off x="827455" y="128708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8471122</a:t>
            </a:r>
            <a:endParaRPr lang="en-US" dirty="0"/>
          </a:p>
        </p:txBody>
      </p:sp>
      <p:sp>
        <p:nvSpPr>
          <p:cNvPr id="12181" name="Rectangle 4"/>
          <p:cNvSpPr>
            <a:spLocks noChangeArrowheads="1"/>
          </p:cNvSpPr>
          <p:nvPr/>
        </p:nvSpPr>
        <p:spPr bwMode="auto">
          <a:xfrm>
            <a:off x="1365758" y="1315885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82" name="TextBox 3"/>
          <p:cNvSpPr txBox="1"/>
          <p:nvPr/>
        </p:nvSpPr>
        <p:spPr>
          <a:xfrm>
            <a:off x="1314958" y="1287081"/>
            <a:ext cx="87782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Masdar</a:t>
            </a:r>
            <a:endParaRPr lang="en-US" dirty="0"/>
          </a:p>
        </p:txBody>
      </p:sp>
      <p:sp>
        <p:nvSpPr>
          <p:cNvPr id="12183" name="TextBox 3"/>
          <p:cNvSpPr txBox="1"/>
          <p:nvPr/>
        </p:nvSpPr>
        <p:spPr>
          <a:xfrm>
            <a:off x="1314958" y="1404531"/>
            <a:ext cx="533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Institute</a:t>
            </a:r>
            <a:endParaRPr lang="en-US" dirty="0"/>
          </a:p>
        </p:txBody>
      </p:sp>
      <p:sp>
        <p:nvSpPr>
          <p:cNvPr id="12184" name="Rectangle 4"/>
          <p:cNvSpPr>
            <a:spLocks noChangeArrowheads="1"/>
          </p:cNvSpPr>
          <p:nvPr/>
        </p:nvSpPr>
        <p:spPr bwMode="auto">
          <a:xfrm>
            <a:off x="2163546" y="1315885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85" name="TextBox 3"/>
          <p:cNvSpPr txBox="1"/>
          <p:nvPr/>
        </p:nvSpPr>
        <p:spPr>
          <a:xfrm>
            <a:off x="2112746" y="128708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12186" name="Rectangle 4"/>
          <p:cNvSpPr>
            <a:spLocks noChangeArrowheads="1"/>
          </p:cNvSpPr>
          <p:nvPr/>
        </p:nvSpPr>
        <p:spPr bwMode="auto">
          <a:xfrm>
            <a:off x="2622702" y="1315885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87" name="TextBox 3"/>
          <p:cNvSpPr txBox="1"/>
          <p:nvPr/>
        </p:nvSpPr>
        <p:spPr>
          <a:xfrm>
            <a:off x="2571902" y="1287081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12188" name="Rectangle 4"/>
          <p:cNvSpPr>
            <a:spLocks noChangeArrowheads="1"/>
          </p:cNvSpPr>
          <p:nvPr/>
        </p:nvSpPr>
        <p:spPr bwMode="auto">
          <a:xfrm>
            <a:off x="3680282" y="1315885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89" name="TextBox 3"/>
          <p:cNvSpPr txBox="1"/>
          <p:nvPr/>
        </p:nvSpPr>
        <p:spPr>
          <a:xfrm>
            <a:off x="3629482" y="128708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847.8471122.1.412546.000000.847001.100178</a:t>
            </a:r>
            <a:endParaRPr lang="en-US" dirty="0"/>
          </a:p>
        </p:txBody>
      </p:sp>
      <p:sp>
        <p:nvSpPr>
          <p:cNvPr id="12190" name="Rectangle 4"/>
          <p:cNvSpPr>
            <a:spLocks noChangeArrowheads="1"/>
          </p:cNvSpPr>
          <p:nvPr/>
        </p:nvSpPr>
        <p:spPr bwMode="auto">
          <a:xfrm>
            <a:off x="5918962" y="131588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91" name="TextBox 3"/>
          <p:cNvSpPr txBox="1"/>
          <p:nvPr/>
        </p:nvSpPr>
        <p:spPr>
          <a:xfrm>
            <a:off x="6382918" y="128708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2192" name="Rectangle 4"/>
          <p:cNvSpPr>
            <a:spLocks noChangeArrowheads="1"/>
          </p:cNvSpPr>
          <p:nvPr/>
        </p:nvSpPr>
        <p:spPr bwMode="auto">
          <a:xfrm>
            <a:off x="6566408" y="131588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93" name="TextBox 3"/>
          <p:cNvSpPr txBox="1"/>
          <p:nvPr/>
        </p:nvSpPr>
        <p:spPr>
          <a:xfrm>
            <a:off x="6832651" y="1287081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6,357</a:t>
            </a:r>
            <a:endParaRPr lang="en-US" dirty="0"/>
          </a:p>
        </p:txBody>
      </p:sp>
      <p:sp>
        <p:nvSpPr>
          <p:cNvPr id="12194" name="Rectangle 4"/>
          <p:cNvSpPr>
            <a:spLocks noChangeArrowheads="1"/>
          </p:cNvSpPr>
          <p:nvPr/>
        </p:nvSpPr>
        <p:spPr bwMode="auto">
          <a:xfrm>
            <a:off x="7213854" y="131588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95" name="TextBox 3"/>
          <p:cNvSpPr txBox="1"/>
          <p:nvPr/>
        </p:nvSpPr>
        <p:spPr>
          <a:xfrm>
            <a:off x="7480096" y="1287081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6,179</a:t>
            </a:r>
            <a:endParaRPr lang="en-US" dirty="0"/>
          </a:p>
        </p:txBody>
      </p:sp>
      <p:sp>
        <p:nvSpPr>
          <p:cNvPr id="12196" name="Rectangle 4"/>
          <p:cNvSpPr>
            <a:spLocks noChangeArrowheads="1"/>
          </p:cNvSpPr>
          <p:nvPr/>
        </p:nvSpPr>
        <p:spPr bwMode="auto">
          <a:xfrm>
            <a:off x="7861300" y="1315885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97" name="Rectangle 4"/>
          <p:cNvSpPr>
            <a:spLocks noChangeArrowheads="1"/>
          </p:cNvSpPr>
          <p:nvPr/>
        </p:nvSpPr>
        <p:spPr bwMode="auto">
          <a:xfrm>
            <a:off x="8094497" y="1315885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98" name="Rectangle 4"/>
          <p:cNvSpPr>
            <a:spLocks noChangeArrowheads="1"/>
          </p:cNvSpPr>
          <p:nvPr/>
        </p:nvSpPr>
        <p:spPr bwMode="auto">
          <a:xfrm>
            <a:off x="8333384" y="1315885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199" name="TextBox 3"/>
          <p:cNvSpPr txBox="1"/>
          <p:nvPr/>
        </p:nvSpPr>
        <p:spPr>
          <a:xfrm>
            <a:off x="8538006" y="1287081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178</a:t>
            </a:r>
            <a:endParaRPr lang="en-US" dirty="0"/>
          </a:p>
        </p:txBody>
      </p:sp>
      <p:sp>
        <p:nvSpPr>
          <p:cNvPr id="12200" name="Rectangle 4"/>
          <p:cNvSpPr>
            <a:spLocks noChangeArrowheads="1"/>
          </p:cNvSpPr>
          <p:nvPr/>
        </p:nvSpPr>
        <p:spPr bwMode="auto">
          <a:xfrm>
            <a:off x="878255" y="1593646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01" name="TextBox 3"/>
          <p:cNvSpPr txBox="1"/>
          <p:nvPr/>
        </p:nvSpPr>
        <p:spPr>
          <a:xfrm>
            <a:off x="827455" y="156484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8471122</a:t>
            </a:r>
            <a:endParaRPr lang="en-US" dirty="0"/>
          </a:p>
        </p:txBody>
      </p:sp>
      <p:sp>
        <p:nvSpPr>
          <p:cNvPr id="12202" name="Rectangle 4"/>
          <p:cNvSpPr>
            <a:spLocks noChangeArrowheads="1"/>
          </p:cNvSpPr>
          <p:nvPr/>
        </p:nvSpPr>
        <p:spPr bwMode="auto">
          <a:xfrm>
            <a:off x="1365758" y="1593646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03" name="TextBox 3"/>
          <p:cNvSpPr txBox="1"/>
          <p:nvPr/>
        </p:nvSpPr>
        <p:spPr>
          <a:xfrm>
            <a:off x="1314958" y="1564843"/>
            <a:ext cx="87782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Masdar</a:t>
            </a:r>
            <a:endParaRPr lang="en-US" dirty="0"/>
          </a:p>
        </p:txBody>
      </p:sp>
      <p:sp>
        <p:nvSpPr>
          <p:cNvPr id="12204" name="TextBox 3"/>
          <p:cNvSpPr txBox="1"/>
          <p:nvPr/>
        </p:nvSpPr>
        <p:spPr>
          <a:xfrm>
            <a:off x="1314958" y="1682292"/>
            <a:ext cx="533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Institute</a:t>
            </a:r>
            <a:endParaRPr lang="en-US" dirty="0"/>
          </a:p>
        </p:txBody>
      </p:sp>
      <p:sp>
        <p:nvSpPr>
          <p:cNvPr id="12205" name="Rectangle 4"/>
          <p:cNvSpPr>
            <a:spLocks noChangeArrowheads="1"/>
          </p:cNvSpPr>
          <p:nvPr/>
        </p:nvSpPr>
        <p:spPr bwMode="auto">
          <a:xfrm>
            <a:off x="2163546" y="1593646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06" name="TextBox 3"/>
          <p:cNvSpPr txBox="1"/>
          <p:nvPr/>
        </p:nvSpPr>
        <p:spPr>
          <a:xfrm>
            <a:off x="2112746" y="156484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12207" name="Rectangle 4"/>
          <p:cNvSpPr>
            <a:spLocks noChangeArrowheads="1"/>
          </p:cNvSpPr>
          <p:nvPr/>
        </p:nvSpPr>
        <p:spPr bwMode="auto">
          <a:xfrm>
            <a:off x="2622702" y="1593646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08" name="TextBox 3"/>
          <p:cNvSpPr txBox="1"/>
          <p:nvPr/>
        </p:nvSpPr>
        <p:spPr>
          <a:xfrm>
            <a:off x="2571902" y="1564843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12209" name="TextBox 3"/>
          <p:cNvSpPr txBox="1"/>
          <p:nvPr/>
        </p:nvSpPr>
        <p:spPr>
          <a:xfrm>
            <a:off x="2571902" y="1682292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12210" name="Rectangle 4"/>
          <p:cNvSpPr>
            <a:spLocks noChangeArrowheads="1"/>
          </p:cNvSpPr>
          <p:nvPr/>
        </p:nvSpPr>
        <p:spPr bwMode="auto">
          <a:xfrm>
            <a:off x="3680282" y="1593646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11" name="TextBox 3"/>
          <p:cNvSpPr txBox="1"/>
          <p:nvPr/>
        </p:nvSpPr>
        <p:spPr>
          <a:xfrm>
            <a:off x="3629482" y="156484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847.8471122.1.415110.000000.847001.100178</a:t>
            </a:r>
            <a:endParaRPr lang="en-US" dirty="0"/>
          </a:p>
        </p:txBody>
      </p:sp>
      <p:sp>
        <p:nvSpPr>
          <p:cNvPr id="12212" name="Rectangle 4"/>
          <p:cNvSpPr>
            <a:spLocks noChangeArrowheads="1"/>
          </p:cNvSpPr>
          <p:nvPr/>
        </p:nvSpPr>
        <p:spPr bwMode="auto">
          <a:xfrm>
            <a:off x="5918962" y="159364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13" name="TextBox 3"/>
          <p:cNvSpPr txBox="1"/>
          <p:nvPr/>
        </p:nvSpPr>
        <p:spPr>
          <a:xfrm>
            <a:off x="6382918" y="156484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2214" name="Rectangle 4"/>
          <p:cNvSpPr>
            <a:spLocks noChangeArrowheads="1"/>
          </p:cNvSpPr>
          <p:nvPr/>
        </p:nvSpPr>
        <p:spPr bwMode="auto">
          <a:xfrm>
            <a:off x="6566408" y="159364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15" name="TextBox 3"/>
          <p:cNvSpPr txBox="1"/>
          <p:nvPr/>
        </p:nvSpPr>
        <p:spPr>
          <a:xfrm>
            <a:off x="6776161" y="156484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27,400</a:t>
            </a:r>
            <a:endParaRPr lang="en-US" dirty="0"/>
          </a:p>
        </p:txBody>
      </p:sp>
      <p:sp>
        <p:nvSpPr>
          <p:cNvPr id="12216" name="Rectangle 4"/>
          <p:cNvSpPr>
            <a:spLocks noChangeArrowheads="1"/>
          </p:cNvSpPr>
          <p:nvPr/>
        </p:nvSpPr>
        <p:spPr bwMode="auto">
          <a:xfrm>
            <a:off x="7213854" y="159364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17" name="TextBox 3"/>
          <p:cNvSpPr txBox="1"/>
          <p:nvPr/>
        </p:nvSpPr>
        <p:spPr>
          <a:xfrm>
            <a:off x="7423607" y="156484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27,259</a:t>
            </a:r>
            <a:endParaRPr lang="en-US" dirty="0"/>
          </a:p>
        </p:txBody>
      </p:sp>
      <p:sp>
        <p:nvSpPr>
          <p:cNvPr id="12218" name="Rectangle 4"/>
          <p:cNvSpPr>
            <a:spLocks noChangeArrowheads="1"/>
          </p:cNvSpPr>
          <p:nvPr/>
        </p:nvSpPr>
        <p:spPr bwMode="auto">
          <a:xfrm>
            <a:off x="7861300" y="1593646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19" name="Rectangle 4"/>
          <p:cNvSpPr>
            <a:spLocks noChangeArrowheads="1"/>
          </p:cNvSpPr>
          <p:nvPr/>
        </p:nvSpPr>
        <p:spPr bwMode="auto">
          <a:xfrm>
            <a:off x="8094497" y="1593646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20" name="Rectangle 4"/>
          <p:cNvSpPr>
            <a:spLocks noChangeArrowheads="1"/>
          </p:cNvSpPr>
          <p:nvPr/>
        </p:nvSpPr>
        <p:spPr bwMode="auto">
          <a:xfrm>
            <a:off x="8333384" y="1593646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21" name="TextBox 3"/>
          <p:cNvSpPr txBox="1"/>
          <p:nvPr/>
        </p:nvSpPr>
        <p:spPr>
          <a:xfrm>
            <a:off x="8538006" y="1564843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141</a:t>
            </a:r>
            <a:endParaRPr lang="en-US" dirty="0"/>
          </a:p>
        </p:txBody>
      </p:sp>
      <p:sp>
        <p:nvSpPr>
          <p:cNvPr id="12222" name="Rectangle 4"/>
          <p:cNvSpPr>
            <a:spLocks noChangeArrowheads="1"/>
          </p:cNvSpPr>
          <p:nvPr/>
        </p:nvSpPr>
        <p:spPr bwMode="auto">
          <a:xfrm>
            <a:off x="878255" y="1871408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223" name="TextBox 3"/>
          <p:cNvSpPr txBox="1"/>
          <p:nvPr/>
        </p:nvSpPr>
        <p:spPr>
          <a:xfrm>
            <a:off x="827455" y="184260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8471122</a:t>
            </a:r>
            <a:endParaRPr lang="en-US" dirty="0"/>
          </a:p>
        </p:txBody>
      </p:sp>
      <p:sp>
        <p:nvSpPr>
          <p:cNvPr id="12224" name="TextBox 3"/>
          <p:cNvSpPr txBox="1"/>
          <p:nvPr/>
        </p:nvSpPr>
        <p:spPr>
          <a:xfrm>
            <a:off x="827455" y="1960054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2225" name="Rectangle 4"/>
          <p:cNvSpPr>
            <a:spLocks noChangeArrowheads="1"/>
          </p:cNvSpPr>
          <p:nvPr/>
        </p:nvSpPr>
        <p:spPr bwMode="auto">
          <a:xfrm>
            <a:off x="1365758" y="1871408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226" name="Rectangle 4"/>
          <p:cNvSpPr>
            <a:spLocks noChangeArrowheads="1"/>
          </p:cNvSpPr>
          <p:nvPr/>
        </p:nvSpPr>
        <p:spPr bwMode="auto">
          <a:xfrm>
            <a:off x="2163546" y="1871408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227" name="Rectangle 4"/>
          <p:cNvSpPr>
            <a:spLocks noChangeArrowheads="1"/>
          </p:cNvSpPr>
          <p:nvPr/>
        </p:nvSpPr>
        <p:spPr bwMode="auto">
          <a:xfrm>
            <a:off x="2622702" y="1871408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228" name="Rectangle 4"/>
          <p:cNvSpPr>
            <a:spLocks noChangeArrowheads="1"/>
          </p:cNvSpPr>
          <p:nvPr/>
        </p:nvSpPr>
        <p:spPr bwMode="auto">
          <a:xfrm>
            <a:off x="3680282" y="1871408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229" name="Rectangle 4"/>
          <p:cNvSpPr>
            <a:spLocks noChangeArrowheads="1"/>
          </p:cNvSpPr>
          <p:nvPr/>
        </p:nvSpPr>
        <p:spPr bwMode="auto">
          <a:xfrm>
            <a:off x="5918962" y="1871408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230" name="TextBox 3"/>
          <p:cNvSpPr txBox="1"/>
          <p:nvPr/>
        </p:nvSpPr>
        <p:spPr>
          <a:xfrm>
            <a:off x="6072225" y="184260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212,415</a:t>
            </a:r>
            <a:endParaRPr lang="en-US" dirty="0"/>
          </a:p>
        </p:txBody>
      </p:sp>
      <p:sp>
        <p:nvSpPr>
          <p:cNvPr id="12231" name="Rectangle 4"/>
          <p:cNvSpPr>
            <a:spLocks noChangeArrowheads="1"/>
          </p:cNvSpPr>
          <p:nvPr/>
        </p:nvSpPr>
        <p:spPr bwMode="auto">
          <a:xfrm>
            <a:off x="6566408" y="1871408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232" name="TextBox 3"/>
          <p:cNvSpPr txBox="1"/>
          <p:nvPr/>
        </p:nvSpPr>
        <p:spPr>
          <a:xfrm>
            <a:off x="6719671" y="184260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286,211</a:t>
            </a:r>
            <a:endParaRPr lang="en-US" dirty="0"/>
          </a:p>
        </p:txBody>
      </p:sp>
      <p:sp>
        <p:nvSpPr>
          <p:cNvPr id="12233" name="Rectangle 4"/>
          <p:cNvSpPr>
            <a:spLocks noChangeArrowheads="1"/>
          </p:cNvSpPr>
          <p:nvPr/>
        </p:nvSpPr>
        <p:spPr bwMode="auto">
          <a:xfrm>
            <a:off x="7213854" y="1871408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234" name="TextBox 3"/>
          <p:cNvSpPr txBox="1"/>
          <p:nvPr/>
        </p:nvSpPr>
        <p:spPr>
          <a:xfrm>
            <a:off x="7367118" y="184260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285,540</a:t>
            </a:r>
            <a:endParaRPr lang="en-US" dirty="0"/>
          </a:p>
        </p:txBody>
      </p:sp>
      <p:sp>
        <p:nvSpPr>
          <p:cNvPr id="12235" name="Rectangle 4"/>
          <p:cNvSpPr>
            <a:spLocks noChangeArrowheads="1"/>
          </p:cNvSpPr>
          <p:nvPr/>
        </p:nvSpPr>
        <p:spPr bwMode="auto">
          <a:xfrm>
            <a:off x="7861300" y="1871408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236" name="Rectangle 4"/>
          <p:cNvSpPr>
            <a:spLocks noChangeArrowheads="1"/>
          </p:cNvSpPr>
          <p:nvPr/>
        </p:nvSpPr>
        <p:spPr bwMode="auto">
          <a:xfrm>
            <a:off x="8094497" y="1871408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237" name="Rectangle 4"/>
          <p:cNvSpPr>
            <a:spLocks noChangeArrowheads="1"/>
          </p:cNvSpPr>
          <p:nvPr/>
        </p:nvSpPr>
        <p:spPr bwMode="auto">
          <a:xfrm>
            <a:off x="8333384" y="1871408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238" name="TextBox 3"/>
          <p:cNvSpPr txBox="1"/>
          <p:nvPr/>
        </p:nvSpPr>
        <p:spPr>
          <a:xfrm>
            <a:off x="8538006" y="1842605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671</a:t>
            </a:r>
            <a:endParaRPr lang="en-US" dirty="0"/>
          </a:p>
        </p:txBody>
      </p:sp>
      <p:sp>
        <p:nvSpPr>
          <p:cNvPr id="12239" name="Rectangle 4"/>
          <p:cNvSpPr>
            <a:spLocks noChangeArrowheads="1"/>
          </p:cNvSpPr>
          <p:nvPr/>
        </p:nvSpPr>
        <p:spPr bwMode="auto">
          <a:xfrm>
            <a:off x="878255" y="2149170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40" name="TextBox 3"/>
          <p:cNvSpPr txBox="1"/>
          <p:nvPr/>
        </p:nvSpPr>
        <p:spPr>
          <a:xfrm>
            <a:off x="827455" y="212036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8471130</a:t>
            </a:r>
            <a:endParaRPr lang="en-US" dirty="0"/>
          </a:p>
        </p:txBody>
      </p:sp>
      <p:sp>
        <p:nvSpPr>
          <p:cNvPr id="12241" name="Rectangle 4"/>
          <p:cNvSpPr>
            <a:spLocks noChangeArrowheads="1"/>
          </p:cNvSpPr>
          <p:nvPr/>
        </p:nvSpPr>
        <p:spPr bwMode="auto">
          <a:xfrm>
            <a:off x="1365758" y="2149170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42" name="TextBox 3"/>
          <p:cNvSpPr txBox="1"/>
          <p:nvPr/>
        </p:nvSpPr>
        <p:spPr>
          <a:xfrm>
            <a:off x="1314958" y="2120366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2243" name="TextBox 3"/>
          <p:cNvSpPr txBox="1"/>
          <p:nvPr/>
        </p:nvSpPr>
        <p:spPr>
          <a:xfrm>
            <a:off x="1314958" y="2237816"/>
            <a:ext cx="640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</a:t>
            </a:r>
            <a:endParaRPr lang="en-US" dirty="0"/>
          </a:p>
        </p:txBody>
      </p:sp>
      <p:sp>
        <p:nvSpPr>
          <p:cNvPr id="12244" name="TextBox 3"/>
          <p:cNvSpPr txBox="1"/>
          <p:nvPr/>
        </p:nvSpPr>
        <p:spPr>
          <a:xfrm>
            <a:off x="1314958" y="2355266"/>
            <a:ext cx="5165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</a:t>
            </a:r>
            <a:endParaRPr lang="en-US" dirty="0"/>
          </a:p>
        </p:txBody>
      </p:sp>
      <p:sp>
        <p:nvSpPr>
          <p:cNvPr id="12245" name="Rectangle 4"/>
          <p:cNvSpPr>
            <a:spLocks noChangeArrowheads="1"/>
          </p:cNvSpPr>
          <p:nvPr/>
        </p:nvSpPr>
        <p:spPr bwMode="auto">
          <a:xfrm>
            <a:off x="2163546" y="2149170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46" name="TextBox 3"/>
          <p:cNvSpPr txBox="1"/>
          <p:nvPr/>
        </p:nvSpPr>
        <p:spPr>
          <a:xfrm>
            <a:off x="2112746" y="212036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12247" name="Rectangle 4"/>
          <p:cNvSpPr>
            <a:spLocks noChangeArrowheads="1"/>
          </p:cNvSpPr>
          <p:nvPr/>
        </p:nvSpPr>
        <p:spPr bwMode="auto">
          <a:xfrm>
            <a:off x="2622702" y="2149170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48" name="TextBox 3"/>
          <p:cNvSpPr txBox="1"/>
          <p:nvPr/>
        </p:nvSpPr>
        <p:spPr>
          <a:xfrm>
            <a:off x="2571902" y="2120366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12249" name="TextBox 3"/>
          <p:cNvSpPr txBox="1"/>
          <p:nvPr/>
        </p:nvSpPr>
        <p:spPr>
          <a:xfrm>
            <a:off x="2571902" y="2237816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12250" name="Rectangle 4"/>
          <p:cNvSpPr>
            <a:spLocks noChangeArrowheads="1"/>
          </p:cNvSpPr>
          <p:nvPr/>
        </p:nvSpPr>
        <p:spPr bwMode="auto">
          <a:xfrm>
            <a:off x="3680282" y="2149170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51" name="TextBox 3"/>
          <p:cNvSpPr txBox="1"/>
          <p:nvPr/>
        </p:nvSpPr>
        <p:spPr>
          <a:xfrm>
            <a:off x="3629482" y="212036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847.8471130.1.412121.000000.847001.100178</a:t>
            </a:r>
            <a:endParaRPr lang="en-US" dirty="0"/>
          </a:p>
        </p:txBody>
      </p:sp>
      <p:sp>
        <p:nvSpPr>
          <p:cNvPr id="12252" name="Rectangle 4"/>
          <p:cNvSpPr>
            <a:spLocks noChangeArrowheads="1"/>
          </p:cNvSpPr>
          <p:nvPr/>
        </p:nvSpPr>
        <p:spPr bwMode="auto">
          <a:xfrm>
            <a:off x="5918962" y="214917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53" name="TextBox 3"/>
          <p:cNvSpPr txBox="1"/>
          <p:nvPr/>
        </p:nvSpPr>
        <p:spPr>
          <a:xfrm>
            <a:off x="5987491" y="212036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2,225,505</a:t>
            </a:r>
            <a:endParaRPr lang="en-US" dirty="0"/>
          </a:p>
        </p:txBody>
      </p:sp>
      <p:sp>
        <p:nvSpPr>
          <p:cNvPr id="12254" name="Rectangle 4"/>
          <p:cNvSpPr>
            <a:spLocks noChangeArrowheads="1"/>
          </p:cNvSpPr>
          <p:nvPr/>
        </p:nvSpPr>
        <p:spPr bwMode="auto">
          <a:xfrm>
            <a:off x="6566408" y="214917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55" name="TextBox 3"/>
          <p:cNvSpPr txBox="1"/>
          <p:nvPr/>
        </p:nvSpPr>
        <p:spPr>
          <a:xfrm>
            <a:off x="6634937" y="212036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2,006,305</a:t>
            </a:r>
            <a:endParaRPr lang="en-US" dirty="0"/>
          </a:p>
        </p:txBody>
      </p:sp>
      <p:sp>
        <p:nvSpPr>
          <p:cNvPr id="12256" name="Rectangle 4"/>
          <p:cNvSpPr>
            <a:spLocks noChangeArrowheads="1"/>
          </p:cNvSpPr>
          <p:nvPr/>
        </p:nvSpPr>
        <p:spPr bwMode="auto">
          <a:xfrm>
            <a:off x="7213854" y="214917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57" name="TextBox 3"/>
          <p:cNvSpPr txBox="1"/>
          <p:nvPr/>
        </p:nvSpPr>
        <p:spPr>
          <a:xfrm>
            <a:off x="7282383" y="212036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2,006,215</a:t>
            </a:r>
            <a:endParaRPr lang="en-US" dirty="0"/>
          </a:p>
        </p:txBody>
      </p:sp>
      <p:sp>
        <p:nvSpPr>
          <p:cNvPr id="12258" name="Rectangle 4"/>
          <p:cNvSpPr>
            <a:spLocks noChangeArrowheads="1"/>
          </p:cNvSpPr>
          <p:nvPr/>
        </p:nvSpPr>
        <p:spPr bwMode="auto">
          <a:xfrm>
            <a:off x="7861300" y="2149170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59" name="Rectangle 4"/>
          <p:cNvSpPr>
            <a:spLocks noChangeArrowheads="1"/>
          </p:cNvSpPr>
          <p:nvPr/>
        </p:nvSpPr>
        <p:spPr bwMode="auto">
          <a:xfrm>
            <a:off x="8094497" y="2149170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60" name="Rectangle 4"/>
          <p:cNvSpPr>
            <a:spLocks noChangeArrowheads="1"/>
          </p:cNvSpPr>
          <p:nvPr/>
        </p:nvSpPr>
        <p:spPr bwMode="auto">
          <a:xfrm>
            <a:off x="8333384" y="2149170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61" name="TextBox 3"/>
          <p:cNvSpPr txBox="1"/>
          <p:nvPr/>
        </p:nvSpPr>
        <p:spPr>
          <a:xfrm>
            <a:off x="8594496" y="2120366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90</a:t>
            </a:r>
            <a:endParaRPr lang="en-US" dirty="0"/>
          </a:p>
        </p:txBody>
      </p:sp>
      <p:sp>
        <p:nvSpPr>
          <p:cNvPr id="12262" name="Rectangle 4"/>
          <p:cNvSpPr>
            <a:spLocks noChangeArrowheads="1"/>
          </p:cNvSpPr>
          <p:nvPr/>
        </p:nvSpPr>
        <p:spPr bwMode="auto">
          <a:xfrm>
            <a:off x="878255" y="2544381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63" name="TextBox 3"/>
          <p:cNvSpPr txBox="1"/>
          <p:nvPr/>
        </p:nvSpPr>
        <p:spPr>
          <a:xfrm>
            <a:off x="827455" y="251557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8471130</a:t>
            </a:r>
            <a:endParaRPr lang="en-US" dirty="0"/>
          </a:p>
        </p:txBody>
      </p:sp>
      <p:sp>
        <p:nvSpPr>
          <p:cNvPr id="12264" name="Rectangle 4"/>
          <p:cNvSpPr>
            <a:spLocks noChangeArrowheads="1"/>
          </p:cNvSpPr>
          <p:nvPr/>
        </p:nvSpPr>
        <p:spPr bwMode="auto">
          <a:xfrm>
            <a:off x="1365758" y="2544381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65" name="TextBox 3"/>
          <p:cNvSpPr txBox="1"/>
          <p:nvPr/>
        </p:nvSpPr>
        <p:spPr>
          <a:xfrm>
            <a:off x="1314958" y="2515578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2266" name="TextBox 3"/>
          <p:cNvSpPr txBox="1"/>
          <p:nvPr/>
        </p:nvSpPr>
        <p:spPr>
          <a:xfrm>
            <a:off x="1314958" y="2633027"/>
            <a:ext cx="640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</a:t>
            </a:r>
            <a:endParaRPr lang="en-US" dirty="0"/>
          </a:p>
        </p:txBody>
      </p:sp>
      <p:sp>
        <p:nvSpPr>
          <p:cNvPr id="12267" name="TextBox 3"/>
          <p:cNvSpPr txBox="1"/>
          <p:nvPr/>
        </p:nvSpPr>
        <p:spPr>
          <a:xfrm>
            <a:off x="1314958" y="2750477"/>
            <a:ext cx="5165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</a:t>
            </a:r>
            <a:endParaRPr lang="en-US" dirty="0"/>
          </a:p>
        </p:txBody>
      </p:sp>
      <p:sp>
        <p:nvSpPr>
          <p:cNvPr id="12268" name="Rectangle 4"/>
          <p:cNvSpPr>
            <a:spLocks noChangeArrowheads="1"/>
          </p:cNvSpPr>
          <p:nvPr/>
        </p:nvSpPr>
        <p:spPr bwMode="auto">
          <a:xfrm>
            <a:off x="2163546" y="2544381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69" name="TextBox 3"/>
          <p:cNvSpPr txBox="1"/>
          <p:nvPr/>
        </p:nvSpPr>
        <p:spPr>
          <a:xfrm>
            <a:off x="2112746" y="251557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12270" name="Rectangle 4"/>
          <p:cNvSpPr>
            <a:spLocks noChangeArrowheads="1"/>
          </p:cNvSpPr>
          <p:nvPr/>
        </p:nvSpPr>
        <p:spPr bwMode="auto">
          <a:xfrm>
            <a:off x="2622702" y="2544381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71" name="TextBox 3"/>
          <p:cNvSpPr txBox="1"/>
          <p:nvPr/>
        </p:nvSpPr>
        <p:spPr>
          <a:xfrm>
            <a:off x="2571902" y="2515578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12272" name="TextBox 3"/>
          <p:cNvSpPr txBox="1"/>
          <p:nvPr/>
        </p:nvSpPr>
        <p:spPr>
          <a:xfrm>
            <a:off x="2571902" y="2633027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12273" name="TextBox 3"/>
          <p:cNvSpPr txBox="1"/>
          <p:nvPr/>
        </p:nvSpPr>
        <p:spPr>
          <a:xfrm>
            <a:off x="2571902" y="2750477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12274" name="Rectangle 4"/>
          <p:cNvSpPr>
            <a:spLocks noChangeArrowheads="1"/>
          </p:cNvSpPr>
          <p:nvPr/>
        </p:nvSpPr>
        <p:spPr bwMode="auto">
          <a:xfrm>
            <a:off x="3680282" y="2544381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75" name="TextBox 3"/>
          <p:cNvSpPr txBox="1"/>
          <p:nvPr/>
        </p:nvSpPr>
        <p:spPr>
          <a:xfrm>
            <a:off x="3629482" y="251557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847.8471130.1.412125.000000.847001.100178</a:t>
            </a:r>
            <a:endParaRPr lang="en-US" dirty="0"/>
          </a:p>
        </p:txBody>
      </p:sp>
      <p:sp>
        <p:nvSpPr>
          <p:cNvPr id="12276" name="Rectangle 4"/>
          <p:cNvSpPr>
            <a:spLocks noChangeArrowheads="1"/>
          </p:cNvSpPr>
          <p:nvPr/>
        </p:nvSpPr>
        <p:spPr bwMode="auto">
          <a:xfrm>
            <a:off x="5918962" y="254438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77" name="TextBox 3"/>
          <p:cNvSpPr txBox="1"/>
          <p:nvPr/>
        </p:nvSpPr>
        <p:spPr>
          <a:xfrm>
            <a:off x="5987491" y="251557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2,309,757</a:t>
            </a:r>
            <a:endParaRPr lang="en-US" dirty="0"/>
          </a:p>
        </p:txBody>
      </p:sp>
      <p:sp>
        <p:nvSpPr>
          <p:cNvPr id="12278" name="Rectangle 4"/>
          <p:cNvSpPr>
            <a:spLocks noChangeArrowheads="1"/>
          </p:cNvSpPr>
          <p:nvPr/>
        </p:nvSpPr>
        <p:spPr bwMode="auto">
          <a:xfrm>
            <a:off x="6566408" y="254438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79" name="TextBox 3"/>
          <p:cNvSpPr txBox="1"/>
          <p:nvPr/>
        </p:nvSpPr>
        <p:spPr>
          <a:xfrm>
            <a:off x="6634937" y="251557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2,372,621</a:t>
            </a:r>
            <a:endParaRPr lang="en-US" dirty="0"/>
          </a:p>
        </p:txBody>
      </p:sp>
      <p:sp>
        <p:nvSpPr>
          <p:cNvPr id="12280" name="Rectangle 4"/>
          <p:cNvSpPr>
            <a:spLocks noChangeArrowheads="1"/>
          </p:cNvSpPr>
          <p:nvPr/>
        </p:nvSpPr>
        <p:spPr bwMode="auto">
          <a:xfrm>
            <a:off x="7213854" y="254438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81" name="TextBox 3"/>
          <p:cNvSpPr txBox="1"/>
          <p:nvPr/>
        </p:nvSpPr>
        <p:spPr>
          <a:xfrm>
            <a:off x="7282383" y="251557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2,372,621</a:t>
            </a:r>
            <a:endParaRPr lang="en-US" dirty="0"/>
          </a:p>
        </p:txBody>
      </p:sp>
      <p:sp>
        <p:nvSpPr>
          <p:cNvPr id="12282" name="Rectangle 4"/>
          <p:cNvSpPr>
            <a:spLocks noChangeArrowheads="1"/>
          </p:cNvSpPr>
          <p:nvPr/>
        </p:nvSpPr>
        <p:spPr bwMode="auto">
          <a:xfrm>
            <a:off x="7861300" y="2544381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83" name="Rectangle 4"/>
          <p:cNvSpPr>
            <a:spLocks noChangeArrowheads="1"/>
          </p:cNvSpPr>
          <p:nvPr/>
        </p:nvSpPr>
        <p:spPr bwMode="auto">
          <a:xfrm>
            <a:off x="8094497" y="2544381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84" name="Rectangle 4"/>
          <p:cNvSpPr>
            <a:spLocks noChangeArrowheads="1"/>
          </p:cNvSpPr>
          <p:nvPr/>
        </p:nvSpPr>
        <p:spPr bwMode="auto">
          <a:xfrm>
            <a:off x="8333384" y="2544381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85" name="TextBox 3"/>
          <p:cNvSpPr txBox="1"/>
          <p:nvPr/>
        </p:nvSpPr>
        <p:spPr>
          <a:xfrm>
            <a:off x="8650986" y="251557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2286" name="Rectangle 4"/>
          <p:cNvSpPr>
            <a:spLocks noChangeArrowheads="1"/>
          </p:cNvSpPr>
          <p:nvPr/>
        </p:nvSpPr>
        <p:spPr bwMode="auto">
          <a:xfrm>
            <a:off x="878255" y="293959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87" name="TextBox 3"/>
          <p:cNvSpPr txBox="1"/>
          <p:nvPr/>
        </p:nvSpPr>
        <p:spPr>
          <a:xfrm>
            <a:off x="827455" y="291078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8471130</a:t>
            </a:r>
            <a:endParaRPr lang="en-US" dirty="0"/>
          </a:p>
        </p:txBody>
      </p:sp>
      <p:sp>
        <p:nvSpPr>
          <p:cNvPr id="12288" name="Rectangle 4"/>
          <p:cNvSpPr>
            <a:spLocks noChangeArrowheads="1"/>
          </p:cNvSpPr>
          <p:nvPr/>
        </p:nvSpPr>
        <p:spPr bwMode="auto">
          <a:xfrm>
            <a:off x="1365758" y="293959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89" name="TextBox 3"/>
          <p:cNvSpPr txBox="1"/>
          <p:nvPr/>
        </p:nvSpPr>
        <p:spPr>
          <a:xfrm>
            <a:off x="1314958" y="2910789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2290" name="TextBox 3"/>
          <p:cNvSpPr txBox="1"/>
          <p:nvPr/>
        </p:nvSpPr>
        <p:spPr>
          <a:xfrm>
            <a:off x="1314958" y="3028239"/>
            <a:ext cx="640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</a:t>
            </a:r>
            <a:endParaRPr lang="en-US" dirty="0"/>
          </a:p>
        </p:txBody>
      </p:sp>
      <p:sp>
        <p:nvSpPr>
          <p:cNvPr id="12291" name="TextBox 3"/>
          <p:cNvSpPr txBox="1"/>
          <p:nvPr/>
        </p:nvSpPr>
        <p:spPr>
          <a:xfrm>
            <a:off x="1314958" y="3145688"/>
            <a:ext cx="5165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</a:t>
            </a:r>
            <a:endParaRPr lang="en-US" dirty="0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2163546" y="293959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93" name="TextBox 3"/>
          <p:cNvSpPr txBox="1"/>
          <p:nvPr/>
        </p:nvSpPr>
        <p:spPr>
          <a:xfrm>
            <a:off x="2112746" y="291078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412521</a:t>
            </a:r>
            <a:endParaRPr lang="en-US" dirty="0"/>
          </a:p>
        </p:txBody>
      </p:sp>
      <p:sp>
        <p:nvSpPr>
          <p:cNvPr id="12294" name="Rectangle 4"/>
          <p:cNvSpPr>
            <a:spLocks noChangeArrowheads="1"/>
          </p:cNvSpPr>
          <p:nvPr/>
        </p:nvSpPr>
        <p:spPr bwMode="auto">
          <a:xfrm>
            <a:off x="2622702" y="293959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95" name="TextBox 3"/>
          <p:cNvSpPr txBox="1"/>
          <p:nvPr/>
        </p:nvSpPr>
        <p:spPr>
          <a:xfrm>
            <a:off x="2571902" y="2910789"/>
            <a:ext cx="8496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 </a:t>
            </a:r>
            <a:endParaRPr lang="en-US" dirty="0"/>
          </a:p>
        </p:txBody>
      </p:sp>
      <p:sp>
        <p:nvSpPr>
          <p:cNvPr id="12296" name="TextBox 3"/>
          <p:cNvSpPr txBox="1"/>
          <p:nvPr/>
        </p:nvSpPr>
        <p:spPr>
          <a:xfrm>
            <a:off x="2571902" y="3028239"/>
            <a:ext cx="1120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 (including </a:t>
            </a:r>
            <a:endParaRPr lang="en-US" dirty="0"/>
          </a:p>
        </p:txBody>
      </p:sp>
      <p:sp>
        <p:nvSpPr>
          <p:cNvPr id="12297" name="TextBox 3"/>
          <p:cNvSpPr txBox="1"/>
          <p:nvPr/>
        </p:nvSpPr>
        <p:spPr>
          <a:xfrm>
            <a:off x="2571902" y="314568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Mansab)</a:t>
            </a:r>
            <a:endParaRPr lang="en-US" dirty="0"/>
          </a:p>
        </p:txBody>
      </p:sp>
      <p:sp>
        <p:nvSpPr>
          <p:cNvPr id="12298" name="Rectangle 4"/>
          <p:cNvSpPr>
            <a:spLocks noChangeArrowheads="1"/>
          </p:cNvSpPr>
          <p:nvPr/>
        </p:nvSpPr>
        <p:spPr bwMode="auto">
          <a:xfrm>
            <a:off x="3680282" y="293959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299" name="TextBox 3"/>
          <p:cNvSpPr txBox="1"/>
          <p:nvPr/>
        </p:nvSpPr>
        <p:spPr>
          <a:xfrm>
            <a:off x="3629482" y="291078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847.8471130.1.412521.000000.847001.100178</a:t>
            </a:r>
            <a:endParaRPr lang="en-US" dirty="0"/>
          </a:p>
        </p:txBody>
      </p:sp>
      <p:sp>
        <p:nvSpPr>
          <p:cNvPr id="12300" name="Rectangle 4"/>
          <p:cNvSpPr>
            <a:spLocks noChangeArrowheads="1"/>
          </p:cNvSpPr>
          <p:nvPr/>
        </p:nvSpPr>
        <p:spPr bwMode="auto">
          <a:xfrm>
            <a:off x="5918962" y="293959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01" name="TextBox 3"/>
          <p:cNvSpPr txBox="1"/>
          <p:nvPr/>
        </p:nvSpPr>
        <p:spPr>
          <a:xfrm>
            <a:off x="6128715" y="291078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30,311</a:t>
            </a:r>
            <a:endParaRPr lang="en-US" dirty="0"/>
          </a:p>
        </p:txBody>
      </p:sp>
      <p:sp>
        <p:nvSpPr>
          <p:cNvPr id="12302" name="Rectangle 4"/>
          <p:cNvSpPr>
            <a:spLocks noChangeArrowheads="1"/>
          </p:cNvSpPr>
          <p:nvPr/>
        </p:nvSpPr>
        <p:spPr bwMode="auto">
          <a:xfrm>
            <a:off x="6566408" y="293959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03" name="TextBox 3"/>
          <p:cNvSpPr txBox="1"/>
          <p:nvPr/>
        </p:nvSpPr>
        <p:spPr>
          <a:xfrm>
            <a:off x="6776161" y="291078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16,311</a:t>
            </a:r>
            <a:endParaRPr lang="en-US" dirty="0"/>
          </a:p>
        </p:txBody>
      </p:sp>
      <p:sp>
        <p:nvSpPr>
          <p:cNvPr id="12304" name="Rectangle 4"/>
          <p:cNvSpPr>
            <a:spLocks noChangeArrowheads="1"/>
          </p:cNvSpPr>
          <p:nvPr/>
        </p:nvSpPr>
        <p:spPr bwMode="auto">
          <a:xfrm>
            <a:off x="7213854" y="293959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05" name="TextBox 3"/>
          <p:cNvSpPr txBox="1"/>
          <p:nvPr/>
        </p:nvSpPr>
        <p:spPr>
          <a:xfrm>
            <a:off x="7423607" y="291078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15,863</a:t>
            </a:r>
            <a:endParaRPr lang="en-US" dirty="0"/>
          </a:p>
        </p:txBody>
      </p:sp>
      <p:sp>
        <p:nvSpPr>
          <p:cNvPr id="12306" name="Rectangle 4"/>
          <p:cNvSpPr>
            <a:spLocks noChangeArrowheads="1"/>
          </p:cNvSpPr>
          <p:nvPr/>
        </p:nvSpPr>
        <p:spPr bwMode="auto">
          <a:xfrm>
            <a:off x="7861300" y="293959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07" name="Rectangle 4"/>
          <p:cNvSpPr>
            <a:spLocks noChangeArrowheads="1"/>
          </p:cNvSpPr>
          <p:nvPr/>
        </p:nvSpPr>
        <p:spPr bwMode="auto">
          <a:xfrm>
            <a:off x="8094497" y="293959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08" name="Rectangle 4"/>
          <p:cNvSpPr>
            <a:spLocks noChangeArrowheads="1"/>
          </p:cNvSpPr>
          <p:nvPr/>
        </p:nvSpPr>
        <p:spPr bwMode="auto">
          <a:xfrm>
            <a:off x="8333384" y="293959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09" name="TextBox 3"/>
          <p:cNvSpPr txBox="1"/>
          <p:nvPr/>
        </p:nvSpPr>
        <p:spPr>
          <a:xfrm>
            <a:off x="8538006" y="2910789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448</a:t>
            </a:r>
            <a:endParaRPr lang="en-US" dirty="0"/>
          </a:p>
        </p:txBody>
      </p:sp>
      <p:sp>
        <p:nvSpPr>
          <p:cNvPr id="12310" name="Rectangle 4"/>
          <p:cNvSpPr>
            <a:spLocks noChangeArrowheads="1"/>
          </p:cNvSpPr>
          <p:nvPr/>
        </p:nvSpPr>
        <p:spPr bwMode="auto">
          <a:xfrm>
            <a:off x="878255" y="3334804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11" name="TextBox 3"/>
          <p:cNvSpPr txBox="1"/>
          <p:nvPr/>
        </p:nvSpPr>
        <p:spPr>
          <a:xfrm>
            <a:off x="827455" y="330600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8471130</a:t>
            </a:r>
            <a:endParaRPr lang="en-US" dirty="0"/>
          </a:p>
        </p:txBody>
      </p:sp>
      <p:sp>
        <p:nvSpPr>
          <p:cNvPr id="12312" name="Rectangle 4"/>
          <p:cNvSpPr>
            <a:spLocks noChangeArrowheads="1"/>
          </p:cNvSpPr>
          <p:nvPr/>
        </p:nvSpPr>
        <p:spPr bwMode="auto">
          <a:xfrm>
            <a:off x="1365758" y="3334804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13" name="TextBox 3"/>
          <p:cNvSpPr txBox="1"/>
          <p:nvPr/>
        </p:nvSpPr>
        <p:spPr>
          <a:xfrm>
            <a:off x="1314958" y="3306000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2314" name="TextBox 3"/>
          <p:cNvSpPr txBox="1"/>
          <p:nvPr/>
        </p:nvSpPr>
        <p:spPr>
          <a:xfrm>
            <a:off x="1314958" y="3423450"/>
            <a:ext cx="640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</a:t>
            </a:r>
            <a:endParaRPr lang="en-US" dirty="0"/>
          </a:p>
        </p:txBody>
      </p:sp>
      <p:sp>
        <p:nvSpPr>
          <p:cNvPr id="12315" name="TextBox 3"/>
          <p:cNvSpPr txBox="1"/>
          <p:nvPr/>
        </p:nvSpPr>
        <p:spPr>
          <a:xfrm>
            <a:off x="1314958" y="3540899"/>
            <a:ext cx="5165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</a:t>
            </a:r>
            <a:endParaRPr lang="en-US" dirty="0"/>
          </a:p>
        </p:txBody>
      </p:sp>
      <p:sp>
        <p:nvSpPr>
          <p:cNvPr id="12316" name="Rectangle 4"/>
          <p:cNvSpPr>
            <a:spLocks noChangeArrowheads="1"/>
          </p:cNvSpPr>
          <p:nvPr/>
        </p:nvSpPr>
        <p:spPr bwMode="auto">
          <a:xfrm>
            <a:off x="2163546" y="3334804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17" name="TextBox 3"/>
          <p:cNvSpPr txBox="1"/>
          <p:nvPr/>
        </p:nvSpPr>
        <p:spPr>
          <a:xfrm>
            <a:off x="2112746" y="330600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12318" name="Rectangle 4"/>
          <p:cNvSpPr>
            <a:spLocks noChangeArrowheads="1"/>
          </p:cNvSpPr>
          <p:nvPr/>
        </p:nvSpPr>
        <p:spPr bwMode="auto">
          <a:xfrm>
            <a:off x="2622702" y="3334804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19" name="TextBox 3"/>
          <p:cNvSpPr txBox="1"/>
          <p:nvPr/>
        </p:nvSpPr>
        <p:spPr>
          <a:xfrm>
            <a:off x="2571902" y="3306000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12320" name="TextBox 3"/>
          <p:cNvSpPr txBox="1"/>
          <p:nvPr/>
        </p:nvSpPr>
        <p:spPr>
          <a:xfrm>
            <a:off x="2571902" y="3423450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12321" name="Rectangle 4"/>
          <p:cNvSpPr>
            <a:spLocks noChangeArrowheads="1"/>
          </p:cNvSpPr>
          <p:nvPr/>
        </p:nvSpPr>
        <p:spPr bwMode="auto">
          <a:xfrm>
            <a:off x="3680282" y="3334804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22" name="TextBox 3"/>
          <p:cNvSpPr txBox="1"/>
          <p:nvPr/>
        </p:nvSpPr>
        <p:spPr>
          <a:xfrm>
            <a:off x="3629482" y="330600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847.8471130.1.412534.000000.847001.100178</a:t>
            </a:r>
            <a:endParaRPr lang="en-US" dirty="0"/>
          </a:p>
        </p:txBody>
      </p:sp>
      <p:sp>
        <p:nvSpPr>
          <p:cNvPr id="12323" name="Rectangle 4"/>
          <p:cNvSpPr>
            <a:spLocks noChangeArrowheads="1"/>
          </p:cNvSpPr>
          <p:nvPr/>
        </p:nvSpPr>
        <p:spPr bwMode="auto">
          <a:xfrm>
            <a:off x="5918962" y="333480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24" name="TextBox 3"/>
          <p:cNvSpPr txBox="1"/>
          <p:nvPr/>
        </p:nvSpPr>
        <p:spPr>
          <a:xfrm>
            <a:off x="6072225" y="330600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126,851</a:t>
            </a:r>
            <a:endParaRPr lang="en-US" dirty="0"/>
          </a:p>
        </p:txBody>
      </p:sp>
      <p:sp>
        <p:nvSpPr>
          <p:cNvPr id="12325" name="Rectangle 4"/>
          <p:cNvSpPr>
            <a:spLocks noChangeArrowheads="1"/>
          </p:cNvSpPr>
          <p:nvPr/>
        </p:nvSpPr>
        <p:spPr bwMode="auto">
          <a:xfrm>
            <a:off x="6566408" y="333480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26" name="TextBox 3"/>
          <p:cNvSpPr txBox="1"/>
          <p:nvPr/>
        </p:nvSpPr>
        <p:spPr>
          <a:xfrm>
            <a:off x="6719671" y="330600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189,978</a:t>
            </a:r>
            <a:endParaRPr lang="en-US" dirty="0"/>
          </a:p>
        </p:txBody>
      </p:sp>
      <p:sp>
        <p:nvSpPr>
          <p:cNvPr id="12327" name="Rectangle 4"/>
          <p:cNvSpPr>
            <a:spLocks noChangeArrowheads="1"/>
          </p:cNvSpPr>
          <p:nvPr/>
        </p:nvSpPr>
        <p:spPr bwMode="auto">
          <a:xfrm>
            <a:off x="7213854" y="333480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28" name="TextBox 3"/>
          <p:cNvSpPr txBox="1"/>
          <p:nvPr/>
        </p:nvSpPr>
        <p:spPr>
          <a:xfrm>
            <a:off x="7367118" y="330600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189,978</a:t>
            </a:r>
            <a:endParaRPr lang="en-US" dirty="0"/>
          </a:p>
        </p:txBody>
      </p:sp>
      <p:sp>
        <p:nvSpPr>
          <p:cNvPr id="12329" name="Rectangle 4"/>
          <p:cNvSpPr>
            <a:spLocks noChangeArrowheads="1"/>
          </p:cNvSpPr>
          <p:nvPr/>
        </p:nvSpPr>
        <p:spPr bwMode="auto">
          <a:xfrm>
            <a:off x="7861300" y="3334804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30" name="Rectangle 4"/>
          <p:cNvSpPr>
            <a:spLocks noChangeArrowheads="1"/>
          </p:cNvSpPr>
          <p:nvPr/>
        </p:nvSpPr>
        <p:spPr bwMode="auto">
          <a:xfrm>
            <a:off x="8094497" y="3334804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31" name="Rectangle 4"/>
          <p:cNvSpPr>
            <a:spLocks noChangeArrowheads="1"/>
          </p:cNvSpPr>
          <p:nvPr/>
        </p:nvSpPr>
        <p:spPr bwMode="auto">
          <a:xfrm>
            <a:off x="8333384" y="3334804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32" name="TextBox 3"/>
          <p:cNvSpPr txBox="1"/>
          <p:nvPr/>
        </p:nvSpPr>
        <p:spPr>
          <a:xfrm>
            <a:off x="8650986" y="330600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2333" name="Rectangle 4"/>
          <p:cNvSpPr>
            <a:spLocks noChangeArrowheads="1"/>
          </p:cNvSpPr>
          <p:nvPr/>
        </p:nvSpPr>
        <p:spPr bwMode="auto">
          <a:xfrm>
            <a:off x="878255" y="3730015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34" name="TextBox 3"/>
          <p:cNvSpPr txBox="1"/>
          <p:nvPr/>
        </p:nvSpPr>
        <p:spPr>
          <a:xfrm>
            <a:off x="827455" y="370121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8471130</a:t>
            </a:r>
            <a:endParaRPr lang="en-US" dirty="0"/>
          </a:p>
        </p:txBody>
      </p:sp>
      <p:sp>
        <p:nvSpPr>
          <p:cNvPr id="12335" name="Rectangle 4"/>
          <p:cNvSpPr>
            <a:spLocks noChangeArrowheads="1"/>
          </p:cNvSpPr>
          <p:nvPr/>
        </p:nvSpPr>
        <p:spPr bwMode="auto">
          <a:xfrm>
            <a:off x="1365758" y="3730015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36" name="TextBox 3"/>
          <p:cNvSpPr txBox="1"/>
          <p:nvPr/>
        </p:nvSpPr>
        <p:spPr>
          <a:xfrm>
            <a:off x="1314958" y="370121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2337" name="TextBox 3"/>
          <p:cNvSpPr txBox="1"/>
          <p:nvPr/>
        </p:nvSpPr>
        <p:spPr>
          <a:xfrm>
            <a:off x="1314958" y="3818661"/>
            <a:ext cx="640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</a:t>
            </a:r>
            <a:endParaRPr lang="en-US" dirty="0"/>
          </a:p>
        </p:txBody>
      </p:sp>
      <p:sp>
        <p:nvSpPr>
          <p:cNvPr id="12338" name="TextBox 3"/>
          <p:cNvSpPr txBox="1"/>
          <p:nvPr/>
        </p:nvSpPr>
        <p:spPr>
          <a:xfrm>
            <a:off x="1314958" y="3936110"/>
            <a:ext cx="5165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</a:t>
            </a:r>
            <a:endParaRPr lang="en-US" dirty="0"/>
          </a:p>
        </p:txBody>
      </p:sp>
      <p:sp>
        <p:nvSpPr>
          <p:cNvPr id="12339" name="Rectangle 4"/>
          <p:cNvSpPr>
            <a:spLocks noChangeArrowheads="1"/>
          </p:cNvSpPr>
          <p:nvPr/>
        </p:nvSpPr>
        <p:spPr bwMode="auto">
          <a:xfrm>
            <a:off x="2163546" y="3730015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40" name="TextBox 3"/>
          <p:cNvSpPr txBox="1"/>
          <p:nvPr/>
        </p:nvSpPr>
        <p:spPr>
          <a:xfrm>
            <a:off x="2112746" y="370121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12341" name="Rectangle 4"/>
          <p:cNvSpPr>
            <a:spLocks noChangeArrowheads="1"/>
          </p:cNvSpPr>
          <p:nvPr/>
        </p:nvSpPr>
        <p:spPr bwMode="auto">
          <a:xfrm>
            <a:off x="2622702" y="3730015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42" name="TextBox 3"/>
          <p:cNvSpPr txBox="1"/>
          <p:nvPr/>
        </p:nvSpPr>
        <p:spPr>
          <a:xfrm>
            <a:off x="2571902" y="3701211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12343" name="Rectangle 4"/>
          <p:cNvSpPr>
            <a:spLocks noChangeArrowheads="1"/>
          </p:cNvSpPr>
          <p:nvPr/>
        </p:nvSpPr>
        <p:spPr bwMode="auto">
          <a:xfrm>
            <a:off x="3680282" y="3730015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44" name="TextBox 3"/>
          <p:cNvSpPr txBox="1"/>
          <p:nvPr/>
        </p:nvSpPr>
        <p:spPr>
          <a:xfrm>
            <a:off x="3629482" y="370121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847.8471130.1.412546.000000.847001.100178</a:t>
            </a:r>
            <a:endParaRPr lang="en-US" dirty="0"/>
          </a:p>
        </p:txBody>
      </p:sp>
      <p:sp>
        <p:nvSpPr>
          <p:cNvPr id="12345" name="Rectangle 4"/>
          <p:cNvSpPr>
            <a:spLocks noChangeArrowheads="1"/>
          </p:cNvSpPr>
          <p:nvPr/>
        </p:nvSpPr>
        <p:spPr bwMode="auto">
          <a:xfrm>
            <a:off x="5918962" y="373001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46" name="TextBox 3"/>
          <p:cNvSpPr txBox="1"/>
          <p:nvPr/>
        </p:nvSpPr>
        <p:spPr>
          <a:xfrm>
            <a:off x="6128715" y="370121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77,265</a:t>
            </a:r>
            <a:endParaRPr lang="en-US" dirty="0"/>
          </a:p>
        </p:txBody>
      </p:sp>
      <p:sp>
        <p:nvSpPr>
          <p:cNvPr id="12347" name="Rectangle 4"/>
          <p:cNvSpPr>
            <a:spLocks noChangeArrowheads="1"/>
          </p:cNvSpPr>
          <p:nvPr/>
        </p:nvSpPr>
        <p:spPr bwMode="auto">
          <a:xfrm>
            <a:off x="6566408" y="373001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48" name="TextBox 3"/>
          <p:cNvSpPr txBox="1"/>
          <p:nvPr/>
        </p:nvSpPr>
        <p:spPr>
          <a:xfrm>
            <a:off x="6776161" y="370121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78,305</a:t>
            </a:r>
            <a:endParaRPr lang="en-US" dirty="0"/>
          </a:p>
        </p:txBody>
      </p:sp>
      <p:sp>
        <p:nvSpPr>
          <p:cNvPr id="12349" name="Rectangle 4"/>
          <p:cNvSpPr>
            <a:spLocks noChangeArrowheads="1"/>
          </p:cNvSpPr>
          <p:nvPr/>
        </p:nvSpPr>
        <p:spPr bwMode="auto">
          <a:xfrm>
            <a:off x="7213854" y="373001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50" name="TextBox 3"/>
          <p:cNvSpPr txBox="1"/>
          <p:nvPr/>
        </p:nvSpPr>
        <p:spPr>
          <a:xfrm>
            <a:off x="7423607" y="370121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78,304</a:t>
            </a:r>
            <a:endParaRPr lang="en-US" dirty="0"/>
          </a:p>
        </p:txBody>
      </p:sp>
      <p:sp>
        <p:nvSpPr>
          <p:cNvPr id="12351" name="Rectangle 4"/>
          <p:cNvSpPr>
            <a:spLocks noChangeArrowheads="1"/>
          </p:cNvSpPr>
          <p:nvPr/>
        </p:nvSpPr>
        <p:spPr bwMode="auto">
          <a:xfrm>
            <a:off x="7861300" y="3730015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52" name="Rectangle 4"/>
          <p:cNvSpPr>
            <a:spLocks noChangeArrowheads="1"/>
          </p:cNvSpPr>
          <p:nvPr/>
        </p:nvSpPr>
        <p:spPr bwMode="auto">
          <a:xfrm>
            <a:off x="8094497" y="3730015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53" name="Rectangle 4"/>
          <p:cNvSpPr>
            <a:spLocks noChangeArrowheads="1"/>
          </p:cNvSpPr>
          <p:nvPr/>
        </p:nvSpPr>
        <p:spPr bwMode="auto">
          <a:xfrm>
            <a:off x="8333384" y="3730015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54" name="TextBox 3"/>
          <p:cNvSpPr txBox="1"/>
          <p:nvPr/>
        </p:nvSpPr>
        <p:spPr>
          <a:xfrm>
            <a:off x="8650986" y="370121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</a:t>
            </a:r>
            <a:endParaRPr lang="en-US" dirty="0"/>
          </a:p>
        </p:txBody>
      </p:sp>
      <p:sp>
        <p:nvSpPr>
          <p:cNvPr id="12355" name="Rectangle 4"/>
          <p:cNvSpPr>
            <a:spLocks noChangeArrowheads="1"/>
          </p:cNvSpPr>
          <p:nvPr/>
        </p:nvSpPr>
        <p:spPr bwMode="auto">
          <a:xfrm>
            <a:off x="878255" y="4125227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56" name="TextBox 3"/>
          <p:cNvSpPr txBox="1"/>
          <p:nvPr/>
        </p:nvSpPr>
        <p:spPr>
          <a:xfrm>
            <a:off x="827455" y="409642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8471130</a:t>
            </a:r>
            <a:endParaRPr lang="en-US" dirty="0"/>
          </a:p>
        </p:txBody>
      </p:sp>
      <p:sp>
        <p:nvSpPr>
          <p:cNvPr id="12357" name="Rectangle 4"/>
          <p:cNvSpPr>
            <a:spLocks noChangeArrowheads="1"/>
          </p:cNvSpPr>
          <p:nvPr/>
        </p:nvSpPr>
        <p:spPr bwMode="auto">
          <a:xfrm>
            <a:off x="1365758" y="4125227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58" name="TextBox 3"/>
          <p:cNvSpPr txBox="1"/>
          <p:nvPr/>
        </p:nvSpPr>
        <p:spPr>
          <a:xfrm>
            <a:off x="1314958" y="409642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2359" name="TextBox 3"/>
          <p:cNvSpPr txBox="1"/>
          <p:nvPr/>
        </p:nvSpPr>
        <p:spPr>
          <a:xfrm>
            <a:off x="1314958" y="4213872"/>
            <a:ext cx="640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</a:t>
            </a:r>
            <a:endParaRPr lang="en-US" dirty="0"/>
          </a:p>
        </p:txBody>
      </p:sp>
      <p:sp>
        <p:nvSpPr>
          <p:cNvPr id="12360" name="TextBox 3"/>
          <p:cNvSpPr txBox="1"/>
          <p:nvPr/>
        </p:nvSpPr>
        <p:spPr>
          <a:xfrm>
            <a:off x="1314958" y="4331322"/>
            <a:ext cx="5165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</a:t>
            </a:r>
            <a:endParaRPr lang="en-US" dirty="0"/>
          </a:p>
        </p:txBody>
      </p:sp>
      <p:sp>
        <p:nvSpPr>
          <p:cNvPr id="12361" name="Rectangle 4"/>
          <p:cNvSpPr>
            <a:spLocks noChangeArrowheads="1"/>
          </p:cNvSpPr>
          <p:nvPr/>
        </p:nvSpPr>
        <p:spPr bwMode="auto">
          <a:xfrm>
            <a:off x="2163546" y="4125227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62" name="TextBox 3"/>
          <p:cNvSpPr txBox="1"/>
          <p:nvPr/>
        </p:nvSpPr>
        <p:spPr>
          <a:xfrm>
            <a:off x="2112746" y="409642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414120</a:t>
            </a:r>
            <a:endParaRPr lang="en-US" dirty="0"/>
          </a:p>
        </p:txBody>
      </p:sp>
      <p:sp>
        <p:nvSpPr>
          <p:cNvPr id="12363" name="Rectangle 4"/>
          <p:cNvSpPr>
            <a:spLocks noChangeArrowheads="1"/>
          </p:cNvSpPr>
          <p:nvPr/>
        </p:nvSpPr>
        <p:spPr bwMode="auto">
          <a:xfrm>
            <a:off x="2622702" y="4125227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64" name="TextBox 3"/>
          <p:cNvSpPr txBox="1"/>
          <p:nvPr/>
        </p:nvSpPr>
        <p:spPr>
          <a:xfrm>
            <a:off x="2571902" y="4096423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Gratuity - Non-</a:t>
            </a:r>
            <a:endParaRPr lang="en-US" dirty="0"/>
          </a:p>
        </p:txBody>
      </p:sp>
      <p:sp>
        <p:nvSpPr>
          <p:cNvPr id="12365" name="TextBox 3"/>
          <p:cNvSpPr txBox="1"/>
          <p:nvPr/>
        </p:nvSpPr>
        <p:spPr>
          <a:xfrm>
            <a:off x="2571902" y="4213872"/>
            <a:ext cx="7538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pensionable </a:t>
            </a:r>
            <a:endParaRPr lang="en-US" dirty="0"/>
          </a:p>
        </p:txBody>
      </p:sp>
      <p:sp>
        <p:nvSpPr>
          <p:cNvPr id="12366" name="TextBox 3"/>
          <p:cNvSpPr txBox="1"/>
          <p:nvPr/>
        </p:nvSpPr>
        <p:spPr>
          <a:xfrm>
            <a:off x="2571902" y="4331322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12367" name="Rectangle 4"/>
          <p:cNvSpPr>
            <a:spLocks noChangeArrowheads="1"/>
          </p:cNvSpPr>
          <p:nvPr/>
        </p:nvSpPr>
        <p:spPr bwMode="auto">
          <a:xfrm>
            <a:off x="3680282" y="4125227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68" name="TextBox 3"/>
          <p:cNvSpPr txBox="1"/>
          <p:nvPr/>
        </p:nvSpPr>
        <p:spPr>
          <a:xfrm>
            <a:off x="3629482" y="409642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847.8471130.1.414120.000000.847001.100178</a:t>
            </a:r>
            <a:endParaRPr lang="en-US" dirty="0"/>
          </a:p>
        </p:txBody>
      </p:sp>
      <p:sp>
        <p:nvSpPr>
          <p:cNvPr id="12369" name="Rectangle 4"/>
          <p:cNvSpPr>
            <a:spLocks noChangeArrowheads="1"/>
          </p:cNvSpPr>
          <p:nvPr/>
        </p:nvSpPr>
        <p:spPr bwMode="auto">
          <a:xfrm>
            <a:off x="5918962" y="412522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70" name="TextBox 3"/>
          <p:cNvSpPr txBox="1"/>
          <p:nvPr/>
        </p:nvSpPr>
        <p:spPr>
          <a:xfrm>
            <a:off x="6128715" y="409642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51,488</a:t>
            </a:r>
            <a:endParaRPr lang="en-US" dirty="0"/>
          </a:p>
        </p:txBody>
      </p:sp>
      <p:sp>
        <p:nvSpPr>
          <p:cNvPr id="12371" name="Rectangle 4"/>
          <p:cNvSpPr>
            <a:spLocks noChangeArrowheads="1"/>
          </p:cNvSpPr>
          <p:nvPr/>
        </p:nvSpPr>
        <p:spPr bwMode="auto">
          <a:xfrm>
            <a:off x="6566408" y="412522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72" name="TextBox 3"/>
          <p:cNvSpPr txBox="1"/>
          <p:nvPr/>
        </p:nvSpPr>
        <p:spPr>
          <a:xfrm>
            <a:off x="7030365" y="409642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</a:t>
            </a:r>
            <a:endParaRPr lang="en-US" dirty="0"/>
          </a:p>
        </p:txBody>
      </p:sp>
      <p:sp>
        <p:nvSpPr>
          <p:cNvPr id="12373" name="Rectangle 4"/>
          <p:cNvSpPr>
            <a:spLocks noChangeArrowheads="1"/>
          </p:cNvSpPr>
          <p:nvPr/>
        </p:nvSpPr>
        <p:spPr bwMode="auto">
          <a:xfrm>
            <a:off x="7213854" y="412522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74" name="Rectangle 4"/>
          <p:cNvSpPr>
            <a:spLocks noChangeArrowheads="1"/>
          </p:cNvSpPr>
          <p:nvPr/>
        </p:nvSpPr>
        <p:spPr bwMode="auto">
          <a:xfrm>
            <a:off x="7861300" y="4125227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75" name="Rectangle 4"/>
          <p:cNvSpPr>
            <a:spLocks noChangeArrowheads="1"/>
          </p:cNvSpPr>
          <p:nvPr/>
        </p:nvSpPr>
        <p:spPr bwMode="auto">
          <a:xfrm>
            <a:off x="8094497" y="4125227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76" name="Rectangle 4"/>
          <p:cNvSpPr>
            <a:spLocks noChangeArrowheads="1"/>
          </p:cNvSpPr>
          <p:nvPr/>
        </p:nvSpPr>
        <p:spPr bwMode="auto">
          <a:xfrm>
            <a:off x="8333384" y="4125227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77" name="TextBox 3"/>
          <p:cNvSpPr txBox="1"/>
          <p:nvPr/>
        </p:nvSpPr>
        <p:spPr>
          <a:xfrm>
            <a:off x="8650986" y="409642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</a:t>
            </a:r>
            <a:endParaRPr lang="en-US" dirty="0"/>
          </a:p>
        </p:txBody>
      </p:sp>
      <p:sp>
        <p:nvSpPr>
          <p:cNvPr id="12378" name="Rectangle 4"/>
          <p:cNvSpPr>
            <a:spLocks noChangeArrowheads="1"/>
          </p:cNvSpPr>
          <p:nvPr/>
        </p:nvSpPr>
        <p:spPr bwMode="auto">
          <a:xfrm>
            <a:off x="878255" y="4520438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79" name="TextBox 3"/>
          <p:cNvSpPr txBox="1"/>
          <p:nvPr/>
        </p:nvSpPr>
        <p:spPr>
          <a:xfrm>
            <a:off x="827455" y="449163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8471130</a:t>
            </a:r>
            <a:endParaRPr lang="en-US" dirty="0"/>
          </a:p>
        </p:txBody>
      </p:sp>
      <p:sp>
        <p:nvSpPr>
          <p:cNvPr id="12380" name="Rectangle 4"/>
          <p:cNvSpPr>
            <a:spLocks noChangeArrowheads="1"/>
          </p:cNvSpPr>
          <p:nvPr/>
        </p:nvSpPr>
        <p:spPr bwMode="auto">
          <a:xfrm>
            <a:off x="1365758" y="4520438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81" name="TextBox 3"/>
          <p:cNvSpPr txBox="1"/>
          <p:nvPr/>
        </p:nvSpPr>
        <p:spPr>
          <a:xfrm>
            <a:off x="1314958" y="449163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2382" name="TextBox 3"/>
          <p:cNvSpPr txBox="1"/>
          <p:nvPr/>
        </p:nvSpPr>
        <p:spPr>
          <a:xfrm>
            <a:off x="1314958" y="4609084"/>
            <a:ext cx="640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</a:t>
            </a:r>
            <a:endParaRPr lang="en-US" dirty="0"/>
          </a:p>
        </p:txBody>
      </p:sp>
      <p:sp>
        <p:nvSpPr>
          <p:cNvPr id="12383" name="TextBox 3"/>
          <p:cNvSpPr txBox="1"/>
          <p:nvPr/>
        </p:nvSpPr>
        <p:spPr>
          <a:xfrm>
            <a:off x="1314958" y="4726533"/>
            <a:ext cx="5165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</a:t>
            </a:r>
            <a:endParaRPr lang="en-US" dirty="0"/>
          </a:p>
        </p:txBody>
      </p:sp>
      <p:sp>
        <p:nvSpPr>
          <p:cNvPr id="12384" name="Rectangle 4"/>
          <p:cNvSpPr>
            <a:spLocks noChangeArrowheads="1"/>
          </p:cNvSpPr>
          <p:nvPr/>
        </p:nvSpPr>
        <p:spPr bwMode="auto">
          <a:xfrm>
            <a:off x="2163546" y="4520438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85" name="TextBox 3"/>
          <p:cNvSpPr txBox="1"/>
          <p:nvPr/>
        </p:nvSpPr>
        <p:spPr>
          <a:xfrm>
            <a:off x="2112746" y="449163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12386" name="Rectangle 4"/>
          <p:cNvSpPr>
            <a:spLocks noChangeArrowheads="1"/>
          </p:cNvSpPr>
          <p:nvPr/>
        </p:nvSpPr>
        <p:spPr bwMode="auto">
          <a:xfrm>
            <a:off x="2622702" y="4520438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87" name="TextBox 3"/>
          <p:cNvSpPr txBox="1"/>
          <p:nvPr/>
        </p:nvSpPr>
        <p:spPr>
          <a:xfrm>
            <a:off x="2571902" y="4491634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12388" name="TextBox 3"/>
          <p:cNvSpPr txBox="1"/>
          <p:nvPr/>
        </p:nvSpPr>
        <p:spPr>
          <a:xfrm>
            <a:off x="2571902" y="4609084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12389" name="Rectangle 4"/>
          <p:cNvSpPr>
            <a:spLocks noChangeArrowheads="1"/>
          </p:cNvSpPr>
          <p:nvPr/>
        </p:nvSpPr>
        <p:spPr bwMode="auto">
          <a:xfrm>
            <a:off x="3680282" y="4520438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90" name="TextBox 3"/>
          <p:cNvSpPr txBox="1"/>
          <p:nvPr/>
        </p:nvSpPr>
        <p:spPr>
          <a:xfrm>
            <a:off x="3629482" y="449163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847.8471130.1.415110.000000.847001.100178</a:t>
            </a:r>
            <a:endParaRPr lang="en-US" dirty="0"/>
          </a:p>
        </p:txBody>
      </p:sp>
      <p:sp>
        <p:nvSpPr>
          <p:cNvPr id="12391" name="Rectangle 4"/>
          <p:cNvSpPr>
            <a:spLocks noChangeArrowheads="1"/>
          </p:cNvSpPr>
          <p:nvPr/>
        </p:nvSpPr>
        <p:spPr bwMode="auto">
          <a:xfrm>
            <a:off x="5918962" y="452043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92" name="TextBox 3"/>
          <p:cNvSpPr txBox="1"/>
          <p:nvPr/>
        </p:nvSpPr>
        <p:spPr>
          <a:xfrm>
            <a:off x="6072225" y="449163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411,865</a:t>
            </a:r>
            <a:endParaRPr lang="en-US" dirty="0"/>
          </a:p>
        </p:txBody>
      </p:sp>
      <p:sp>
        <p:nvSpPr>
          <p:cNvPr id="12393" name="Rectangle 4"/>
          <p:cNvSpPr>
            <a:spLocks noChangeArrowheads="1"/>
          </p:cNvSpPr>
          <p:nvPr/>
        </p:nvSpPr>
        <p:spPr bwMode="auto">
          <a:xfrm>
            <a:off x="6566408" y="452043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94" name="TextBox 3"/>
          <p:cNvSpPr txBox="1"/>
          <p:nvPr/>
        </p:nvSpPr>
        <p:spPr>
          <a:xfrm>
            <a:off x="6719671" y="449163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356,655</a:t>
            </a:r>
            <a:endParaRPr lang="en-US" dirty="0"/>
          </a:p>
        </p:txBody>
      </p:sp>
      <p:sp>
        <p:nvSpPr>
          <p:cNvPr id="12395" name="Rectangle 4"/>
          <p:cNvSpPr>
            <a:spLocks noChangeArrowheads="1"/>
          </p:cNvSpPr>
          <p:nvPr/>
        </p:nvSpPr>
        <p:spPr bwMode="auto">
          <a:xfrm>
            <a:off x="7213854" y="452043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96" name="TextBox 3"/>
          <p:cNvSpPr txBox="1"/>
          <p:nvPr/>
        </p:nvSpPr>
        <p:spPr>
          <a:xfrm>
            <a:off x="7367118" y="449163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356,607</a:t>
            </a:r>
            <a:endParaRPr lang="en-US" dirty="0"/>
          </a:p>
        </p:txBody>
      </p:sp>
      <p:sp>
        <p:nvSpPr>
          <p:cNvPr id="12397" name="Rectangle 4"/>
          <p:cNvSpPr>
            <a:spLocks noChangeArrowheads="1"/>
          </p:cNvSpPr>
          <p:nvPr/>
        </p:nvSpPr>
        <p:spPr bwMode="auto">
          <a:xfrm>
            <a:off x="7861300" y="4520438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98" name="Rectangle 4"/>
          <p:cNvSpPr>
            <a:spLocks noChangeArrowheads="1"/>
          </p:cNvSpPr>
          <p:nvPr/>
        </p:nvSpPr>
        <p:spPr bwMode="auto">
          <a:xfrm>
            <a:off x="8094497" y="4520438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399" name="Rectangle 4"/>
          <p:cNvSpPr>
            <a:spLocks noChangeArrowheads="1"/>
          </p:cNvSpPr>
          <p:nvPr/>
        </p:nvSpPr>
        <p:spPr bwMode="auto">
          <a:xfrm>
            <a:off x="8333384" y="4520438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00" name="TextBox 3"/>
          <p:cNvSpPr txBox="1"/>
          <p:nvPr/>
        </p:nvSpPr>
        <p:spPr>
          <a:xfrm>
            <a:off x="8594496" y="4491634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48</a:t>
            </a:r>
            <a:endParaRPr lang="en-US" dirty="0"/>
          </a:p>
        </p:txBody>
      </p:sp>
      <p:sp>
        <p:nvSpPr>
          <p:cNvPr id="12401" name="Rectangle 4"/>
          <p:cNvSpPr>
            <a:spLocks noChangeArrowheads="1"/>
          </p:cNvSpPr>
          <p:nvPr/>
        </p:nvSpPr>
        <p:spPr bwMode="auto">
          <a:xfrm>
            <a:off x="878255" y="491564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02" name="TextBox 3"/>
          <p:cNvSpPr txBox="1"/>
          <p:nvPr/>
        </p:nvSpPr>
        <p:spPr>
          <a:xfrm>
            <a:off x="827455" y="488684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8471130</a:t>
            </a:r>
            <a:endParaRPr lang="en-US" dirty="0"/>
          </a:p>
        </p:txBody>
      </p:sp>
      <p:sp>
        <p:nvSpPr>
          <p:cNvPr id="12403" name="Rectangle 4"/>
          <p:cNvSpPr>
            <a:spLocks noChangeArrowheads="1"/>
          </p:cNvSpPr>
          <p:nvPr/>
        </p:nvSpPr>
        <p:spPr bwMode="auto">
          <a:xfrm>
            <a:off x="1365758" y="491564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04" name="TextBox 3"/>
          <p:cNvSpPr txBox="1"/>
          <p:nvPr/>
        </p:nvSpPr>
        <p:spPr>
          <a:xfrm>
            <a:off x="1314958" y="488684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2405" name="TextBox 3"/>
          <p:cNvSpPr txBox="1"/>
          <p:nvPr/>
        </p:nvSpPr>
        <p:spPr>
          <a:xfrm>
            <a:off x="1314958" y="5004295"/>
            <a:ext cx="640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</a:t>
            </a:r>
            <a:endParaRPr lang="en-US" dirty="0"/>
          </a:p>
        </p:txBody>
      </p:sp>
      <p:sp>
        <p:nvSpPr>
          <p:cNvPr id="12406" name="TextBox 3"/>
          <p:cNvSpPr txBox="1"/>
          <p:nvPr/>
        </p:nvSpPr>
        <p:spPr>
          <a:xfrm>
            <a:off x="1314958" y="5121745"/>
            <a:ext cx="5165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</a:t>
            </a:r>
            <a:endParaRPr lang="en-US" dirty="0"/>
          </a:p>
        </p:txBody>
      </p:sp>
      <p:sp>
        <p:nvSpPr>
          <p:cNvPr id="12407" name="Rectangle 4"/>
          <p:cNvSpPr>
            <a:spLocks noChangeArrowheads="1"/>
          </p:cNvSpPr>
          <p:nvPr/>
        </p:nvSpPr>
        <p:spPr bwMode="auto">
          <a:xfrm>
            <a:off x="2163546" y="491564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08" name="TextBox 3"/>
          <p:cNvSpPr txBox="1"/>
          <p:nvPr/>
        </p:nvSpPr>
        <p:spPr>
          <a:xfrm>
            <a:off x="2112746" y="488684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12409" name="Rectangle 4"/>
          <p:cNvSpPr>
            <a:spLocks noChangeArrowheads="1"/>
          </p:cNvSpPr>
          <p:nvPr/>
        </p:nvSpPr>
        <p:spPr bwMode="auto">
          <a:xfrm>
            <a:off x="2622702" y="491564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10" name="TextBox 3"/>
          <p:cNvSpPr txBox="1"/>
          <p:nvPr/>
        </p:nvSpPr>
        <p:spPr>
          <a:xfrm>
            <a:off x="2571902" y="4886845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12411" name="TextBox 3"/>
          <p:cNvSpPr txBox="1"/>
          <p:nvPr/>
        </p:nvSpPr>
        <p:spPr>
          <a:xfrm>
            <a:off x="2571902" y="5004295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12412" name="Rectangle 4"/>
          <p:cNvSpPr>
            <a:spLocks noChangeArrowheads="1"/>
          </p:cNvSpPr>
          <p:nvPr/>
        </p:nvSpPr>
        <p:spPr bwMode="auto">
          <a:xfrm>
            <a:off x="3680282" y="491564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13" name="TextBox 3"/>
          <p:cNvSpPr txBox="1"/>
          <p:nvPr/>
        </p:nvSpPr>
        <p:spPr>
          <a:xfrm>
            <a:off x="3629482" y="488684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847.8471130.1.416110.000000.847001.100178</a:t>
            </a:r>
            <a:endParaRPr lang="en-US" dirty="0"/>
          </a:p>
        </p:txBody>
      </p:sp>
      <p:sp>
        <p:nvSpPr>
          <p:cNvPr id="12414" name="Rectangle 4"/>
          <p:cNvSpPr>
            <a:spLocks noChangeArrowheads="1"/>
          </p:cNvSpPr>
          <p:nvPr/>
        </p:nvSpPr>
        <p:spPr bwMode="auto">
          <a:xfrm>
            <a:off x="5918962" y="491564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15" name="TextBox 3"/>
          <p:cNvSpPr txBox="1"/>
          <p:nvPr/>
        </p:nvSpPr>
        <p:spPr>
          <a:xfrm>
            <a:off x="6382918" y="488684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2416" name="Rectangle 4"/>
          <p:cNvSpPr>
            <a:spLocks noChangeArrowheads="1"/>
          </p:cNvSpPr>
          <p:nvPr/>
        </p:nvSpPr>
        <p:spPr bwMode="auto">
          <a:xfrm>
            <a:off x="6566408" y="491564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17" name="TextBox 3"/>
          <p:cNvSpPr txBox="1"/>
          <p:nvPr/>
        </p:nvSpPr>
        <p:spPr>
          <a:xfrm>
            <a:off x="6719671" y="488684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124,000</a:t>
            </a:r>
            <a:endParaRPr lang="en-US" dirty="0"/>
          </a:p>
        </p:txBody>
      </p:sp>
      <p:sp>
        <p:nvSpPr>
          <p:cNvPr id="12418" name="Rectangle 4"/>
          <p:cNvSpPr>
            <a:spLocks noChangeArrowheads="1"/>
          </p:cNvSpPr>
          <p:nvPr/>
        </p:nvSpPr>
        <p:spPr bwMode="auto">
          <a:xfrm>
            <a:off x="7213854" y="491564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19" name="TextBox 3"/>
          <p:cNvSpPr txBox="1"/>
          <p:nvPr/>
        </p:nvSpPr>
        <p:spPr>
          <a:xfrm>
            <a:off x="7367118" y="488684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123,247</a:t>
            </a:r>
            <a:endParaRPr lang="en-US" dirty="0"/>
          </a:p>
        </p:txBody>
      </p:sp>
      <p:sp>
        <p:nvSpPr>
          <p:cNvPr id="12420" name="Rectangle 4"/>
          <p:cNvSpPr>
            <a:spLocks noChangeArrowheads="1"/>
          </p:cNvSpPr>
          <p:nvPr/>
        </p:nvSpPr>
        <p:spPr bwMode="auto">
          <a:xfrm>
            <a:off x="7861300" y="491564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21" name="Rectangle 4"/>
          <p:cNvSpPr>
            <a:spLocks noChangeArrowheads="1"/>
          </p:cNvSpPr>
          <p:nvPr/>
        </p:nvSpPr>
        <p:spPr bwMode="auto">
          <a:xfrm>
            <a:off x="8094497" y="491564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22" name="Rectangle 4"/>
          <p:cNvSpPr>
            <a:spLocks noChangeArrowheads="1"/>
          </p:cNvSpPr>
          <p:nvPr/>
        </p:nvSpPr>
        <p:spPr bwMode="auto">
          <a:xfrm>
            <a:off x="8333384" y="491564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23" name="TextBox 3"/>
          <p:cNvSpPr txBox="1"/>
          <p:nvPr/>
        </p:nvSpPr>
        <p:spPr>
          <a:xfrm>
            <a:off x="8538006" y="4886845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753</a:t>
            </a:r>
            <a:endParaRPr lang="en-US" dirty="0"/>
          </a:p>
        </p:txBody>
      </p:sp>
      <p:sp>
        <p:nvSpPr>
          <p:cNvPr id="12424" name="Rectangle 4"/>
          <p:cNvSpPr>
            <a:spLocks noChangeArrowheads="1"/>
          </p:cNvSpPr>
          <p:nvPr/>
        </p:nvSpPr>
        <p:spPr bwMode="auto">
          <a:xfrm>
            <a:off x="878255" y="5310860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25" name="TextBox 3"/>
          <p:cNvSpPr txBox="1"/>
          <p:nvPr/>
        </p:nvSpPr>
        <p:spPr>
          <a:xfrm>
            <a:off x="827455" y="528205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8471130</a:t>
            </a:r>
            <a:endParaRPr lang="en-US" dirty="0"/>
          </a:p>
        </p:txBody>
      </p:sp>
      <p:sp>
        <p:nvSpPr>
          <p:cNvPr id="12426" name="Rectangle 4"/>
          <p:cNvSpPr>
            <a:spLocks noChangeArrowheads="1"/>
          </p:cNvSpPr>
          <p:nvPr/>
        </p:nvSpPr>
        <p:spPr bwMode="auto">
          <a:xfrm>
            <a:off x="1365758" y="5310860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27" name="TextBox 3"/>
          <p:cNvSpPr txBox="1"/>
          <p:nvPr/>
        </p:nvSpPr>
        <p:spPr>
          <a:xfrm>
            <a:off x="1314958" y="5282057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2428" name="TextBox 3"/>
          <p:cNvSpPr txBox="1"/>
          <p:nvPr/>
        </p:nvSpPr>
        <p:spPr>
          <a:xfrm>
            <a:off x="1314958" y="5399506"/>
            <a:ext cx="640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</a:t>
            </a:r>
            <a:endParaRPr lang="en-US" dirty="0"/>
          </a:p>
        </p:txBody>
      </p:sp>
      <p:sp>
        <p:nvSpPr>
          <p:cNvPr id="12429" name="TextBox 3"/>
          <p:cNvSpPr txBox="1"/>
          <p:nvPr/>
        </p:nvSpPr>
        <p:spPr>
          <a:xfrm>
            <a:off x="1314958" y="5516956"/>
            <a:ext cx="5165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</a:t>
            </a:r>
            <a:endParaRPr lang="en-US" dirty="0"/>
          </a:p>
        </p:txBody>
      </p:sp>
      <p:sp>
        <p:nvSpPr>
          <p:cNvPr id="12430" name="Rectangle 4"/>
          <p:cNvSpPr>
            <a:spLocks noChangeArrowheads="1"/>
          </p:cNvSpPr>
          <p:nvPr/>
        </p:nvSpPr>
        <p:spPr bwMode="auto">
          <a:xfrm>
            <a:off x="2163546" y="5310860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31" name="TextBox 3"/>
          <p:cNvSpPr txBox="1"/>
          <p:nvPr/>
        </p:nvSpPr>
        <p:spPr>
          <a:xfrm>
            <a:off x="2112746" y="528205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12432" name="Rectangle 4"/>
          <p:cNvSpPr>
            <a:spLocks noChangeArrowheads="1"/>
          </p:cNvSpPr>
          <p:nvPr/>
        </p:nvSpPr>
        <p:spPr bwMode="auto">
          <a:xfrm>
            <a:off x="2622702" y="5310860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33" name="TextBox 3"/>
          <p:cNvSpPr txBox="1"/>
          <p:nvPr/>
        </p:nvSpPr>
        <p:spPr>
          <a:xfrm>
            <a:off x="2571902" y="5282057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12434" name="TextBox 3"/>
          <p:cNvSpPr txBox="1"/>
          <p:nvPr/>
        </p:nvSpPr>
        <p:spPr>
          <a:xfrm>
            <a:off x="2571902" y="5399506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12435" name="Rectangle 4"/>
          <p:cNvSpPr>
            <a:spLocks noChangeArrowheads="1"/>
          </p:cNvSpPr>
          <p:nvPr/>
        </p:nvSpPr>
        <p:spPr bwMode="auto">
          <a:xfrm>
            <a:off x="3680282" y="5310860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36" name="TextBox 3"/>
          <p:cNvSpPr txBox="1"/>
          <p:nvPr/>
        </p:nvSpPr>
        <p:spPr>
          <a:xfrm>
            <a:off x="3629482" y="528205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847.8471130.1.416310.000000.847001.100178</a:t>
            </a:r>
            <a:endParaRPr lang="en-US" dirty="0"/>
          </a:p>
        </p:txBody>
      </p:sp>
      <p:sp>
        <p:nvSpPr>
          <p:cNvPr id="12437" name="Rectangle 4"/>
          <p:cNvSpPr>
            <a:spLocks noChangeArrowheads="1"/>
          </p:cNvSpPr>
          <p:nvPr/>
        </p:nvSpPr>
        <p:spPr bwMode="auto">
          <a:xfrm>
            <a:off x="5918962" y="531086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38" name="TextBox 3"/>
          <p:cNvSpPr txBox="1"/>
          <p:nvPr/>
        </p:nvSpPr>
        <p:spPr>
          <a:xfrm>
            <a:off x="6128715" y="528205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45,284</a:t>
            </a:r>
            <a:endParaRPr lang="en-US" dirty="0"/>
          </a:p>
        </p:txBody>
      </p:sp>
      <p:sp>
        <p:nvSpPr>
          <p:cNvPr id="12439" name="Rectangle 4"/>
          <p:cNvSpPr>
            <a:spLocks noChangeArrowheads="1"/>
          </p:cNvSpPr>
          <p:nvPr/>
        </p:nvSpPr>
        <p:spPr bwMode="auto">
          <a:xfrm>
            <a:off x="6566408" y="531086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40" name="TextBox 3"/>
          <p:cNvSpPr txBox="1"/>
          <p:nvPr/>
        </p:nvSpPr>
        <p:spPr>
          <a:xfrm>
            <a:off x="7030365" y="528205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</a:t>
            </a:r>
            <a:endParaRPr lang="en-US" dirty="0"/>
          </a:p>
        </p:txBody>
      </p:sp>
      <p:sp>
        <p:nvSpPr>
          <p:cNvPr id="12441" name="Rectangle 4"/>
          <p:cNvSpPr>
            <a:spLocks noChangeArrowheads="1"/>
          </p:cNvSpPr>
          <p:nvPr/>
        </p:nvSpPr>
        <p:spPr bwMode="auto">
          <a:xfrm>
            <a:off x="7213854" y="531086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42" name="Rectangle 4"/>
          <p:cNvSpPr>
            <a:spLocks noChangeArrowheads="1"/>
          </p:cNvSpPr>
          <p:nvPr/>
        </p:nvSpPr>
        <p:spPr bwMode="auto">
          <a:xfrm>
            <a:off x="7861300" y="5310860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43" name="Rectangle 4"/>
          <p:cNvSpPr>
            <a:spLocks noChangeArrowheads="1"/>
          </p:cNvSpPr>
          <p:nvPr/>
        </p:nvSpPr>
        <p:spPr bwMode="auto">
          <a:xfrm>
            <a:off x="8094497" y="5310860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44" name="Rectangle 4"/>
          <p:cNvSpPr>
            <a:spLocks noChangeArrowheads="1"/>
          </p:cNvSpPr>
          <p:nvPr/>
        </p:nvSpPr>
        <p:spPr bwMode="auto">
          <a:xfrm>
            <a:off x="8333384" y="5310860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45" name="TextBox 3"/>
          <p:cNvSpPr txBox="1"/>
          <p:nvPr/>
        </p:nvSpPr>
        <p:spPr>
          <a:xfrm>
            <a:off x="8650986" y="528205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</a:t>
            </a:r>
            <a:endParaRPr lang="en-US" dirty="0"/>
          </a:p>
        </p:txBody>
      </p:sp>
      <p:sp>
        <p:nvSpPr>
          <p:cNvPr id="12446" name="Rectangle 4"/>
          <p:cNvSpPr>
            <a:spLocks noChangeArrowheads="1"/>
          </p:cNvSpPr>
          <p:nvPr/>
        </p:nvSpPr>
        <p:spPr bwMode="auto">
          <a:xfrm>
            <a:off x="878255" y="5706072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447" name="TextBox 3"/>
          <p:cNvSpPr txBox="1"/>
          <p:nvPr/>
        </p:nvSpPr>
        <p:spPr>
          <a:xfrm>
            <a:off x="827455" y="567726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8471130</a:t>
            </a:r>
            <a:endParaRPr lang="en-US" dirty="0"/>
          </a:p>
        </p:txBody>
      </p:sp>
      <p:sp>
        <p:nvSpPr>
          <p:cNvPr id="12448" name="TextBox 3"/>
          <p:cNvSpPr txBox="1"/>
          <p:nvPr/>
        </p:nvSpPr>
        <p:spPr>
          <a:xfrm>
            <a:off x="827455" y="5794718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2449" name="Rectangle 4"/>
          <p:cNvSpPr>
            <a:spLocks noChangeArrowheads="1"/>
          </p:cNvSpPr>
          <p:nvPr/>
        </p:nvSpPr>
        <p:spPr bwMode="auto">
          <a:xfrm>
            <a:off x="1365758" y="5706072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450" name="Rectangle 4"/>
          <p:cNvSpPr>
            <a:spLocks noChangeArrowheads="1"/>
          </p:cNvSpPr>
          <p:nvPr/>
        </p:nvSpPr>
        <p:spPr bwMode="auto">
          <a:xfrm>
            <a:off x="2163546" y="5706072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451" name="Rectangle 4"/>
          <p:cNvSpPr>
            <a:spLocks noChangeArrowheads="1"/>
          </p:cNvSpPr>
          <p:nvPr/>
        </p:nvSpPr>
        <p:spPr bwMode="auto">
          <a:xfrm>
            <a:off x="2622702" y="5706072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452" name="Rectangle 4"/>
          <p:cNvSpPr>
            <a:spLocks noChangeArrowheads="1"/>
          </p:cNvSpPr>
          <p:nvPr/>
        </p:nvSpPr>
        <p:spPr bwMode="auto">
          <a:xfrm>
            <a:off x="3680282" y="5706072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453" name="Rectangle 4"/>
          <p:cNvSpPr>
            <a:spLocks noChangeArrowheads="1"/>
          </p:cNvSpPr>
          <p:nvPr/>
        </p:nvSpPr>
        <p:spPr bwMode="auto">
          <a:xfrm>
            <a:off x="5918962" y="5706072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454" name="TextBox 3"/>
          <p:cNvSpPr txBox="1"/>
          <p:nvPr/>
        </p:nvSpPr>
        <p:spPr>
          <a:xfrm>
            <a:off x="5987491" y="567726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5,278,326</a:t>
            </a:r>
            <a:endParaRPr lang="en-US" dirty="0"/>
          </a:p>
        </p:txBody>
      </p:sp>
      <p:sp>
        <p:nvSpPr>
          <p:cNvPr id="12455" name="Rectangle 4"/>
          <p:cNvSpPr>
            <a:spLocks noChangeArrowheads="1"/>
          </p:cNvSpPr>
          <p:nvPr/>
        </p:nvSpPr>
        <p:spPr bwMode="auto">
          <a:xfrm>
            <a:off x="6566408" y="5706072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456" name="TextBox 3"/>
          <p:cNvSpPr txBox="1"/>
          <p:nvPr/>
        </p:nvSpPr>
        <p:spPr>
          <a:xfrm>
            <a:off x="6634937" y="567726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5,144,187</a:t>
            </a:r>
            <a:endParaRPr lang="en-US" dirty="0"/>
          </a:p>
        </p:txBody>
      </p:sp>
      <p:sp>
        <p:nvSpPr>
          <p:cNvPr id="12457" name="Rectangle 4"/>
          <p:cNvSpPr>
            <a:spLocks noChangeArrowheads="1"/>
          </p:cNvSpPr>
          <p:nvPr/>
        </p:nvSpPr>
        <p:spPr bwMode="auto">
          <a:xfrm>
            <a:off x="7213854" y="5706072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458" name="TextBox 3"/>
          <p:cNvSpPr txBox="1"/>
          <p:nvPr/>
        </p:nvSpPr>
        <p:spPr>
          <a:xfrm>
            <a:off x="7282383" y="567726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5,142,834</a:t>
            </a:r>
            <a:endParaRPr lang="en-US" dirty="0"/>
          </a:p>
        </p:txBody>
      </p:sp>
      <p:sp>
        <p:nvSpPr>
          <p:cNvPr id="12459" name="Rectangle 4"/>
          <p:cNvSpPr>
            <a:spLocks noChangeArrowheads="1"/>
          </p:cNvSpPr>
          <p:nvPr/>
        </p:nvSpPr>
        <p:spPr bwMode="auto">
          <a:xfrm>
            <a:off x="7861300" y="5706072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460" name="Rectangle 4"/>
          <p:cNvSpPr>
            <a:spLocks noChangeArrowheads="1"/>
          </p:cNvSpPr>
          <p:nvPr/>
        </p:nvSpPr>
        <p:spPr bwMode="auto">
          <a:xfrm>
            <a:off x="8094497" y="5706072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461" name="Rectangle 4"/>
          <p:cNvSpPr>
            <a:spLocks noChangeArrowheads="1"/>
          </p:cNvSpPr>
          <p:nvPr/>
        </p:nvSpPr>
        <p:spPr bwMode="auto">
          <a:xfrm>
            <a:off x="8333384" y="5706072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462" name="TextBox 3"/>
          <p:cNvSpPr txBox="1"/>
          <p:nvPr/>
        </p:nvSpPr>
        <p:spPr>
          <a:xfrm>
            <a:off x="8453272" y="5677268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1,353</a:t>
            </a:r>
            <a:endParaRPr lang="en-US" dirty="0"/>
          </a:p>
        </p:txBody>
      </p:sp>
      <p:sp>
        <p:nvSpPr>
          <p:cNvPr id="12463" name="Rectangle 4"/>
          <p:cNvSpPr>
            <a:spLocks noChangeArrowheads="1"/>
          </p:cNvSpPr>
          <p:nvPr/>
        </p:nvSpPr>
        <p:spPr bwMode="auto">
          <a:xfrm>
            <a:off x="878255" y="5983833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64" name="TextBox 3"/>
          <p:cNvSpPr txBox="1"/>
          <p:nvPr/>
        </p:nvSpPr>
        <p:spPr>
          <a:xfrm>
            <a:off x="827455" y="595503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8471140</a:t>
            </a:r>
            <a:endParaRPr lang="en-US" dirty="0"/>
          </a:p>
        </p:txBody>
      </p:sp>
      <p:sp>
        <p:nvSpPr>
          <p:cNvPr id="12465" name="Rectangle 4"/>
          <p:cNvSpPr>
            <a:spLocks noChangeArrowheads="1"/>
          </p:cNvSpPr>
          <p:nvPr/>
        </p:nvSpPr>
        <p:spPr bwMode="auto">
          <a:xfrm>
            <a:off x="1365758" y="5983833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66" name="TextBox 3"/>
          <p:cNvSpPr txBox="1"/>
          <p:nvPr/>
        </p:nvSpPr>
        <p:spPr>
          <a:xfrm>
            <a:off x="1314958" y="5955030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2467" name="TextBox 3"/>
          <p:cNvSpPr txBox="1"/>
          <p:nvPr/>
        </p:nvSpPr>
        <p:spPr>
          <a:xfrm>
            <a:off x="1314958" y="6072479"/>
            <a:ext cx="6519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University </a:t>
            </a:r>
            <a:endParaRPr lang="en-US" dirty="0"/>
          </a:p>
        </p:txBody>
      </p:sp>
      <p:sp>
        <p:nvSpPr>
          <p:cNvPr id="12468" name="TextBox 3"/>
          <p:cNvSpPr txBox="1"/>
          <p:nvPr/>
        </p:nvSpPr>
        <p:spPr>
          <a:xfrm>
            <a:off x="1314958" y="6189929"/>
            <a:ext cx="6973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Sponsored </a:t>
            </a:r>
            <a:endParaRPr lang="en-US" dirty="0"/>
          </a:p>
        </p:txBody>
      </p:sp>
      <p:sp>
        <p:nvSpPr>
          <p:cNvPr id="12469" name="TextBox 3"/>
          <p:cNvSpPr txBox="1"/>
          <p:nvPr/>
        </p:nvSpPr>
        <p:spPr>
          <a:xfrm>
            <a:off x="1314958" y="6307378"/>
            <a:ext cx="6125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</a:t>
            </a:r>
            <a:endParaRPr lang="en-US" dirty="0"/>
          </a:p>
        </p:txBody>
      </p:sp>
      <p:sp>
        <p:nvSpPr>
          <p:cNvPr id="12470" name="Rectangle 4"/>
          <p:cNvSpPr>
            <a:spLocks noChangeArrowheads="1"/>
          </p:cNvSpPr>
          <p:nvPr/>
        </p:nvSpPr>
        <p:spPr bwMode="auto">
          <a:xfrm>
            <a:off x="2163546" y="5983833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71" name="TextBox 3"/>
          <p:cNvSpPr txBox="1"/>
          <p:nvPr/>
        </p:nvSpPr>
        <p:spPr>
          <a:xfrm>
            <a:off x="2112746" y="595503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12472" name="Rectangle 4"/>
          <p:cNvSpPr>
            <a:spLocks noChangeArrowheads="1"/>
          </p:cNvSpPr>
          <p:nvPr/>
        </p:nvSpPr>
        <p:spPr bwMode="auto">
          <a:xfrm>
            <a:off x="2622702" y="5983833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73" name="TextBox 3"/>
          <p:cNvSpPr txBox="1"/>
          <p:nvPr/>
        </p:nvSpPr>
        <p:spPr>
          <a:xfrm>
            <a:off x="2571902" y="5955030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12474" name="TextBox 3"/>
          <p:cNvSpPr txBox="1"/>
          <p:nvPr/>
        </p:nvSpPr>
        <p:spPr>
          <a:xfrm>
            <a:off x="2571902" y="6072479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12475" name="Rectangle 4"/>
          <p:cNvSpPr>
            <a:spLocks noChangeArrowheads="1"/>
          </p:cNvSpPr>
          <p:nvPr/>
        </p:nvSpPr>
        <p:spPr bwMode="auto">
          <a:xfrm>
            <a:off x="3680282" y="5983833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76" name="TextBox 3"/>
          <p:cNvSpPr txBox="1"/>
          <p:nvPr/>
        </p:nvSpPr>
        <p:spPr>
          <a:xfrm>
            <a:off x="3629482" y="595503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847.8471140.1.412121.000000.847001.100178</a:t>
            </a:r>
            <a:endParaRPr lang="en-US" dirty="0"/>
          </a:p>
        </p:txBody>
      </p:sp>
      <p:sp>
        <p:nvSpPr>
          <p:cNvPr id="12477" name="Rectangle 4"/>
          <p:cNvSpPr>
            <a:spLocks noChangeArrowheads="1"/>
          </p:cNvSpPr>
          <p:nvPr/>
        </p:nvSpPr>
        <p:spPr bwMode="auto">
          <a:xfrm>
            <a:off x="5918962" y="5983833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78" name="TextBox 3"/>
          <p:cNvSpPr txBox="1"/>
          <p:nvPr/>
        </p:nvSpPr>
        <p:spPr>
          <a:xfrm>
            <a:off x="5987491" y="595503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1,202,835</a:t>
            </a:r>
            <a:endParaRPr lang="en-US" dirty="0"/>
          </a:p>
        </p:txBody>
      </p:sp>
      <p:sp>
        <p:nvSpPr>
          <p:cNvPr id="12479" name="Rectangle 4"/>
          <p:cNvSpPr>
            <a:spLocks noChangeArrowheads="1"/>
          </p:cNvSpPr>
          <p:nvPr/>
        </p:nvSpPr>
        <p:spPr bwMode="auto">
          <a:xfrm>
            <a:off x="6566408" y="5983833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80" name="TextBox 3"/>
          <p:cNvSpPr txBox="1"/>
          <p:nvPr/>
        </p:nvSpPr>
        <p:spPr>
          <a:xfrm>
            <a:off x="6719671" y="595503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827,071</a:t>
            </a:r>
            <a:endParaRPr lang="en-US" dirty="0"/>
          </a:p>
        </p:txBody>
      </p:sp>
      <p:sp>
        <p:nvSpPr>
          <p:cNvPr id="12481" name="Rectangle 4"/>
          <p:cNvSpPr>
            <a:spLocks noChangeArrowheads="1"/>
          </p:cNvSpPr>
          <p:nvPr/>
        </p:nvSpPr>
        <p:spPr bwMode="auto">
          <a:xfrm>
            <a:off x="7213854" y="5983833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82" name="TextBox 3"/>
          <p:cNvSpPr txBox="1"/>
          <p:nvPr/>
        </p:nvSpPr>
        <p:spPr>
          <a:xfrm>
            <a:off x="7367118" y="595503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827,070</a:t>
            </a:r>
            <a:endParaRPr lang="en-US" dirty="0"/>
          </a:p>
        </p:txBody>
      </p:sp>
      <p:sp>
        <p:nvSpPr>
          <p:cNvPr id="12483" name="Rectangle 4"/>
          <p:cNvSpPr>
            <a:spLocks noChangeArrowheads="1"/>
          </p:cNvSpPr>
          <p:nvPr/>
        </p:nvSpPr>
        <p:spPr bwMode="auto">
          <a:xfrm>
            <a:off x="7861300" y="5983833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84" name="Rectangle 4"/>
          <p:cNvSpPr>
            <a:spLocks noChangeArrowheads="1"/>
          </p:cNvSpPr>
          <p:nvPr/>
        </p:nvSpPr>
        <p:spPr bwMode="auto">
          <a:xfrm>
            <a:off x="8094497" y="5983833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85" name="Rectangle 4"/>
          <p:cNvSpPr>
            <a:spLocks noChangeArrowheads="1"/>
          </p:cNvSpPr>
          <p:nvPr/>
        </p:nvSpPr>
        <p:spPr bwMode="auto">
          <a:xfrm>
            <a:off x="8333384" y="5983833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86" name="TextBox 3"/>
          <p:cNvSpPr txBox="1"/>
          <p:nvPr/>
        </p:nvSpPr>
        <p:spPr>
          <a:xfrm>
            <a:off x="8650986" y="595503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2487" name="Rectangle 4"/>
          <p:cNvSpPr>
            <a:spLocks noChangeArrowheads="1"/>
          </p:cNvSpPr>
          <p:nvPr/>
        </p:nvSpPr>
        <p:spPr bwMode="auto">
          <a:xfrm>
            <a:off x="878255" y="6496494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88" name="TextBox 3"/>
          <p:cNvSpPr txBox="1"/>
          <p:nvPr/>
        </p:nvSpPr>
        <p:spPr>
          <a:xfrm>
            <a:off x="827455" y="646769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8471140</a:t>
            </a:r>
            <a:endParaRPr lang="en-US" dirty="0"/>
          </a:p>
        </p:txBody>
      </p:sp>
      <p:sp>
        <p:nvSpPr>
          <p:cNvPr id="12489" name="Rectangle 4"/>
          <p:cNvSpPr>
            <a:spLocks noChangeArrowheads="1"/>
          </p:cNvSpPr>
          <p:nvPr/>
        </p:nvSpPr>
        <p:spPr bwMode="auto">
          <a:xfrm>
            <a:off x="1365758" y="6496494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90" name="TextBox 3"/>
          <p:cNvSpPr txBox="1"/>
          <p:nvPr/>
        </p:nvSpPr>
        <p:spPr>
          <a:xfrm>
            <a:off x="1314958" y="6467690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2491" name="TextBox 3"/>
          <p:cNvSpPr txBox="1"/>
          <p:nvPr/>
        </p:nvSpPr>
        <p:spPr>
          <a:xfrm>
            <a:off x="1314958" y="6585140"/>
            <a:ext cx="6519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University </a:t>
            </a:r>
            <a:endParaRPr lang="en-US" dirty="0"/>
          </a:p>
        </p:txBody>
      </p:sp>
      <p:sp>
        <p:nvSpPr>
          <p:cNvPr id="12492" name="TextBox 3"/>
          <p:cNvSpPr txBox="1"/>
          <p:nvPr/>
        </p:nvSpPr>
        <p:spPr>
          <a:xfrm>
            <a:off x="1314958" y="6702590"/>
            <a:ext cx="6973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Sponsored </a:t>
            </a:r>
            <a:endParaRPr lang="en-US" dirty="0"/>
          </a:p>
        </p:txBody>
      </p:sp>
      <p:sp>
        <p:nvSpPr>
          <p:cNvPr id="12493" name="TextBox 3"/>
          <p:cNvSpPr txBox="1"/>
          <p:nvPr/>
        </p:nvSpPr>
        <p:spPr>
          <a:xfrm>
            <a:off x="1314958" y="6820039"/>
            <a:ext cx="6125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</a:t>
            </a:r>
            <a:endParaRPr lang="en-US" dirty="0"/>
          </a:p>
        </p:txBody>
      </p:sp>
      <p:sp>
        <p:nvSpPr>
          <p:cNvPr id="12494" name="Rectangle 4"/>
          <p:cNvSpPr>
            <a:spLocks noChangeArrowheads="1"/>
          </p:cNvSpPr>
          <p:nvPr/>
        </p:nvSpPr>
        <p:spPr bwMode="auto">
          <a:xfrm>
            <a:off x="2163546" y="6496494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95" name="TextBox 3"/>
          <p:cNvSpPr txBox="1"/>
          <p:nvPr/>
        </p:nvSpPr>
        <p:spPr>
          <a:xfrm>
            <a:off x="2112746" y="646769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12496" name="Rectangle 4"/>
          <p:cNvSpPr>
            <a:spLocks noChangeArrowheads="1"/>
          </p:cNvSpPr>
          <p:nvPr/>
        </p:nvSpPr>
        <p:spPr bwMode="auto">
          <a:xfrm>
            <a:off x="2622702" y="6496494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497" name="TextBox 3"/>
          <p:cNvSpPr txBox="1"/>
          <p:nvPr/>
        </p:nvSpPr>
        <p:spPr>
          <a:xfrm>
            <a:off x="2571902" y="6467690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12498" name="TextBox 3"/>
          <p:cNvSpPr txBox="1"/>
          <p:nvPr/>
        </p:nvSpPr>
        <p:spPr>
          <a:xfrm>
            <a:off x="2571902" y="6585140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12499" name="TextBox 3"/>
          <p:cNvSpPr txBox="1"/>
          <p:nvPr/>
        </p:nvSpPr>
        <p:spPr>
          <a:xfrm>
            <a:off x="2571902" y="6702590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12500" name="Rectangle 4"/>
          <p:cNvSpPr>
            <a:spLocks noChangeArrowheads="1"/>
          </p:cNvSpPr>
          <p:nvPr/>
        </p:nvSpPr>
        <p:spPr bwMode="auto">
          <a:xfrm>
            <a:off x="3680282" y="6496494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501" name="TextBox 3"/>
          <p:cNvSpPr txBox="1"/>
          <p:nvPr/>
        </p:nvSpPr>
        <p:spPr>
          <a:xfrm>
            <a:off x="3629482" y="646769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847.8471140.1.412125.000000.847001.100178</a:t>
            </a:r>
            <a:endParaRPr lang="en-US" dirty="0"/>
          </a:p>
        </p:txBody>
      </p:sp>
      <p:sp>
        <p:nvSpPr>
          <p:cNvPr id="12502" name="Rectangle 4"/>
          <p:cNvSpPr>
            <a:spLocks noChangeArrowheads="1"/>
          </p:cNvSpPr>
          <p:nvPr/>
        </p:nvSpPr>
        <p:spPr bwMode="auto">
          <a:xfrm>
            <a:off x="5918962" y="6496494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503" name="TextBox 3"/>
          <p:cNvSpPr txBox="1"/>
          <p:nvPr/>
        </p:nvSpPr>
        <p:spPr>
          <a:xfrm>
            <a:off x="5987491" y="646769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1,003,588</a:t>
            </a:r>
            <a:endParaRPr lang="en-US" dirty="0"/>
          </a:p>
        </p:txBody>
      </p:sp>
      <p:sp>
        <p:nvSpPr>
          <p:cNvPr id="12504" name="Rectangle 4"/>
          <p:cNvSpPr>
            <a:spLocks noChangeArrowheads="1"/>
          </p:cNvSpPr>
          <p:nvPr/>
        </p:nvSpPr>
        <p:spPr bwMode="auto">
          <a:xfrm>
            <a:off x="6566408" y="6496494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505" name="TextBox 3"/>
          <p:cNvSpPr txBox="1"/>
          <p:nvPr/>
        </p:nvSpPr>
        <p:spPr>
          <a:xfrm>
            <a:off x="6634937" y="646769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1,024,659</a:t>
            </a:r>
            <a:endParaRPr lang="en-US" dirty="0"/>
          </a:p>
        </p:txBody>
      </p:sp>
      <p:sp>
        <p:nvSpPr>
          <p:cNvPr id="12506" name="Rectangle 4"/>
          <p:cNvSpPr>
            <a:spLocks noChangeArrowheads="1"/>
          </p:cNvSpPr>
          <p:nvPr/>
        </p:nvSpPr>
        <p:spPr bwMode="auto">
          <a:xfrm>
            <a:off x="7213854" y="6496494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507" name="TextBox 3"/>
          <p:cNvSpPr txBox="1"/>
          <p:nvPr/>
        </p:nvSpPr>
        <p:spPr>
          <a:xfrm>
            <a:off x="7282383" y="646769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1,024,659</a:t>
            </a:r>
            <a:endParaRPr lang="en-US" dirty="0"/>
          </a:p>
        </p:txBody>
      </p:sp>
      <p:sp>
        <p:nvSpPr>
          <p:cNvPr id="12508" name="Rectangle 4"/>
          <p:cNvSpPr>
            <a:spLocks noChangeArrowheads="1"/>
          </p:cNvSpPr>
          <p:nvPr/>
        </p:nvSpPr>
        <p:spPr bwMode="auto">
          <a:xfrm>
            <a:off x="7861300" y="6496494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509" name="Rectangle 4"/>
          <p:cNvSpPr>
            <a:spLocks noChangeArrowheads="1"/>
          </p:cNvSpPr>
          <p:nvPr/>
        </p:nvSpPr>
        <p:spPr bwMode="auto">
          <a:xfrm>
            <a:off x="8094497" y="6496494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510" name="Rectangle 4"/>
          <p:cNvSpPr>
            <a:spLocks noChangeArrowheads="1"/>
          </p:cNvSpPr>
          <p:nvPr/>
        </p:nvSpPr>
        <p:spPr bwMode="auto">
          <a:xfrm>
            <a:off x="8333384" y="6496494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511" name="TextBox 3"/>
          <p:cNvSpPr txBox="1"/>
          <p:nvPr/>
        </p:nvSpPr>
        <p:spPr>
          <a:xfrm>
            <a:off x="8650986" y="646769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2512" name="Rectangle 4"/>
          <p:cNvSpPr>
            <a:spLocks noChangeArrowheads="1"/>
          </p:cNvSpPr>
          <p:nvPr/>
        </p:nvSpPr>
        <p:spPr bwMode="auto">
          <a:xfrm>
            <a:off x="878255" y="7009155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513" name="TextBox 3"/>
          <p:cNvSpPr txBox="1"/>
          <p:nvPr/>
        </p:nvSpPr>
        <p:spPr>
          <a:xfrm>
            <a:off x="827455" y="698035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8471140</a:t>
            </a:r>
            <a:endParaRPr lang="en-US" dirty="0"/>
          </a:p>
        </p:txBody>
      </p:sp>
      <p:sp>
        <p:nvSpPr>
          <p:cNvPr id="12514" name="Rectangle 4"/>
          <p:cNvSpPr>
            <a:spLocks noChangeArrowheads="1"/>
          </p:cNvSpPr>
          <p:nvPr/>
        </p:nvSpPr>
        <p:spPr bwMode="auto">
          <a:xfrm>
            <a:off x="1365758" y="7009155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515" name="TextBox 3"/>
          <p:cNvSpPr txBox="1"/>
          <p:nvPr/>
        </p:nvSpPr>
        <p:spPr>
          <a:xfrm>
            <a:off x="1314958" y="698035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2516" name="TextBox 3"/>
          <p:cNvSpPr txBox="1"/>
          <p:nvPr/>
        </p:nvSpPr>
        <p:spPr>
          <a:xfrm>
            <a:off x="1314958" y="7097802"/>
            <a:ext cx="6519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University </a:t>
            </a:r>
            <a:endParaRPr lang="en-US" dirty="0"/>
          </a:p>
        </p:txBody>
      </p:sp>
      <p:sp>
        <p:nvSpPr>
          <p:cNvPr id="12517" name="Rectangle 4"/>
          <p:cNvSpPr>
            <a:spLocks noChangeArrowheads="1"/>
          </p:cNvSpPr>
          <p:nvPr/>
        </p:nvSpPr>
        <p:spPr bwMode="auto">
          <a:xfrm>
            <a:off x="2163546" y="7009155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518" name="TextBox 3"/>
          <p:cNvSpPr txBox="1"/>
          <p:nvPr/>
        </p:nvSpPr>
        <p:spPr>
          <a:xfrm>
            <a:off x="2112746" y="698035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12519" name="Rectangle 4"/>
          <p:cNvSpPr>
            <a:spLocks noChangeArrowheads="1"/>
          </p:cNvSpPr>
          <p:nvPr/>
        </p:nvSpPr>
        <p:spPr bwMode="auto">
          <a:xfrm>
            <a:off x="2622702" y="7009155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520" name="TextBox 3"/>
          <p:cNvSpPr txBox="1"/>
          <p:nvPr/>
        </p:nvSpPr>
        <p:spPr>
          <a:xfrm>
            <a:off x="2571902" y="6980351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12521" name="TextBox 3"/>
          <p:cNvSpPr txBox="1"/>
          <p:nvPr/>
        </p:nvSpPr>
        <p:spPr>
          <a:xfrm>
            <a:off x="2571902" y="7097802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12522" name="Rectangle 4"/>
          <p:cNvSpPr>
            <a:spLocks noChangeArrowheads="1"/>
          </p:cNvSpPr>
          <p:nvPr/>
        </p:nvSpPr>
        <p:spPr bwMode="auto">
          <a:xfrm>
            <a:off x="3680282" y="7009155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523" name="TextBox 3"/>
          <p:cNvSpPr txBox="1"/>
          <p:nvPr/>
        </p:nvSpPr>
        <p:spPr>
          <a:xfrm>
            <a:off x="3629482" y="698035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847.8471140.1.412534.000000.847001.100178</a:t>
            </a:r>
            <a:endParaRPr lang="en-US" dirty="0"/>
          </a:p>
        </p:txBody>
      </p:sp>
      <p:sp>
        <p:nvSpPr>
          <p:cNvPr id="12524" name="Rectangle 4"/>
          <p:cNvSpPr>
            <a:spLocks noChangeArrowheads="1"/>
          </p:cNvSpPr>
          <p:nvPr/>
        </p:nvSpPr>
        <p:spPr bwMode="auto">
          <a:xfrm>
            <a:off x="5918962" y="700915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525" name="TextBox 3"/>
          <p:cNvSpPr txBox="1"/>
          <p:nvPr/>
        </p:nvSpPr>
        <p:spPr>
          <a:xfrm>
            <a:off x="6072225" y="698035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100,000</a:t>
            </a:r>
            <a:endParaRPr lang="en-US" dirty="0"/>
          </a:p>
        </p:txBody>
      </p:sp>
      <p:sp>
        <p:nvSpPr>
          <p:cNvPr id="12526" name="Rectangle 4"/>
          <p:cNvSpPr>
            <a:spLocks noChangeArrowheads="1"/>
          </p:cNvSpPr>
          <p:nvPr/>
        </p:nvSpPr>
        <p:spPr bwMode="auto">
          <a:xfrm>
            <a:off x="6566408" y="700915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527" name="TextBox 3"/>
          <p:cNvSpPr txBox="1"/>
          <p:nvPr/>
        </p:nvSpPr>
        <p:spPr>
          <a:xfrm>
            <a:off x="6776161" y="698035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62,967</a:t>
            </a:r>
            <a:endParaRPr lang="en-US" dirty="0"/>
          </a:p>
        </p:txBody>
      </p:sp>
      <p:sp>
        <p:nvSpPr>
          <p:cNvPr id="12528" name="Rectangle 4"/>
          <p:cNvSpPr>
            <a:spLocks noChangeArrowheads="1"/>
          </p:cNvSpPr>
          <p:nvPr/>
        </p:nvSpPr>
        <p:spPr bwMode="auto">
          <a:xfrm>
            <a:off x="7213854" y="700915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529" name="TextBox 3"/>
          <p:cNvSpPr txBox="1"/>
          <p:nvPr/>
        </p:nvSpPr>
        <p:spPr>
          <a:xfrm>
            <a:off x="7423607" y="698035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62,826</a:t>
            </a:r>
            <a:endParaRPr lang="en-US" dirty="0"/>
          </a:p>
        </p:txBody>
      </p:sp>
      <p:sp>
        <p:nvSpPr>
          <p:cNvPr id="12530" name="Rectangle 4"/>
          <p:cNvSpPr>
            <a:spLocks noChangeArrowheads="1"/>
          </p:cNvSpPr>
          <p:nvPr/>
        </p:nvSpPr>
        <p:spPr bwMode="auto">
          <a:xfrm>
            <a:off x="7861300" y="7009155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531" name="Rectangle 4"/>
          <p:cNvSpPr>
            <a:spLocks noChangeArrowheads="1"/>
          </p:cNvSpPr>
          <p:nvPr/>
        </p:nvSpPr>
        <p:spPr bwMode="auto">
          <a:xfrm>
            <a:off x="8094497" y="7009155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532" name="Rectangle 4"/>
          <p:cNvSpPr>
            <a:spLocks noChangeArrowheads="1"/>
          </p:cNvSpPr>
          <p:nvPr/>
        </p:nvSpPr>
        <p:spPr bwMode="auto">
          <a:xfrm>
            <a:off x="8333384" y="7009155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533" name="TextBox 3"/>
          <p:cNvSpPr txBox="1"/>
          <p:nvPr/>
        </p:nvSpPr>
        <p:spPr>
          <a:xfrm>
            <a:off x="8538006" y="6980351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141</a:t>
            </a:r>
            <a:endParaRPr lang="en-US" dirty="0"/>
          </a:p>
        </p:txBody>
      </p:sp>
      <p:sp>
        <p:nvSpPr>
          <p:cNvPr id="12534" name="Rectangle 4"/>
          <p:cNvSpPr>
            <a:spLocks noChangeArrowheads="1"/>
          </p:cNvSpPr>
          <p:nvPr/>
        </p:nvSpPr>
        <p:spPr bwMode="auto">
          <a:xfrm>
            <a:off x="466725" y="920673"/>
            <a:ext cx="6350" cy="6369418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2535" name="Rectangle 4"/>
          <p:cNvSpPr>
            <a:spLocks noChangeArrowheads="1"/>
          </p:cNvSpPr>
          <p:nvPr/>
        </p:nvSpPr>
        <p:spPr bwMode="auto">
          <a:xfrm>
            <a:off x="7213854" y="728215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36" name="Rectangle 4"/>
          <p:cNvSpPr>
            <a:spLocks noChangeArrowheads="1"/>
          </p:cNvSpPr>
          <p:nvPr/>
        </p:nvSpPr>
        <p:spPr bwMode="auto">
          <a:xfrm>
            <a:off x="878255" y="728215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37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38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39" name="Rectangle 4"/>
          <p:cNvSpPr>
            <a:spLocks noChangeArrowheads="1"/>
          </p:cNvSpPr>
          <p:nvPr/>
        </p:nvSpPr>
        <p:spPr bwMode="auto">
          <a:xfrm>
            <a:off x="7213854" y="649173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40" name="Rectangle 4"/>
          <p:cNvSpPr>
            <a:spLocks noChangeArrowheads="1"/>
          </p:cNvSpPr>
          <p:nvPr/>
        </p:nvSpPr>
        <p:spPr bwMode="auto">
          <a:xfrm>
            <a:off x="878255" y="649173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41" name="Rectangle 4"/>
          <p:cNvSpPr>
            <a:spLocks noChangeArrowheads="1"/>
          </p:cNvSpPr>
          <p:nvPr/>
        </p:nvSpPr>
        <p:spPr bwMode="auto">
          <a:xfrm>
            <a:off x="7213854" y="570130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42" name="Rectangle 4"/>
          <p:cNvSpPr>
            <a:spLocks noChangeArrowheads="1"/>
          </p:cNvSpPr>
          <p:nvPr/>
        </p:nvSpPr>
        <p:spPr bwMode="auto">
          <a:xfrm>
            <a:off x="878255" y="570130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43" name="Rectangle 4"/>
          <p:cNvSpPr>
            <a:spLocks noChangeArrowheads="1"/>
          </p:cNvSpPr>
          <p:nvPr/>
        </p:nvSpPr>
        <p:spPr bwMode="auto">
          <a:xfrm>
            <a:off x="7213854" y="158888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44" name="Rectangle 4"/>
          <p:cNvSpPr>
            <a:spLocks noChangeArrowheads="1"/>
          </p:cNvSpPr>
          <p:nvPr/>
        </p:nvSpPr>
        <p:spPr bwMode="auto">
          <a:xfrm>
            <a:off x="878255" y="158888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45" name="Rectangle 4"/>
          <p:cNvSpPr>
            <a:spLocks noChangeArrowheads="1"/>
          </p:cNvSpPr>
          <p:nvPr/>
        </p:nvSpPr>
        <p:spPr bwMode="auto">
          <a:xfrm>
            <a:off x="7213854" y="491088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46" name="Rectangle 4"/>
          <p:cNvSpPr>
            <a:spLocks noChangeArrowheads="1"/>
          </p:cNvSpPr>
          <p:nvPr/>
        </p:nvSpPr>
        <p:spPr bwMode="auto">
          <a:xfrm>
            <a:off x="878255" y="491088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47" name="Rectangle 4"/>
          <p:cNvSpPr>
            <a:spLocks noChangeArrowheads="1"/>
          </p:cNvSpPr>
          <p:nvPr/>
        </p:nvSpPr>
        <p:spPr bwMode="auto">
          <a:xfrm>
            <a:off x="7213854" y="412046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48" name="Rectangle 4"/>
          <p:cNvSpPr>
            <a:spLocks noChangeArrowheads="1"/>
          </p:cNvSpPr>
          <p:nvPr/>
        </p:nvSpPr>
        <p:spPr bwMode="auto">
          <a:xfrm>
            <a:off x="878255" y="412046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49" name="Rectangle 4"/>
          <p:cNvSpPr>
            <a:spLocks noChangeArrowheads="1"/>
          </p:cNvSpPr>
          <p:nvPr/>
        </p:nvSpPr>
        <p:spPr bwMode="auto">
          <a:xfrm>
            <a:off x="7213854" y="333004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50" name="Rectangle 4"/>
          <p:cNvSpPr>
            <a:spLocks noChangeArrowheads="1"/>
          </p:cNvSpPr>
          <p:nvPr/>
        </p:nvSpPr>
        <p:spPr bwMode="auto">
          <a:xfrm>
            <a:off x="878255" y="333004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51" name="Rectangle 4"/>
          <p:cNvSpPr>
            <a:spLocks noChangeArrowheads="1"/>
          </p:cNvSpPr>
          <p:nvPr/>
        </p:nvSpPr>
        <p:spPr bwMode="auto">
          <a:xfrm>
            <a:off x="469900" y="7286917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52" name="Rectangle 4"/>
          <p:cNvSpPr>
            <a:spLocks noChangeArrowheads="1"/>
          </p:cNvSpPr>
          <p:nvPr/>
        </p:nvSpPr>
        <p:spPr bwMode="auto">
          <a:xfrm>
            <a:off x="7213854" y="700439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53" name="Rectangle 4"/>
          <p:cNvSpPr>
            <a:spLocks noChangeArrowheads="1"/>
          </p:cNvSpPr>
          <p:nvPr/>
        </p:nvSpPr>
        <p:spPr bwMode="auto">
          <a:xfrm>
            <a:off x="878255" y="700439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54" name="Rectangle 4"/>
          <p:cNvSpPr>
            <a:spLocks noChangeArrowheads="1"/>
          </p:cNvSpPr>
          <p:nvPr/>
        </p:nvSpPr>
        <p:spPr bwMode="auto">
          <a:xfrm>
            <a:off x="7213854" y="293483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55" name="Rectangle 4"/>
          <p:cNvSpPr>
            <a:spLocks noChangeArrowheads="1"/>
          </p:cNvSpPr>
          <p:nvPr/>
        </p:nvSpPr>
        <p:spPr bwMode="auto">
          <a:xfrm>
            <a:off x="878255" y="293483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56" name="Rectangle 4"/>
          <p:cNvSpPr>
            <a:spLocks noChangeArrowheads="1"/>
          </p:cNvSpPr>
          <p:nvPr/>
        </p:nvSpPr>
        <p:spPr bwMode="auto">
          <a:xfrm>
            <a:off x="7213854" y="253961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57" name="Rectangle 4"/>
          <p:cNvSpPr>
            <a:spLocks noChangeArrowheads="1"/>
          </p:cNvSpPr>
          <p:nvPr/>
        </p:nvSpPr>
        <p:spPr bwMode="auto">
          <a:xfrm>
            <a:off x="878255" y="253961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58" name="Rectangle 4"/>
          <p:cNvSpPr>
            <a:spLocks noChangeArrowheads="1"/>
          </p:cNvSpPr>
          <p:nvPr/>
        </p:nvSpPr>
        <p:spPr bwMode="auto">
          <a:xfrm>
            <a:off x="7213854" y="597907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59" name="Rectangle 4"/>
          <p:cNvSpPr>
            <a:spLocks noChangeArrowheads="1"/>
          </p:cNvSpPr>
          <p:nvPr/>
        </p:nvSpPr>
        <p:spPr bwMode="auto">
          <a:xfrm>
            <a:off x="878255" y="597907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60" name="Rectangle 4"/>
          <p:cNvSpPr>
            <a:spLocks noChangeArrowheads="1"/>
          </p:cNvSpPr>
          <p:nvPr/>
        </p:nvSpPr>
        <p:spPr bwMode="auto">
          <a:xfrm>
            <a:off x="7213854" y="214440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61" name="Rectangle 4"/>
          <p:cNvSpPr>
            <a:spLocks noChangeArrowheads="1"/>
          </p:cNvSpPr>
          <p:nvPr/>
        </p:nvSpPr>
        <p:spPr bwMode="auto">
          <a:xfrm>
            <a:off x="878255" y="214440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62" name="Rectangle 4"/>
          <p:cNvSpPr>
            <a:spLocks noChangeArrowheads="1"/>
          </p:cNvSpPr>
          <p:nvPr/>
        </p:nvSpPr>
        <p:spPr bwMode="auto">
          <a:xfrm>
            <a:off x="466725" y="7283742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2563" name="Rectangle 4"/>
          <p:cNvSpPr>
            <a:spLocks noChangeArrowheads="1"/>
          </p:cNvSpPr>
          <p:nvPr/>
        </p:nvSpPr>
        <p:spPr bwMode="auto">
          <a:xfrm>
            <a:off x="7213854" y="530609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64" name="Rectangle 4"/>
          <p:cNvSpPr>
            <a:spLocks noChangeArrowheads="1"/>
          </p:cNvSpPr>
          <p:nvPr/>
        </p:nvSpPr>
        <p:spPr bwMode="auto">
          <a:xfrm>
            <a:off x="878255" y="530609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65" name="Rectangle 4"/>
          <p:cNvSpPr>
            <a:spLocks noChangeArrowheads="1"/>
          </p:cNvSpPr>
          <p:nvPr/>
        </p:nvSpPr>
        <p:spPr bwMode="auto">
          <a:xfrm>
            <a:off x="7213854" y="451567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66" name="Rectangle 4"/>
          <p:cNvSpPr>
            <a:spLocks noChangeArrowheads="1"/>
          </p:cNvSpPr>
          <p:nvPr/>
        </p:nvSpPr>
        <p:spPr bwMode="auto">
          <a:xfrm>
            <a:off x="878255" y="451567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67" name="Rectangle 4"/>
          <p:cNvSpPr>
            <a:spLocks noChangeArrowheads="1"/>
          </p:cNvSpPr>
          <p:nvPr/>
        </p:nvSpPr>
        <p:spPr bwMode="auto">
          <a:xfrm>
            <a:off x="7213854" y="372525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68" name="Rectangle 4"/>
          <p:cNvSpPr>
            <a:spLocks noChangeArrowheads="1"/>
          </p:cNvSpPr>
          <p:nvPr/>
        </p:nvSpPr>
        <p:spPr bwMode="auto">
          <a:xfrm>
            <a:off x="878255" y="372525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69" name="Rectangle 4"/>
          <p:cNvSpPr>
            <a:spLocks noChangeArrowheads="1"/>
          </p:cNvSpPr>
          <p:nvPr/>
        </p:nvSpPr>
        <p:spPr bwMode="auto">
          <a:xfrm>
            <a:off x="7213854" y="131112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70" name="Rectangle 4"/>
          <p:cNvSpPr>
            <a:spLocks noChangeArrowheads="1"/>
          </p:cNvSpPr>
          <p:nvPr/>
        </p:nvSpPr>
        <p:spPr bwMode="auto">
          <a:xfrm>
            <a:off x="878255" y="131112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71" name="Rectangle 4"/>
          <p:cNvSpPr>
            <a:spLocks noChangeArrowheads="1"/>
          </p:cNvSpPr>
          <p:nvPr/>
        </p:nvSpPr>
        <p:spPr bwMode="auto">
          <a:xfrm>
            <a:off x="7213854" y="186664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72" name="Rectangle 4"/>
          <p:cNvSpPr>
            <a:spLocks noChangeArrowheads="1"/>
          </p:cNvSpPr>
          <p:nvPr/>
        </p:nvSpPr>
        <p:spPr bwMode="auto">
          <a:xfrm>
            <a:off x="878255" y="186664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73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74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5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576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12577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12578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579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12580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12581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2582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583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12584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12585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586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12587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2588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589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12590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591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12592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593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12594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2595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596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12597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2598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599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12600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12601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602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12603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604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12605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606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12607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12608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35510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09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10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11" name="TextBox 3"/>
          <p:cNvSpPr txBox="1"/>
          <p:nvPr/>
        </p:nvSpPr>
        <p:spPr>
          <a:xfrm>
            <a:off x="1314958" y="891870"/>
            <a:ext cx="6973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Sponsored </a:t>
            </a:r>
            <a:endParaRPr lang="en-US" dirty="0"/>
          </a:p>
        </p:txBody>
      </p:sp>
      <p:sp>
        <p:nvSpPr>
          <p:cNvPr id="12612" name="TextBox 3"/>
          <p:cNvSpPr txBox="1"/>
          <p:nvPr/>
        </p:nvSpPr>
        <p:spPr>
          <a:xfrm>
            <a:off x="1314958" y="1009319"/>
            <a:ext cx="6125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</a:t>
            </a:r>
            <a:endParaRPr lang="en-US" dirty="0"/>
          </a:p>
        </p:txBody>
      </p:sp>
      <p:sp>
        <p:nvSpPr>
          <p:cNvPr id="12613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14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15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16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17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18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19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20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21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22" name="Rectangle 4"/>
          <p:cNvSpPr>
            <a:spLocks noChangeArrowheads="1"/>
          </p:cNvSpPr>
          <p:nvPr/>
        </p:nvSpPr>
        <p:spPr bwMode="auto">
          <a:xfrm>
            <a:off x="878255" y="1198435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23" name="TextBox 3"/>
          <p:cNvSpPr txBox="1"/>
          <p:nvPr/>
        </p:nvSpPr>
        <p:spPr>
          <a:xfrm>
            <a:off x="827455" y="116963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8471140</a:t>
            </a:r>
            <a:endParaRPr lang="en-US" dirty="0"/>
          </a:p>
        </p:txBody>
      </p:sp>
      <p:sp>
        <p:nvSpPr>
          <p:cNvPr id="12624" name="Rectangle 4"/>
          <p:cNvSpPr>
            <a:spLocks noChangeArrowheads="1"/>
          </p:cNvSpPr>
          <p:nvPr/>
        </p:nvSpPr>
        <p:spPr bwMode="auto">
          <a:xfrm>
            <a:off x="1365758" y="1198435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25" name="TextBox 3"/>
          <p:cNvSpPr txBox="1"/>
          <p:nvPr/>
        </p:nvSpPr>
        <p:spPr>
          <a:xfrm>
            <a:off x="1314958" y="116963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2626" name="TextBox 3"/>
          <p:cNvSpPr txBox="1"/>
          <p:nvPr/>
        </p:nvSpPr>
        <p:spPr>
          <a:xfrm>
            <a:off x="1314958" y="1287081"/>
            <a:ext cx="6519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University </a:t>
            </a:r>
            <a:endParaRPr lang="en-US" dirty="0"/>
          </a:p>
        </p:txBody>
      </p:sp>
      <p:sp>
        <p:nvSpPr>
          <p:cNvPr id="12627" name="TextBox 3"/>
          <p:cNvSpPr txBox="1"/>
          <p:nvPr/>
        </p:nvSpPr>
        <p:spPr>
          <a:xfrm>
            <a:off x="1314958" y="1404531"/>
            <a:ext cx="6973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Sponsored </a:t>
            </a:r>
            <a:endParaRPr lang="en-US" dirty="0"/>
          </a:p>
        </p:txBody>
      </p:sp>
      <p:sp>
        <p:nvSpPr>
          <p:cNvPr id="12628" name="TextBox 3"/>
          <p:cNvSpPr txBox="1"/>
          <p:nvPr/>
        </p:nvSpPr>
        <p:spPr>
          <a:xfrm>
            <a:off x="1314958" y="1521980"/>
            <a:ext cx="6125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</a:t>
            </a:r>
            <a:endParaRPr lang="en-US" dirty="0"/>
          </a:p>
        </p:txBody>
      </p:sp>
      <p:sp>
        <p:nvSpPr>
          <p:cNvPr id="12629" name="Rectangle 4"/>
          <p:cNvSpPr>
            <a:spLocks noChangeArrowheads="1"/>
          </p:cNvSpPr>
          <p:nvPr/>
        </p:nvSpPr>
        <p:spPr bwMode="auto">
          <a:xfrm>
            <a:off x="2163546" y="1198435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30" name="TextBox 3"/>
          <p:cNvSpPr txBox="1"/>
          <p:nvPr/>
        </p:nvSpPr>
        <p:spPr>
          <a:xfrm>
            <a:off x="2112746" y="116963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12631" name="Rectangle 4"/>
          <p:cNvSpPr>
            <a:spLocks noChangeArrowheads="1"/>
          </p:cNvSpPr>
          <p:nvPr/>
        </p:nvSpPr>
        <p:spPr bwMode="auto">
          <a:xfrm>
            <a:off x="2622702" y="1198435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32" name="TextBox 3"/>
          <p:cNvSpPr txBox="1"/>
          <p:nvPr/>
        </p:nvSpPr>
        <p:spPr>
          <a:xfrm>
            <a:off x="2571902" y="1169631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12633" name="Rectangle 4"/>
          <p:cNvSpPr>
            <a:spLocks noChangeArrowheads="1"/>
          </p:cNvSpPr>
          <p:nvPr/>
        </p:nvSpPr>
        <p:spPr bwMode="auto">
          <a:xfrm>
            <a:off x="3680282" y="1198435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34" name="TextBox 3"/>
          <p:cNvSpPr txBox="1"/>
          <p:nvPr/>
        </p:nvSpPr>
        <p:spPr>
          <a:xfrm>
            <a:off x="3629482" y="116963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847.8471140.1.412546.000000.847001.100178</a:t>
            </a:r>
            <a:endParaRPr lang="en-US" dirty="0"/>
          </a:p>
        </p:txBody>
      </p:sp>
      <p:sp>
        <p:nvSpPr>
          <p:cNvPr id="12635" name="Rectangle 4"/>
          <p:cNvSpPr>
            <a:spLocks noChangeArrowheads="1"/>
          </p:cNvSpPr>
          <p:nvPr/>
        </p:nvSpPr>
        <p:spPr bwMode="auto">
          <a:xfrm>
            <a:off x="5918962" y="119843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36" name="TextBox 3"/>
          <p:cNvSpPr txBox="1"/>
          <p:nvPr/>
        </p:nvSpPr>
        <p:spPr>
          <a:xfrm>
            <a:off x="6128715" y="116963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16,356</a:t>
            </a:r>
            <a:endParaRPr lang="en-US" dirty="0"/>
          </a:p>
        </p:txBody>
      </p:sp>
      <p:sp>
        <p:nvSpPr>
          <p:cNvPr id="12637" name="Rectangle 4"/>
          <p:cNvSpPr>
            <a:spLocks noChangeArrowheads="1"/>
          </p:cNvSpPr>
          <p:nvPr/>
        </p:nvSpPr>
        <p:spPr bwMode="auto">
          <a:xfrm>
            <a:off x="6566408" y="119843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38" name="TextBox 3"/>
          <p:cNvSpPr txBox="1"/>
          <p:nvPr/>
        </p:nvSpPr>
        <p:spPr>
          <a:xfrm>
            <a:off x="6776161" y="116963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16,356</a:t>
            </a:r>
            <a:endParaRPr lang="en-US" dirty="0"/>
          </a:p>
        </p:txBody>
      </p:sp>
      <p:sp>
        <p:nvSpPr>
          <p:cNvPr id="12639" name="Rectangle 4"/>
          <p:cNvSpPr>
            <a:spLocks noChangeArrowheads="1"/>
          </p:cNvSpPr>
          <p:nvPr/>
        </p:nvSpPr>
        <p:spPr bwMode="auto">
          <a:xfrm>
            <a:off x="7213854" y="119843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40" name="TextBox 3"/>
          <p:cNvSpPr txBox="1"/>
          <p:nvPr/>
        </p:nvSpPr>
        <p:spPr>
          <a:xfrm>
            <a:off x="7423607" y="116963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13,630</a:t>
            </a:r>
            <a:endParaRPr lang="en-US" dirty="0"/>
          </a:p>
        </p:txBody>
      </p:sp>
      <p:sp>
        <p:nvSpPr>
          <p:cNvPr id="12641" name="Rectangle 4"/>
          <p:cNvSpPr>
            <a:spLocks noChangeArrowheads="1"/>
          </p:cNvSpPr>
          <p:nvPr/>
        </p:nvSpPr>
        <p:spPr bwMode="auto">
          <a:xfrm>
            <a:off x="7861300" y="1198435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42" name="Rectangle 4"/>
          <p:cNvSpPr>
            <a:spLocks noChangeArrowheads="1"/>
          </p:cNvSpPr>
          <p:nvPr/>
        </p:nvSpPr>
        <p:spPr bwMode="auto">
          <a:xfrm>
            <a:off x="8094497" y="1198435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43" name="Rectangle 4"/>
          <p:cNvSpPr>
            <a:spLocks noChangeArrowheads="1"/>
          </p:cNvSpPr>
          <p:nvPr/>
        </p:nvSpPr>
        <p:spPr bwMode="auto">
          <a:xfrm>
            <a:off x="8333384" y="1198435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44" name="TextBox 3"/>
          <p:cNvSpPr txBox="1"/>
          <p:nvPr/>
        </p:nvSpPr>
        <p:spPr>
          <a:xfrm>
            <a:off x="8453272" y="1169631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2,726</a:t>
            </a:r>
            <a:endParaRPr lang="en-US" dirty="0"/>
          </a:p>
        </p:txBody>
      </p:sp>
      <p:sp>
        <p:nvSpPr>
          <p:cNvPr id="12645" name="Rectangle 4"/>
          <p:cNvSpPr>
            <a:spLocks noChangeArrowheads="1"/>
          </p:cNvSpPr>
          <p:nvPr/>
        </p:nvSpPr>
        <p:spPr bwMode="auto">
          <a:xfrm>
            <a:off x="878255" y="1711096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46" name="TextBox 3"/>
          <p:cNvSpPr txBox="1"/>
          <p:nvPr/>
        </p:nvSpPr>
        <p:spPr>
          <a:xfrm>
            <a:off x="827455" y="168229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8471140</a:t>
            </a:r>
            <a:endParaRPr lang="en-US" dirty="0"/>
          </a:p>
        </p:txBody>
      </p:sp>
      <p:sp>
        <p:nvSpPr>
          <p:cNvPr id="12647" name="Rectangle 4"/>
          <p:cNvSpPr>
            <a:spLocks noChangeArrowheads="1"/>
          </p:cNvSpPr>
          <p:nvPr/>
        </p:nvSpPr>
        <p:spPr bwMode="auto">
          <a:xfrm>
            <a:off x="1365758" y="1711096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48" name="TextBox 3"/>
          <p:cNvSpPr txBox="1"/>
          <p:nvPr/>
        </p:nvSpPr>
        <p:spPr>
          <a:xfrm>
            <a:off x="1314958" y="1682292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2649" name="TextBox 3"/>
          <p:cNvSpPr txBox="1"/>
          <p:nvPr/>
        </p:nvSpPr>
        <p:spPr>
          <a:xfrm>
            <a:off x="1314958" y="1799742"/>
            <a:ext cx="6519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University </a:t>
            </a:r>
            <a:endParaRPr lang="en-US" dirty="0"/>
          </a:p>
        </p:txBody>
      </p:sp>
      <p:sp>
        <p:nvSpPr>
          <p:cNvPr id="12650" name="TextBox 3"/>
          <p:cNvSpPr txBox="1"/>
          <p:nvPr/>
        </p:nvSpPr>
        <p:spPr>
          <a:xfrm>
            <a:off x="1314958" y="1917192"/>
            <a:ext cx="6973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Sponsored </a:t>
            </a:r>
            <a:endParaRPr lang="en-US" dirty="0"/>
          </a:p>
        </p:txBody>
      </p:sp>
      <p:sp>
        <p:nvSpPr>
          <p:cNvPr id="12651" name="TextBox 3"/>
          <p:cNvSpPr txBox="1"/>
          <p:nvPr/>
        </p:nvSpPr>
        <p:spPr>
          <a:xfrm>
            <a:off x="1314958" y="2034641"/>
            <a:ext cx="6125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</a:t>
            </a:r>
            <a:endParaRPr lang="en-US" dirty="0"/>
          </a:p>
        </p:txBody>
      </p:sp>
      <p:sp>
        <p:nvSpPr>
          <p:cNvPr id="12652" name="Rectangle 4"/>
          <p:cNvSpPr>
            <a:spLocks noChangeArrowheads="1"/>
          </p:cNvSpPr>
          <p:nvPr/>
        </p:nvSpPr>
        <p:spPr bwMode="auto">
          <a:xfrm>
            <a:off x="2163546" y="1711096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53" name="TextBox 3"/>
          <p:cNvSpPr txBox="1"/>
          <p:nvPr/>
        </p:nvSpPr>
        <p:spPr>
          <a:xfrm>
            <a:off x="2112746" y="168229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12654" name="Rectangle 4"/>
          <p:cNvSpPr>
            <a:spLocks noChangeArrowheads="1"/>
          </p:cNvSpPr>
          <p:nvPr/>
        </p:nvSpPr>
        <p:spPr bwMode="auto">
          <a:xfrm>
            <a:off x="2622702" y="1711096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55" name="TextBox 3"/>
          <p:cNvSpPr txBox="1"/>
          <p:nvPr/>
        </p:nvSpPr>
        <p:spPr>
          <a:xfrm>
            <a:off x="2571902" y="1682292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12656" name="TextBox 3"/>
          <p:cNvSpPr txBox="1"/>
          <p:nvPr/>
        </p:nvSpPr>
        <p:spPr>
          <a:xfrm>
            <a:off x="2571902" y="1799742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12657" name="Rectangle 4"/>
          <p:cNvSpPr>
            <a:spLocks noChangeArrowheads="1"/>
          </p:cNvSpPr>
          <p:nvPr/>
        </p:nvSpPr>
        <p:spPr bwMode="auto">
          <a:xfrm>
            <a:off x="3680282" y="1711096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58" name="TextBox 3"/>
          <p:cNvSpPr txBox="1"/>
          <p:nvPr/>
        </p:nvSpPr>
        <p:spPr>
          <a:xfrm>
            <a:off x="3629482" y="168229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847.8471140.1.415110.000000.847001.100178</a:t>
            </a:r>
            <a:endParaRPr lang="en-US" dirty="0"/>
          </a:p>
        </p:txBody>
      </p:sp>
      <p:sp>
        <p:nvSpPr>
          <p:cNvPr id="12659" name="Rectangle 4"/>
          <p:cNvSpPr>
            <a:spLocks noChangeArrowheads="1"/>
          </p:cNvSpPr>
          <p:nvPr/>
        </p:nvSpPr>
        <p:spPr bwMode="auto">
          <a:xfrm>
            <a:off x="5918962" y="171109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60" name="TextBox 3"/>
          <p:cNvSpPr txBox="1"/>
          <p:nvPr/>
        </p:nvSpPr>
        <p:spPr>
          <a:xfrm>
            <a:off x="6072225" y="168229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240,000</a:t>
            </a:r>
            <a:endParaRPr lang="en-US" dirty="0"/>
          </a:p>
        </p:txBody>
      </p:sp>
      <p:sp>
        <p:nvSpPr>
          <p:cNvPr id="12661" name="Rectangle 4"/>
          <p:cNvSpPr>
            <a:spLocks noChangeArrowheads="1"/>
          </p:cNvSpPr>
          <p:nvPr/>
        </p:nvSpPr>
        <p:spPr bwMode="auto">
          <a:xfrm>
            <a:off x="6566408" y="171109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62" name="TextBox 3"/>
          <p:cNvSpPr txBox="1"/>
          <p:nvPr/>
        </p:nvSpPr>
        <p:spPr>
          <a:xfrm>
            <a:off x="6719671" y="168229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301,172</a:t>
            </a:r>
            <a:endParaRPr lang="en-US" dirty="0"/>
          </a:p>
        </p:txBody>
      </p:sp>
      <p:sp>
        <p:nvSpPr>
          <p:cNvPr id="12663" name="Rectangle 4"/>
          <p:cNvSpPr>
            <a:spLocks noChangeArrowheads="1"/>
          </p:cNvSpPr>
          <p:nvPr/>
        </p:nvSpPr>
        <p:spPr bwMode="auto">
          <a:xfrm>
            <a:off x="7213854" y="171109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64" name="TextBox 3"/>
          <p:cNvSpPr txBox="1"/>
          <p:nvPr/>
        </p:nvSpPr>
        <p:spPr>
          <a:xfrm>
            <a:off x="7367118" y="168229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301,167</a:t>
            </a:r>
            <a:endParaRPr lang="en-US" dirty="0"/>
          </a:p>
        </p:txBody>
      </p:sp>
      <p:sp>
        <p:nvSpPr>
          <p:cNvPr id="12665" name="Rectangle 4"/>
          <p:cNvSpPr>
            <a:spLocks noChangeArrowheads="1"/>
          </p:cNvSpPr>
          <p:nvPr/>
        </p:nvSpPr>
        <p:spPr bwMode="auto">
          <a:xfrm>
            <a:off x="7861300" y="1711096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66" name="Rectangle 4"/>
          <p:cNvSpPr>
            <a:spLocks noChangeArrowheads="1"/>
          </p:cNvSpPr>
          <p:nvPr/>
        </p:nvSpPr>
        <p:spPr bwMode="auto">
          <a:xfrm>
            <a:off x="8094497" y="1711096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67" name="Rectangle 4"/>
          <p:cNvSpPr>
            <a:spLocks noChangeArrowheads="1"/>
          </p:cNvSpPr>
          <p:nvPr/>
        </p:nvSpPr>
        <p:spPr bwMode="auto">
          <a:xfrm>
            <a:off x="8333384" y="1711096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68" name="TextBox 3"/>
          <p:cNvSpPr txBox="1"/>
          <p:nvPr/>
        </p:nvSpPr>
        <p:spPr>
          <a:xfrm>
            <a:off x="8650986" y="168229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</a:t>
            </a:r>
            <a:endParaRPr lang="en-US" dirty="0"/>
          </a:p>
        </p:txBody>
      </p:sp>
      <p:sp>
        <p:nvSpPr>
          <p:cNvPr id="12669" name="Rectangle 4"/>
          <p:cNvSpPr>
            <a:spLocks noChangeArrowheads="1"/>
          </p:cNvSpPr>
          <p:nvPr/>
        </p:nvSpPr>
        <p:spPr bwMode="auto">
          <a:xfrm>
            <a:off x="878255" y="2223757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70" name="TextBox 3"/>
          <p:cNvSpPr txBox="1"/>
          <p:nvPr/>
        </p:nvSpPr>
        <p:spPr>
          <a:xfrm>
            <a:off x="827455" y="219495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8471140</a:t>
            </a:r>
            <a:endParaRPr lang="en-US" dirty="0"/>
          </a:p>
        </p:txBody>
      </p:sp>
      <p:sp>
        <p:nvSpPr>
          <p:cNvPr id="12671" name="Rectangle 4"/>
          <p:cNvSpPr>
            <a:spLocks noChangeArrowheads="1"/>
          </p:cNvSpPr>
          <p:nvPr/>
        </p:nvSpPr>
        <p:spPr bwMode="auto">
          <a:xfrm>
            <a:off x="1365758" y="2223757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72" name="TextBox 3"/>
          <p:cNvSpPr txBox="1"/>
          <p:nvPr/>
        </p:nvSpPr>
        <p:spPr>
          <a:xfrm>
            <a:off x="1314958" y="219495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2673" name="TextBox 3"/>
          <p:cNvSpPr txBox="1"/>
          <p:nvPr/>
        </p:nvSpPr>
        <p:spPr>
          <a:xfrm>
            <a:off x="1314958" y="2312403"/>
            <a:ext cx="6519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University </a:t>
            </a:r>
            <a:endParaRPr lang="en-US" dirty="0"/>
          </a:p>
        </p:txBody>
      </p:sp>
      <p:sp>
        <p:nvSpPr>
          <p:cNvPr id="12674" name="TextBox 3"/>
          <p:cNvSpPr txBox="1"/>
          <p:nvPr/>
        </p:nvSpPr>
        <p:spPr>
          <a:xfrm>
            <a:off x="1314958" y="2429853"/>
            <a:ext cx="6973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Sponsored </a:t>
            </a:r>
            <a:endParaRPr lang="en-US" dirty="0"/>
          </a:p>
        </p:txBody>
      </p:sp>
      <p:sp>
        <p:nvSpPr>
          <p:cNvPr id="12675" name="TextBox 3"/>
          <p:cNvSpPr txBox="1"/>
          <p:nvPr/>
        </p:nvSpPr>
        <p:spPr>
          <a:xfrm>
            <a:off x="1314958" y="2547302"/>
            <a:ext cx="6125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</a:t>
            </a:r>
            <a:endParaRPr lang="en-US" dirty="0"/>
          </a:p>
        </p:txBody>
      </p:sp>
      <p:sp>
        <p:nvSpPr>
          <p:cNvPr id="12676" name="Rectangle 4"/>
          <p:cNvSpPr>
            <a:spLocks noChangeArrowheads="1"/>
          </p:cNvSpPr>
          <p:nvPr/>
        </p:nvSpPr>
        <p:spPr bwMode="auto">
          <a:xfrm>
            <a:off x="2163546" y="2223757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77" name="TextBox 3"/>
          <p:cNvSpPr txBox="1"/>
          <p:nvPr/>
        </p:nvSpPr>
        <p:spPr>
          <a:xfrm>
            <a:off x="2112746" y="219495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415182</a:t>
            </a:r>
            <a:endParaRPr lang="en-US" dirty="0"/>
          </a:p>
        </p:txBody>
      </p:sp>
      <p:sp>
        <p:nvSpPr>
          <p:cNvPr id="12678" name="Rectangle 4"/>
          <p:cNvSpPr>
            <a:spLocks noChangeArrowheads="1"/>
          </p:cNvSpPr>
          <p:nvPr/>
        </p:nvSpPr>
        <p:spPr bwMode="auto">
          <a:xfrm>
            <a:off x="2622702" y="2223757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79" name="TextBox 3"/>
          <p:cNvSpPr txBox="1"/>
          <p:nvPr/>
        </p:nvSpPr>
        <p:spPr>
          <a:xfrm>
            <a:off x="2571902" y="2194953"/>
            <a:ext cx="102483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Saudi </a:t>
            </a:r>
            <a:endParaRPr lang="en-US" dirty="0"/>
          </a:p>
        </p:txBody>
      </p:sp>
      <p:sp>
        <p:nvSpPr>
          <p:cNvPr id="12680" name="TextBox 3"/>
          <p:cNvSpPr txBox="1"/>
          <p:nvPr/>
        </p:nvSpPr>
        <p:spPr>
          <a:xfrm>
            <a:off x="2571902" y="2312403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</a:t>
            </a:r>
            <a:endParaRPr lang="en-US" dirty="0"/>
          </a:p>
        </p:txBody>
      </p:sp>
      <p:sp>
        <p:nvSpPr>
          <p:cNvPr id="12681" name="Rectangle 4"/>
          <p:cNvSpPr>
            <a:spLocks noChangeArrowheads="1"/>
          </p:cNvSpPr>
          <p:nvPr/>
        </p:nvSpPr>
        <p:spPr bwMode="auto">
          <a:xfrm>
            <a:off x="3680282" y="2223757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82" name="TextBox 3"/>
          <p:cNvSpPr txBox="1"/>
          <p:nvPr/>
        </p:nvSpPr>
        <p:spPr>
          <a:xfrm>
            <a:off x="3629482" y="219495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847.8471140.1.415182.000000.847001.100178</a:t>
            </a:r>
            <a:endParaRPr lang="en-US" dirty="0"/>
          </a:p>
        </p:txBody>
      </p:sp>
      <p:sp>
        <p:nvSpPr>
          <p:cNvPr id="12683" name="Rectangle 4"/>
          <p:cNvSpPr>
            <a:spLocks noChangeArrowheads="1"/>
          </p:cNvSpPr>
          <p:nvPr/>
        </p:nvSpPr>
        <p:spPr bwMode="auto">
          <a:xfrm>
            <a:off x="5918962" y="222375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84" name="TextBox 3"/>
          <p:cNvSpPr txBox="1"/>
          <p:nvPr/>
        </p:nvSpPr>
        <p:spPr>
          <a:xfrm>
            <a:off x="6382918" y="219495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2685" name="Rectangle 4"/>
          <p:cNvSpPr>
            <a:spLocks noChangeArrowheads="1"/>
          </p:cNvSpPr>
          <p:nvPr/>
        </p:nvSpPr>
        <p:spPr bwMode="auto">
          <a:xfrm>
            <a:off x="6566408" y="222375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86" name="TextBox 3"/>
          <p:cNvSpPr txBox="1"/>
          <p:nvPr/>
        </p:nvSpPr>
        <p:spPr>
          <a:xfrm>
            <a:off x="6832651" y="2194953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5,400</a:t>
            </a:r>
            <a:endParaRPr lang="en-US" dirty="0"/>
          </a:p>
        </p:txBody>
      </p:sp>
      <p:sp>
        <p:nvSpPr>
          <p:cNvPr id="12687" name="Rectangle 4"/>
          <p:cNvSpPr>
            <a:spLocks noChangeArrowheads="1"/>
          </p:cNvSpPr>
          <p:nvPr/>
        </p:nvSpPr>
        <p:spPr bwMode="auto">
          <a:xfrm>
            <a:off x="7213854" y="222375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88" name="TextBox 3"/>
          <p:cNvSpPr txBox="1"/>
          <p:nvPr/>
        </p:nvSpPr>
        <p:spPr>
          <a:xfrm>
            <a:off x="7480096" y="2194953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5,351</a:t>
            </a:r>
            <a:endParaRPr lang="en-US" dirty="0"/>
          </a:p>
        </p:txBody>
      </p:sp>
      <p:sp>
        <p:nvSpPr>
          <p:cNvPr id="12689" name="Rectangle 4"/>
          <p:cNvSpPr>
            <a:spLocks noChangeArrowheads="1"/>
          </p:cNvSpPr>
          <p:nvPr/>
        </p:nvSpPr>
        <p:spPr bwMode="auto">
          <a:xfrm>
            <a:off x="7861300" y="2223757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90" name="Rectangle 4"/>
          <p:cNvSpPr>
            <a:spLocks noChangeArrowheads="1"/>
          </p:cNvSpPr>
          <p:nvPr/>
        </p:nvSpPr>
        <p:spPr bwMode="auto">
          <a:xfrm>
            <a:off x="8094497" y="2223757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91" name="Rectangle 4"/>
          <p:cNvSpPr>
            <a:spLocks noChangeArrowheads="1"/>
          </p:cNvSpPr>
          <p:nvPr/>
        </p:nvSpPr>
        <p:spPr bwMode="auto">
          <a:xfrm>
            <a:off x="8333384" y="2223757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92" name="TextBox 3"/>
          <p:cNvSpPr txBox="1"/>
          <p:nvPr/>
        </p:nvSpPr>
        <p:spPr>
          <a:xfrm>
            <a:off x="8594496" y="2194953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49</a:t>
            </a:r>
            <a:endParaRPr lang="en-US" dirty="0"/>
          </a:p>
        </p:txBody>
      </p:sp>
      <p:sp>
        <p:nvSpPr>
          <p:cNvPr id="12693" name="Rectangle 4"/>
          <p:cNvSpPr>
            <a:spLocks noChangeArrowheads="1"/>
          </p:cNvSpPr>
          <p:nvPr/>
        </p:nvSpPr>
        <p:spPr bwMode="auto">
          <a:xfrm>
            <a:off x="878255" y="2736418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94" name="TextBox 3"/>
          <p:cNvSpPr txBox="1"/>
          <p:nvPr/>
        </p:nvSpPr>
        <p:spPr>
          <a:xfrm>
            <a:off x="827455" y="270761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8471140</a:t>
            </a:r>
            <a:endParaRPr lang="en-US" dirty="0"/>
          </a:p>
        </p:txBody>
      </p:sp>
      <p:sp>
        <p:nvSpPr>
          <p:cNvPr id="12695" name="Rectangle 4"/>
          <p:cNvSpPr>
            <a:spLocks noChangeArrowheads="1"/>
          </p:cNvSpPr>
          <p:nvPr/>
        </p:nvSpPr>
        <p:spPr bwMode="auto">
          <a:xfrm>
            <a:off x="1365758" y="2736418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696" name="TextBox 3"/>
          <p:cNvSpPr txBox="1"/>
          <p:nvPr/>
        </p:nvSpPr>
        <p:spPr>
          <a:xfrm>
            <a:off x="1314958" y="270761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2697" name="TextBox 3"/>
          <p:cNvSpPr txBox="1"/>
          <p:nvPr/>
        </p:nvSpPr>
        <p:spPr>
          <a:xfrm>
            <a:off x="1314958" y="2825064"/>
            <a:ext cx="6519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University </a:t>
            </a:r>
            <a:endParaRPr lang="en-US" dirty="0"/>
          </a:p>
        </p:txBody>
      </p:sp>
      <p:sp>
        <p:nvSpPr>
          <p:cNvPr id="12698" name="TextBox 3"/>
          <p:cNvSpPr txBox="1"/>
          <p:nvPr/>
        </p:nvSpPr>
        <p:spPr>
          <a:xfrm>
            <a:off x="1314958" y="2942514"/>
            <a:ext cx="6973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Sponsored </a:t>
            </a:r>
            <a:endParaRPr lang="en-US" dirty="0"/>
          </a:p>
        </p:txBody>
      </p:sp>
      <p:sp>
        <p:nvSpPr>
          <p:cNvPr id="12699" name="TextBox 3"/>
          <p:cNvSpPr txBox="1"/>
          <p:nvPr/>
        </p:nvSpPr>
        <p:spPr>
          <a:xfrm>
            <a:off x="1314958" y="3059963"/>
            <a:ext cx="6125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</a:t>
            </a:r>
            <a:endParaRPr lang="en-US" dirty="0"/>
          </a:p>
        </p:txBody>
      </p:sp>
      <p:sp>
        <p:nvSpPr>
          <p:cNvPr id="12700" name="Rectangle 4"/>
          <p:cNvSpPr>
            <a:spLocks noChangeArrowheads="1"/>
          </p:cNvSpPr>
          <p:nvPr/>
        </p:nvSpPr>
        <p:spPr bwMode="auto">
          <a:xfrm>
            <a:off x="2163546" y="2736418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01" name="TextBox 3"/>
          <p:cNvSpPr txBox="1"/>
          <p:nvPr/>
        </p:nvSpPr>
        <p:spPr>
          <a:xfrm>
            <a:off x="2112746" y="270761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12702" name="Rectangle 4"/>
          <p:cNvSpPr>
            <a:spLocks noChangeArrowheads="1"/>
          </p:cNvSpPr>
          <p:nvPr/>
        </p:nvSpPr>
        <p:spPr bwMode="auto">
          <a:xfrm>
            <a:off x="2622702" y="2736418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03" name="TextBox 3"/>
          <p:cNvSpPr txBox="1"/>
          <p:nvPr/>
        </p:nvSpPr>
        <p:spPr>
          <a:xfrm>
            <a:off x="2571902" y="2707614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12704" name="TextBox 3"/>
          <p:cNvSpPr txBox="1"/>
          <p:nvPr/>
        </p:nvSpPr>
        <p:spPr>
          <a:xfrm>
            <a:off x="2571902" y="2825064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12705" name="Rectangle 4"/>
          <p:cNvSpPr>
            <a:spLocks noChangeArrowheads="1"/>
          </p:cNvSpPr>
          <p:nvPr/>
        </p:nvSpPr>
        <p:spPr bwMode="auto">
          <a:xfrm>
            <a:off x="3680282" y="2736418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06" name="TextBox 3"/>
          <p:cNvSpPr txBox="1"/>
          <p:nvPr/>
        </p:nvSpPr>
        <p:spPr>
          <a:xfrm>
            <a:off x="3629482" y="270761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847.8471140.1.416110.000000.847001.100178</a:t>
            </a:r>
            <a:endParaRPr lang="en-US" dirty="0"/>
          </a:p>
        </p:txBody>
      </p:sp>
      <p:sp>
        <p:nvSpPr>
          <p:cNvPr id="12707" name="Rectangle 4"/>
          <p:cNvSpPr>
            <a:spLocks noChangeArrowheads="1"/>
          </p:cNvSpPr>
          <p:nvPr/>
        </p:nvSpPr>
        <p:spPr bwMode="auto">
          <a:xfrm>
            <a:off x="5918962" y="273641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08" name="TextBox 3"/>
          <p:cNvSpPr txBox="1"/>
          <p:nvPr/>
        </p:nvSpPr>
        <p:spPr>
          <a:xfrm>
            <a:off x="6128715" y="270761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65,000</a:t>
            </a:r>
            <a:endParaRPr lang="en-US" dirty="0"/>
          </a:p>
        </p:txBody>
      </p:sp>
      <p:sp>
        <p:nvSpPr>
          <p:cNvPr id="12709" name="Rectangle 4"/>
          <p:cNvSpPr>
            <a:spLocks noChangeArrowheads="1"/>
          </p:cNvSpPr>
          <p:nvPr/>
        </p:nvSpPr>
        <p:spPr bwMode="auto">
          <a:xfrm>
            <a:off x="6566408" y="273641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10" name="TextBox 3"/>
          <p:cNvSpPr txBox="1"/>
          <p:nvPr/>
        </p:nvSpPr>
        <p:spPr>
          <a:xfrm>
            <a:off x="6776161" y="270761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44,400</a:t>
            </a:r>
            <a:endParaRPr lang="en-US" dirty="0"/>
          </a:p>
        </p:txBody>
      </p:sp>
      <p:sp>
        <p:nvSpPr>
          <p:cNvPr id="12711" name="Rectangle 4"/>
          <p:cNvSpPr>
            <a:spLocks noChangeArrowheads="1"/>
          </p:cNvSpPr>
          <p:nvPr/>
        </p:nvSpPr>
        <p:spPr bwMode="auto">
          <a:xfrm>
            <a:off x="7213854" y="273641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12" name="TextBox 3"/>
          <p:cNvSpPr txBox="1"/>
          <p:nvPr/>
        </p:nvSpPr>
        <p:spPr>
          <a:xfrm>
            <a:off x="7423607" y="270761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44,400</a:t>
            </a:r>
            <a:endParaRPr lang="en-US" dirty="0"/>
          </a:p>
        </p:txBody>
      </p:sp>
      <p:sp>
        <p:nvSpPr>
          <p:cNvPr id="12713" name="Rectangle 4"/>
          <p:cNvSpPr>
            <a:spLocks noChangeArrowheads="1"/>
          </p:cNvSpPr>
          <p:nvPr/>
        </p:nvSpPr>
        <p:spPr bwMode="auto">
          <a:xfrm>
            <a:off x="7861300" y="2736418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14" name="Rectangle 4"/>
          <p:cNvSpPr>
            <a:spLocks noChangeArrowheads="1"/>
          </p:cNvSpPr>
          <p:nvPr/>
        </p:nvSpPr>
        <p:spPr bwMode="auto">
          <a:xfrm>
            <a:off x="8094497" y="2736418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15" name="Rectangle 4"/>
          <p:cNvSpPr>
            <a:spLocks noChangeArrowheads="1"/>
          </p:cNvSpPr>
          <p:nvPr/>
        </p:nvSpPr>
        <p:spPr bwMode="auto">
          <a:xfrm>
            <a:off x="8333384" y="2736418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16" name="TextBox 3"/>
          <p:cNvSpPr txBox="1"/>
          <p:nvPr/>
        </p:nvSpPr>
        <p:spPr>
          <a:xfrm>
            <a:off x="8650986" y="270761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2717" name="Rectangle 4"/>
          <p:cNvSpPr>
            <a:spLocks noChangeArrowheads="1"/>
          </p:cNvSpPr>
          <p:nvPr/>
        </p:nvSpPr>
        <p:spPr bwMode="auto">
          <a:xfrm>
            <a:off x="878255" y="3249079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18" name="TextBox 3"/>
          <p:cNvSpPr txBox="1"/>
          <p:nvPr/>
        </p:nvSpPr>
        <p:spPr>
          <a:xfrm>
            <a:off x="827455" y="322027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8471140</a:t>
            </a:r>
            <a:endParaRPr lang="en-US" dirty="0"/>
          </a:p>
        </p:txBody>
      </p:sp>
      <p:sp>
        <p:nvSpPr>
          <p:cNvPr id="12719" name="Rectangle 4"/>
          <p:cNvSpPr>
            <a:spLocks noChangeArrowheads="1"/>
          </p:cNvSpPr>
          <p:nvPr/>
        </p:nvSpPr>
        <p:spPr bwMode="auto">
          <a:xfrm>
            <a:off x="1365758" y="3249079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20" name="TextBox 3"/>
          <p:cNvSpPr txBox="1"/>
          <p:nvPr/>
        </p:nvSpPr>
        <p:spPr>
          <a:xfrm>
            <a:off x="1314958" y="322027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2721" name="TextBox 3"/>
          <p:cNvSpPr txBox="1"/>
          <p:nvPr/>
        </p:nvSpPr>
        <p:spPr>
          <a:xfrm>
            <a:off x="1314958" y="3337725"/>
            <a:ext cx="6519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University </a:t>
            </a:r>
            <a:endParaRPr lang="en-US" dirty="0"/>
          </a:p>
        </p:txBody>
      </p:sp>
      <p:sp>
        <p:nvSpPr>
          <p:cNvPr id="12722" name="TextBox 3"/>
          <p:cNvSpPr txBox="1"/>
          <p:nvPr/>
        </p:nvSpPr>
        <p:spPr>
          <a:xfrm>
            <a:off x="1314958" y="3455174"/>
            <a:ext cx="6973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Sponsored </a:t>
            </a:r>
            <a:endParaRPr lang="en-US" dirty="0"/>
          </a:p>
        </p:txBody>
      </p:sp>
      <p:sp>
        <p:nvSpPr>
          <p:cNvPr id="12723" name="TextBox 3"/>
          <p:cNvSpPr txBox="1"/>
          <p:nvPr/>
        </p:nvSpPr>
        <p:spPr>
          <a:xfrm>
            <a:off x="1314958" y="3572624"/>
            <a:ext cx="6125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</a:t>
            </a:r>
            <a:endParaRPr lang="en-US" dirty="0"/>
          </a:p>
        </p:txBody>
      </p:sp>
      <p:sp>
        <p:nvSpPr>
          <p:cNvPr id="12724" name="Rectangle 4"/>
          <p:cNvSpPr>
            <a:spLocks noChangeArrowheads="1"/>
          </p:cNvSpPr>
          <p:nvPr/>
        </p:nvSpPr>
        <p:spPr bwMode="auto">
          <a:xfrm>
            <a:off x="2163546" y="3249079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25" name="TextBox 3"/>
          <p:cNvSpPr txBox="1"/>
          <p:nvPr/>
        </p:nvSpPr>
        <p:spPr>
          <a:xfrm>
            <a:off x="2112746" y="322027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12726" name="Rectangle 4"/>
          <p:cNvSpPr>
            <a:spLocks noChangeArrowheads="1"/>
          </p:cNvSpPr>
          <p:nvPr/>
        </p:nvSpPr>
        <p:spPr bwMode="auto">
          <a:xfrm>
            <a:off x="2622702" y="3249079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27" name="TextBox 3"/>
          <p:cNvSpPr txBox="1"/>
          <p:nvPr/>
        </p:nvSpPr>
        <p:spPr>
          <a:xfrm>
            <a:off x="2571902" y="3220275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12728" name="TextBox 3"/>
          <p:cNvSpPr txBox="1"/>
          <p:nvPr/>
        </p:nvSpPr>
        <p:spPr>
          <a:xfrm>
            <a:off x="2571902" y="3337725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12729" name="Rectangle 4"/>
          <p:cNvSpPr>
            <a:spLocks noChangeArrowheads="1"/>
          </p:cNvSpPr>
          <p:nvPr/>
        </p:nvSpPr>
        <p:spPr bwMode="auto">
          <a:xfrm>
            <a:off x="3680282" y="3249079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30" name="TextBox 3"/>
          <p:cNvSpPr txBox="1"/>
          <p:nvPr/>
        </p:nvSpPr>
        <p:spPr>
          <a:xfrm>
            <a:off x="3629482" y="322027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847.8471140.1.416310.000000.847001.100178</a:t>
            </a:r>
            <a:endParaRPr lang="en-US" dirty="0"/>
          </a:p>
        </p:txBody>
      </p:sp>
      <p:sp>
        <p:nvSpPr>
          <p:cNvPr id="12731" name="Rectangle 4"/>
          <p:cNvSpPr>
            <a:spLocks noChangeArrowheads="1"/>
          </p:cNvSpPr>
          <p:nvPr/>
        </p:nvSpPr>
        <p:spPr bwMode="auto">
          <a:xfrm>
            <a:off x="5918962" y="324907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32" name="TextBox 3"/>
          <p:cNvSpPr txBox="1"/>
          <p:nvPr/>
        </p:nvSpPr>
        <p:spPr>
          <a:xfrm>
            <a:off x="6128715" y="322027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33,237</a:t>
            </a:r>
            <a:endParaRPr lang="en-US" dirty="0"/>
          </a:p>
        </p:txBody>
      </p:sp>
      <p:sp>
        <p:nvSpPr>
          <p:cNvPr id="12733" name="Rectangle 4"/>
          <p:cNvSpPr>
            <a:spLocks noChangeArrowheads="1"/>
          </p:cNvSpPr>
          <p:nvPr/>
        </p:nvSpPr>
        <p:spPr bwMode="auto">
          <a:xfrm>
            <a:off x="6566408" y="324907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34" name="TextBox 3"/>
          <p:cNvSpPr txBox="1"/>
          <p:nvPr/>
        </p:nvSpPr>
        <p:spPr>
          <a:xfrm>
            <a:off x="6832651" y="3220275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1,497</a:t>
            </a:r>
            <a:endParaRPr lang="en-US" dirty="0"/>
          </a:p>
        </p:txBody>
      </p:sp>
      <p:sp>
        <p:nvSpPr>
          <p:cNvPr id="12735" name="Rectangle 4"/>
          <p:cNvSpPr>
            <a:spLocks noChangeArrowheads="1"/>
          </p:cNvSpPr>
          <p:nvPr/>
        </p:nvSpPr>
        <p:spPr bwMode="auto">
          <a:xfrm>
            <a:off x="7213854" y="324907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36" name="TextBox 3"/>
          <p:cNvSpPr txBox="1"/>
          <p:nvPr/>
        </p:nvSpPr>
        <p:spPr>
          <a:xfrm>
            <a:off x="7480096" y="3220275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1,497</a:t>
            </a:r>
            <a:endParaRPr lang="en-US" dirty="0"/>
          </a:p>
        </p:txBody>
      </p:sp>
      <p:sp>
        <p:nvSpPr>
          <p:cNvPr id="12737" name="Rectangle 4"/>
          <p:cNvSpPr>
            <a:spLocks noChangeArrowheads="1"/>
          </p:cNvSpPr>
          <p:nvPr/>
        </p:nvSpPr>
        <p:spPr bwMode="auto">
          <a:xfrm>
            <a:off x="7861300" y="3249079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38" name="Rectangle 4"/>
          <p:cNvSpPr>
            <a:spLocks noChangeArrowheads="1"/>
          </p:cNvSpPr>
          <p:nvPr/>
        </p:nvSpPr>
        <p:spPr bwMode="auto">
          <a:xfrm>
            <a:off x="8094497" y="3249079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39" name="Rectangle 4"/>
          <p:cNvSpPr>
            <a:spLocks noChangeArrowheads="1"/>
          </p:cNvSpPr>
          <p:nvPr/>
        </p:nvSpPr>
        <p:spPr bwMode="auto">
          <a:xfrm>
            <a:off x="8333384" y="3249079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40" name="TextBox 3"/>
          <p:cNvSpPr txBox="1"/>
          <p:nvPr/>
        </p:nvSpPr>
        <p:spPr>
          <a:xfrm>
            <a:off x="8650986" y="322027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2741" name="Rectangle 4"/>
          <p:cNvSpPr>
            <a:spLocks noChangeArrowheads="1"/>
          </p:cNvSpPr>
          <p:nvPr/>
        </p:nvSpPr>
        <p:spPr bwMode="auto">
          <a:xfrm>
            <a:off x="878255" y="3761740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742" name="TextBox 3"/>
          <p:cNvSpPr txBox="1"/>
          <p:nvPr/>
        </p:nvSpPr>
        <p:spPr>
          <a:xfrm>
            <a:off x="827455" y="373293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8471140</a:t>
            </a:r>
            <a:endParaRPr lang="en-US" dirty="0"/>
          </a:p>
        </p:txBody>
      </p:sp>
      <p:sp>
        <p:nvSpPr>
          <p:cNvPr id="12743" name="TextBox 3"/>
          <p:cNvSpPr txBox="1"/>
          <p:nvPr/>
        </p:nvSpPr>
        <p:spPr>
          <a:xfrm>
            <a:off x="827455" y="3850385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2744" name="Rectangle 4"/>
          <p:cNvSpPr>
            <a:spLocks noChangeArrowheads="1"/>
          </p:cNvSpPr>
          <p:nvPr/>
        </p:nvSpPr>
        <p:spPr bwMode="auto">
          <a:xfrm>
            <a:off x="1365758" y="3761740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745" name="Rectangle 4"/>
          <p:cNvSpPr>
            <a:spLocks noChangeArrowheads="1"/>
          </p:cNvSpPr>
          <p:nvPr/>
        </p:nvSpPr>
        <p:spPr bwMode="auto">
          <a:xfrm>
            <a:off x="2163546" y="3761740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746" name="Rectangle 4"/>
          <p:cNvSpPr>
            <a:spLocks noChangeArrowheads="1"/>
          </p:cNvSpPr>
          <p:nvPr/>
        </p:nvSpPr>
        <p:spPr bwMode="auto">
          <a:xfrm>
            <a:off x="2622702" y="3761740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747" name="Rectangle 4"/>
          <p:cNvSpPr>
            <a:spLocks noChangeArrowheads="1"/>
          </p:cNvSpPr>
          <p:nvPr/>
        </p:nvSpPr>
        <p:spPr bwMode="auto">
          <a:xfrm>
            <a:off x="3680282" y="3761740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748" name="Rectangle 4"/>
          <p:cNvSpPr>
            <a:spLocks noChangeArrowheads="1"/>
          </p:cNvSpPr>
          <p:nvPr/>
        </p:nvSpPr>
        <p:spPr bwMode="auto">
          <a:xfrm>
            <a:off x="5918962" y="3761740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749" name="TextBox 3"/>
          <p:cNvSpPr txBox="1"/>
          <p:nvPr/>
        </p:nvSpPr>
        <p:spPr>
          <a:xfrm>
            <a:off x="5987491" y="373293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2,661,016</a:t>
            </a:r>
            <a:endParaRPr lang="en-US" dirty="0"/>
          </a:p>
        </p:txBody>
      </p:sp>
      <p:sp>
        <p:nvSpPr>
          <p:cNvPr id="12750" name="Rectangle 4"/>
          <p:cNvSpPr>
            <a:spLocks noChangeArrowheads="1"/>
          </p:cNvSpPr>
          <p:nvPr/>
        </p:nvSpPr>
        <p:spPr bwMode="auto">
          <a:xfrm>
            <a:off x="6566408" y="3761740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751" name="TextBox 3"/>
          <p:cNvSpPr txBox="1"/>
          <p:nvPr/>
        </p:nvSpPr>
        <p:spPr>
          <a:xfrm>
            <a:off x="6634937" y="373293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2,283,522</a:t>
            </a:r>
            <a:endParaRPr lang="en-US" dirty="0"/>
          </a:p>
        </p:txBody>
      </p:sp>
      <p:sp>
        <p:nvSpPr>
          <p:cNvPr id="12752" name="Rectangle 4"/>
          <p:cNvSpPr>
            <a:spLocks noChangeArrowheads="1"/>
          </p:cNvSpPr>
          <p:nvPr/>
        </p:nvSpPr>
        <p:spPr bwMode="auto">
          <a:xfrm>
            <a:off x="7213854" y="3761740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753" name="TextBox 3"/>
          <p:cNvSpPr txBox="1"/>
          <p:nvPr/>
        </p:nvSpPr>
        <p:spPr>
          <a:xfrm>
            <a:off x="7282383" y="373293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2,280,600</a:t>
            </a:r>
            <a:endParaRPr lang="en-US" dirty="0"/>
          </a:p>
        </p:txBody>
      </p:sp>
      <p:sp>
        <p:nvSpPr>
          <p:cNvPr id="12754" name="Rectangle 4"/>
          <p:cNvSpPr>
            <a:spLocks noChangeArrowheads="1"/>
          </p:cNvSpPr>
          <p:nvPr/>
        </p:nvSpPr>
        <p:spPr bwMode="auto">
          <a:xfrm>
            <a:off x="7861300" y="3761740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755" name="Rectangle 4"/>
          <p:cNvSpPr>
            <a:spLocks noChangeArrowheads="1"/>
          </p:cNvSpPr>
          <p:nvPr/>
        </p:nvSpPr>
        <p:spPr bwMode="auto">
          <a:xfrm>
            <a:off x="8094497" y="3761740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756" name="Rectangle 4"/>
          <p:cNvSpPr>
            <a:spLocks noChangeArrowheads="1"/>
          </p:cNvSpPr>
          <p:nvPr/>
        </p:nvSpPr>
        <p:spPr bwMode="auto">
          <a:xfrm>
            <a:off x="8333384" y="3761740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757" name="TextBox 3"/>
          <p:cNvSpPr txBox="1"/>
          <p:nvPr/>
        </p:nvSpPr>
        <p:spPr>
          <a:xfrm>
            <a:off x="8453272" y="3732936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2,922</a:t>
            </a:r>
            <a:endParaRPr lang="en-US" dirty="0"/>
          </a:p>
        </p:txBody>
      </p:sp>
      <p:sp>
        <p:nvSpPr>
          <p:cNvPr id="12758" name="Rectangle 4"/>
          <p:cNvSpPr>
            <a:spLocks noChangeArrowheads="1"/>
          </p:cNvSpPr>
          <p:nvPr/>
        </p:nvSpPr>
        <p:spPr bwMode="auto">
          <a:xfrm>
            <a:off x="878255" y="4039502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59" name="TextBox 3"/>
          <p:cNvSpPr txBox="1"/>
          <p:nvPr/>
        </p:nvSpPr>
        <p:spPr>
          <a:xfrm>
            <a:off x="827455" y="401069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8471150</a:t>
            </a:r>
            <a:endParaRPr lang="en-US" dirty="0"/>
          </a:p>
        </p:txBody>
      </p:sp>
      <p:sp>
        <p:nvSpPr>
          <p:cNvPr id="12760" name="Rectangle 4"/>
          <p:cNvSpPr>
            <a:spLocks noChangeArrowheads="1"/>
          </p:cNvSpPr>
          <p:nvPr/>
        </p:nvSpPr>
        <p:spPr bwMode="auto">
          <a:xfrm>
            <a:off x="1365758" y="4039502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61" name="TextBox 3"/>
          <p:cNvSpPr txBox="1"/>
          <p:nvPr/>
        </p:nvSpPr>
        <p:spPr>
          <a:xfrm>
            <a:off x="1314958" y="4010698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2762" name="TextBox 3"/>
          <p:cNvSpPr txBox="1"/>
          <p:nvPr/>
        </p:nvSpPr>
        <p:spPr>
          <a:xfrm>
            <a:off x="1314958" y="4128147"/>
            <a:ext cx="7312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Technology </a:t>
            </a:r>
            <a:endParaRPr lang="en-US" dirty="0"/>
          </a:p>
        </p:txBody>
      </p:sp>
      <p:sp>
        <p:nvSpPr>
          <p:cNvPr id="12763" name="TextBox 3"/>
          <p:cNvSpPr txBox="1"/>
          <p:nvPr/>
        </p:nvSpPr>
        <p:spPr>
          <a:xfrm>
            <a:off x="1314958" y="4245597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Management &amp; </a:t>
            </a:r>
            <a:endParaRPr lang="en-US" dirty="0"/>
          </a:p>
        </p:txBody>
      </p:sp>
      <p:sp>
        <p:nvSpPr>
          <p:cNvPr id="12764" name="TextBox 3"/>
          <p:cNvSpPr txBox="1"/>
          <p:nvPr/>
        </p:nvSpPr>
        <p:spPr>
          <a:xfrm>
            <a:off x="1314958" y="4363047"/>
            <a:ext cx="6465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Innovation</a:t>
            </a:r>
            <a:endParaRPr lang="en-US" dirty="0"/>
          </a:p>
        </p:txBody>
      </p:sp>
      <p:sp>
        <p:nvSpPr>
          <p:cNvPr id="12765" name="Rectangle 4"/>
          <p:cNvSpPr>
            <a:spLocks noChangeArrowheads="1"/>
          </p:cNvSpPr>
          <p:nvPr/>
        </p:nvSpPr>
        <p:spPr bwMode="auto">
          <a:xfrm>
            <a:off x="2163546" y="4039502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66" name="TextBox 3"/>
          <p:cNvSpPr txBox="1"/>
          <p:nvPr/>
        </p:nvSpPr>
        <p:spPr>
          <a:xfrm>
            <a:off x="2112746" y="401069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12767" name="Rectangle 4"/>
          <p:cNvSpPr>
            <a:spLocks noChangeArrowheads="1"/>
          </p:cNvSpPr>
          <p:nvPr/>
        </p:nvSpPr>
        <p:spPr bwMode="auto">
          <a:xfrm>
            <a:off x="2622702" y="4039502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68" name="TextBox 3"/>
          <p:cNvSpPr txBox="1"/>
          <p:nvPr/>
        </p:nvSpPr>
        <p:spPr>
          <a:xfrm>
            <a:off x="2571902" y="4010698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12769" name="TextBox 3"/>
          <p:cNvSpPr txBox="1"/>
          <p:nvPr/>
        </p:nvSpPr>
        <p:spPr>
          <a:xfrm>
            <a:off x="2571902" y="4128147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12770" name="Rectangle 4"/>
          <p:cNvSpPr>
            <a:spLocks noChangeArrowheads="1"/>
          </p:cNvSpPr>
          <p:nvPr/>
        </p:nvSpPr>
        <p:spPr bwMode="auto">
          <a:xfrm>
            <a:off x="3680282" y="4039502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71" name="TextBox 3"/>
          <p:cNvSpPr txBox="1"/>
          <p:nvPr/>
        </p:nvSpPr>
        <p:spPr>
          <a:xfrm>
            <a:off x="3629482" y="401069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847.8471150.1.412121.000000.847001.100178</a:t>
            </a:r>
            <a:endParaRPr lang="en-US" dirty="0"/>
          </a:p>
        </p:txBody>
      </p:sp>
      <p:sp>
        <p:nvSpPr>
          <p:cNvPr id="12772" name="Rectangle 4"/>
          <p:cNvSpPr>
            <a:spLocks noChangeArrowheads="1"/>
          </p:cNvSpPr>
          <p:nvPr/>
        </p:nvSpPr>
        <p:spPr bwMode="auto">
          <a:xfrm>
            <a:off x="5918962" y="403950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73" name="TextBox 3"/>
          <p:cNvSpPr txBox="1"/>
          <p:nvPr/>
        </p:nvSpPr>
        <p:spPr>
          <a:xfrm>
            <a:off x="5987491" y="401069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1,684,720</a:t>
            </a:r>
            <a:endParaRPr lang="en-US" dirty="0"/>
          </a:p>
        </p:txBody>
      </p:sp>
      <p:sp>
        <p:nvSpPr>
          <p:cNvPr id="12774" name="Rectangle 4"/>
          <p:cNvSpPr>
            <a:spLocks noChangeArrowheads="1"/>
          </p:cNvSpPr>
          <p:nvPr/>
        </p:nvSpPr>
        <p:spPr bwMode="auto">
          <a:xfrm>
            <a:off x="6566408" y="403950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75" name="TextBox 3"/>
          <p:cNvSpPr txBox="1"/>
          <p:nvPr/>
        </p:nvSpPr>
        <p:spPr>
          <a:xfrm>
            <a:off x="6634937" y="401069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1,464,144</a:t>
            </a:r>
            <a:endParaRPr lang="en-US" dirty="0"/>
          </a:p>
        </p:txBody>
      </p:sp>
      <p:sp>
        <p:nvSpPr>
          <p:cNvPr id="12776" name="Rectangle 4"/>
          <p:cNvSpPr>
            <a:spLocks noChangeArrowheads="1"/>
          </p:cNvSpPr>
          <p:nvPr/>
        </p:nvSpPr>
        <p:spPr bwMode="auto">
          <a:xfrm>
            <a:off x="7213854" y="403950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77" name="TextBox 3"/>
          <p:cNvSpPr txBox="1"/>
          <p:nvPr/>
        </p:nvSpPr>
        <p:spPr>
          <a:xfrm>
            <a:off x="7282383" y="401069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1,464,144</a:t>
            </a:r>
            <a:endParaRPr lang="en-US" dirty="0"/>
          </a:p>
        </p:txBody>
      </p:sp>
      <p:sp>
        <p:nvSpPr>
          <p:cNvPr id="12778" name="Rectangle 4"/>
          <p:cNvSpPr>
            <a:spLocks noChangeArrowheads="1"/>
          </p:cNvSpPr>
          <p:nvPr/>
        </p:nvSpPr>
        <p:spPr bwMode="auto">
          <a:xfrm>
            <a:off x="7861300" y="4039502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79" name="Rectangle 4"/>
          <p:cNvSpPr>
            <a:spLocks noChangeArrowheads="1"/>
          </p:cNvSpPr>
          <p:nvPr/>
        </p:nvSpPr>
        <p:spPr bwMode="auto">
          <a:xfrm>
            <a:off x="8094497" y="4039502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80" name="Rectangle 4"/>
          <p:cNvSpPr>
            <a:spLocks noChangeArrowheads="1"/>
          </p:cNvSpPr>
          <p:nvPr/>
        </p:nvSpPr>
        <p:spPr bwMode="auto">
          <a:xfrm>
            <a:off x="8333384" y="4039502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81" name="TextBox 3"/>
          <p:cNvSpPr txBox="1"/>
          <p:nvPr/>
        </p:nvSpPr>
        <p:spPr>
          <a:xfrm>
            <a:off x="8650986" y="401069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2782" name="Rectangle 4"/>
          <p:cNvSpPr>
            <a:spLocks noChangeArrowheads="1"/>
          </p:cNvSpPr>
          <p:nvPr/>
        </p:nvSpPr>
        <p:spPr bwMode="auto">
          <a:xfrm>
            <a:off x="878255" y="4552162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83" name="TextBox 3"/>
          <p:cNvSpPr txBox="1"/>
          <p:nvPr/>
        </p:nvSpPr>
        <p:spPr>
          <a:xfrm>
            <a:off x="827455" y="452335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8471150</a:t>
            </a:r>
            <a:endParaRPr lang="en-US" dirty="0"/>
          </a:p>
        </p:txBody>
      </p:sp>
      <p:sp>
        <p:nvSpPr>
          <p:cNvPr id="12784" name="Rectangle 4"/>
          <p:cNvSpPr>
            <a:spLocks noChangeArrowheads="1"/>
          </p:cNvSpPr>
          <p:nvPr/>
        </p:nvSpPr>
        <p:spPr bwMode="auto">
          <a:xfrm>
            <a:off x="1365758" y="4552162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85" name="TextBox 3"/>
          <p:cNvSpPr txBox="1"/>
          <p:nvPr/>
        </p:nvSpPr>
        <p:spPr>
          <a:xfrm>
            <a:off x="1314958" y="4523359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2786" name="TextBox 3"/>
          <p:cNvSpPr txBox="1"/>
          <p:nvPr/>
        </p:nvSpPr>
        <p:spPr>
          <a:xfrm>
            <a:off x="1314958" y="4640808"/>
            <a:ext cx="7312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Technology </a:t>
            </a:r>
            <a:endParaRPr lang="en-US" dirty="0"/>
          </a:p>
        </p:txBody>
      </p:sp>
      <p:sp>
        <p:nvSpPr>
          <p:cNvPr id="12787" name="TextBox 3"/>
          <p:cNvSpPr txBox="1"/>
          <p:nvPr/>
        </p:nvSpPr>
        <p:spPr>
          <a:xfrm>
            <a:off x="1314958" y="4758258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Management &amp; </a:t>
            </a:r>
            <a:endParaRPr lang="en-US" dirty="0"/>
          </a:p>
        </p:txBody>
      </p:sp>
      <p:sp>
        <p:nvSpPr>
          <p:cNvPr id="12788" name="TextBox 3"/>
          <p:cNvSpPr txBox="1"/>
          <p:nvPr/>
        </p:nvSpPr>
        <p:spPr>
          <a:xfrm>
            <a:off x="1314958" y="4875708"/>
            <a:ext cx="6465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Innovation</a:t>
            </a:r>
            <a:endParaRPr lang="en-US" dirty="0"/>
          </a:p>
        </p:txBody>
      </p:sp>
      <p:sp>
        <p:nvSpPr>
          <p:cNvPr id="12789" name="Rectangle 4"/>
          <p:cNvSpPr>
            <a:spLocks noChangeArrowheads="1"/>
          </p:cNvSpPr>
          <p:nvPr/>
        </p:nvSpPr>
        <p:spPr bwMode="auto">
          <a:xfrm>
            <a:off x="2163546" y="4552162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90" name="TextBox 3"/>
          <p:cNvSpPr txBox="1"/>
          <p:nvPr/>
        </p:nvSpPr>
        <p:spPr>
          <a:xfrm>
            <a:off x="2112746" y="452335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12791" name="Rectangle 4"/>
          <p:cNvSpPr>
            <a:spLocks noChangeArrowheads="1"/>
          </p:cNvSpPr>
          <p:nvPr/>
        </p:nvSpPr>
        <p:spPr bwMode="auto">
          <a:xfrm>
            <a:off x="2622702" y="4552162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92" name="TextBox 3"/>
          <p:cNvSpPr txBox="1"/>
          <p:nvPr/>
        </p:nvSpPr>
        <p:spPr>
          <a:xfrm>
            <a:off x="2571902" y="4523359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12793" name="TextBox 3"/>
          <p:cNvSpPr txBox="1"/>
          <p:nvPr/>
        </p:nvSpPr>
        <p:spPr>
          <a:xfrm>
            <a:off x="2571902" y="4640808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12794" name="TextBox 3"/>
          <p:cNvSpPr txBox="1"/>
          <p:nvPr/>
        </p:nvSpPr>
        <p:spPr>
          <a:xfrm>
            <a:off x="2571902" y="4758258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12795" name="Rectangle 4"/>
          <p:cNvSpPr>
            <a:spLocks noChangeArrowheads="1"/>
          </p:cNvSpPr>
          <p:nvPr/>
        </p:nvSpPr>
        <p:spPr bwMode="auto">
          <a:xfrm>
            <a:off x="3680282" y="4552162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96" name="TextBox 3"/>
          <p:cNvSpPr txBox="1"/>
          <p:nvPr/>
        </p:nvSpPr>
        <p:spPr>
          <a:xfrm>
            <a:off x="3629482" y="452335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847.8471150.1.412125.000000.847001.100178</a:t>
            </a:r>
            <a:endParaRPr lang="en-US" dirty="0"/>
          </a:p>
        </p:txBody>
      </p:sp>
      <p:sp>
        <p:nvSpPr>
          <p:cNvPr id="12797" name="Rectangle 4"/>
          <p:cNvSpPr>
            <a:spLocks noChangeArrowheads="1"/>
          </p:cNvSpPr>
          <p:nvPr/>
        </p:nvSpPr>
        <p:spPr bwMode="auto">
          <a:xfrm>
            <a:off x="5918962" y="455216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798" name="TextBox 3"/>
          <p:cNvSpPr txBox="1"/>
          <p:nvPr/>
        </p:nvSpPr>
        <p:spPr>
          <a:xfrm>
            <a:off x="5987491" y="452335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1,662,374</a:t>
            </a:r>
            <a:endParaRPr lang="en-US" dirty="0"/>
          </a:p>
        </p:txBody>
      </p:sp>
      <p:sp>
        <p:nvSpPr>
          <p:cNvPr id="12799" name="Rectangle 4"/>
          <p:cNvSpPr>
            <a:spLocks noChangeArrowheads="1"/>
          </p:cNvSpPr>
          <p:nvPr/>
        </p:nvSpPr>
        <p:spPr bwMode="auto">
          <a:xfrm>
            <a:off x="6566408" y="455216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00" name="TextBox 3"/>
          <p:cNvSpPr txBox="1"/>
          <p:nvPr/>
        </p:nvSpPr>
        <p:spPr>
          <a:xfrm>
            <a:off x="6634937" y="452335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1,593,374</a:t>
            </a:r>
            <a:endParaRPr lang="en-US" dirty="0"/>
          </a:p>
        </p:txBody>
      </p:sp>
      <p:sp>
        <p:nvSpPr>
          <p:cNvPr id="12801" name="Rectangle 4"/>
          <p:cNvSpPr>
            <a:spLocks noChangeArrowheads="1"/>
          </p:cNvSpPr>
          <p:nvPr/>
        </p:nvSpPr>
        <p:spPr bwMode="auto">
          <a:xfrm>
            <a:off x="7213854" y="455216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02" name="TextBox 3"/>
          <p:cNvSpPr txBox="1"/>
          <p:nvPr/>
        </p:nvSpPr>
        <p:spPr>
          <a:xfrm>
            <a:off x="7282383" y="452335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1,592,593</a:t>
            </a:r>
            <a:endParaRPr lang="en-US" dirty="0"/>
          </a:p>
        </p:txBody>
      </p:sp>
      <p:sp>
        <p:nvSpPr>
          <p:cNvPr id="12803" name="Rectangle 4"/>
          <p:cNvSpPr>
            <a:spLocks noChangeArrowheads="1"/>
          </p:cNvSpPr>
          <p:nvPr/>
        </p:nvSpPr>
        <p:spPr bwMode="auto">
          <a:xfrm>
            <a:off x="7861300" y="4552162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04" name="Rectangle 4"/>
          <p:cNvSpPr>
            <a:spLocks noChangeArrowheads="1"/>
          </p:cNvSpPr>
          <p:nvPr/>
        </p:nvSpPr>
        <p:spPr bwMode="auto">
          <a:xfrm>
            <a:off x="8094497" y="4552162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05" name="Rectangle 4"/>
          <p:cNvSpPr>
            <a:spLocks noChangeArrowheads="1"/>
          </p:cNvSpPr>
          <p:nvPr/>
        </p:nvSpPr>
        <p:spPr bwMode="auto">
          <a:xfrm>
            <a:off x="8333384" y="4552162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06" name="TextBox 3"/>
          <p:cNvSpPr txBox="1"/>
          <p:nvPr/>
        </p:nvSpPr>
        <p:spPr>
          <a:xfrm>
            <a:off x="8538006" y="4523359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781</a:t>
            </a:r>
            <a:endParaRPr lang="en-US" dirty="0"/>
          </a:p>
        </p:txBody>
      </p:sp>
      <p:sp>
        <p:nvSpPr>
          <p:cNvPr id="12807" name="Rectangle 4"/>
          <p:cNvSpPr>
            <a:spLocks noChangeArrowheads="1"/>
          </p:cNvSpPr>
          <p:nvPr/>
        </p:nvSpPr>
        <p:spPr bwMode="auto">
          <a:xfrm>
            <a:off x="878255" y="5064823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08" name="TextBox 3"/>
          <p:cNvSpPr txBox="1"/>
          <p:nvPr/>
        </p:nvSpPr>
        <p:spPr>
          <a:xfrm>
            <a:off x="827455" y="503602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8471150</a:t>
            </a:r>
            <a:endParaRPr lang="en-US" dirty="0"/>
          </a:p>
        </p:txBody>
      </p:sp>
      <p:sp>
        <p:nvSpPr>
          <p:cNvPr id="12809" name="Rectangle 4"/>
          <p:cNvSpPr>
            <a:spLocks noChangeArrowheads="1"/>
          </p:cNvSpPr>
          <p:nvPr/>
        </p:nvSpPr>
        <p:spPr bwMode="auto">
          <a:xfrm>
            <a:off x="1365758" y="5064823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10" name="TextBox 3"/>
          <p:cNvSpPr txBox="1"/>
          <p:nvPr/>
        </p:nvSpPr>
        <p:spPr>
          <a:xfrm>
            <a:off x="1314958" y="5036020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2811" name="TextBox 3"/>
          <p:cNvSpPr txBox="1"/>
          <p:nvPr/>
        </p:nvSpPr>
        <p:spPr>
          <a:xfrm>
            <a:off x="1314958" y="5153469"/>
            <a:ext cx="7312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Technology </a:t>
            </a:r>
            <a:endParaRPr lang="en-US" dirty="0"/>
          </a:p>
        </p:txBody>
      </p:sp>
      <p:sp>
        <p:nvSpPr>
          <p:cNvPr id="12812" name="TextBox 3"/>
          <p:cNvSpPr txBox="1"/>
          <p:nvPr/>
        </p:nvSpPr>
        <p:spPr>
          <a:xfrm>
            <a:off x="1314958" y="5270919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Management &amp; </a:t>
            </a:r>
            <a:endParaRPr lang="en-US" dirty="0"/>
          </a:p>
        </p:txBody>
      </p:sp>
      <p:sp>
        <p:nvSpPr>
          <p:cNvPr id="12813" name="TextBox 3"/>
          <p:cNvSpPr txBox="1"/>
          <p:nvPr/>
        </p:nvSpPr>
        <p:spPr>
          <a:xfrm>
            <a:off x="1314958" y="5388369"/>
            <a:ext cx="6465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Innovation</a:t>
            </a:r>
            <a:endParaRPr lang="en-US" dirty="0"/>
          </a:p>
        </p:txBody>
      </p:sp>
      <p:sp>
        <p:nvSpPr>
          <p:cNvPr id="12814" name="Rectangle 4"/>
          <p:cNvSpPr>
            <a:spLocks noChangeArrowheads="1"/>
          </p:cNvSpPr>
          <p:nvPr/>
        </p:nvSpPr>
        <p:spPr bwMode="auto">
          <a:xfrm>
            <a:off x="2163546" y="5064823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15" name="TextBox 3"/>
          <p:cNvSpPr txBox="1"/>
          <p:nvPr/>
        </p:nvSpPr>
        <p:spPr>
          <a:xfrm>
            <a:off x="2112746" y="503602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12816" name="Rectangle 4"/>
          <p:cNvSpPr>
            <a:spLocks noChangeArrowheads="1"/>
          </p:cNvSpPr>
          <p:nvPr/>
        </p:nvSpPr>
        <p:spPr bwMode="auto">
          <a:xfrm>
            <a:off x="2622702" y="5064823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17" name="TextBox 3"/>
          <p:cNvSpPr txBox="1"/>
          <p:nvPr/>
        </p:nvSpPr>
        <p:spPr>
          <a:xfrm>
            <a:off x="2571902" y="5036020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12818" name="TextBox 3"/>
          <p:cNvSpPr txBox="1"/>
          <p:nvPr/>
        </p:nvSpPr>
        <p:spPr>
          <a:xfrm>
            <a:off x="2571902" y="5153469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12819" name="Rectangle 4"/>
          <p:cNvSpPr>
            <a:spLocks noChangeArrowheads="1"/>
          </p:cNvSpPr>
          <p:nvPr/>
        </p:nvSpPr>
        <p:spPr bwMode="auto">
          <a:xfrm>
            <a:off x="3680282" y="5064823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20" name="TextBox 3"/>
          <p:cNvSpPr txBox="1"/>
          <p:nvPr/>
        </p:nvSpPr>
        <p:spPr>
          <a:xfrm>
            <a:off x="3629482" y="503602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847.8471150.1.412534.000000.847001.100178</a:t>
            </a:r>
            <a:endParaRPr lang="en-US" dirty="0"/>
          </a:p>
        </p:txBody>
      </p:sp>
      <p:sp>
        <p:nvSpPr>
          <p:cNvPr id="12821" name="Rectangle 4"/>
          <p:cNvSpPr>
            <a:spLocks noChangeArrowheads="1"/>
          </p:cNvSpPr>
          <p:nvPr/>
        </p:nvSpPr>
        <p:spPr bwMode="auto">
          <a:xfrm>
            <a:off x="5918962" y="5064823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22" name="TextBox 3"/>
          <p:cNvSpPr txBox="1"/>
          <p:nvPr/>
        </p:nvSpPr>
        <p:spPr>
          <a:xfrm>
            <a:off x="6072225" y="503602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170,000</a:t>
            </a:r>
            <a:endParaRPr lang="en-US" dirty="0"/>
          </a:p>
        </p:txBody>
      </p:sp>
      <p:sp>
        <p:nvSpPr>
          <p:cNvPr id="12823" name="Rectangle 4"/>
          <p:cNvSpPr>
            <a:spLocks noChangeArrowheads="1"/>
          </p:cNvSpPr>
          <p:nvPr/>
        </p:nvSpPr>
        <p:spPr bwMode="auto">
          <a:xfrm>
            <a:off x="6566408" y="5064823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24" name="TextBox 3"/>
          <p:cNvSpPr txBox="1"/>
          <p:nvPr/>
        </p:nvSpPr>
        <p:spPr>
          <a:xfrm>
            <a:off x="6719671" y="503602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168,014</a:t>
            </a:r>
            <a:endParaRPr lang="en-US" dirty="0"/>
          </a:p>
        </p:txBody>
      </p:sp>
      <p:sp>
        <p:nvSpPr>
          <p:cNvPr id="12825" name="Rectangle 4"/>
          <p:cNvSpPr>
            <a:spLocks noChangeArrowheads="1"/>
          </p:cNvSpPr>
          <p:nvPr/>
        </p:nvSpPr>
        <p:spPr bwMode="auto">
          <a:xfrm>
            <a:off x="7213854" y="5064823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26" name="TextBox 3"/>
          <p:cNvSpPr txBox="1"/>
          <p:nvPr/>
        </p:nvSpPr>
        <p:spPr>
          <a:xfrm>
            <a:off x="7367118" y="503602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167,918</a:t>
            </a:r>
            <a:endParaRPr lang="en-US" dirty="0"/>
          </a:p>
        </p:txBody>
      </p:sp>
      <p:sp>
        <p:nvSpPr>
          <p:cNvPr id="12827" name="Rectangle 4"/>
          <p:cNvSpPr>
            <a:spLocks noChangeArrowheads="1"/>
          </p:cNvSpPr>
          <p:nvPr/>
        </p:nvSpPr>
        <p:spPr bwMode="auto">
          <a:xfrm>
            <a:off x="7861300" y="5064823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28" name="Rectangle 4"/>
          <p:cNvSpPr>
            <a:spLocks noChangeArrowheads="1"/>
          </p:cNvSpPr>
          <p:nvPr/>
        </p:nvSpPr>
        <p:spPr bwMode="auto">
          <a:xfrm>
            <a:off x="8094497" y="5064823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29" name="Rectangle 4"/>
          <p:cNvSpPr>
            <a:spLocks noChangeArrowheads="1"/>
          </p:cNvSpPr>
          <p:nvPr/>
        </p:nvSpPr>
        <p:spPr bwMode="auto">
          <a:xfrm>
            <a:off x="8333384" y="5064823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30" name="TextBox 3"/>
          <p:cNvSpPr txBox="1"/>
          <p:nvPr/>
        </p:nvSpPr>
        <p:spPr>
          <a:xfrm>
            <a:off x="8594496" y="5036020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96</a:t>
            </a:r>
            <a:endParaRPr lang="en-US" dirty="0"/>
          </a:p>
        </p:txBody>
      </p:sp>
      <p:sp>
        <p:nvSpPr>
          <p:cNvPr id="12831" name="Rectangle 4"/>
          <p:cNvSpPr>
            <a:spLocks noChangeArrowheads="1"/>
          </p:cNvSpPr>
          <p:nvPr/>
        </p:nvSpPr>
        <p:spPr bwMode="auto">
          <a:xfrm>
            <a:off x="878255" y="5577484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32" name="TextBox 3"/>
          <p:cNvSpPr txBox="1"/>
          <p:nvPr/>
        </p:nvSpPr>
        <p:spPr>
          <a:xfrm>
            <a:off x="827455" y="554868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8471150</a:t>
            </a:r>
            <a:endParaRPr lang="en-US" dirty="0"/>
          </a:p>
        </p:txBody>
      </p:sp>
      <p:sp>
        <p:nvSpPr>
          <p:cNvPr id="12833" name="Rectangle 4"/>
          <p:cNvSpPr>
            <a:spLocks noChangeArrowheads="1"/>
          </p:cNvSpPr>
          <p:nvPr/>
        </p:nvSpPr>
        <p:spPr bwMode="auto">
          <a:xfrm>
            <a:off x="1365758" y="5577484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34" name="TextBox 3"/>
          <p:cNvSpPr txBox="1"/>
          <p:nvPr/>
        </p:nvSpPr>
        <p:spPr>
          <a:xfrm>
            <a:off x="1314958" y="5548680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2835" name="TextBox 3"/>
          <p:cNvSpPr txBox="1"/>
          <p:nvPr/>
        </p:nvSpPr>
        <p:spPr>
          <a:xfrm>
            <a:off x="1314958" y="5666130"/>
            <a:ext cx="7312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Technology </a:t>
            </a:r>
            <a:endParaRPr lang="en-US" dirty="0"/>
          </a:p>
        </p:txBody>
      </p:sp>
      <p:sp>
        <p:nvSpPr>
          <p:cNvPr id="12836" name="TextBox 3"/>
          <p:cNvSpPr txBox="1"/>
          <p:nvPr/>
        </p:nvSpPr>
        <p:spPr>
          <a:xfrm>
            <a:off x="1314958" y="5783580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Management &amp; </a:t>
            </a:r>
            <a:endParaRPr lang="en-US" dirty="0"/>
          </a:p>
        </p:txBody>
      </p:sp>
      <p:sp>
        <p:nvSpPr>
          <p:cNvPr id="12837" name="TextBox 3"/>
          <p:cNvSpPr txBox="1"/>
          <p:nvPr/>
        </p:nvSpPr>
        <p:spPr>
          <a:xfrm>
            <a:off x="1314958" y="5901029"/>
            <a:ext cx="6465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Innovation</a:t>
            </a:r>
            <a:endParaRPr lang="en-US" dirty="0"/>
          </a:p>
        </p:txBody>
      </p:sp>
      <p:sp>
        <p:nvSpPr>
          <p:cNvPr id="12838" name="Rectangle 4"/>
          <p:cNvSpPr>
            <a:spLocks noChangeArrowheads="1"/>
          </p:cNvSpPr>
          <p:nvPr/>
        </p:nvSpPr>
        <p:spPr bwMode="auto">
          <a:xfrm>
            <a:off x="2163546" y="5577484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39" name="TextBox 3"/>
          <p:cNvSpPr txBox="1"/>
          <p:nvPr/>
        </p:nvSpPr>
        <p:spPr>
          <a:xfrm>
            <a:off x="2112746" y="554868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12840" name="Rectangle 4"/>
          <p:cNvSpPr>
            <a:spLocks noChangeArrowheads="1"/>
          </p:cNvSpPr>
          <p:nvPr/>
        </p:nvSpPr>
        <p:spPr bwMode="auto">
          <a:xfrm>
            <a:off x="2622702" y="5577484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41" name="TextBox 3"/>
          <p:cNvSpPr txBox="1"/>
          <p:nvPr/>
        </p:nvSpPr>
        <p:spPr>
          <a:xfrm>
            <a:off x="2571902" y="5548680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12842" name="Rectangle 4"/>
          <p:cNvSpPr>
            <a:spLocks noChangeArrowheads="1"/>
          </p:cNvSpPr>
          <p:nvPr/>
        </p:nvSpPr>
        <p:spPr bwMode="auto">
          <a:xfrm>
            <a:off x="3680282" y="5577484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43" name="TextBox 3"/>
          <p:cNvSpPr txBox="1"/>
          <p:nvPr/>
        </p:nvSpPr>
        <p:spPr>
          <a:xfrm>
            <a:off x="3629482" y="554868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847.8471150.1.412546.000000.847001.100178</a:t>
            </a:r>
            <a:endParaRPr lang="en-US" dirty="0"/>
          </a:p>
        </p:txBody>
      </p:sp>
      <p:sp>
        <p:nvSpPr>
          <p:cNvPr id="12844" name="Rectangle 4"/>
          <p:cNvSpPr>
            <a:spLocks noChangeArrowheads="1"/>
          </p:cNvSpPr>
          <p:nvPr/>
        </p:nvSpPr>
        <p:spPr bwMode="auto">
          <a:xfrm>
            <a:off x="5918962" y="5577484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45" name="TextBox 3"/>
          <p:cNvSpPr txBox="1"/>
          <p:nvPr/>
        </p:nvSpPr>
        <p:spPr>
          <a:xfrm>
            <a:off x="6128715" y="554868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41,537</a:t>
            </a:r>
            <a:endParaRPr lang="en-US" dirty="0"/>
          </a:p>
        </p:txBody>
      </p:sp>
      <p:sp>
        <p:nvSpPr>
          <p:cNvPr id="12846" name="Rectangle 4"/>
          <p:cNvSpPr>
            <a:spLocks noChangeArrowheads="1"/>
          </p:cNvSpPr>
          <p:nvPr/>
        </p:nvSpPr>
        <p:spPr bwMode="auto">
          <a:xfrm>
            <a:off x="6566408" y="5577484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47" name="TextBox 3"/>
          <p:cNvSpPr txBox="1"/>
          <p:nvPr/>
        </p:nvSpPr>
        <p:spPr>
          <a:xfrm>
            <a:off x="6776161" y="554868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42,097</a:t>
            </a:r>
            <a:endParaRPr lang="en-US" dirty="0"/>
          </a:p>
        </p:txBody>
      </p:sp>
      <p:sp>
        <p:nvSpPr>
          <p:cNvPr id="12848" name="Rectangle 4"/>
          <p:cNvSpPr>
            <a:spLocks noChangeArrowheads="1"/>
          </p:cNvSpPr>
          <p:nvPr/>
        </p:nvSpPr>
        <p:spPr bwMode="auto">
          <a:xfrm>
            <a:off x="7213854" y="5577484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49" name="TextBox 3"/>
          <p:cNvSpPr txBox="1"/>
          <p:nvPr/>
        </p:nvSpPr>
        <p:spPr>
          <a:xfrm>
            <a:off x="7423607" y="554868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42,090</a:t>
            </a:r>
            <a:endParaRPr lang="en-US" dirty="0"/>
          </a:p>
        </p:txBody>
      </p:sp>
      <p:sp>
        <p:nvSpPr>
          <p:cNvPr id="12850" name="Rectangle 4"/>
          <p:cNvSpPr>
            <a:spLocks noChangeArrowheads="1"/>
          </p:cNvSpPr>
          <p:nvPr/>
        </p:nvSpPr>
        <p:spPr bwMode="auto">
          <a:xfrm>
            <a:off x="7861300" y="5577484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51" name="Rectangle 4"/>
          <p:cNvSpPr>
            <a:spLocks noChangeArrowheads="1"/>
          </p:cNvSpPr>
          <p:nvPr/>
        </p:nvSpPr>
        <p:spPr bwMode="auto">
          <a:xfrm>
            <a:off x="8094497" y="5577484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52" name="Rectangle 4"/>
          <p:cNvSpPr>
            <a:spLocks noChangeArrowheads="1"/>
          </p:cNvSpPr>
          <p:nvPr/>
        </p:nvSpPr>
        <p:spPr bwMode="auto">
          <a:xfrm>
            <a:off x="8333384" y="5577484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53" name="TextBox 3"/>
          <p:cNvSpPr txBox="1"/>
          <p:nvPr/>
        </p:nvSpPr>
        <p:spPr>
          <a:xfrm>
            <a:off x="8650986" y="554868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</a:t>
            </a:r>
            <a:endParaRPr lang="en-US" dirty="0"/>
          </a:p>
        </p:txBody>
      </p:sp>
      <p:sp>
        <p:nvSpPr>
          <p:cNvPr id="12854" name="Rectangle 4"/>
          <p:cNvSpPr>
            <a:spLocks noChangeArrowheads="1"/>
          </p:cNvSpPr>
          <p:nvPr/>
        </p:nvSpPr>
        <p:spPr bwMode="auto">
          <a:xfrm>
            <a:off x="878255" y="6090145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55" name="TextBox 3"/>
          <p:cNvSpPr txBox="1"/>
          <p:nvPr/>
        </p:nvSpPr>
        <p:spPr>
          <a:xfrm>
            <a:off x="827455" y="606134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8471150</a:t>
            </a:r>
            <a:endParaRPr lang="en-US" dirty="0"/>
          </a:p>
        </p:txBody>
      </p:sp>
      <p:sp>
        <p:nvSpPr>
          <p:cNvPr id="12856" name="Rectangle 4"/>
          <p:cNvSpPr>
            <a:spLocks noChangeArrowheads="1"/>
          </p:cNvSpPr>
          <p:nvPr/>
        </p:nvSpPr>
        <p:spPr bwMode="auto">
          <a:xfrm>
            <a:off x="1365758" y="6090145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57" name="TextBox 3"/>
          <p:cNvSpPr txBox="1"/>
          <p:nvPr/>
        </p:nvSpPr>
        <p:spPr>
          <a:xfrm>
            <a:off x="1314958" y="606134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2858" name="TextBox 3"/>
          <p:cNvSpPr txBox="1"/>
          <p:nvPr/>
        </p:nvSpPr>
        <p:spPr>
          <a:xfrm>
            <a:off x="1314958" y="6178791"/>
            <a:ext cx="7312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Technology </a:t>
            </a:r>
            <a:endParaRPr lang="en-US" dirty="0"/>
          </a:p>
        </p:txBody>
      </p:sp>
      <p:sp>
        <p:nvSpPr>
          <p:cNvPr id="12859" name="TextBox 3"/>
          <p:cNvSpPr txBox="1"/>
          <p:nvPr/>
        </p:nvSpPr>
        <p:spPr>
          <a:xfrm>
            <a:off x="1314958" y="6296240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Management &amp; </a:t>
            </a:r>
            <a:endParaRPr lang="en-US" dirty="0"/>
          </a:p>
        </p:txBody>
      </p:sp>
      <p:sp>
        <p:nvSpPr>
          <p:cNvPr id="12860" name="TextBox 3"/>
          <p:cNvSpPr txBox="1"/>
          <p:nvPr/>
        </p:nvSpPr>
        <p:spPr>
          <a:xfrm>
            <a:off x="1314958" y="6413690"/>
            <a:ext cx="6465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Innovation</a:t>
            </a:r>
            <a:endParaRPr lang="en-US" dirty="0"/>
          </a:p>
        </p:txBody>
      </p:sp>
      <p:sp>
        <p:nvSpPr>
          <p:cNvPr id="12861" name="Rectangle 4"/>
          <p:cNvSpPr>
            <a:spLocks noChangeArrowheads="1"/>
          </p:cNvSpPr>
          <p:nvPr/>
        </p:nvSpPr>
        <p:spPr bwMode="auto">
          <a:xfrm>
            <a:off x="2163546" y="6090145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62" name="TextBox 3"/>
          <p:cNvSpPr txBox="1"/>
          <p:nvPr/>
        </p:nvSpPr>
        <p:spPr>
          <a:xfrm>
            <a:off x="2112746" y="606134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12863" name="Rectangle 4"/>
          <p:cNvSpPr>
            <a:spLocks noChangeArrowheads="1"/>
          </p:cNvSpPr>
          <p:nvPr/>
        </p:nvSpPr>
        <p:spPr bwMode="auto">
          <a:xfrm>
            <a:off x="2622702" y="6090145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64" name="TextBox 3"/>
          <p:cNvSpPr txBox="1"/>
          <p:nvPr/>
        </p:nvSpPr>
        <p:spPr>
          <a:xfrm>
            <a:off x="2571902" y="6061341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12865" name="TextBox 3"/>
          <p:cNvSpPr txBox="1"/>
          <p:nvPr/>
        </p:nvSpPr>
        <p:spPr>
          <a:xfrm>
            <a:off x="2571902" y="6178791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12866" name="Rectangle 4"/>
          <p:cNvSpPr>
            <a:spLocks noChangeArrowheads="1"/>
          </p:cNvSpPr>
          <p:nvPr/>
        </p:nvSpPr>
        <p:spPr bwMode="auto">
          <a:xfrm>
            <a:off x="3680282" y="6090145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67" name="TextBox 3"/>
          <p:cNvSpPr txBox="1"/>
          <p:nvPr/>
        </p:nvSpPr>
        <p:spPr>
          <a:xfrm>
            <a:off x="3629482" y="606134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847.8471150.1.415110.000000.847001.100178</a:t>
            </a:r>
            <a:endParaRPr lang="en-US" dirty="0"/>
          </a:p>
        </p:txBody>
      </p:sp>
      <p:sp>
        <p:nvSpPr>
          <p:cNvPr id="12868" name="Rectangle 4"/>
          <p:cNvSpPr>
            <a:spLocks noChangeArrowheads="1"/>
          </p:cNvSpPr>
          <p:nvPr/>
        </p:nvSpPr>
        <p:spPr bwMode="auto">
          <a:xfrm>
            <a:off x="5918962" y="609014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69" name="TextBox 3"/>
          <p:cNvSpPr txBox="1"/>
          <p:nvPr/>
        </p:nvSpPr>
        <p:spPr>
          <a:xfrm>
            <a:off x="6072225" y="606134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177,590</a:t>
            </a:r>
            <a:endParaRPr lang="en-US" dirty="0"/>
          </a:p>
        </p:txBody>
      </p:sp>
      <p:sp>
        <p:nvSpPr>
          <p:cNvPr id="12870" name="Rectangle 4"/>
          <p:cNvSpPr>
            <a:spLocks noChangeArrowheads="1"/>
          </p:cNvSpPr>
          <p:nvPr/>
        </p:nvSpPr>
        <p:spPr bwMode="auto">
          <a:xfrm>
            <a:off x="6566408" y="609014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71" name="TextBox 3"/>
          <p:cNvSpPr txBox="1"/>
          <p:nvPr/>
        </p:nvSpPr>
        <p:spPr>
          <a:xfrm>
            <a:off x="6719671" y="606134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189,850</a:t>
            </a:r>
            <a:endParaRPr lang="en-US" dirty="0"/>
          </a:p>
        </p:txBody>
      </p:sp>
      <p:sp>
        <p:nvSpPr>
          <p:cNvPr id="12872" name="Rectangle 4"/>
          <p:cNvSpPr>
            <a:spLocks noChangeArrowheads="1"/>
          </p:cNvSpPr>
          <p:nvPr/>
        </p:nvSpPr>
        <p:spPr bwMode="auto">
          <a:xfrm>
            <a:off x="7213854" y="609014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73" name="TextBox 3"/>
          <p:cNvSpPr txBox="1"/>
          <p:nvPr/>
        </p:nvSpPr>
        <p:spPr>
          <a:xfrm>
            <a:off x="7367118" y="606134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189,841</a:t>
            </a:r>
            <a:endParaRPr lang="en-US" dirty="0"/>
          </a:p>
        </p:txBody>
      </p:sp>
      <p:sp>
        <p:nvSpPr>
          <p:cNvPr id="12874" name="Rectangle 4"/>
          <p:cNvSpPr>
            <a:spLocks noChangeArrowheads="1"/>
          </p:cNvSpPr>
          <p:nvPr/>
        </p:nvSpPr>
        <p:spPr bwMode="auto">
          <a:xfrm>
            <a:off x="7861300" y="6090145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75" name="Rectangle 4"/>
          <p:cNvSpPr>
            <a:spLocks noChangeArrowheads="1"/>
          </p:cNvSpPr>
          <p:nvPr/>
        </p:nvSpPr>
        <p:spPr bwMode="auto">
          <a:xfrm>
            <a:off x="8094497" y="6090145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76" name="Rectangle 4"/>
          <p:cNvSpPr>
            <a:spLocks noChangeArrowheads="1"/>
          </p:cNvSpPr>
          <p:nvPr/>
        </p:nvSpPr>
        <p:spPr bwMode="auto">
          <a:xfrm>
            <a:off x="8333384" y="6090145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77" name="TextBox 3"/>
          <p:cNvSpPr txBox="1"/>
          <p:nvPr/>
        </p:nvSpPr>
        <p:spPr>
          <a:xfrm>
            <a:off x="8650986" y="606134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</a:t>
            </a:r>
            <a:endParaRPr lang="en-US" dirty="0"/>
          </a:p>
        </p:txBody>
      </p:sp>
      <p:sp>
        <p:nvSpPr>
          <p:cNvPr id="12878" name="Rectangle 4"/>
          <p:cNvSpPr>
            <a:spLocks noChangeArrowheads="1"/>
          </p:cNvSpPr>
          <p:nvPr/>
        </p:nvSpPr>
        <p:spPr bwMode="auto">
          <a:xfrm>
            <a:off x="878255" y="6602806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79" name="TextBox 3"/>
          <p:cNvSpPr txBox="1"/>
          <p:nvPr/>
        </p:nvSpPr>
        <p:spPr>
          <a:xfrm>
            <a:off x="827455" y="657400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8471150</a:t>
            </a:r>
            <a:endParaRPr lang="en-US" dirty="0"/>
          </a:p>
        </p:txBody>
      </p:sp>
      <p:sp>
        <p:nvSpPr>
          <p:cNvPr id="12880" name="Rectangle 4"/>
          <p:cNvSpPr>
            <a:spLocks noChangeArrowheads="1"/>
          </p:cNvSpPr>
          <p:nvPr/>
        </p:nvSpPr>
        <p:spPr bwMode="auto">
          <a:xfrm>
            <a:off x="1365758" y="6602806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81" name="TextBox 3"/>
          <p:cNvSpPr txBox="1"/>
          <p:nvPr/>
        </p:nvSpPr>
        <p:spPr>
          <a:xfrm>
            <a:off x="1314958" y="657400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2882" name="TextBox 3"/>
          <p:cNvSpPr txBox="1"/>
          <p:nvPr/>
        </p:nvSpPr>
        <p:spPr>
          <a:xfrm>
            <a:off x="1314958" y="6691452"/>
            <a:ext cx="7312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Technology </a:t>
            </a:r>
            <a:endParaRPr lang="en-US" dirty="0"/>
          </a:p>
        </p:txBody>
      </p:sp>
      <p:sp>
        <p:nvSpPr>
          <p:cNvPr id="12883" name="TextBox 3"/>
          <p:cNvSpPr txBox="1"/>
          <p:nvPr/>
        </p:nvSpPr>
        <p:spPr>
          <a:xfrm>
            <a:off x="1314958" y="6808901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Management &amp; </a:t>
            </a:r>
            <a:endParaRPr lang="en-US" dirty="0"/>
          </a:p>
        </p:txBody>
      </p:sp>
      <p:sp>
        <p:nvSpPr>
          <p:cNvPr id="12884" name="TextBox 3"/>
          <p:cNvSpPr txBox="1"/>
          <p:nvPr/>
        </p:nvSpPr>
        <p:spPr>
          <a:xfrm>
            <a:off x="1314958" y="6926352"/>
            <a:ext cx="6465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Innovation</a:t>
            </a:r>
            <a:endParaRPr lang="en-US" dirty="0"/>
          </a:p>
        </p:txBody>
      </p:sp>
      <p:sp>
        <p:nvSpPr>
          <p:cNvPr id="12885" name="Rectangle 4"/>
          <p:cNvSpPr>
            <a:spLocks noChangeArrowheads="1"/>
          </p:cNvSpPr>
          <p:nvPr/>
        </p:nvSpPr>
        <p:spPr bwMode="auto">
          <a:xfrm>
            <a:off x="2163546" y="6602806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86" name="TextBox 3"/>
          <p:cNvSpPr txBox="1"/>
          <p:nvPr/>
        </p:nvSpPr>
        <p:spPr>
          <a:xfrm>
            <a:off x="2112746" y="657400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12887" name="Rectangle 4"/>
          <p:cNvSpPr>
            <a:spLocks noChangeArrowheads="1"/>
          </p:cNvSpPr>
          <p:nvPr/>
        </p:nvSpPr>
        <p:spPr bwMode="auto">
          <a:xfrm>
            <a:off x="2622702" y="6602806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88" name="TextBox 3"/>
          <p:cNvSpPr txBox="1"/>
          <p:nvPr/>
        </p:nvSpPr>
        <p:spPr>
          <a:xfrm>
            <a:off x="2571902" y="6574003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12889" name="TextBox 3"/>
          <p:cNvSpPr txBox="1"/>
          <p:nvPr/>
        </p:nvSpPr>
        <p:spPr>
          <a:xfrm>
            <a:off x="2571902" y="6691452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12890" name="Rectangle 4"/>
          <p:cNvSpPr>
            <a:spLocks noChangeArrowheads="1"/>
          </p:cNvSpPr>
          <p:nvPr/>
        </p:nvSpPr>
        <p:spPr bwMode="auto">
          <a:xfrm>
            <a:off x="3680282" y="6602806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91" name="TextBox 3"/>
          <p:cNvSpPr txBox="1"/>
          <p:nvPr/>
        </p:nvSpPr>
        <p:spPr>
          <a:xfrm>
            <a:off x="3629482" y="657400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847.8471150.1.416110.000000.847001.100178</a:t>
            </a:r>
            <a:endParaRPr lang="en-US" dirty="0"/>
          </a:p>
        </p:txBody>
      </p:sp>
      <p:sp>
        <p:nvSpPr>
          <p:cNvPr id="12892" name="Rectangle 4"/>
          <p:cNvSpPr>
            <a:spLocks noChangeArrowheads="1"/>
          </p:cNvSpPr>
          <p:nvPr/>
        </p:nvSpPr>
        <p:spPr bwMode="auto">
          <a:xfrm>
            <a:off x="5918962" y="660280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93" name="TextBox 3"/>
          <p:cNvSpPr txBox="1"/>
          <p:nvPr/>
        </p:nvSpPr>
        <p:spPr>
          <a:xfrm>
            <a:off x="6382918" y="657400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2894" name="Rectangle 4"/>
          <p:cNvSpPr>
            <a:spLocks noChangeArrowheads="1"/>
          </p:cNvSpPr>
          <p:nvPr/>
        </p:nvSpPr>
        <p:spPr bwMode="auto">
          <a:xfrm>
            <a:off x="6566408" y="660280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95" name="TextBox 3"/>
          <p:cNvSpPr txBox="1"/>
          <p:nvPr/>
        </p:nvSpPr>
        <p:spPr>
          <a:xfrm>
            <a:off x="6776161" y="657400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68,800</a:t>
            </a:r>
            <a:endParaRPr lang="en-US" dirty="0"/>
          </a:p>
        </p:txBody>
      </p:sp>
      <p:sp>
        <p:nvSpPr>
          <p:cNvPr id="12896" name="Rectangle 4"/>
          <p:cNvSpPr>
            <a:spLocks noChangeArrowheads="1"/>
          </p:cNvSpPr>
          <p:nvPr/>
        </p:nvSpPr>
        <p:spPr bwMode="auto">
          <a:xfrm>
            <a:off x="7213854" y="660280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97" name="TextBox 3"/>
          <p:cNvSpPr txBox="1"/>
          <p:nvPr/>
        </p:nvSpPr>
        <p:spPr>
          <a:xfrm>
            <a:off x="7423607" y="657400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68,800</a:t>
            </a:r>
            <a:endParaRPr lang="en-US" dirty="0"/>
          </a:p>
        </p:txBody>
      </p:sp>
      <p:sp>
        <p:nvSpPr>
          <p:cNvPr id="12898" name="Rectangle 4"/>
          <p:cNvSpPr>
            <a:spLocks noChangeArrowheads="1"/>
          </p:cNvSpPr>
          <p:nvPr/>
        </p:nvSpPr>
        <p:spPr bwMode="auto">
          <a:xfrm>
            <a:off x="7861300" y="6602806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899" name="Rectangle 4"/>
          <p:cNvSpPr>
            <a:spLocks noChangeArrowheads="1"/>
          </p:cNvSpPr>
          <p:nvPr/>
        </p:nvSpPr>
        <p:spPr bwMode="auto">
          <a:xfrm>
            <a:off x="8094497" y="6602806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900" name="Rectangle 4"/>
          <p:cNvSpPr>
            <a:spLocks noChangeArrowheads="1"/>
          </p:cNvSpPr>
          <p:nvPr/>
        </p:nvSpPr>
        <p:spPr bwMode="auto">
          <a:xfrm>
            <a:off x="8333384" y="6602806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901" name="TextBox 3"/>
          <p:cNvSpPr txBox="1"/>
          <p:nvPr/>
        </p:nvSpPr>
        <p:spPr>
          <a:xfrm>
            <a:off x="8650986" y="657400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2902" name="Rectangle 4"/>
          <p:cNvSpPr>
            <a:spLocks noChangeArrowheads="1"/>
          </p:cNvSpPr>
          <p:nvPr/>
        </p:nvSpPr>
        <p:spPr bwMode="auto">
          <a:xfrm>
            <a:off x="878255" y="7115467"/>
            <a:ext cx="487502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903" name="TextBox 3"/>
          <p:cNvSpPr txBox="1"/>
          <p:nvPr/>
        </p:nvSpPr>
        <p:spPr>
          <a:xfrm>
            <a:off x="827455" y="708666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8471150</a:t>
            </a:r>
            <a:endParaRPr lang="en-US" dirty="0"/>
          </a:p>
        </p:txBody>
      </p:sp>
      <p:sp>
        <p:nvSpPr>
          <p:cNvPr id="12904" name="Rectangle 4"/>
          <p:cNvSpPr>
            <a:spLocks noChangeArrowheads="1"/>
          </p:cNvSpPr>
          <p:nvPr/>
        </p:nvSpPr>
        <p:spPr bwMode="auto">
          <a:xfrm>
            <a:off x="1365758" y="7115467"/>
            <a:ext cx="797788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905" name="TextBox 3"/>
          <p:cNvSpPr txBox="1"/>
          <p:nvPr/>
        </p:nvSpPr>
        <p:spPr>
          <a:xfrm>
            <a:off x="1314958" y="708666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2906" name="Rectangle 4"/>
          <p:cNvSpPr>
            <a:spLocks noChangeArrowheads="1"/>
          </p:cNvSpPr>
          <p:nvPr/>
        </p:nvSpPr>
        <p:spPr bwMode="auto">
          <a:xfrm>
            <a:off x="2163546" y="7115467"/>
            <a:ext cx="459155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907" name="TextBox 3"/>
          <p:cNvSpPr txBox="1"/>
          <p:nvPr/>
        </p:nvSpPr>
        <p:spPr>
          <a:xfrm>
            <a:off x="2112746" y="708666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12908" name="Rectangle 4"/>
          <p:cNvSpPr>
            <a:spLocks noChangeArrowheads="1"/>
          </p:cNvSpPr>
          <p:nvPr/>
        </p:nvSpPr>
        <p:spPr bwMode="auto">
          <a:xfrm>
            <a:off x="2622702" y="7115467"/>
            <a:ext cx="10575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909" name="TextBox 3"/>
          <p:cNvSpPr txBox="1"/>
          <p:nvPr/>
        </p:nvSpPr>
        <p:spPr>
          <a:xfrm>
            <a:off x="2571902" y="7086663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12910" name="Rectangle 4"/>
          <p:cNvSpPr>
            <a:spLocks noChangeArrowheads="1"/>
          </p:cNvSpPr>
          <p:nvPr/>
        </p:nvSpPr>
        <p:spPr bwMode="auto">
          <a:xfrm>
            <a:off x="3680282" y="7115467"/>
            <a:ext cx="22386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911" name="TextBox 3"/>
          <p:cNvSpPr txBox="1"/>
          <p:nvPr/>
        </p:nvSpPr>
        <p:spPr>
          <a:xfrm>
            <a:off x="3629482" y="708666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847.8471150.1.416310.000000.847001.100178</a:t>
            </a:r>
            <a:endParaRPr lang="en-US" dirty="0"/>
          </a:p>
        </p:txBody>
      </p:sp>
      <p:sp>
        <p:nvSpPr>
          <p:cNvPr id="12912" name="Rectangle 4"/>
          <p:cNvSpPr>
            <a:spLocks noChangeArrowheads="1"/>
          </p:cNvSpPr>
          <p:nvPr/>
        </p:nvSpPr>
        <p:spPr bwMode="auto">
          <a:xfrm>
            <a:off x="5918962" y="7115467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913" name="TextBox 3"/>
          <p:cNvSpPr txBox="1"/>
          <p:nvPr/>
        </p:nvSpPr>
        <p:spPr>
          <a:xfrm>
            <a:off x="6128715" y="708666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96,520</a:t>
            </a:r>
            <a:endParaRPr lang="en-US" dirty="0"/>
          </a:p>
        </p:txBody>
      </p:sp>
      <p:sp>
        <p:nvSpPr>
          <p:cNvPr id="12914" name="Rectangle 4"/>
          <p:cNvSpPr>
            <a:spLocks noChangeArrowheads="1"/>
          </p:cNvSpPr>
          <p:nvPr/>
        </p:nvSpPr>
        <p:spPr bwMode="auto">
          <a:xfrm>
            <a:off x="6566408" y="7115467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915" name="TextBox 3"/>
          <p:cNvSpPr txBox="1"/>
          <p:nvPr/>
        </p:nvSpPr>
        <p:spPr>
          <a:xfrm>
            <a:off x="6776161" y="708666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30,339</a:t>
            </a:r>
            <a:endParaRPr lang="en-US" dirty="0"/>
          </a:p>
        </p:txBody>
      </p:sp>
      <p:sp>
        <p:nvSpPr>
          <p:cNvPr id="12916" name="Rectangle 4"/>
          <p:cNvSpPr>
            <a:spLocks noChangeArrowheads="1"/>
          </p:cNvSpPr>
          <p:nvPr/>
        </p:nvSpPr>
        <p:spPr bwMode="auto">
          <a:xfrm>
            <a:off x="7213854" y="7115467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917" name="TextBox 3"/>
          <p:cNvSpPr txBox="1"/>
          <p:nvPr/>
        </p:nvSpPr>
        <p:spPr>
          <a:xfrm>
            <a:off x="7423607" y="708666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30,339</a:t>
            </a:r>
            <a:endParaRPr lang="en-US" dirty="0"/>
          </a:p>
        </p:txBody>
      </p:sp>
      <p:sp>
        <p:nvSpPr>
          <p:cNvPr id="12918" name="Rectangle 4"/>
          <p:cNvSpPr>
            <a:spLocks noChangeArrowheads="1"/>
          </p:cNvSpPr>
          <p:nvPr/>
        </p:nvSpPr>
        <p:spPr bwMode="auto">
          <a:xfrm>
            <a:off x="7861300" y="7115467"/>
            <a:ext cx="233197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919" name="Rectangle 4"/>
          <p:cNvSpPr>
            <a:spLocks noChangeArrowheads="1"/>
          </p:cNvSpPr>
          <p:nvPr/>
        </p:nvSpPr>
        <p:spPr bwMode="auto">
          <a:xfrm>
            <a:off x="8094497" y="7115467"/>
            <a:ext cx="23888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920" name="Rectangle 4"/>
          <p:cNvSpPr>
            <a:spLocks noChangeArrowheads="1"/>
          </p:cNvSpPr>
          <p:nvPr/>
        </p:nvSpPr>
        <p:spPr bwMode="auto">
          <a:xfrm>
            <a:off x="8333384" y="7115467"/>
            <a:ext cx="501091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921" name="TextBox 3"/>
          <p:cNvSpPr txBox="1"/>
          <p:nvPr/>
        </p:nvSpPr>
        <p:spPr>
          <a:xfrm>
            <a:off x="8650986" y="708666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2922" name="Rectangle 4"/>
          <p:cNvSpPr>
            <a:spLocks noChangeArrowheads="1"/>
          </p:cNvSpPr>
          <p:nvPr/>
        </p:nvSpPr>
        <p:spPr bwMode="auto">
          <a:xfrm>
            <a:off x="466725" y="920673"/>
            <a:ext cx="6350" cy="635828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2923" name="Rectangle 4"/>
          <p:cNvSpPr>
            <a:spLocks noChangeArrowheads="1"/>
          </p:cNvSpPr>
          <p:nvPr/>
        </p:nvSpPr>
        <p:spPr bwMode="auto">
          <a:xfrm>
            <a:off x="7213854" y="273165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24" name="Rectangle 4"/>
          <p:cNvSpPr>
            <a:spLocks noChangeArrowheads="1"/>
          </p:cNvSpPr>
          <p:nvPr/>
        </p:nvSpPr>
        <p:spPr bwMode="auto">
          <a:xfrm>
            <a:off x="878255" y="273165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25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26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27" name="Rectangle 4"/>
          <p:cNvSpPr>
            <a:spLocks noChangeArrowheads="1"/>
          </p:cNvSpPr>
          <p:nvPr/>
        </p:nvSpPr>
        <p:spPr bwMode="auto">
          <a:xfrm>
            <a:off x="7213854" y="557272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28" name="Rectangle 4"/>
          <p:cNvSpPr>
            <a:spLocks noChangeArrowheads="1"/>
          </p:cNvSpPr>
          <p:nvPr/>
        </p:nvSpPr>
        <p:spPr bwMode="auto">
          <a:xfrm>
            <a:off x="878255" y="557272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29" name="Rectangle 4"/>
          <p:cNvSpPr>
            <a:spLocks noChangeArrowheads="1"/>
          </p:cNvSpPr>
          <p:nvPr/>
        </p:nvSpPr>
        <p:spPr bwMode="auto">
          <a:xfrm>
            <a:off x="466725" y="7272604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2930" name="Rectangle 4"/>
          <p:cNvSpPr>
            <a:spLocks noChangeArrowheads="1"/>
          </p:cNvSpPr>
          <p:nvPr/>
        </p:nvSpPr>
        <p:spPr bwMode="auto">
          <a:xfrm>
            <a:off x="7213854" y="659804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31" name="Rectangle 4"/>
          <p:cNvSpPr>
            <a:spLocks noChangeArrowheads="1"/>
          </p:cNvSpPr>
          <p:nvPr/>
        </p:nvSpPr>
        <p:spPr bwMode="auto">
          <a:xfrm>
            <a:off x="878255" y="659804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32" name="Rectangle 4"/>
          <p:cNvSpPr>
            <a:spLocks noChangeArrowheads="1"/>
          </p:cNvSpPr>
          <p:nvPr/>
        </p:nvSpPr>
        <p:spPr bwMode="auto">
          <a:xfrm>
            <a:off x="7213854" y="403473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33" name="Rectangle 4"/>
          <p:cNvSpPr>
            <a:spLocks noChangeArrowheads="1"/>
          </p:cNvSpPr>
          <p:nvPr/>
        </p:nvSpPr>
        <p:spPr bwMode="auto">
          <a:xfrm>
            <a:off x="878255" y="403473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34" name="Rectangle 4"/>
          <p:cNvSpPr>
            <a:spLocks noChangeArrowheads="1"/>
          </p:cNvSpPr>
          <p:nvPr/>
        </p:nvSpPr>
        <p:spPr bwMode="auto">
          <a:xfrm>
            <a:off x="7213854" y="119367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35" name="Rectangle 4"/>
          <p:cNvSpPr>
            <a:spLocks noChangeArrowheads="1"/>
          </p:cNvSpPr>
          <p:nvPr/>
        </p:nvSpPr>
        <p:spPr bwMode="auto">
          <a:xfrm>
            <a:off x="878255" y="119367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36" name="Rectangle 4"/>
          <p:cNvSpPr>
            <a:spLocks noChangeArrowheads="1"/>
          </p:cNvSpPr>
          <p:nvPr/>
        </p:nvSpPr>
        <p:spPr bwMode="auto">
          <a:xfrm>
            <a:off x="7213854" y="324431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37" name="Rectangle 4"/>
          <p:cNvSpPr>
            <a:spLocks noChangeArrowheads="1"/>
          </p:cNvSpPr>
          <p:nvPr/>
        </p:nvSpPr>
        <p:spPr bwMode="auto">
          <a:xfrm>
            <a:off x="878255" y="324431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38" name="Rectangle 4"/>
          <p:cNvSpPr>
            <a:spLocks noChangeArrowheads="1"/>
          </p:cNvSpPr>
          <p:nvPr/>
        </p:nvSpPr>
        <p:spPr bwMode="auto">
          <a:xfrm>
            <a:off x="7213854" y="506006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39" name="Rectangle 4"/>
          <p:cNvSpPr>
            <a:spLocks noChangeArrowheads="1"/>
          </p:cNvSpPr>
          <p:nvPr/>
        </p:nvSpPr>
        <p:spPr bwMode="auto">
          <a:xfrm>
            <a:off x="878255" y="506006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40" name="Rectangle 4"/>
          <p:cNvSpPr>
            <a:spLocks noChangeArrowheads="1"/>
          </p:cNvSpPr>
          <p:nvPr/>
        </p:nvSpPr>
        <p:spPr bwMode="auto">
          <a:xfrm>
            <a:off x="7213854" y="170633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41" name="Rectangle 4"/>
          <p:cNvSpPr>
            <a:spLocks noChangeArrowheads="1"/>
          </p:cNvSpPr>
          <p:nvPr/>
        </p:nvSpPr>
        <p:spPr bwMode="auto">
          <a:xfrm>
            <a:off x="878255" y="170633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42" name="Rectangle 4"/>
          <p:cNvSpPr>
            <a:spLocks noChangeArrowheads="1"/>
          </p:cNvSpPr>
          <p:nvPr/>
        </p:nvSpPr>
        <p:spPr bwMode="auto">
          <a:xfrm>
            <a:off x="7213854" y="727101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43" name="Rectangle 4"/>
          <p:cNvSpPr>
            <a:spLocks noChangeArrowheads="1"/>
          </p:cNvSpPr>
          <p:nvPr/>
        </p:nvSpPr>
        <p:spPr bwMode="auto">
          <a:xfrm>
            <a:off x="878255" y="727101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44" name="Rectangle 4"/>
          <p:cNvSpPr>
            <a:spLocks noChangeArrowheads="1"/>
          </p:cNvSpPr>
          <p:nvPr/>
        </p:nvSpPr>
        <p:spPr bwMode="auto">
          <a:xfrm>
            <a:off x="7213854" y="608538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45" name="Rectangle 4"/>
          <p:cNvSpPr>
            <a:spLocks noChangeArrowheads="1"/>
          </p:cNvSpPr>
          <p:nvPr/>
        </p:nvSpPr>
        <p:spPr bwMode="auto">
          <a:xfrm>
            <a:off x="878255" y="608538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46" name="Rectangle 4"/>
          <p:cNvSpPr>
            <a:spLocks noChangeArrowheads="1"/>
          </p:cNvSpPr>
          <p:nvPr/>
        </p:nvSpPr>
        <p:spPr bwMode="auto">
          <a:xfrm>
            <a:off x="7213854" y="221899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47" name="Rectangle 4"/>
          <p:cNvSpPr>
            <a:spLocks noChangeArrowheads="1"/>
          </p:cNvSpPr>
          <p:nvPr/>
        </p:nvSpPr>
        <p:spPr bwMode="auto">
          <a:xfrm>
            <a:off x="878255" y="221899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48" name="Rectangle 4"/>
          <p:cNvSpPr>
            <a:spLocks noChangeArrowheads="1"/>
          </p:cNvSpPr>
          <p:nvPr/>
        </p:nvSpPr>
        <p:spPr bwMode="auto">
          <a:xfrm>
            <a:off x="469900" y="7275779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49" name="Rectangle 4"/>
          <p:cNvSpPr>
            <a:spLocks noChangeArrowheads="1"/>
          </p:cNvSpPr>
          <p:nvPr/>
        </p:nvSpPr>
        <p:spPr bwMode="auto">
          <a:xfrm>
            <a:off x="7213854" y="454740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50" name="Rectangle 4"/>
          <p:cNvSpPr>
            <a:spLocks noChangeArrowheads="1"/>
          </p:cNvSpPr>
          <p:nvPr/>
        </p:nvSpPr>
        <p:spPr bwMode="auto">
          <a:xfrm>
            <a:off x="878255" y="454740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51" name="Rectangle 4"/>
          <p:cNvSpPr>
            <a:spLocks noChangeArrowheads="1"/>
          </p:cNvSpPr>
          <p:nvPr/>
        </p:nvSpPr>
        <p:spPr bwMode="auto">
          <a:xfrm>
            <a:off x="7213854" y="375697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52" name="Rectangle 4"/>
          <p:cNvSpPr>
            <a:spLocks noChangeArrowheads="1"/>
          </p:cNvSpPr>
          <p:nvPr/>
        </p:nvSpPr>
        <p:spPr bwMode="auto">
          <a:xfrm>
            <a:off x="878255" y="375697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53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54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55" name="Rectangle 4"/>
          <p:cNvSpPr>
            <a:spLocks noChangeArrowheads="1"/>
          </p:cNvSpPr>
          <p:nvPr/>
        </p:nvSpPr>
        <p:spPr bwMode="auto">
          <a:xfrm>
            <a:off x="7213854" y="711070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956" name="Rectangle 4"/>
          <p:cNvSpPr>
            <a:spLocks noChangeArrowheads="1"/>
          </p:cNvSpPr>
          <p:nvPr/>
        </p:nvSpPr>
        <p:spPr bwMode="auto">
          <a:xfrm>
            <a:off x="878255" y="711070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7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958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12959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12960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961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12962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12963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2964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965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12966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12967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968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12969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2970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971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12972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973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12974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975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12976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2977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978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12979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2980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981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12982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12983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984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12985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986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12987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2988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12989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12990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36624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991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992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993" name="TextBox 3"/>
          <p:cNvSpPr txBox="1"/>
          <p:nvPr/>
        </p:nvSpPr>
        <p:spPr>
          <a:xfrm>
            <a:off x="1314958" y="891870"/>
            <a:ext cx="7312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Technology </a:t>
            </a:r>
            <a:endParaRPr lang="en-US" dirty="0"/>
          </a:p>
        </p:txBody>
      </p:sp>
      <p:sp>
        <p:nvSpPr>
          <p:cNvPr id="12994" name="TextBox 3"/>
          <p:cNvSpPr txBox="1"/>
          <p:nvPr/>
        </p:nvSpPr>
        <p:spPr>
          <a:xfrm>
            <a:off x="1314958" y="1009319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Management &amp; </a:t>
            </a:r>
            <a:endParaRPr lang="en-US" dirty="0"/>
          </a:p>
        </p:txBody>
      </p:sp>
      <p:sp>
        <p:nvSpPr>
          <p:cNvPr id="12995" name="TextBox 3"/>
          <p:cNvSpPr txBox="1"/>
          <p:nvPr/>
        </p:nvSpPr>
        <p:spPr>
          <a:xfrm>
            <a:off x="1314958" y="1126769"/>
            <a:ext cx="6465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Innovation</a:t>
            </a:r>
            <a:endParaRPr lang="en-US" dirty="0"/>
          </a:p>
        </p:txBody>
      </p:sp>
      <p:sp>
        <p:nvSpPr>
          <p:cNvPr id="12996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997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2998" name="TextBox 3"/>
          <p:cNvSpPr txBox="1"/>
          <p:nvPr/>
        </p:nvSpPr>
        <p:spPr>
          <a:xfrm>
            <a:off x="2571902" y="891870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12999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00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01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02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03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04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05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06" name="Rectangle 4"/>
          <p:cNvSpPr>
            <a:spLocks noChangeArrowheads="1"/>
          </p:cNvSpPr>
          <p:nvPr/>
        </p:nvSpPr>
        <p:spPr bwMode="auto">
          <a:xfrm>
            <a:off x="878255" y="1315885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007" name="TextBox 3"/>
          <p:cNvSpPr txBox="1"/>
          <p:nvPr/>
        </p:nvSpPr>
        <p:spPr>
          <a:xfrm>
            <a:off x="827455" y="128708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8471150</a:t>
            </a:r>
            <a:endParaRPr lang="en-US" dirty="0"/>
          </a:p>
        </p:txBody>
      </p:sp>
      <p:sp>
        <p:nvSpPr>
          <p:cNvPr id="13008" name="TextBox 3"/>
          <p:cNvSpPr txBox="1"/>
          <p:nvPr/>
        </p:nvSpPr>
        <p:spPr>
          <a:xfrm>
            <a:off x="827455" y="1404531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3009" name="Rectangle 4"/>
          <p:cNvSpPr>
            <a:spLocks noChangeArrowheads="1"/>
          </p:cNvSpPr>
          <p:nvPr/>
        </p:nvSpPr>
        <p:spPr bwMode="auto">
          <a:xfrm>
            <a:off x="1365758" y="1315885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010" name="Rectangle 4"/>
          <p:cNvSpPr>
            <a:spLocks noChangeArrowheads="1"/>
          </p:cNvSpPr>
          <p:nvPr/>
        </p:nvSpPr>
        <p:spPr bwMode="auto">
          <a:xfrm>
            <a:off x="2163546" y="1315885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011" name="Rectangle 4"/>
          <p:cNvSpPr>
            <a:spLocks noChangeArrowheads="1"/>
          </p:cNvSpPr>
          <p:nvPr/>
        </p:nvSpPr>
        <p:spPr bwMode="auto">
          <a:xfrm>
            <a:off x="2622702" y="1315885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012" name="Rectangle 4"/>
          <p:cNvSpPr>
            <a:spLocks noChangeArrowheads="1"/>
          </p:cNvSpPr>
          <p:nvPr/>
        </p:nvSpPr>
        <p:spPr bwMode="auto">
          <a:xfrm>
            <a:off x="3680282" y="1315885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013" name="Rectangle 4"/>
          <p:cNvSpPr>
            <a:spLocks noChangeArrowheads="1"/>
          </p:cNvSpPr>
          <p:nvPr/>
        </p:nvSpPr>
        <p:spPr bwMode="auto">
          <a:xfrm>
            <a:off x="5918962" y="1315885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014" name="TextBox 3"/>
          <p:cNvSpPr txBox="1"/>
          <p:nvPr/>
        </p:nvSpPr>
        <p:spPr>
          <a:xfrm>
            <a:off x="5987491" y="128708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3,832,741</a:t>
            </a:r>
            <a:endParaRPr lang="en-US" dirty="0"/>
          </a:p>
        </p:txBody>
      </p:sp>
      <p:sp>
        <p:nvSpPr>
          <p:cNvPr id="13015" name="Rectangle 4"/>
          <p:cNvSpPr>
            <a:spLocks noChangeArrowheads="1"/>
          </p:cNvSpPr>
          <p:nvPr/>
        </p:nvSpPr>
        <p:spPr bwMode="auto">
          <a:xfrm>
            <a:off x="6566408" y="1315885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016" name="TextBox 3"/>
          <p:cNvSpPr txBox="1"/>
          <p:nvPr/>
        </p:nvSpPr>
        <p:spPr>
          <a:xfrm>
            <a:off x="6634937" y="128708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3,556,618</a:t>
            </a:r>
            <a:endParaRPr lang="en-US" dirty="0"/>
          </a:p>
        </p:txBody>
      </p:sp>
      <p:sp>
        <p:nvSpPr>
          <p:cNvPr id="13017" name="Rectangle 4"/>
          <p:cNvSpPr>
            <a:spLocks noChangeArrowheads="1"/>
          </p:cNvSpPr>
          <p:nvPr/>
        </p:nvSpPr>
        <p:spPr bwMode="auto">
          <a:xfrm>
            <a:off x="7213854" y="1315885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018" name="TextBox 3"/>
          <p:cNvSpPr txBox="1"/>
          <p:nvPr/>
        </p:nvSpPr>
        <p:spPr>
          <a:xfrm>
            <a:off x="7282383" y="128708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3,555,725</a:t>
            </a:r>
            <a:endParaRPr lang="en-US" dirty="0"/>
          </a:p>
        </p:txBody>
      </p:sp>
      <p:sp>
        <p:nvSpPr>
          <p:cNvPr id="13019" name="Rectangle 4"/>
          <p:cNvSpPr>
            <a:spLocks noChangeArrowheads="1"/>
          </p:cNvSpPr>
          <p:nvPr/>
        </p:nvSpPr>
        <p:spPr bwMode="auto">
          <a:xfrm>
            <a:off x="7861300" y="1315885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020" name="Rectangle 4"/>
          <p:cNvSpPr>
            <a:spLocks noChangeArrowheads="1"/>
          </p:cNvSpPr>
          <p:nvPr/>
        </p:nvSpPr>
        <p:spPr bwMode="auto">
          <a:xfrm>
            <a:off x="8094497" y="1315885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021" name="Rectangle 4"/>
          <p:cNvSpPr>
            <a:spLocks noChangeArrowheads="1"/>
          </p:cNvSpPr>
          <p:nvPr/>
        </p:nvSpPr>
        <p:spPr bwMode="auto">
          <a:xfrm>
            <a:off x="8333384" y="1315885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022" name="TextBox 3"/>
          <p:cNvSpPr txBox="1"/>
          <p:nvPr/>
        </p:nvSpPr>
        <p:spPr>
          <a:xfrm>
            <a:off x="8538006" y="1287081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893</a:t>
            </a:r>
            <a:endParaRPr lang="en-US" dirty="0"/>
          </a:p>
        </p:txBody>
      </p:sp>
      <p:sp>
        <p:nvSpPr>
          <p:cNvPr id="13023" name="Rectangle 4"/>
          <p:cNvSpPr>
            <a:spLocks noChangeArrowheads="1"/>
          </p:cNvSpPr>
          <p:nvPr/>
        </p:nvSpPr>
        <p:spPr bwMode="auto">
          <a:xfrm>
            <a:off x="878255" y="1593646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24" name="TextBox 3"/>
          <p:cNvSpPr txBox="1"/>
          <p:nvPr/>
        </p:nvSpPr>
        <p:spPr>
          <a:xfrm>
            <a:off x="827455" y="156484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8471160</a:t>
            </a:r>
            <a:endParaRPr lang="en-US" dirty="0"/>
          </a:p>
        </p:txBody>
      </p:sp>
      <p:sp>
        <p:nvSpPr>
          <p:cNvPr id="13025" name="Rectangle 4"/>
          <p:cNvSpPr>
            <a:spLocks noChangeArrowheads="1"/>
          </p:cNvSpPr>
          <p:nvPr/>
        </p:nvSpPr>
        <p:spPr bwMode="auto">
          <a:xfrm>
            <a:off x="1365758" y="1593646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26" name="TextBox 3"/>
          <p:cNvSpPr txBox="1"/>
          <p:nvPr/>
        </p:nvSpPr>
        <p:spPr>
          <a:xfrm>
            <a:off x="1314958" y="156484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3027" name="TextBox 3"/>
          <p:cNvSpPr txBox="1"/>
          <p:nvPr/>
        </p:nvSpPr>
        <p:spPr>
          <a:xfrm>
            <a:off x="1314958" y="1682292"/>
            <a:ext cx="640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</a:t>
            </a:r>
            <a:endParaRPr lang="en-US" dirty="0"/>
          </a:p>
        </p:txBody>
      </p:sp>
      <p:sp>
        <p:nvSpPr>
          <p:cNvPr id="13028" name="TextBox 3"/>
          <p:cNvSpPr txBox="1"/>
          <p:nvPr/>
        </p:nvSpPr>
        <p:spPr>
          <a:xfrm>
            <a:off x="1314958" y="1799742"/>
            <a:ext cx="742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Laboratories</a:t>
            </a:r>
            <a:endParaRPr lang="en-US" dirty="0"/>
          </a:p>
        </p:txBody>
      </p:sp>
      <p:sp>
        <p:nvSpPr>
          <p:cNvPr id="13029" name="Rectangle 4"/>
          <p:cNvSpPr>
            <a:spLocks noChangeArrowheads="1"/>
          </p:cNvSpPr>
          <p:nvPr/>
        </p:nvSpPr>
        <p:spPr bwMode="auto">
          <a:xfrm>
            <a:off x="2163546" y="1593646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30" name="TextBox 3"/>
          <p:cNvSpPr txBox="1"/>
          <p:nvPr/>
        </p:nvSpPr>
        <p:spPr>
          <a:xfrm>
            <a:off x="2112746" y="156484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13031" name="Rectangle 4"/>
          <p:cNvSpPr>
            <a:spLocks noChangeArrowheads="1"/>
          </p:cNvSpPr>
          <p:nvPr/>
        </p:nvSpPr>
        <p:spPr bwMode="auto">
          <a:xfrm>
            <a:off x="2622702" y="1593646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32" name="TextBox 3"/>
          <p:cNvSpPr txBox="1"/>
          <p:nvPr/>
        </p:nvSpPr>
        <p:spPr>
          <a:xfrm>
            <a:off x="2571902" y="1564843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13033" name="TextBox 3"/>
          <p:cNvSpPr txBox="1"/>
          <p:nvPr/>
        </p:nvSpPr>
        <p:spPr>
          <a:xfrm>
            <a:off x="2571902" y="1682292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13034" name="Rectangle 4"/>
          <p:cNvSpPr>
            <a:spLocks noChangeArrowheads="1"/>
          </p:cNvSpPr>
          <p:nvPr/>
        </p:nvSpPr>
        <p:spPr bwMode="auto">
          <a:xfrm>
            <a:off x="3680282" y="1593646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35" name="TextBox 3"/>
          <p:cNvSpPr txBox="1"/>
          <p:nvPr/>
        </p:nvSpPr>
        <p:spPr>
          <a:xfrm>
            <a:off x="3629482" y="156484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847.8471160.1.412121.000000.847001.100178</a:t>
            </a:r>
            <a:endParaRPr lang="en-US" dirty="0"/>
          </a:p>
        </p:txBody>
      </p:sp>
      <p:sp>
        <p:nvSpPr>
          <p:cNvPr id="13036" name="Rectangle 4"/>
          <p:cNvSpPr>
            <a:spLocks noChangeArrowheads="1"/>
          </p:cNvSpPr>
          <p:nvPr/>
        </p:nvSpPr>
        <p:spPr bwMode="auto">
          <a:xfrm>
            <a:off x="5918962" y="159364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37" name="TextBox 3"/>
          <p:cNvSpPr txBox="1"/>
          <p:nvPr/>
        </p:nvSpPr>
        <p:spPr>
          <a:xfrm>
            <a:off x="5987491" y="156484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2,785,653</a:t>
            </a:r>
            <a:endParaRPr lang="en-US" dirty="0"/>
          </a:p>
        </p:txBody>
      </p:sp>
      <p:sp>
        <p:nvSpPr>
          <p:cNvPr id="13038" name="Rectangle 4"/>
          <p:cNvSpPr>
            <a:spLocks noChangeArrowheads="1"/>
          </p:cNvSpPr>
          <p:nvPr/>
        </p:nvSpPr>
        <p:spPr bwMode="auto">
          <a:xfrm>
            <a:off x="6566408" y="159364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39" name="TextBox 3"/>
          <p:cNvSpPr txBox="1"/>
          <p:nvPr/>
        </p:nvSpPr>
        <p:spPr>
          <a:xfrm>
            <a:off x="6634937" y="156484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2,788,443</a:t>
            </a:r>
            <a:endParaRPr lang="en-US" dirty="0"/>
          </a:p>
        </p:txBody>
      </p:sp>
      <p:sp>
        <p:nvSpPr>
          <p:cNvPr id="13040" name="Rectangle 4"/>
          <p:cNvSpPr>
            <a:spLocks noChangeArrowheads="1"/>
          </p:cNvSpPr>
          <p:nvPr/>
        </p:nvSpPr>
        <p:spPr bwMode="auto">
          <a:xfrm>
            <a:off x="7213854" y="159364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41" name="TextBox 3"/>
          <p:cNvSpPr txBox="1"/>
          <p:nvPr/>
        </p:nvSpPr>
        <p:spPr>
          <a:xfrm>
            <a:off x="7282383" y="156484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2,788,443</a:t>
            </a:r>
            <a:endParaRPr lang="en-US" dirty="0"/>
          </a:p>
        </p:txBody>
      </p:sp>
      <p:sp>
        <p:nvSpPr>
          <p:cNvPr id="13042" name="Rectangle 4"/>
          <p:cNvSpPr>
            <a:spLocks noChangeArrowheads="1"/>
          </p:cNvSpPr>
          <p:nvPr/>
        </p:nvSpPr>
        <p:spPr bwMode="auto">
          <a:xfrm>
            <a:off x="7861300" y="1593646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43" name="Rectangle 4"/>
          <p:cNvSpPr>
            <a:spLocks noChangeArrowheads="1"/>
          </p:cNvSpPr>
          <p:nvPr/>
        </p:nvSpPr>
        <p:spPr bwMode="auto">
          <a:xfrm>
            <a:off x="8094497" y="1593646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44" name="Rectangle 4"/>
          <p:cNvSpPr>
            <a:spLocks noChangeArrowheads="1"/>
          </p:cNvSpPr>
          <p:nvPr/>
        </p:nvSpPr>
        <p:spPr bwMode="auto">
          <a:xfrm>
            <a:off x="8333384" y="1593646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45" name="TextBox 3"/>
          <p:cNvSpPr txBox="1"/>
          <p:nvPr/>
        </p:nvSpPr>
        <p:spPr>
          <a:xfrm>
            <a:off x="8650986" y="156484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3046" name="Rectangle 4"/>
          <p:cNvSpPr>
            <a:spLocks noChangeArrowheads="1"/>
          </p:cNvSpPr>
          <p:nvPr/>
        </p:nvSpPr>
        <p:spPr bwMode="auto">
          <a:xfrm>
            <a:off x="878255" y="1988858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47" name="TextBox 3"/>
          <p:cNvSpPr txBox="1"/>
          <p:nvPr/>
        </p:nvSpPr>
        <p:spPr>
          <a:xfrm>
            <a:off x="827455" y="196005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8471160</a:t>
            </a:r>
            <a:endParaRPr lang="en-US" dirty="0"/>
          </a:p>
        </p:txBody>
      </p:sp>
      <p:sp>
        <p:nvSpPr>
          <p:cNvPr id="13048" name="Rectangle 4"/>
          <p:cNvSpPr>
            <a:spLocks noChangeArrowheads="1"/>
          </p:cNvSpPr>
          <p:nvPr/>
        </p:nvSpPr>
        <p:spPr bwMode="auto">
          <a:xfrm>
            <a:off x="1365758" y="1988858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49" name="TextBox 3"/>
          <p:cNvSpPr txBox="1"/>
          <p:nvPr/>
        </p:nvSpPr>
        <p:spPr>
          <a:xfrm>
            <a:off x="1314958" y="196005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3050" name="TextBox 3"/>
          <p:cNvSpPr txBox="1"/>
          <p:nvPr/>
        </p:nvSpPr>
        <p:spPr>
          <a:xfrm>
            <a:off x="1314958" y="2077504"/>
            <a:ext cx="640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</a:t>
            </a:r>
            <a:endParaRPr lang="en-US" dirty="0"/>
          </a:p>
        </p:txBody>
      </p:sp>
      <p:sp>
        <p:nvSpPr>
          <p:cNvPr id="13051" name="TextBox 3"/>
          <p:cNvSpPr txBox="1"/>
          <p:nvPr/>
        </p:nvSpPr>
        <p:spPr>
          <a:xfrm>
            <a:off x="1314958" y="2194953"/>
            <a:ext cx="742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Laboratories</a:t>
            </a:r>
            <a:endParaRPr lang="en-US" dirty="0"/>
          </a:p>
        </p:txBody>
      </p:sp>
      <p:sp>
        <p:nvSpPr>
          <p:cNvPr id="13052" name="Rectangle 4"/>
          <p:cNvSpPr>
            <a:spLocks noChangeArrowheads="1"/>
          </p:cNvSpPr>
          <p:nvPr/>
        </p:nvSpPr>
        <p:spPr bwMode="auto">
          <a:xfrm>
            <a:off x="2163546" y="1988858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53" name="TextBox 3"/>
          <p:cNvSpPr txBox="1"/>
          <p:nvPr/>
        </p:nvSpPr>
        <p:spPr>
          <a:xfrm>
            <a:off x="2112746" y="196005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13054" name="Rectangle 4"/>
          <p:cNvSpPr>
            <a:spLocks noChangeArrowheads="1"/>
          </p:cNvSpPr>
          <p:nvPr/>
        </p:nvSpPr>
        <p:spPr bwMode="auto">
          <a:xfrm>
            <a:off x="2622702" y="1988858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55" name="TextBox 3"/>
          <p:cNvSpPr txBox="1"/>
          <p:nvPr/>
        </p:nvSpPr>
        <p:spPr>
          <a:xfrm>
            <a:off x="2571902" y="1960054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13056" name="TextBox 3"/>
          <p:cNvSpPr txBox="1"/>
          <p:nvPr/>
        </p:nvSpPr>
        <p:spPr>
          <a:xfrm>
            <a:off x="2571902" y="2077504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13057" name="TextBox 3"/>
          <p:cNvSpPr txBox="1"/>
          <p:nvPr/>
        </p:nvSpPr>
        <p:spPr>
          <a:xfrm>
            <a:off x="2571902" y="2194953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13058" name="Rectangle 4"/>
          <p:cNvSpPr>
            <a:spLocks noChangeArrowheads="1"/>
          </p:cNvSpPr>
          <p:nvPr/>
        </p:nvSpPr>
        <p:spPr bwMode="auto">
          <a:xfrm>
            <a:off x="3680282" y="1988858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59" name="TextBox 3"/>
          <p:cNvSpPr txBox="1"/>
          <p:nvPr/>
        </p:nvSpPr>
        <p:spPr>
          <a:xfrm>
            <a:off x="3629482" y="196005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847.8471160.1.412125.000000.847001.100178</a:t>
            </a:r>
            <a:endParaRPr lang="en-US" dirty="0"/>
          </a:p>
        </p:txBody>
      </p:sp>
      <p:sp>
        <p:nvSpPr>
          <p:cNvPr id="13060" name="Rectangle 4"/>
          <p:cNvSpPr>
            <a:spLocks noChangeArrowheads="1"/>
          </p:cNvSpPr>
          <p:nvPr/>
        </p:nvSpPr>
        <p:spPr bwMode="auto">
          <a:xfrm>
            <a:off x="5918962" y="198885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61" name="TextBox 3"/>
          <p:cNvSpPr txBox="1"/>
          <p:nvPr/>
        </p:nvSpPr>
        <p:spPr>
          <a:xfrm>
            <a:off x="5987491" y="196005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2,476,291</a:t>
            </a:r>
            <a:endParaRPr lang="en-US" dirty="0"/>
          </a:p>
        </p:txBody>
      </p:sp>
      <p:sp>
        <p:nvSpPr>
          <p:cNvPr id="13062" name="Rectangle 4"/>
          <p:cNvSpPr>
            <a:spLocks noChangeArrowheads="1"/>
          </p:cNvSpPr>
          <p:nvPr/>
        </p:nvSpPr>
        <p:spPr bwMode="auto">
          <a:xfrm>
            <a:off x="6566408" y="198885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63" name="TextBox 3"/>
          <p:cNvSpPr txBox="1"/>
          <p:nvPr/>
        </p:nvSpPr>
        <p:spPr>
          <a:xfrm>
            <a:off x="6634937" y="196005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2,524,875</a:t>
            </a:r>
            <a:endParaRPr lang="en-US" dirty="0"/>
          </a:p>
        </p:txBody>
      </p:sp>
      <p:sp>
        <p:nvSpPr>
          <p:cNvPr id="13064" name="Rectangle 4"/>
          <p:cNvSpPr>
            <a:spLocks noChangeArrowheads="1"/>
          </p:cNvSpPr>
          <p:nvPr/>
        </p:nvSpPr>
        <p:spPr bwMode="auto">
          <a:xfrm>
            <a:off x="7213854" y="198885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65" name="TextBox 3"/>
          <p:cNvSpPr txBox="1"/>
          <p:nvPr/>
        </p:nvSpPr>
        <p:spPr>
          <a:xfrm>
            <a:off x="7282383" y="196005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2,524,874</a:t>
            </a:r>
            <a:endParaRPr lang="en-US" dirty="0"/>
          </a:p>
        </p:txBody>
      </p:sp>
      <p:sp>
        <p:nvSpPr>
          <p:cNvPr id="13066" name="Rectangle 4"/>
          <p:cNvSpPr>
            <a:spLocks noChangeArrowheads="1"/>
          </p:cNvSpPr>
          <p:nvPr/>
        </p:nvSpPr>
        <p:spPr bwMode="auto">
          <a:xfrm>
            <a:off x="7861300" y="1988858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67" name="Rectangle 4"/>
          <p:cNvSpPr>
            <a:spLocks noChangeArrowheads="1"/>
          </p:cNvSpPr>
          <p:nvPr/>
        </p:nvSpPr>
        <p:spPr bwMode="auto">
          <a:xfrm>
            <a:off x="8094497" y="1988858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68" name="Rectangle 4"/>
          <p:cNvSpPr>
            <a:spLocks noChangeArrowheads="1"/>
          </p:cNvSpPr>
          <p:nvPr/>
        </p:nvSpPr>
        <p:spPr bwMode="auto">
          <a:xfrm>
            <a:off x="8333384" y="1988858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69" name="TextBox 3"/>
          <p:cNvSpPr txBox="1"/>
          <p:nvPr/>
        </p:nvSpPr>
        <p:spPr>
          <a:xfrm>
            <a:off x="8650986" y="196005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3070" name="Rectangle 4"/>
          <p:cNvSpPr>
            <a:spLocks noChangeArrowheads="1"/>
          </p:cNvSpPr>
          <p:nvPr/>
        </p:nvSpPr>
        <p:spPr bwMode="auto">
          <a:xfrm>
            <a:off x="878255" y="238406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71" name="TextBox 3"/>
          <p:cNvSpPr txBox="1"/>
          <p:nvPr/>
        </p:nvSpPr>
        <p:spPr>
          <a:xfrm>
            <a:off x="827455" y="235526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8471160</a:t>
            </a:r>
            <a:endParaRPr lang="en-US" dirty="0"/>
          </a:p>
        </p:txBody>
      </p:sp>
      <p:sp>
        <p:nvSpPr>
          <p:cNvPr id="13072" name="Rectangle 4"/>
          <p:cNvSpPr>
            <a:spLocks noChangeArrowheads="1"/>
          </p:cNvSpPr>
          <p:nvPr/>
        </p:nvSpPr>
        <p:spPr bwMode="auto">
          <a:xfrm>
            <a:off x="1365758" y="238406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73" name="TextBox 3"/>
          <p:cNvSpPr txBox="1"/>
          <p:nvPr/>
        </p:nvSpPr>
        <p:spPr>
          <a:xfrm>
            <a:off x="1314958" y="2355266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3074" name="TextBox 3"/>
          <p:cNvSpPr txBox="1"/>
          <p:nvPr/>
        </p:nvSpPr>
        <p:spPr>
          <a:xfrm>
            <a:off x="1314958" y="2472715"/>
            <a:ext cx="640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</a:t>
            </a:r>
            <a:endParaRPr lang="en-US" dirty="0"/>
          </a:p>
        </p:txBody>
      </p:sp>
      <p:sp>
        <p:nvSpPr>
          <p:cNvPr id="13075" name="TextBox 3"/>
          <p:cNvSpPr txBox="1"/>
          <p:nvPr/>
        </p:nvSpPr>
        <p:spPr>
          <a:xfrm>
            <a:off x="1314958" y="2590165"/>
            <a:ext cx="742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Laboratories</a:t>
            </a:r>
            <a:endParaRPr lang="en-US" dirty="0"/>
          </a:p>
        </p:txBody>
      </p:sp>
      <p:sp>
        <p:nvSpPr>
          <p:cNvPr id="13076" name="Rectangle 4"/>
          <p:cNvSpPr>
            <a:spLocks noChangeArrowheads="1"/>
          </p:cNvSpPr>
          <p:nvPr/>
        </p:nvSpPr>
        <p:spPr bwMode="auto">
          <a:xfrm>
            <a:off x="2163546" y="238406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77" name="TextBox 3"/>
          <p:cNvSpPr txBox="1"/>
          <p:nvPr/>
        </p:nvSpPr>
        <p:spPr>
          <a:xfrm>
            <a:off x="2112746" y="235526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412521</a:t>
            </a:r>
            <a:endParaRPr lang="en-US" dirty="0"/>
          </a:p>
        </p:txBody>
      </p:sp>
      <p:sp>
        <p:nvSpPr>
          <p:cNvPr id="13078" name="Rectangle 4"/>
          <p:cNvSpPr>
            <a:spLocks noChangeArrowheads="1"/>
          </p:cNvSpPr>
          <p:nvPr/>
        </p:nvSpPr>
        <p:spPr bwMode="auto">
          <a:xfrm>
            <a:off x="2622702" y="238406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79" name="TextBox 3"/>
          <p:cNvSpPr txBox="1"/>
          <p:nvPr/>
        </p:nvSpPr>
        <p:spPr>
          <a:xfrm>
            <a:off x="2571902" y="2355266"/>
            <a:ext cx="8496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 </a:t>
            </a:r>
            <a:endParaRPr lang="en-US" dirty="0"/>
          </a:p>
        </p:txBody>
      </p:sp>
      <p:sp>
        <p:nvSpPr>
          <p:cNvPr id="13080" name="TextBox 3"/>
          <p:cNvSpPr txBox="1"/>
          <p:nvPr/>
        </p:nvSpPr>
        <p:spPr>
          <a:xfrm>
            <a:off x="2571902" y="2472715"/>
            <a:ext cx="1120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 (including </a:t>
            </a:r>
            <a:endParaRPr lang="en-US" dirty="0"/>
          </a:p>
        </p:txBody>
      </p:sp>
      <p:sp>
        <p:nvSpPr>
          <p:cNvPr id="13081" name="TextBox 3"/>
          <p:cNvSpPr txBox="1"/>
          <p:nvPr/>
        </p:nvSpPr>
        <p:spPr>
          <a:xfrm>
            <a:off x="2571902" y="2590165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Mansab)</a:t>
            </a:r>
            <a:endParaRPr lang="en-US" dirty="0"/>
          </a:p>
        </p:txBody>
      </p:sp>
      <p:sp>
        <p:nvSpPr>
          <p:cNvPr id="13082" name="Rectangle 4"/>
          <p:cNvSpPr>
            <a:spLocks noChangeArrowheads="1"/>
          </p:cNvSpPr>
          <p:nvPr/>
        </p:nvSpPr>
        <p:spPr bwMode="auto">
          <a:xfrm>
            <a:off x="3680282" y="238406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83" name="TextBox 3"/>
          <p:cNvSpPr txBox="1"/>
          <p:nvPr/>
        </p:nvSpPr>
        <p:spPr>
          <a:xfrm>
            <a:off x="3629482" y="235526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847.8471160.1.412521.000000.847001.100178</a:t>
            </a:r>
            <a:endParaRPr lang="en-US" dirty="0"/>
          </a:p>
        </p:txBody>
      </p:sp>
      <p:sp>
        <p:nvSpPr>
          <p:cNvPr id="13084" name="Rectangle 4"/>
          <p:cNvSpPr>
            <a:spLocks noChangeArrowheads="1"/>
          </p:cNvSpPr>
          <p:nvPr/>
        </p:nvSpPr>
        <p:spPr bwMode="auto">
          <a:xfrm>
            <a:off x="5918962" y="238406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85" name="TextBox 3"/>
          <p:cNvSpPr txBox="1"/>
          <p:nvPr/>
        </p:nvSpPr>
        <p:spPr>
          <a:xfrm>
            <a:off x="6128715" y="235526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41,181</a:t>
            </a:r>
            <a:endParaRPr lang="en-US" dirty="0"/>
          </a:p>
        </p:txBody>
      </p:sp>
      <p:sp>
        <p:nvSpPr>
          <p:cNvPr id="13086" name="Rectangle 4"/>
          <p:cNvSpPr>
            <a:spLocks noChangeArrowheads="1"/>
          </p:cNvSpPr>
          <p:nvPr/>
        </p:nvSpPr>
        <p:spPr bwMode="auto">
          <a:xfrm>
            <a:off x="6566408" y="238406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87" name="TextBox 3"/>
          <p:cNvSpPr txBox="1"/>
          <p:nvPr/>
        </p:nvSpPr>
        <p:spPr>
          <a:xfrm>
            <a:off x="6776161" y="235526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20,502</a:t>
            </a:r>
            <a:endParaRPr lang="en-US" dirty="0"/>
          </a:p>
        </p:txBody>
      </p:sp>
      <p:sp>
        <p:nvSpPr>
          <p:cNvPr id="13088" name="Rectangle 4"/>
          <p:cNvSpPr>
            <a:spLocks noChangeArrowheads="1"/>
          </p:cNvSpPr>
          <p:nvPr/>
        </p:nvSpPr>
        <p:spPr bwMode="auto">
          <a:xfrm>
            <a:off x="7213854" y="238406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89" name="TextBox 3"/>
          <p:cNvSpPr txBox="1"/>
          <p:nvPr/>
        </p:nvSpPr>
        <p:spPr>
          <a:xfrm>
            <a:off x="7423607" y="235526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20,502</a:t>
            </a:r>
            <a:endParaRPr lang="en-US" dirty="0"/>
          </a:p>
        </p:txBody>
      </p:sp>
      <p:sp>
        <p:nvSpPr>
          <p:cNvPr id="13090" name="Rectangle 4"/>
          <p:cNvSpPr>
            <a:spLocks noChangeArrowheads="1"/>
          </p:cNvSpPr>
          <p:nvPr/>
        </p:nvSpPr>
        <p:spPr bwMode="auto">
          <a:xfrm>
            <a:off x="7861300" y="238406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91" name="Rectangle 4"/>
          <p:cNvSpPr>
            <a:spLocks noChangeArrowheads="1"/>
          </p:cNvSpPr>
          <p:nvPr/>
        </p:nvSpPr>
        <p:spPr bwMode="auto">
          <a:xfrm>
            <a:off x="8094497" y="238406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92" name="Rectangle 4"/>
          <p:cNvSpPr>
            <a:spLocks noChangeArrowheads="1"/>
          </p:cNvSpPr>
          <p:nvPr/>
        </p:nvSpPr>
        <p:spPr bwMode="auto">
          <a:xfrm>
            <a:off x="8333384" y="238406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93" name="TextBox 3"/>
          <p:cNvSpPr txBox="1"/>
          <p:nvPr/>
        </p:nvSpPr>
        <p:spPr>
          <a:xfrm>
            <a:off x="8650986" y="235526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3094" name="Rectangle 4"/>
          <p:cNvSpPr>
            <a:spLocks noChangeArrowheads="1"/>
          </p:cNvSpPr>
          <p:nvPr/>
        </p:nvSpPr>
        <p:spPr bwMode="auto">
          <a:xfrm>
            <a:off x="878255" y="2779280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95" name="TextBox 3"/>
          <p:cNvSpPr txBox="1"/>
          <p:nvPr/>
        </p:nvSpPr>
        <p:spPr>
          <a:xfrm>
            <a:off x="827455" y="275047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8471160</a:t>
            </a:r>
            <a:endParaRPr lang="en-US" dirty="0"/>
          </a:p>
        </p:txBody>
      </p:sp>
      <p:sp>
        <p:nvSpPr>
          <p:cNvPr id="13096" name="Rectangle 4"/>
          <p:cNvSpPr>
            <a:spLocks noChangeArrowheads="1"/>
          </p:cNvSpPr>
          <p:nvPr/>
        </p:nvSpPr>
        <p:spPr bwMode="auto">
          <a:xfrm>
            <a:off x="1365758" y="2779280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097" name="TextBox 3"/>
          <p:cNvSpPr txBox="1"/>
          <p:nvPr/>
        </p:nvSpPr>
        <p:spPr>
          <a:xfrm>
            <a:off x="1314958" y="2750477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3098" name="TextBox 3"/>
          <p:cNvSpPr txBox="1"/>
          <p:nvPr/>
        </p:nvSpPr>
        <p:spPr>
          <a:xfrm>
            <a:off x="1314958" y="2867927"/>
            <a:ext cx="640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</a:t>
            </a:r>
            <a:endParaRPr lang="en-US" dirty="0"/>
          </a:p>
        </p:txBody>
      </p:sp>
      <p:sp>
        <p:nvSpPr>
          <p:cNvPr id="13099" name="TextBox 3"/>
          <p:cNvSpPr txBox="1"/>
          <p:nvPr/>
        </p:nvSpPr>
        <p:spPr>
          <a:xfrm>
            <a:off x="1314958" y="2985376"/>
            <a:ext cx="742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Laboratories</a:t>
            </a:r>
            <a:endParaRPr lang="en-US" dirty="0"/>
          </a:p>
        </p:txBody>
      </p:sp>
      <p:sp>
        <p:nvSpPr>
          <p:cNvPr id="13100" name="Rectangle 4"/>
          <p:cNvSpPr>
            <a:spLocks noChangeArrowheads="1"/>
          </p:cNvSpPr>
          <p:nvPr/>
        </p:nvSpPr>
        <p:spPr bwMode="auto">
          <a:xfrm>
            <a:off x="2163546" y="2779280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01" name="TextBox 3"/>
          <p:cNvSpPr txBox="1"/>
          <p:nvPr/>
        </p:nvSpPr>
        <p:spPr>
          <a:xfrm>
            <a:off x="2112746" y="275047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13102" name="Rectangle 4"/>
          <p:cNvSpPr>
            <a:spLocks noChangeArrowheads="1"/>
          </p:cNvSpPr>
          <p:nvPr/>
        </p:nvSpPr>
        <p:spPr bwMode="auto">
          <a:xfrm>
            <a:off x="2622702" y="2779280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03" name="TextBox 3"/>
          <p:cNvSpPr txBox="1"/>
          <p:nvPr/>
        </p:nvSpPr>
        <p:spPr>
          <a:xfrm>
            <a:off x="2571902" y="2750477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13104" name="TextBox 3"/>
          <p:cNvSpPr txBox="1"/>
          <p:nvPr/>
        </p:nvSpPr>
        <p:spPr>
          <a:xfrm>
            <a:off x="2571902" y="2867927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13105" name="Rectangle 4"/>
          <p:cNvSpPr>
            <a:spLocks noChangeArrowheads="1"/>
          </p:cNvSpPr>
          <p:nvPr/>
        </p:nvSpPr>
        <p:spPr bwMode="auto">
          <a:xfrm>
            <a:off x="3680282" y="2779280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06" name="TextBox 3"/>
          <p:cNvSpPr txBox="1"/>
          <p:nvPr/>
        </p:nvSpPr>
        <p:spPr>
          <a:xfrm>
            <a:off x="3629482" y="275047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847.8471160.1.412534.000000.847001.100178</a:t>
            </a:r>
            <a:endParaRPr lang="en-US" dirty="0"/>
          </a:p>
        </p:txBody>
      </p:sp>
      <p:sp>
        <p:nvSpPr>
          <p:cNvPr id="13107" name="Rectangle 4"/>
          <p:cNvSpPr>
            <a:spLocks noChangeArrowheads="1"/>
          </p:cNvSpPr>
          <p:nvPr/>
        </p:nvSpPr>
        <p:spPr bwMode="auto">
          <a:xfrm>
            <a:off x="5918962" y="277928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08" name="TextBox 3"/>
          <p:cNvSpPr txBox="1"/>
          <p:nvPr/>
        </p:nvSpPr>
        <p:spPr>
          <a:xfrm>
            <a:off x="6382918" y="275047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3109" name="Rectangle 4"/>
          <p:cNvSpPr>
            <a:spLocks noChangeArrowheads="1"/>
          </p:cNvSpPr>
          <p:nvPr/>
        </p:nvSpPr>
        <p:spPr bwMode="auto">
          <a:xfrm>
            <a:off x="6566408" y="277928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10" name="TextBox 3"/>
          <p:cNvSpPr txBox="1"/>
          <p:nvPr/>
        </p:nvSpPr>
        <p:spPr>
          <a:xfrm>
            <a:off x="6719671" y="275047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185,012</a:t>
            </a:r>
            <a:endParaRPr lang="en-US" dirty="0"/>
          </a:p>
        </p:txBody>
      </p:sp>
      <p:sp>
        <p:nvSpPr>
          <p:cNvPr id="13111" name="Rectangle 4"/>
          <p:cNvSpPr>
            <a:spLocks noChangeArrowheads="1"/>
          </p:cNvSpPr>
          <p:nvPr/>
        </p:nvSpPr>
        <p:spPr bwMode="auto">
          <a:xfrm>
            <a:off x="7213854" y="277928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12" name="TextBox 3"/>
          <p:cNvSpPr txBox="1"/>
          <p:nvPr/>
        </p:nvSpPr>
        <p:spPr>
          <a:xfrm>
            <a:off x="7367118" y="275047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183,973</a:t>
            </a:r>
            <a:endParaRPr lang="en-US" dirty="0"/>
          </a:p>
        </p:txBody>
      </p:sp>
      <p:sp>
        <p:nvSpPr>
          <p:cNvPr id="13113" name="Rectangle 4"/>
          <p:cNvSpPr>
            <a:spLocks noChangeArrowheads="1"/>
          </p:cNvSpPr>
          <p:nvPr/>
        </p:nvSpPr>
        <p:spPr bwMode="auto">
          <a:xfrm>
            <a:off x="7861300" y="2779280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14" name="Rectangle 4"/>
          <p:cNvSpPr>
            <a:spLocks noChangeArrowheads="1"/>
          </p:cNvSpPr>
          <p:nvPr/>
        </p:nvSpPr>
        <p:spPr bwMode="auto">
          <a:xfrm>
            <a:off x="8094497" y="2779280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15" name="Rectangle 4"/>
          <p:cNvSpPr>
            <a:spLocks noChangeArrowheads="1"/>
          </p:cNvSpPr>
          <p:nvPr/>
        </p:nvSpPr>
        <p:spPr bwMode="auto">
          <a:xfrm>
            <a:off x="8333384" y="2779280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16" name="TextBox 3"/>
          <p:cNvSpPr txBox="1"/>
          <p:nvPr/>
        </p:nvSpPr>
        <p:spPr>
          <a:xfrm>
            <a:off x="8453272" y="2750477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1,039</a:t>
            </a:r>
            <a:endParaRPr lang="en-US" dirty="0"/>
          </a:p>
        </p:txBody>
      </p:sp>
      <p:sp>
        <p:nvSpPr>
          <p:cNvPr id="13117" name="Rectangle 4"/>
          <p:cNvSpPr>
            <a:spLocks noChangeArrowheads="1"/>
          </p:cNvSpPr>
          <p:nvPr/>
        </p:nvSpPr>
        <p:spPr bwMode="auto">
          <a:xfrm>
            <a:off x="878255" y="3174492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18" name="TextBox 3"/>
          <p:cNvSpPr txBox="1"/>
          <p:nvPr/>
        </p:nvSpPr>
        <p:spPr>
          <a:xfrm>
            <a:off x="827455" y="314568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8471160</a:t>
            </a:r>
            <a:endParaRPr lang="en-US" dirty="0"/>
          </a:p>
        </p:txBody>
      </p:sp>
      <p:sp>
        <p:nvSpPr>
          <p:cNvPr id="13119" name="Rectangle 4"/>
          <p:cNvSpPr>
            <a:spLocks noChangeArrowheads="1"/>
          </p:cNvSpPr>
          <p:nvPr/>
        </p:nvSpPr>
        <p:spPr bwMode="auto">
          <a:xfrm>
            <a:off x="1365758" y="3174492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20" name="TextBox 3"/>
          <p:cNvSpPr txBox="1"/>
          <p:nvPr/>
        </p:nvSpPr>
        <p:spPr>
          <a:xfrm>
            <a:off x="1314958" y="3145688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3121" name="TextBox 3"/>
          <p:cNvSpPr txBox="1"/>
          <p:nvPr/>
        </p:nvSpPr>
        <p:spPr>
          <a:xfrm>
            <a:off x="1314958" y="3263138"/>
            <a:ext cx="640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</a:t>
            </a:r>
            <a:endParaRPr lang="en-US" dirty="0"/>
          </a:p>
        </p:txBody>
      </p:sp>
      <p:sp>
        <p:nvSpPr>
          <p:cNvPr id="13122" name="TextBox 3"/>
          <p:cNvSpPr txBox="1"/>
          <p:nvPr/>
        </p:nvSpPr>
        <p:spPr>
          <a:xfrm>
            <a:off x="1314958" y="3380587"/>
            <a:ext cx="742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Laboratories</a:t>
            </a:r>
            <a:endParaRPr lang="en-US" dirty="0"/>
          </a:p>
        </p:txBody>
      </p:sp>
      <p:sp>
        <p:nvSpPr>
          <p:cNvPr id="13123" name="Rectangle 4"/>
          <p:cNvSpPr>
            <a:spLocks noChangeArrowheads="1"/>
          </p:cNvSpPr>
          <p:nvPr/>
        </p:nvSpPr>
        <p:spPr bwMode="auto">
          <a:xfrm>
            <a:off x="2163546" y="3174492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24" name="TextBox 3"/>
          <p:cNvSpPr txBox="1"/>
          <p:nvPr/>
        </p:nvSpPr>
        <p:spPr>
          <a:xfrm>
            <a:off x="2112746" y="314568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13125" name="Rectangle 4"/>
          <p:cNvSpPr>
            <a:spLocks noChangeArrowheads="1"/>
          </p:cNvSpPr>
          <p:nvPr/>
        </p:nvSpPr>
        <p:spPr bwMode="auto">
          <a:xfrm>
            <a:off x="2622702" y="3174492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26" name="TextBox 3"/>
          <p:cNvSpPr txBox="1"/>
          <p:nvPr/>
        </p:nvSpPr>
        <p:spPr>
          <a:xfrm>
            <a:off x="2571902" y="3145688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13127" name="Rectangle 4"/>
          <p:cNvSpPr>
            <a:spLocks noChangeArrowheads="1"/>
          </p:cNvSpPr>
          <p:nvPr/>
        </p:nvSpPr>
        <p:spPr bwMode="auto">
          <a:xfrm>
            <a:off x="3680282" y="3174492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28" name="TextBox 3"/>
          <p:cNvSpPr txBox="1"/>
          <p:nvPr/>
        </p:nvSpPr>
        <p:spPr>
          <a:xfrm>
            <a:off x="3629482" y="314568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847.8471160.1.412546.000000.847001.100178</a:t>
            </a:r>
            <a:endParaRPr lang="en-US" dirty="0"/>
          </a:p>
        </p:txBody>
      </p:sp>
      <p:sp>
        <p:nvSpPr>
          <p:cNvPr id="13129" name="Rectangle 4"/>
          <p:cNvSpPr>
            <a:spLocks noChangeArrowheads="1"/>
          </p:cNvSpPr>
          <p:nvPr/>
        </p:nvSpPr>
        <p:spPr bwMode="auto">
          <a:xfrm>
            <a:off x="5918962" y="317449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30" name="TextBox 3"/>
          <p:cNvSpPr txBox="1"/>
          <p:nvPr/>
        </p:nvSpPr>
        <p:spPr>
          <a:xfrm>
            <a:off x="6128715" y="314568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37,093</a:t>
            </a:r>
            <a:endParaRPr lang="en-US" dirty="0"/>
          </a:p>
        </p:txBody>
      </p:sp>
      <p:sp>
        <p:nvSpPr>
          <p:cNvPr id="13131" name="Rectangle 4"/>
          <p:cNvSpPr>
            <a:spLocks noChangeArrowheads="1"/>
          </p:cNvSpPr>
          <p:nvPr/>
        </p:nvSpPr>
        <p:spPr bwMode="auto">
          <a:xfrm>
            <a:off x="6566408" y="317449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32" name="TextBox 3"/>
          <p:cNvSpPr txBox="1"/>
          <p:nvPr/>
        </p:nvSpPr>
        <p:spPr>
          <a:xfrm>
            <a:off x="6776161" y="314568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37,093</a:t>
            </a:r>
            <a:endParaRPr lang="en-US" dirty="0"/>
          </a:p>
        </p:txBody>
      </p:sp>
      <p:sp>
        <p:nvSpPr>
          <p:cNvPr id="13133" name="Rectangle 4"/>
          <p:cNvSpPr>
            <a:spLocks noChangeArrowheads="1"/>
          </p:cNvSpPr>
          <p:nvPr/>
        </p:nvSpPr>
        <p:spPr bwMode="auto">
          <a:xfrm>
            <a:off x="7213854" y="317449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34" name="TextBox 3"/>
          <p:cNvSpPr txBox="1"/>
          <p:nvPr/>
        </p:nvSpPr>
        <p:spPr>
          <a:xfrm>
            <a:off x="7423607" y="314568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36,784</a:t>
            </a:r>
            <a:endParaRPr lang="en-US" dirty="0"/>
          </a:p>
        </p:txBody>
      </p:sp>
      <p:sp>
        <p:nvSpPr>
          <p:cNvPr id="13135" name="Rectangle 4"/>
          <p:cNvSpPr>
            <a:spLocks noChangeArrowheads="1"/>
          </p:cNvSpPr>
          <p:nvPr/>
        </p:nvSpPr>
        <p:spPr bwMode="auto">
          <a:xfrm>
            <a:off x="7861300" y="3174492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36" name="Rectangle 4"/>
          <p:cNvSpPr>
            <a:spLocks noChangeArrowheads="1"/>
          </p:cNvSpPr>
          <p:nvPr/>
        </p:nvSpPr>
        <p:spPr bwMode="auto">
          <a:xfrm>
            <a:off x="8094497" y="3174492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37" name="Rectangle 4"/>
          <p:cNvSpPr>
            <a:spLocks noChangeArrowheads="1"/>
          </p:cNvSpPr>
          <p:nvPr/>
        </p:nvSpPr>
        <p:spPr bwMode="auto">
          <a:xfrm>
            <a:off x="8333384" y="3174492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38" name="TextBox 3"/>
          <p:cNvSpPr txBox="1"/>
          <p:nvPr/>
        </p:nvSpPr>
        <p:spPr>
          <a:xfrm>
            <a:off x="8538006" y="3145688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309</a:t>
            </a:r>
            <a:endParaRPr lang="en-US" dirty="0"/>
          </a:p>
        </p:txBody>
      </p:sp>
      <p:sp>
        <p:nvSpPr>
          <p:cNvPr id="13139" name="Rectangle 4"/>
          <p:cNvSpPr>
            <a:spLocks noChangeArrowheads="1"/>
          </p:cNvSpPr>
          <p:nvPr/>
        </p:nvSpPr>
        <p:spPr bwMode="auto">
          <a:xfrm>
            <a:off x="878255" y="356970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40" name="TextBox 3"/>
          <p:cNvSpPr txBox="1"/>
          <p:nvPr/>
        </p:nvSpPr>
        <p:spPr>
          <a:xfrm>
            <a:off x="827455" y="354089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8471160</a:t>
            </a:r>
            <a:endParaRPr lang="en-US" dirty="0"/>
          </a:p>
        </p:txBody>
      </p:sp>
      <p:sp>
        <p:nvSpPr>
          <p:cNvPr id="13141" name="Rectangle 4"/>
          <p:cNvSpPr>
            <a:spLocks noChangeArrowheads="1"/>
          </p:cNvSpPr>
          <p:nvPr/>
        </p:nvSpPr>
        <p:spPr bwMode="auto">
          <a:xfrm>
            <a:off x="1365758" y="356970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42" name="TextBox 3"/>
          <p:cNvSpPr txBox="1"/>
          <p:nvPr/>
        </p:nvSpPr>
        <p:spPr>
          <a:xfrm>
            <a:off x="1314958" y="3540899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3143" name="TextBox 3"/>
          <p:cNvSpPr txBox="1"/>
          <p:nvPr/>
        </p:nvSpPr>
        <p:spPr>
          <a:xfrm>
            <a:off x="1314958" y="3658349"/>
            <a:ext cx="640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</a:t>
            </a:r>
            <a:endParaRPr lang="en-US" dirty="0"/>
          </a:p>
        </p:txBody>
      </p:sp>
      <p:sp>
        <p:nvSpPr>
          <p:cNvPr id="13144" name="TextBox 3"/>
          <p:cNvSpPr txBox="1"/>
          <p:nvPr/>
        </p:nvSpPr>
        <p:spPr>
          <a:xfrm>
            <a:off x="1314958" y="3775799"/>
            <a:ext cx="742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Laboratories</a:t>
            </a:r>
            <a:endParaRPr lang="en-US" dirty="0"/>
          </a:p>
        </p:txBody>
      </p:sp>
      <p:sp>
        <p:nvSpPr>
          <p:cNvPr id="13145" name="Rectangle 4"/>
          <p:cNvSpPr>
            <a:spLocks noChangeArrowheads="1"/>
          </p:cNvSpPr>
          <p:nvPr/>
        </p:nvSpPr>
        <p:spPr bwMode="auto">
          <a:xfrm>
            <a:off x="2163546" y="356970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46" name="TextBox 3"/>
          <p:cNvSpPr txBox="1"/>
          <p:nvPr/>
        </p:nvSpPr>
        <p:spPr>
          <a:xfrm>
            <a:off x="2112746" y="354089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414120</a:t>
            </a:r>
            <a:endParaRPr lang="en-US" dirty="0"/>
          </a:p>
        </p:txBody>
      </p:sp>
      <p:sp>
        <p:nvSpPr>
          <p:cNvPr id="13147" name="Rectangle 4"/>
          <p:cNvSpPr>
            <a:spLocks noChangeArrowheads="1"/>
          </p:cNvSpPr>
          <p:nvPr/>
        </p:nvSpPr>
        <p:spPr bwMode="auto">
          <a:xfrm>
            <a:off x="2622702" y="356970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48" name="TextBox 3"/>
          <p:cNvSpPr txBox="1"/>
          <p:nvPr/>
        </p:nvSpPr>
        <p:spPr>
          <a:xfrm>
            <a:off x="2571902" y="3540899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Gratuity - Non-</a:t>
            </a:r>
            <a:endParaRPr lang="en-US" dirty="0"/>
          </a:p>
        </p:txBody>
      </p:sp>
      <p:sp>
        <p:nvSpPr>
          <p:cNvPr id="13149" name="TextBox 3"/>
          <p:cNvSpPr txBox="1"/>
          <p:nvPr/>
        </p:nvSpPr>
        <p:spPr>
          <a:xfrm>
            <a:off x="2571902" y="3658349"/>
            <a:ext cx="7538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pensionable </a:t>
            </a:r>
            <a:endParaRPr lang="en-US" dirty="0"/>
          </a:p>
        </p:txBody>
      </p:sp>
      <p:sp>
        <p:nvSpPr>
          <p:cNvPr id="13150" name="TextBox 3"/>
          <p:cNvSpPr txBox="1"/>
          <p:nvPr/>
        </p:nvSpPr>
        <p:spPr>
          <a:xfrm>
            <a:off x="2571902" y="3775799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13151" name="Rectangle 4"/>
          <p:cNvSpPr>
            <a:spLocks noChangeArrowheads="1"/>
          </p:cNvSpPr>
          <p:nvPr/>
        </p:nvSpPr>
        <p:spPr bwMode="auto">
          <a:xfrm>
            <a:off x="3680282" y="356970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52" name="TextBox 3"/>
          <p:cNvSpPr txBox="1"/>
          <p:nvPr/>
        </p:nvSpPr>
        <p:spPr>
          <a:xfrm>
            <a:off x="3629482" y="354089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847.8471160.1.414120.000000.847001.100178</a:t>
            </a:r>
            <a:endParaRPr lang="en-US" dirty="0"/>
          </a:p>
        </p:txBody>
      </p:sp>
      <p:sp>
        <p:nvSpPr>
          <p:cNvPr id="13153" name="Rectangle 4"/>
          <p:cNvSpPr>
            <a:spLocks noChangeArrowheads="1"/>
          </p:cNvSpPr>
          <p:nvPr/>
        </p:nvSpPr>
        <p:spPr bwMode="auto">
          <a:xfrm>
            <a:off x="5918962" y="356970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54" name="TextBox 3"/>
          <p:cNvSpPr txBox="1"/>
          <p:nvPr/>
        </p:nvSpPr>
        <p:spPr>
          <a:xfrm>
            <a:off x="6128715" y="354089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31,759</a:t>
            </a:r>
            <a:endParaRPr lang="en-US" dirty="0"/>
          </a:p>
        </p:txBody>
      </p:sp>
      <p:sp>
        <p:nvSpPr>
          <p:cNvPr id="13155" name="Rectangle 4"/>
          <p:cNvSpPr>
            <a:spLocks noChangeArrowheads="1"/>
          </p:cNvSpPr>
          <p:nvPr/>
        </p:nvSpPr>
        <p:spPr bwMode="auto">
          <a:xfrm>
            <a:off x="6566408" y="356970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56" name="TextBox 3"/>
          <p:cNvSpPr txBox="1"/>
          <p:nvPr/>
        </p:nvSpPr>
        <p:spPr>
          <a:xfrm>
            <a:off x="6776161" y="354089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31,759</a:t>
            </a:r>
            <a:endParaRPr lang="en-US" dirty="0"/>
          </a:p>
        </p:txBody>
      </p:sp>
      <p:sp>
        <p:nvSpPr>
          <p:cNvPr id="13157" name="Rectangle 4"/>
          <p:cNvSpPr>
            <a:spLocks noChangeArrowheads="1"/>
          </p:cNvSpPr>
          <p:nvPr/>
        </p:nvSpPr>
        <p:spPr bwMode="auto">
          <a:xfrm>
            <a:off x="7213854" y="356970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58" name="TextBox 3"/>
          <p:cNvSpPr txBox="1"/>
          <p:nvPr/>
        </p:nvSpPr>
        <p:spPr>
          <a:xfrm>
            <a:off x="7423607" y="354089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31,758</a:t>
            </a:r>
            <a:endParaRPr lang="en-US" dirty="0"/>
          </a:p>
        </p:txBody>
      </p:sp>
      <p:sp>
        <p:nvSpPr>
          <p:cNvPr id="13159" name="Rectangle 4"/>
          <p:cNvSpPr>
            <a:spLocks noChangeArrowheads="1"/>
          </p:cNvSpPr>
          <p:nvPr/>
        </p:nvSpPr>
        <p:spPr bwMode="auto">
          <a:xfrm>
            <a:off x="7861300" y="356970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60" name="Rectangle 4"/>
          <p:cNvSpPr>
            <a:spLocks noChangeArrowheads="1"/>
          </p:cNvSpPr>
          <p:nvPr/>
        </p:nvSpPr>
        <p:spPr bwMode="auto">
          <a:xfrm>
            <a:off x="8094497" y="356970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61" name="Rectangle 4"/>
          <p:cNvSpPr>
            <a:spLocks noChangeArrowheads="1"/>
          </p:cNvSpPr>
          <p:nvPr/>
        </p:nvSpPr>
        <p:spPr bwMode="auto">
          <a:xfrm>
            <a:off x="8333384" y="356970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62" name="TextBox 3"/>
          <p:cNvSpPr txBox="1"/>
          <p:nvPr/>
        </p:nvSpPr>
        <p:spPr>
          <a:xfrm>
            <a:off x="8650986" y="354089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3163" name="Rectangle 4"/>
          <p:cNvSpPr>
            <a:spLocks noChangeArrowheads="1"/>
          </p:cNvSpPr>
          <p:nvPr/>
        </p:nvSpPr>
        <p:spPr bwMode="auto">
          <a:xfrm>
            <a:off x="878255" y="3964914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64" name="TextBox 3"/>
          <p:cNvSpPr txBox="1"/>
          <p:nvPr/>
        </p:nvSpPr>
        <p:spPr>
          <a:xfrm>
            <a:off x="827455" y="393611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8471160</a:t>
            </a:r>
            <a:endParaRPr lang="en-US" dirty="0"/>
          </a:p>
        </p:txBody>
      </p:sp>
      <p:sp>
        <p:nvSpPr>
          <p:cNvPr id="13165" name="Rectangle 4"/>
          <p:cNvSpPr>
            <a:spLocks noChangeArrowheads="1"/>
          </p:cNvSpPr>
          <p:nvPr/>
        </p:nvSpPr>
        <p:spPr bwMode="auto">
          <a:xfrm>
            <a:off x="1365758" y="3964914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66" name="TextBox 3"/>
          <p:cNvSpPr txBox="1"/>
          <p:nvPr/>
        </p:nvSpPr>
        <p:spPr>
          <a:xfrm>
            <a:off x="1314958" y="3936110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3167" name="TextBox 3"/>
          <p:cNvSpPr txBox="1"/>
          <p:nvPr/>
        </p:nvSpPr>
        <p:spPr>
          <a:xfrm>
            <a:off x="1314958" y="4053560"/>
            <a:ext cx="640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</a:t>
            </a:r>
            <a:endParaRPr lang="en-US" dirty="0"/>
          </a:p>
        </p:txBody>
      </p:sp>
      <p:sp>
        <p:nvSpPr>
          <p:cNvPr id="13168" name="TextBox 3"/>
          <p:cNvSpPr txBox="1"/>
          <p:nvPr/>
        </p:nvSpPr>
        <p:spPr>
          <a:xfrm>
            <a:off x="1314958" y="4171010"/>
            <a:ext cx="742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Laboratories</a:t>
            </a:r>
            <a:endParaRPr lang="en-US" dirty="0"/>
          </a:p>
        </p:txBody>
      </p:sp>
      <p:sp>
        <p:nvSpPr>
          <p:cNvPr id="13169" name="Rectangle 4"/>
          <p:cNvSpPr>
            <a:spLocks noChangeArrowheads="1"/>
          </p:cNvSpPr>
          <p:nvPr/>
        </p:nvSpPr>
        <p:spPr bwMode="auto">
          <a:xfrm>
            <a:off x="2163546" y="3964914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70" name="TextBox 3"/>
          <p:cNvSpPr txBox="1"/>
          <p:nvPr/>
        </p:nvSpPr>
        <p:spPr>
          <a:xfrm>
            <a:off x="2112746" y="393611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13171" name="Rectangle 4"/>
          <p:cNvSpPr>
            <a:spLocks noChangeArrowheads="1"/>
          </p:cNvSpPr>
          <p:nvPr/>
        </p:nvSpPr>
        <p:spPr bwMode="auto">
          <a:xfrm>
            <a:off x="2622702" y="3964914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72" name="TextBox 3"/>
          <p:cNvSpPr txBox="1"/>
          <p:nvPr/>
        </p:nvSpPr>
        <p:spPr>
          <a:xfrm>
            <a:off x="2571902" y="3936110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13173" name="TextBox 3"/>
          <p:cNvSpPr txBox="1"/>
          <p:nvPr/>
        </p:nvSpPr>
        <p:spPr>
          <a:xfrm>
            <a:off x="2571902" y="4053560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13174" name="Rectangle 4"/>
          <p:cNvSpPr>
            <a:spLocks noChangeArrowheads="1"/>
          </p:cNvSpPr>
          <p:nvPr/>
        </p:nvSpPr>
        <p:spPr bwMode="auto">
          <a:xfrm>
            <a:off x="3680282" y="3964914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75" name="TextBox 3"/>
          <p:cNvSpPr txBox="1"/>
          <p:nvPr/>
        </p:nvSpPr>
        <p:spPr>
          <a:xfrm>
            <a:off x="3629482" y="393611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847.8471160.1.415110.000000.847001.100178</a:t>
            </a:r>
            <a:endParaRPr lang="en-US" dirty="0"/>
          </a:p>
        </p:txBody>
      </p:sp>
      <p:sp>
        <p:nvSpPr>
          <p:cNvPr id="13176" name="Rectangle 4"/>
          <p:cNvSpPr>
            <a:spLocks noChangeArrowheads="1"/>
          </p:cNvSpPr>
          <p:nvPr/>
        </p:nvSpPr>
        <p:spPr bwMode="auto">
          <a:xfrm>
            <a:off x="5918962" y="396491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77" name="TextBox 3"/>
          <p:cNvSpPr txBox="1"/>
          <p:nvPr/>
        </p:nvSpPr>
        <p:spPr>
          <a:xfrm>
            <a:off x="6072225" y="393611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152,132</a:t>
            </a:r>
            <a:endParaRPr lang="en-US" dirty="0"/>
          </a:p>
        </p:txBody>
      </p:sp>
      <p:sp>
        <p:nvSpPr>
          <p:cNvPr id="13178" name="Rectangle 4"/>
          <p:cNvSpPr>
            <a:spLocks noChangeArrowheads="1"/>
          </p:cNvSpPr>
          <p:nvPr/>
        </p:nvSpPr>
        <p:spPr bwMode="auto">
          <a:xfrm>
            <a:off x="6566408" y="396491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79" name="TextBox 3"/>
          <p:cNvSpPr txBox="1"/>
          <p:nvPr/>
        </p:nvSpPr>
        <p:spPr>
          <a:xfrm>
            <a:off x="6719671" y="393611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176,132</a:t>
            </a:r>
            <a:endParaRPr lang="en-US" dirty="0"/>
          </a:p>
        </p:txBody>
      </p:sp>
      <p:sp>
        <p:nvSpPr>
          <p:cNvPr id="13180" name="Rectangle 4"/>
          <p:cNvSpPr>
            <a:spLocks noChangeArrowheads="1"/>
          </p:cNvSpPr>
          <p:nvPr/>
        </p:nvSpPr>
        <p:spPr bwMode="auto">
          <a:xfrm>
            <a:off x="7213854" y="396491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81" name="TextBox 3"/>
          <p:cNvSpPr txBox="1"/>
          <p:nvPr/>
        </p:nvSpPr>
        <p:spPr>
          <a:xfrm>
            <a:off x="7367118" y="393611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175,804</a:t>
            </a:r>
            <a:endParaRPr lang="en-US" dirty="0"/>
          </a:p>
        </p:txBody>
      </p:sp>
      <p:sp>
        <p:nvSpPr>
          <p:cNvPr id="13182" name="Rectangle 4"/>
          <p:cNvSpPr>
            <a:spLocks noChangeArrowheads="1"/>
          </p:cNvSpPr>
          <p:nvPr/>
        </p:nvSpPr>
        <p:spPr bwMode="auto">
          <a:xfrm>
            <a:off x="7861300" y="3964914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83" name="Rectangle 4"/>
          <p:cNvSpPr>
            <a:spLocks noChangeArrowheads="1"/>
          </p:cNvSpPr>
          <p:nvPr/>
        </p:nvSpPr>
        <p:spPr bwMode="auto">
          <a:xfrm>
            <a:off x="8094497" y="3964914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84" name="Rectangle 4"/>
          <p:cNvSpPr>
            <a:spLocks noChangeArrowheads="1"/>
          </p:cNvSpPr>
          <p:nvPr/>
        </p:nvSpPr>
        <p:spPr bwMode="auto">
          <a:xfrm>
            <a:off x="8333384" y="3964914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85" name="TextBox 3"/>
          <p:cNvSpPr txBox="1"/>
          <p:nvPr/>
        </p:nvSpPr>
        <p:spPr>
          <a:xfrm>
            <a:off x="8538006" y="3936110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328</a:t>
            </a:r>
            <a:endParaRPr lang="en-US" dirty="0"/>
          </a:p>
        </p:txBody>
      </p:sp>
      <p:sp>
        <p:nvSpPr>
          <p:cNvPr id="13186" name="Rectangle 4"/>
          <p:cNvSpPr>
            <a:spLocks noChangeArrowheads="1"/>
          </p:cNvSpPr>
          <p:nvPr/>
        </p:nvSpPr>
        <p:spPr bwMode="auto">
          <a:xfrm>
            <a:off x="878255" y="4360125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87" name="TextBox 3"/>
          <p:cNvSpPr txBox="1"/>
          <p:nvPr/>
        </p:nvSpPr>
        <p:spPr>
          <a:xfrm>
            <a:off x="827455" y="433132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8471160</a:t>
            </a:r>
            <a:endParaRPr lang="en-US" dirty="0"/>
          </a:p>
        </p:txBody>
      </p:sp>
      <p:sp>
        <p:nvSpPr>
          <p:cNvPr id="13188" name="Rectangle 4"/>
          <p:cNvSpPr>
            <a:spLocks noChangeArrowheads="1"/>
          </p:cNvSpPr>
          <p:nvPr/>
        </p:nvSpPr>
        <p:spPr bwMode="auto">
          <a:xfrm>
            <a:off x="1365758" y="4360125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89" name="TextBox 3"/>
          <p:cNvSpPr txBox="1"/>
          <p:nvPr/>
        </p:nvSpPr>
        <p:spPr>
          <a:xfrm>
            <a:off x="1314958" y="4331322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3190" name="TextBox 3"/>
          <p:cNvSpPr txBox="1"/>
          <p:nvPr/>
        </p:nvSpPr>
        <p:spPr>
          <a:xfrm>
            <a:off x="1314958" y="4448772"/>
            <a:ext cx="640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</a:t>
            </a:r>
            <a:endParaRPr lang="en-US" dirty="0"/>
          </a:p>
        </p:txBody>
      </p:sp>
      <p:sp>
        <p:nvSpPr>
          <p:cNvPr id="13191" name="TextBox 3"/>
          <p:cNvSpPr txBox="1"/>
          <p:nvPr/>
        </p:nvSpPr>
        <p:spPr>
          <a:xfrm>
            <a:off x="1314958" y="4566221"/>
            <a:ext cx="742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Laboratories</a:t>
            </a:r>
            <a:endParaRPr lang="en-US" dirty="0"/>
          </a:p>
        </p:txBody>
      </p:sp>
      <p:sp>
        <p:nvSpPr>
          <p:cNvPr id="13192" name="Rectangle 4"/>
          <p:cNvSpPr>
            <a:spLocks noChangeArrowheads="1"/>
          </p:cNvSpPr>
          <p:nvPr/>
        </p:nvSpPr>
        <p:spPr bwMode="auto">
          <a:xfrm>
            <a:off x="2163546" y="4360125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93" name="TextBox 3"/>
          <p:cNvSpPr txBox="1"/>
          <p:nvPr/>
        </p:nvSpPr>
        <p:spPr>
          <a:xfrm>
            <a:off x="2112746" y="433132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13194" name="Rectangle 4"/>
          <p:cNvSpPr>
            <a:spLocks noChangeArrowheads="1"/>
          </p:cNvSpPr>
          <p:nvPr/>
        </p:nvSpPr>
        <p:spPr bwMode="auto">
          <a:xfrm>
            <a:off x="2622702" y="4360125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95" name="TextBox 3"/>
          <p:cNvSpPr txBox="1"/>
          <p:nvPr/>
        </p:nvSpPr>
        <p:spPr>
          <a:xfrm>
            <a:off x="2571902" y="4331322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13196" name="TextBox 3"/>
          <p:cNvSpPr txBox="1"/>
          <p:nvPr/>
        </p:nvSpPr>
        <p:spPr>
          <a:xfrm>
            <a:off x="2571902" y="4448772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13197" name="Rectangle 4"/>
          <p:cNvSpPr>
            <a:spLocks noChangeArrowheads="1"/>
          </p:cNvSpPr>
          <p:nvPr/>
        </p:nvSpPr>
        <p:spPr bwMode="auto">
          <a:xfrm>
            <a:off x="3680282" y="4360125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198" name="TextBox 3"/>
          <p:cNvSpPr txBox="1"/>
          <p:nvPr/>
        </p:nvSpPr>
        <p:spPr>
          <a:xfrm>
            <a:off x="3629482" y="433132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847.8471160.1.416110.000000.847001.100178</a:t>
            </a:r>
            <a:endParaRPr lang="en-US" dirty="0"/>
          </a:p>
        </p:txBody>
      </p:sp>
      <p:sp>
        <p:nvSpPr>
          <p:cNvPr id="13199" name="Rectangle 4"/>
          <p:cNvSpPr>
            <a:spLocks noChangeArrowheads="1"/>
          </p:cNvSpPr>
          <p:nvPr/>
        </p:nvSpPr>
        <p:spPr bwMode="auto">
          <a:xfrm>
            <a:off x="5918962" y="436012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00" name="TextBox 3"/>
          <p:cNvSpPr txBox="1"/>
          <p:nvPr/>
        </p:nvSpPr>
        <p:spPr>
          <a:xfrm>
            <a:off x="6072225" y="433132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128,985</a:t>
            </a:r>
            <a:endParaRPr lang="en-US" dirty="0"/>
          </a:p>
        </p:txBody>
      </p:sp>
      <p:sp>
        <p:nvSpPr>
          <p:cNvPr id="13201" name="Rectangle 4"/>
          <p:cNvSpPr>
            <a:spLocks noChangeArrowheads="1"/>
          </p:cNvSpPr>
          <p:nvPr/>
        </p:nvSpPr>
        <p:spPr bwMode="auto">
          <a:xfrm>
            <a:off x="6566408" y="436012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02" name="TextBox 3"/>
          <p:cNvSpPr txBox="1"/>
          <p:nvPr/>
        </p:nvSpPr>
        <p:spPr>
          <a:xfrm>
            <a:off x="6719671" y="433132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129,415</a:t>
            </a:r>
            <a:endParaRPr lang="en-US" dirty="0"/>
          </a:p>
        </p:txBody>
      </p:sp>
      <p:sp>
        <p:nvSpPr>
          <p:cNvPr id="13203" name="Rectangle 4"/>
          <p:cNvSpPr>
            <a:spLocks noChangeArrowheads="1"/>
          </p:cNvSpPr>
          <p:nvPr/>
        </p:nvSpPr>
        <p:spPr bwMode="auto">
          <a:xfrm>
            <a:off x="7213854" y="436012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04" name="TextBox 3"/>
          <p:cNvSpPr txBox="1"/>
          <p:nvPr/>
        </p:nvSpPr>
        <p:spPr>
          <a:xfrm>
            <a:off x="7367118" y="433132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129,406</a:t>
            </a:r>
            <a:endParaRPr lang="en-US" dirty="0"/>
          </a:p>
        </p:txBody>
      </p:sp>
      <p:sp>
        <p:nvSpPr>
          <p:cNvPr id="13205" name="Rectangle 4"/>
          <p:cNvSpPr>
            <a:spLocks noChangeArrowheads="1"/>
          </p:cNvSpPr>
          <p:nvPr/>
        </p:nvSpPr>
        <p:spPr bwMode="auto">
          <a:xfrm>
            <a:off x="7861300" y="4360125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06" name="Rectangle 4"/>
          <p:cNvSpPr>
            <a:spLocks noChangeArrowheads="1"/>
          </p:cNvSpPr>
          <p:nvPr/>
        </p:nvSpPr>
        <p:spPr bwMode="auto">
          <a:xfrm>
            <a:off x="8094497" y="4360125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07" name="Rectangle 4"/>
          <p:cNvSpPr>
            <a:spLocks noChangeArrowheads="1"/>
          </p:cNvSpPr>
          <p:nvPr/>
        </p:nvSpPr>
        <p:spPr bwMode="auto">
          <a:xfrm>
            <a:off x="8333384" y="4360125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08" name="TextBox 3"/>
          <p:cNvSpPr txBox="1"/>
          <p:nvPr/>
        </p:nvSpPr>
        <p:spPr>
          <a:xfrm>
            <a:off x="8650986" y="433132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</a:t>
            </a:r>
            <a:endParaRPr lang="en-US" dirty="0"/>
          </a:p>
        </p:txBody>
      </p:sp>
      <p:sp>
        <p:nvSpPr>
          <p:cNvPr id="13209" name="Rectangle 4"/>
          <p:cNvSpPr>
            <a:spLocks noChangeArrowheads="1"/>
          </p:cNvSpPr>
          <p:nvPr/>
        </p:nvSpPr>
        <p:spPr bwMode="auto">
          <a:xfrm>
            <a:off x="878255" y="4755337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10" name="TextBox 3"/>
          <p:cNvSpPr txBox="1"/>
          <p:nvPr/>
        </p:nvSpPr>
        <p:spPr>
          <a:xfrm>
            <a:off x="827455" y="472653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8471160</a:t>
            </a:r>
            <a:endParaRPr lang="en-US" dirty="0"/>
          </a:p>
        </p:txBody>
      </p:sp>
      <p:sp>
        <p:nvSpPr>
          <p:cNvPr id="13211" name="Rectangle 4"/>
          <p:cNvSpPr>
            <a:spLocks noChangeArrowheads="1"/>
          </p:cNvSpPr>
          <p:nvPr/>
        </p:nvSpPr>
        <p:spPr bwMode="auto">
          <a:xfrm>
            <a:off x="1365758" y="4755337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12" name="TextBox 3"/>
          <p:cNvSpPr txBox="1"/>
          <p:nvPr/>
        </p:nvSpPr>
        <p:spPr>
          <a:xfrm>
            <a:off x="1314958" y="472653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3213" name="TextBox 3"/>
          <p:cNvSpPr txBox="1"/>
          <p:nvPr/>
        </p:nvSpPr>
        <p:spPr>
          <a:xfrm>
            <a:off x="1314958" y="4843983"/>
            <a:ext cx="640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</a:t>
            </a:r>
            <a:endParaRPr lang="en-US" dirty="0"/>
          </a:p>
        </p:txBody>
      </p:sp>
      <p:sp>
        <p:nvSpPr>
          <p:cNvPr id="13214" name="TextBox 3"/>
          <p:cNvSpPr txBox="1"/>
          <p:nvPr/>
        </p:nvSpPr>
        <p:spPr>
          <a:xfrm>
            <a:off x="1314958" y="4961433"/>
            <a:ext cx="742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Laboratories</a:t>
            </a:r>
            <a:endParaRPr lang="en-US" dirty="0"/>
          </a:p>
        </p:txBody>
      </p:sp>
      <p:sp>
        <p:nvSpPr>
          <p:cNvPr id="13215" name="Rectangle 4"/>
          <p:cNvSpPr>
            <a:spLocks noChangeArrowheads="1"/>
          </p:cNvSpPr>
          <p:nvPr/>
        </p:nvSpPr>
        <p:spPr bwMode="auto">
          <a:xfrm>
            <a:off x="2163546" y="4755337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16" name="TextBox 3"/>
          <p:cNvSpPr txBox="1"/>
          <p:nvPr/>
        </p:nvSpPr>
        <p:spPr>
          <a:xfrm>
            <a:off x="2112746" y="472653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13217" name="Rectangle 4"/>
          <p:cNvSpPr>
            <a:spLocks noChangeArrowheads="1"/>
          </p:cNvSpPr>
          <p:nvPr/>
        </p:nvSpPr>
        <p:spPr bwMode="auto">
          <a:xfrm>
            <a:off x="2622702" y="4755337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18" name="TextBox 3"/>
          <p:cNvSpPr txBox="1"/>
          <p:nvPr/>
        </p:nvSpPr>
        <p:spPr>
          <a:xfrm>
            <a:off x="2571902" y="4726533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13219" name="TextBox 3"/>
          <p:cNvSpPr txBox="1"/>
          <p:nvPr/>
        </p:nvSpPr>
        <p:spPr>
          <a:xfrm>
            <a:off x="2571902" y="4843983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13220" name="Rectangle 4"/>
          <p:cNvSpPr>
            <a:spLocks noChangeArrowheads="1"/>
          </p:cNvSpPr>
          <p:nvPr/>
        </p:nvSpPr>
        <p:spPr bwMode="auto">
          <a:xfrm>
            <a:off x="3680282" y="4755337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21" name="TextBox 3"/>
          <p:cNvSpPr txBox="1"/>
          <p:nvPr/>
        </p:nvSpPr>
        <p:spPr>
          <a:xfrm>
            <a:off x="3629482" y="472653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847.8471160.1.416310.000000.847001.100178</a:t>
            </a:r>
            <a:endParaRPr lang="en-US" dirty="0"/>
          </a:p>
        </p:txBody>
      </p:sp>
      <p:sp>
        <p:nvSpPr>
          <p:cNvPr id="13222" name="Rectangle 4"/>
          <p:cNvSpPr>
            <a:spLocks noChangeArrowheads="1"/>
          </p:cNvSpPr>
          <p:nvPr/>
        </p:nvSpPr>
        <p:spPr bwMode="auto">
          <a:xfrm>
            <a:off x="5918962" y="475533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23" name="TextBox 3"/>
          <p:cNvSpPr txBox="1"/>
          <p:nvPr/>
        </p:nvSpPr>
        <p:spPr>
          <a:xfrm>
            <a:off x="6072225" y="472653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221,277</a:t>
            </a:r>
            <a:endParaRPr lang="en-US" dirty="0"/>
          </a:p>
        </p:txBody>
      </p:sp>
      <p:sp>
        <p:nvSpPr>
          <p:cNvPr id="13224" name="Rectangle 4"/>
          <p:cNvSpPr>
            <a:spLocks noChangeArrowheads="1"/>
          </p:cNvSpPr>
          <p:nvPr/>
        </p:nvSpPr>
        <p:spPr bwMode="auto">
          <a:xfrm>
            <a:off x="6566408" y="475533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25" name="TextBox 3"/>
          <p:cNvSpPr txBox="1"/>
          <p:nvPr/>
        </p:nvSpPr>
        <p:spPr>
          <a:xfrm>
            <a:off x="6719671" y="472653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107,277</a:t>
            </a:r>
            <a:endParaRPr lang="en-US" dirty="0"/>
          </a:p>
        </p:txBody>
      </p:sp>
      <p:sp>
        <p:nvSpPr>
          <p:cNvPr id="13226" name="Rectangle 4"/>
          <p:cNvSpPr>
            <a:spLocks noChangeArrowheads="1"/>
          </p:cNvSpPr>
          <p:nvPr/>
        </p:nvSpPr>
        <p:spPr bwMode="auto">
          <a:xfrm>
            <a:off x="7213854" y="475533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27" name="TextBox 3"/>
          <p:cNvSpPr txBox="1"/>
          <p:nvPr/>
        </p:nvSpPr>
        <p:spPr>
          <a:xfrm>
            <a:off x="7367118" y="472653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107,217</a:t>
            </a:r>
            <a:endParaRPr lang="en-US" dirty="0"/>
          </a:p>
        </p:txBody>
      </p:sp>
      <p:sp>
        <p:nvSpPr>
          <p:cNvPr id="13228" name="Rectangle 4"/>
          <p:cNvSpPr>
            <a:spLocks noChangeArrowheads="1"/>
          </p:cNvSpPr>
          <p:nvPr/>
        </p:nvSpPr>
        <p:spPr bwMode="auto">
          <a:xfrm>
            <a:off x="7861300" y="4755337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29" name="Rectangle 4"/>
          <p:cNvSpPr>
            <a:spLocks noChangeArrowheads="1"/>
          </p:cNvSpPr>
          <p:nvPr/>
        </p:nvSpPr>
        <p:spPr bwMode="auto">
          <a:xfrm>
            <a:off x="8094497" y="4755337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30" name="Rectangle 4"/>
          <p:cNvSpPr>
            <a:spLocks noChangeArrowheads="1"/>
          </p:cNvSpPr>
          <p:nvPr/>
        </p:nvSpPr>
        <p:spPr bwMode="auto">
          <a:xfrm>
            <a:off x="8333384" y="4755337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31" name="TextBox 3"/>
          <p:cNvSpPr txBox="1"/>
          <p:nvPr/>
        </p:nvSpPr>
        <p:spPr>
          <a:xfrm>
            <a:off x="8594496" y="4726533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60</a:t>
            </a:r>
            <a:endParaRPr lang="en-US" dirty="0"/>
          </a:p>
        </p:txBody>
      </p:sp>
      <p:sp>
        <p:nvSpPr>
          <p:cNvPr id="13232" name="Rectangle 4"/>
          <p:cNvSpPr>
            <a:spLocks noChangeArrowheads="1"/>
          </p:cNvSpPr>
          <p:nvPr/>
        </p:nvSpPr>
        <p:spPr bwMode="auto">
          <a:xfrm>
            <a:off x="878255" y="5150548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233" name="TextBox 3"/>
          <p:cNvSpPr txBox="1"/>
          <p:nvPr/>
        </p:nvSpPr>
        <p:spPr>
          <a:xfrm>
            <a:off x="827455" y="512174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8471160</a:t>
            </a:r>
            <a:endParaRPr lang="en-US" dirty="0"/>
          </a:p>
        </p:txBody>
      </p:sp>
      <p:sp>
        <p:nvSpPr>
          <p:cNvPr id="13234" name="TextBox 3"/>
          <p:cNvSpPr txBox="1"/>
          <p:nvPr/>
        </p:nvSpPr>
        <p:spPr>
          <a:xfrm>
            <a:off x="827455" y="5239194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3235" name="Rectangle 4"/>
          <p:cNvSpPr>
            <a:spLocks noChangeArrowheads="1"/>
          </p:cNvSpPr>
          <p:nvPr/>
        </p:nvSpPr>
        <p:spPr bwMode="auto">
          <a:xfrm>
            <a:off x="1365758" y="5150548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236" name="Rectangle 4"/>
          <p:cNvSpPr>
            <a:spLocks noChangeArrowheads="1"/>
          </p:cNvSpPr>
          <p:nvPr/>
        </p:nvSpPr>
        <p:spPr bwMode="auto">
          <a:xfrm>
            <a:off x="2163546" y="5150548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237" name="Rectangle 4"/>
          <p:cNvSpPr>
            <a:spLocks noChangeArrowheads="1"/>
          </p:cNvSpPr>
          <p:nvPr/>
        </p:nvSpPr>
        <p:spPr bwMode="auto">
          <a:xfrm>
            <a:off x="2622702" y="5150548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238" name="Rectangle 4"/>
          <p:cNvSpPr>
            <a:spLocks noChangeArrowheads="1"/>
          </p:cNvSpPr>
          <p:nvPr/>
        </p:nvSpPr>
        <p:spPr bwMode="auto">
          <a:xfrm>
            <a:off x="3680282" y="5150548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239" name="Rectangle 4"/>
          <p:cNvSpPr>
            <a:spLocks noChangeArrowheads="1"/>
          </p:cNvSpPr>
          <p:nvPr/>
        </p:nvSpPr>
        <p:spPr bwMode="auto">
          <a:xfrm>
            <a:off x="5918962" y="5150548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240" name="TextBox 3"/>
          <p:cNvSpPr txBox="1"/>
          <p:nvPr/>
        </p:nvSpPr>
        <p:spPr>
          <a:xfrm>
            <a:off x="5987491" y="512174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5,874,371</a:t>
            </a:r>
            <a:endParaRPr lang="en-US" dirty="0"/>
          </a:p>
        </p:txBody>
      </p:sp>
      <p:sp>
        <p:nvSpPr>
          <p:cNvPr id="13241" name="Rectangle 4"/>
          <p:cNvSpPr>
            <a:spLocks noChangeArrowheads="1"/>
          </p:cNvSpPr>
          <p:nvPr/>
        </p:nvSpPr>
        <p:spPr bwMode="auto">
          <a:xfrm>
            <a:off x="6566408" y="5150548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242" name="TextBox 3"/>
          <p:cNvSpPr txBox="1"/>
          <p:nvPr/>
        </p:nvSpPr>
        <p:spPr>
          <a:xfrm>
            <a:off x="6634937" y="512174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6,000,508</a:t>
            </a:r>
            <a:endParaRPr lang="en-US" dirty="0"/>
          </a:p>
        </p:txBody>
      </p:sp>
      <p:sp>
        <p:nvSpPr>
          <p:cNvPr id="13243" name="Rectangle 4"/>
          <p:cNvSpPr>
            <a:spLocks noChangeArrowheads="1"/>
          </p:cNvSpPr>
          <p:nvPr/>
        </p:nvSpPr>
        <p:spPr bwMode="auto">
          <a:xfrm>
            <a:off x="7213854" y="5150548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244" name="TextBox 3"/>
          <p:cNvSpPr txBox="1"/>
          <p:nvPr/>
        </p:nvSpPr>
        <p:spPr>
          <a:xfrm>
            <a:off x="7282383" y="512174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5,998,762</a:t>
            </a:r>
            <a:endParaRPr lang="en-US" dirty="0"/>
          </a:p>
        </p:txBody>
      </p:sp>
      <p:sp>
        <p:nvSpPr>
          <p:cNvPr id="13245" name="Rectangle 4"/>
          <p:cNvSpPr>
            <a:spLocks noChangeArrowheads="1"/>
          </p:cNvSpPr>
          <p:nvPr/>
        </p:nvSpPr>
        <p:spPr bwMode="auto">
          <a:xfrm>
            <a:off x="7861300" y="5150548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246" name="Rectangle 4"/>
          <p:cNvSpPr>
            <a:spLocks noChangeArrowheads="1"/>
          </p:cNvSpPr>
          <p:nvPr/>
        </p:nvSpPr>
        <p:spPr bwMode="auto">
          <a:xfrm>
            <a:off x="8094497" y="5150548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247" name="Rectangle 4"/>
          <p:cNvSpPr>
            <a:spLocks noChangeArrowheads="1"/>
          </p:cNvSpPr>
          <p:nvPr/>
        </p:nvSpPr>
        <p:spPr bwMode="auto">
          <a:xfrm>
            <a:off x="8333384" y="5150548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248" name="TextBox 3"/>
          <p:cNvSpPr txBox="1"/>
          <p:nvPr/>
        </p:nvSpPr>
        <p:spPr>
          <a:xfrm>
            <a:off x="8453272" y="5121745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1,746</a:t>
            </a:r>
            <a:endParaRPr lang="en-US" dirty="0"/>
          </a:p>
        </p:txBody>
      </p:sp>
      <p:sp>
        <p:nvSpPr>
          <p:cNvPr id="13249" name="Rectangle 4"/>
          <p:cNvSpPr>
            <a:spLocks noChangeArrowheads="1"/>
          </p:cNvSpPr>
          <p:nvPr/>
        </p:nvSpPr>
        <p:spPr bwMode="auto">
          <a:xfrm>
            <a:off x="878255" y="5428310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50" name="TextBox 3"/>
          <p:cNvSpPr txBox="1"/>
          <p:nvPr/>
        </p:nvSpPr>
        <p:spPr>
          <a:xfrm>
            <a:off x="827455" y="539950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8471170</a:t>
            </a:r>
            <a:endParaRPr lang="en-US" dirty="0"/>
          </a:p>
        </p:txBody>
      </p:sp>
      <p:sp>
        <p:nvSpPr>
          <p:cNvPr id="13251" name="Rectangle 4"/>
          <p:cNvSpPr>
            <a:spLocks noChangeArrowheads="1"/>
          </p:cNvSpPr>
          <p:nvPr/>
        </p:nvSpPr>
        <p:spPr bwMode="auto">
          <a:xfrm>
            <a:off x="1365758" y="5428310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52" name="TextBox 3"/>
          <p:cNvSpPr txBox="1"/>
          <p:nvPr/>
        </p:nvSpPr>
        <p:spPr>
          <a:xfrm>
            <a:off x="1314958" y="5399506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3253" name="TextBox 3"/>
          <p:cNvSpPr txBox="1"/>
          <p:nvPr/>
        </p:nvSpPr>
        <p:spPr>
          <a:xfrm>
            <a:off x="1314958" y="5516956"/>
            <a:ext cx="640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</a:t>
            </a:r>
            <a:endParaRPr lang="en-US" dirty="0"/>
          </a:p>
        </p:txBody>
      </p:sp>
      <p:sp>
        <p:nvSpPr>
          <p:cNvPr id="13254" name="TextBox 3"/>
          <p:cNvSpPr txBox="1"/>
          <p:nvPr/>
        </p:nvSpPr>
        <p:spPr>
          <a:xfrm>
            <a:off x="1314958" y="5634405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Computing</a:t>
            </a:r>
            <a:endParaRPr lang="en-US" dirty="0"/>
          </a:p>
        </p:txBody>
      </p:sp>
      <p:sp>
        <p:nvSpPr>
          <p:cNvPr id="13255" name="Rectangle 4"/>
          <p:cNvSpPr>
            <a:spLocks noChangeArrowheads="1"/>
          </p:cNvSpPr>
          <p:nvPr/>
        </p:nvSpPr>
        <p:spPr bwMode="auto">
          <a:xfrm>
            <a:off x="2163546" y="5428310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56" name="TextBox 3"/>
          <p:cNvSpPr txBox="1"/>
          <p:nvPr/>
        </p:nvSpPr>
        <p:spPr>
          <a:xfrm>
            <a:off x="2112746" y="539950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13257" name="Rectangle 4"/>
          <p:cNvSpPr>
            <a:spLocks noChangeArrowheads="1"/>
          </p:cNvSpPr>
          <p:nvPr/>
        </p:nvSpPr>
        <p:spPr bwMode="auto">
          <a:xfrm>
            <a:off x="2622702" y="5428310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58" name="TextBox 3"/>
          <p:cNvSpPr txBox="1"/>
          <p:nvPr/>
        </p:nvSpPr>
        <p:spPr>
          <a:xfrm>
            <a:off x="2571902" y="5399506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13259" name="TextBox 3"/>
          <p:cNvSpPr txBox="1"/>
          <p:nvPr/>
        </p:nvSpPr>
        <p:spPr>
          <a:xfrm>
            <a:off x="2571902" y="5516956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13260" name="Rectangle 4"/>
          <p:cNvSpPr>
            <a:spLocks noChangeArrowheads="1"/>
          </p:cNvSpPr>
          <p:nvPr/>
        </p:nvSpPr>
        <p:spPr bwMode="auto">
          <a:xfrm>
            <a:off x="3680282" y="5428310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61" name="TextBox 3"/>
          <p:cNvSpPr txBox="1"/>
          <p:nvPr/>
        </p:nvSpPr>
        <p:spPr>
          <a:xfrm>
            <a:off x="3629482" y="539950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847.8471170.1.412121.000000.847001.100178</a:t>
            </a:r>
            <a:endParaRPr lang="en-US" dirty="0"/>
          </a:p>
        </p:txBody>
      </p:sp>
      <p:sp>
        <p:nvSpPr>
          <p:cNvPr id="13262" name="Rectangle 4"/>
          <p:cNvSpPr>
            <a:spLocks noChangeArrowheads="1"/>
          </p:cNvSpPr>
          <p:nvPr/>
        </p:nvSpPr>
        <p:spPr bwMode="auto">
          <a:xfrm>
            <a:off x="5918962" y="542831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63" name="TextBox 3"/>
          <p:cNvSpPr txBox="1"/>
          <p:nvPr/>
        </p:nvSpPr>
        <p:spPr>
          <a:xfrm>
            <a:off x="5987491" y="539950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1,032,678</a:t>
            </a:r>
            <a:endParaRPr lang="en-US" dirty="0"/>
          </a:p>
        </p:txBody>
      </p:sp>
      <p:sp>
        <p:nvSpPr>
          <p:cNvPr id="13264" name="Rectangle 4"/>
          <p:cNvSpPr>
            <a:spLocks noChangeArrowheads="1"/>
          </p:cNvSpPr>
          <p:nvPr/>
        </p:nvSpPr>
        <p:spPr bwMode="auto">
          <a:xfrm>
            <a:off x="6566408" y="542831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65" name="TextBox 3"/>
          <p:cNvSpPr txBox="1"/>
          <p:nvPr/>
        </p:nvSpPr>
        <p:spPr>
          <a:xfrm>
            <a:off x="6634937" y="539950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1,066,418</a:t>
            </a:r>
            <a:endParaRPr lang="en-US" dirty="0"/>
          </a:p>
        </p:txBody>
      </p:sp>
      <p:sp>
        <p:nvSpPr>
          <p:cNvPr id="13266" name="Rectangle 4"/>
          <p:cNvSpPr>
            <a:spLocks noChangeArrowheads="1"/>
          </p:cNvSpPr>
          <p:nvPr/>
        </p:nvSpPr>
        <p:spPr bwMode="auto">
          <a:xfrm>
            <a:off x="7213854" y="542831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67" name="TextBox 3"/>
          <p:cNvSpPr txBox="1"/>
          <p:nvPr/>
        </p:nvSpPr>
        <p:spPr>
          <a:xfrm>
            <a:off x="7282383" y="539950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1,066,410</a:t>
            </a:r>
            <a:endParaRPr lang="en-US" dirty="0"/>
          </a:p>
        </p:txBody>
      </p:sp>
      <p:sp>
        <p:nvSpPr>
          <p:cNvPr id="13268" name="Rectangle 4"/>
          <p:cNvSpPr>
            <a:spLocks noChangeArrowheads="1"/>
          </p:cNvSpPr>
          <p:nvPr/>
        </p:nvSpPr>
        <p:spPr bwMode="auto">
          <a:xfrm>
            <a:off x="7861300" y="5428310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69" name="Rectangle 4"/>
          <p:cNvSpPr>
            <a:spLocks noChangeArrowheads="1"/>
          </p:cNvSpPr>
          <p:nvPr/>
        </p:nvSpPr>
        <p:spPr bwMode="auto">
          <a:xfrm>
            <a:off x="8094497" y="5428310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70" name="Rectangle 4"/>
          <p:cNvSpPr>
            <a:spLocks noChangeArrowheads="1"/>
          </p:cNvSpPr>
          <p:nvPr/>
        </p:nvSpPr>
        <p:spPr bwMode="auto">
          <a:xfrm>
            <a:off x="8333384" y="5428310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71" name="TextBox 3"/>
          <p:cNvSpPr txBox="1"/>
          <p:nvPr/>
        </p:nvSpPr>
        <p:spPr>
          <a:xfrm>
            <a:off x="8650986" y="539950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</a:t>
            </a:r>
            <a:endParaRPr lang="en-US" dirty="0"/>
          </a:p>
        </p:txBody>
      </p:sp>
      <p:sp>
        <p:nvSpPr>
          <p:cNvPr id="13272" name="Rectangle 4"/>
          <p:cNvSpPr>
            <a:spLocks noChangeArrowheads="1"/>
          </p:cNvSpPr>
          <p:nvPr/>
        </p:nvSpPr>
        <p:spPr bwMode="auto">
          <a:xfrm>
            <a:off x="878255" y="5823522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73" name="TextBox 3"/>
          <p:cNvSpPr txBox="1"/>
          <p:nvPr/>
        </p:nvSpPr>
        <p:spPr>
          <a:xfrm>
            <a:off x="827455" y="579471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8471170</a:t>
            </a:r>
            <a:endParaRPr lang="en-US" dirty="0"/>
          </a:p>
        </p:txBody>
      </p:sp>
      <p:sp>
        <p:nvSpPr>
          <p:cNvPr id="13274" name="Rectangle 4"/>
          <p:cNvSpPr>
            <a:spLocks noChangeArrowheads="1"/>
          </p:cNvSpPr>
          <p:nvPr/>
        </p:nvSpPr>
        <p:spPr bwMode="auto">
          <a:xfrm>
            <a:off x="1365758" y="5823522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75" name="TextBox 3"/>
          <p:cNvSpPr txBox="1"/>
          <p:nvPr/>
        </p:nvSpPr>
        <p:spPr>
          <a:xfrm>
            <a:off x="1314958" y="5794718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3276" name="TextBox 3"/>
          <p:cNvSpPr txBox="1"/>
          <p:nvPr/>
        </p:nvSpPr>
        <p:spPr>
          <a:xfrm>
            <a:off x="1314958" y="5912167"/>
            <a:ext cx="640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</a:t>
            </a:r>
            <a:endParaRPr lang="en-US" dirty="0"/>
          </a:p>
        </p:txBody>
      </p:sp>
      <p:sp>
        <p:nvSpPr>
          <p:cNvPr id="13277" name="TextBox 3"/>
          <p:cNvSpPr txBox="1"/>
          <p:nvPr/>
        </p:nvSpPr>
        <p:spPr>
          <a:xfrm>
            <a:off x="1314958" y="6029616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Computing</a:t>
            </a:r>
            <a:endParaRPr lang="en-US" dirty="0"/>
          </a:p>
        </p:txBody>
      </p:sp>
      <p:sp>
        <p:nvSpPr>
          <p:cNvPr id="13278" name="Rectangle 4"/>
          <p:cNvSpPr>
            <a:spLocks noChangeArrowheads="1"/>
          </p:cNvSpPr>
          <p:nvPr/>
        </p:nvSpPr>
        <p:spPr bwMode="auto">
          <a:xfrm>
            <a:off x="2163546" y="5823522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79" name="TextBox 3"/>
          <p:cNvSpPr txBox="1"/>
          <p:nvPr/>
        </p:nvSpPr>
        <p:spPr>
          <a:xfrm>
            <a:off x="2112746" y="579471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13280" name="Rectangle 4"/>
          <p:cNvSpPr>
            <a:spLocks noChangeArrowheads="1"/>
          </p:cNvSpPr>
          <p:nvPr/>
        </p:nvSpPr>
        <p:spPr bwMode="auto">
          <a:xfrm>
            <a:off x="2622702" y="5823522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81" name="TextBox 3"/>
          <p:cNvSpPr txBox="1"/>
          <p:nvPr/>
        </p:nvSpPr>
        <p:spPr>
          <a:xfrm>
            <a:off x="2571902" y="5794718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13282" name="TextBox 3"/>
          <p:cNvSpPr txBox="1"/>
          <p:nvPr/>
        </p:nvSpPr>
        <p:spPr>
          <a:xfrm>
            <a:off x="2571902" y="5912167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13283" name="TextBox 3"/>
          <p:cNvSpPr txBox="1"/>
          <p:nvPr/>
        </p:nvSpPr>
        <p:spPr>
          <a:xfrm>
            <a:off x="2571902" y="6029616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13284" name="Rectangle 4"/>
          <p:cNvSpPr>
            <a:spLocks noChangeArrowheads="1"/>
          </p:cNvSpPr>
          <p:nvPr/>
        </p:nvSpPr>
        <p:spPr bwMode="auto">
          <a:xfrm>
            <a:off x="3680282" y="5823522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85" name="TextBox 3"/>
          <p:cNvSpPr txBox="1"/>
          <p:nvPr/>
        </p:nvSpPr>
        <p:spPr>
          <a:xfrm>
            <a:off x="3629482" y="579471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847.8471170.1.412125.000000.847001.100178</a:t>
            </a:r>
            <a:endParaRPr lang="en-US" dirty="0"/>
          </a:p>
        </p:txBody>
      </p:sp>
      <p:sp>
        <p:nvSpPr>
          <p:cNvPr id="13286" name="Rectangle 4"/>
          <p:cNvSpPr>
            <a:spLocks noChangeArrowheads="1"/>
          </p:cNvSpPr>
          <p:nvPr/>
        </p:nvSpPr>
        <p:spPr bwMode="auto">
          <a:xfrm>
            <a:off x="5918962" y="582352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87" name="TextBox 3"/>
          <p:cNvSpPr txBox="1"/>
          <p:nvPr/>
        </p:nvSpPr>
        <p:spPr>
          <a:xfrm>
            <a:off x="6072225" y="579471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696,025</a:t>
            </a:r>
            <a:endParaRPr lang="en-US" dirty="0"/>
          </a:p>
        </p:txBody>
      </p:sp>
      <p:sp>
        <p:nvSpPr>
          <p:cNvPr id="13288" name="Rectangle 4"/>
          <p:cNvSpPr>
            <a:spLocks noChangeArrowheads="1"/>
          </p:cNvSpPr>
          <p:nvPr/>
        </p:nvSpPr>
        <p:spPr bwMode="auto">
          <a:xfrm>
            <a:off x="6566408" y="582352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89" name="TextBox 3"/>
          <p:cNvSpPr txBox="1"/>
          <p:nvPr/>
        </p:nvSpPr>
        <p:spPr>
          <a:xfrm>
            <a:off x="6719671" y="579471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875,969</a:t>
            </a:r>
            <a:endParaRPr lang="en-US" dirty="0"/>
          </a:p>
        </p:txBody>
      </p:sp>
      <p:sp>
        <p:nvSpPr>
          <p:cNvPr id="13290" name="Rectangle 4"/>
          <p:cNvSpPr>
            <a:spLocks noChangeArrowheads="1"/>
          </p:cNvSpPr>
          <p:nvPr/>
        </p:nvSpPr>
        <p:spPr bwMode="auto">
          <a:xfrm>
            <a:off x="7213854" y="582352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91" name="TextBox 3"/>
          <p:cNvSpPr txBox="1"/>
          <p:nvPr/>
        </p:nvSpPr>
        <p:spPr>
          <a:xfrm>
            <a:off x="7367118" y="579471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875,961</a:t>
            </a:r>
            <a:endParaRPr lang="en-US" dirty="0"/>
          </a:p>
        </p:txBody>
      </p:sp>
      <p:sp>
        <p:nvSpPr>
          <p:cNvPr id="13292" name="Rectangle 4"/>
          <p:cNvSpPr>
            <a:spLocks noChangeArrowheads="1"/>
          </p:cNvSpPr>
          <p:nvPr/>
        </p:nvSpPr>
        <p:spPr bwMode="auto">
          <a:xfrm>
            <a:off x="7861300" y="5823522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93" name="Rectangle 4"/>
          <p:cNvSpPr>
            <a:spLocks noChangeArrowheads="1"/>
          </p:cNvSpPr>
          <p:nvPr/>
        </p:nvSpPr>
        <p:spPr bwMode="auto">
          <a:xfrm>
            <a:off x="8094497" y="5823522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94" name="Rectangle 4"/>
          <p:cNvSpPr>
            <a:spLocks noChangeArrowheads="1"/>
          </p:cNvSpPr>
          <p:nvPr/>
        </p:nvSpPr>
        <p:spPr bwMode="auto">
          <a:xfrm>
            <a:off x="8333384" y="5823522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95" name="TextBox 3"/>
          <p:cNvSpPr txBox="1"/>
          <p:nvPr/>
        </p:nvSpPr>
        <p:spPr>
          <a:xfrm>
            <a:off x="8650986" y="579471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</a:t>
            </a:r>
            <a:endParaRPr lang="en-US" dirty="0"/>
          </a:p>
        </p:txBody>
      </p:sp>
      <p:sp>
        <p:nvSpPr>
          <p:cNvPr id="13296" name="Rectangle 4"/>
          <p:cNvSpPr>
            <a:spLocks noChangeArrowheads="1"/>
          </p:cNvSpPr>
          <p:nvPr/>
        </p:nvSpPr>
        <p:spPr bwMode="auto">
          <a:xfrm>
            <a:off x="878255" y="621873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97" name="TextBox 3"/>
          <p:cNvSpPr txBox="1"/>
          <p:nvPr/>
        </p:nvSpPr>
        <p:spPr>
          <a:xfrm>
            <a:off x="827455" y="618992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8471170</a:t>
            </a:r>
            <a:endParaRPr lang="en-US" dirty="0"/>
          </a:p>
        </p:txBody>
      </p:sp>
      <p:sp>
        <p:nvSpPr>
          <p:cNvPr id="13298" name="Rectangle 4"/>
          <p:cNvSpPr>
            <a:spLocks noChangeArrowheads="1"/>
          </p:cNvSpPr>
          <p:nvPr/>
        </p:nvSpPr>
        <p:spPr bwMode="auto">
          <a:xfrm>
            <a:off x="1365758" y="621873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299" name="TextBox 3"/>
          <p:cNvSpPr txBox="1"/>
          <p:nvPr/>
        </p:nvSpPr>
        <p:spPr>
          <a:xfrm>
            <a:off x="1314958" y="6189929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3300" name="TextBox 3"/>
          <p:cNvSpPr txBox="1"/>
          <p:nvPr/>
        </p:nvSpPr>
        <p:spPr>
          <a:xfrm>
            <a:off x="1314958" y="6307378"/>
            <a:ext cx="640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</a:t>
            </a:r>
            <a:endParaRPr lang="en-US" dirty="0"/>
          </a:p>
        </p:txBody>
      </p:sp>
      <p:sp>
        <p:nvSpPr>
          <p:cNvPr id="13301" name="TextBox 3"/>
          <p:cNvSpPr txBox="1"/>
          <p:nvPr/>
        </p:nvSpPr>
        <p:spPr>
          <a:xfrm>
            <a:off x="1314958" y="6424828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Computing</a:t>
            </a:r>
            <a:endParaRPr lang="en-US" dirty="0"/>
          </a:p>
        </p:txBody>
      </p:sp>
      <p:sp>
        <p:nvSpPr>
          <p:cNvPr id="13302" name="Rectangle 4"/>
          <p:cNvSpPr>
            <a:spLocks noChangeArrowheads="1"/>
          </p:cNvSpPr>
          <p:nvPr/>
        </p:nvSpPr>
        <p:spPr bwMode="auto">
          <a:xfrm>
            <a:off x="2163546" y="621873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03" name="TextBox 3"/>
          <p:cNvSpPr txBox="1"/>
          <p:nvPr/>
        </p:nvSpPr>
        <p:spPr>
          <a:xfrm>
            <a:off x="2112746" y="618992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13304" name="Rectangle 4"/>
          <p:cNvSpPr>
            <a:spLocks noChangeArrowheads="1"/>
          </p:cNvSpPr>
          <p:nvPr/>
        </p:nvSpPr>
        <p:spPr bwMode="auto">
          <a:xfrm>
            <a:off x="2622702" y="621873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05" name="TextBox 3"/>
          <p:cNvSpPr txBox="1"/>
          <p:nvPr/>
        </p:nvSpPr>
        <p:spPr>
          <a:xfrm>
            <a:off x="2571902" y="6189929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13306" name="TextBox 3"/>
          <p:cNvSpPr txBox="1"/>
          <p:nvPr/>
        </p:nvSpPr>
        <p:spPr>
          <a:xfrm>
            <a:off x="2571902" y="6307378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13307" name="Rectangle 4"/>
          <p:cNvSpPr>
            <a:spLocks noChangeArrowheads="1"/>
          </p:cNvSpPr>
          <p:nvPr/>
        </p:nvSpPr>
        <p:spPr bwMode="auto">
          <a:xfrm>
            <a:off x="3680282" y="621873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08" name="TextBox 3"/>
          <p:cNvSpPr txBox="1"/>
          <p:nvPr/>
        </p:nvSpPr>
        <p:spPr>
          <a:xfrm>
            <a:off x="3629482" y="618992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847.8471170.1.412534.000000.847001.100178</a:t>
            </a:r>
            <a:endParaRPr lang="en-US" dirty="0"/>
          </a:p>
        </p:txBody>
      </p:sp>
      <p:sp>
        <p:nvSpPr>
          <p:cNvPr id="13309" name="Rectangle 4"/>
          <p:cNvSpPr>
            <a:spLocks noChangeArrowheads="1"/>
          </p:cNvSpPr>
          <p:nvPr/>
        </p:nvSpPr>
        <p:spPr bwMode="auto">
          <a:xfrm>
            <a:off x="5918962" y="621873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10" name="TextBox 3"/>
          <p:cNvSpPr txBox="1"/>
          <p:nvPr/>
        </p:nvSpPr>
        <p:spPr>
          <a:xfrm>
            <a:off x="6072225" y="618992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120,000</a:t>
            </a:r>
            <a:endParaRPr lang="en-US" dirty="0"/>
          </a:p>
        </p:txBody>
      </p:sp>
      <p:sp>
        <p:nvSpPr>
          <p:cNvPr id="13311" name="Rectangle 4"/>
          <p:cNvSpPr>
            <a:spLocks noChangeArrowheads="1"/>
          </p:cNvSpPr>
          <p:nvPr/>
        </p:nvSpPr>
        <p:spPr bwMode="auto">
          <a:xfrm>
            <a:off x="6566408" y="621873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12" name="TextBox 3"/>
          <p:cNvSpPr txBox="1"/>
          <p:nvPr/>
        </p:nvSpPr>
        <p:spPr>
          <a:xfrm>
            <a:off x="6776161" y="618992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87,410</a:t>
            </a:r>
            <a:endParaRPr lang="en-US" dirty="0"/>
          </a:p>
        </p:txBody>
      </p:sp>
      <p:sp>
        <p:nvSpPr>
          <p:cNvPr id="13313" name="Rectangle 4"/>
          <p:cNvSpPr>
            <a:spLocks noChangeArrowheads="1"/>
          </p:cNvSpPr>
          <p:nvPr/>
        </p:nvSpPr>
        <p:spPr bwMode="auto">
          <a:xfrm>
            <a:off x="7213854" y="621873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14" name="TextBox 3"/>
          <p:cNvSpPr txBox="1"/>
          <p:nvPr/>
        </p:nvSpPr>
        <p:spPr>
          <a:xfrm>
            <a:off x="7423607" y="618992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86,507</a:t>
            </a:r>
            <a:endParaRPr lang="en-US" dirty="0"/>
          </a:p>
        </p:txBody>
      </p:sp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7861300" y="621873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8094497" y="621873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17" name="Rectangle 4"/>
          <p:cNvSpPr>
            <a:spLocks noChangeArrowheads="1"/>
          </p:cNvSpPr>
          <p:nvPr/>
        </p:nvSpPr>
        <p:spPr bwMode="auto">
          <a:xfrm>
            <a:off x="8333384" y="621873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18" name="TextBox 3"/>
          <p:cNvSpPr txBox="1"/>
          <p:nvPr/>
        </p:nvSpPr>
        <p:spPr>
          <a:xfrm>
            <a:off x="8538006" y="6189929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904</a:t>
            </a:r>
            <a:endParaRPr lang="en-US" dirty="0"/>
          </a:p>
        </p:txBody>
      </p:sp>
      <p:sp>
        <p:nvSpPr>
          <p:cNvPr id="13319" name="Rectangle 4"/>
          <p:cNvSpPr>
            <a:spLocks noChangeArrowheads="1"/>
          </p:cNvSpPr>
          <p:nvPr/>
        </p:nvSpPr>
        <p:spPr bwMode="auto">
          <a:xfrm>
            <a:off x="878255" y="6613944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20" name="TextBox 3"/>
          <p:cNvSpPr txBox="1"/>
          <p:nvPr/>
        </p:nvSpPr>
        <p:spPr>
          <a:xfrm>
            <a:off x="827455" y="658514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8471170</a:t>
            </a:r>
            <a:endParaRPr lang="en-US" dirty="0"/>
          </a:p>
        </p:txBody>
      </p:sp>
      <p:sp>
        <p:nvSpPr>
          <p:cNvPr id="13321" name="Rectangle 4"/>
          <p:cNvSpPr>
            <a:spLocks noChangeArrowheads="1"/>
          </p:cNvSpPr>
          <p:nvPr/>
        </p:nvSpPr>
        <p:spPr bwMode="auto">
          <a:xfrm>
            <a:off x="1365758" y="6613944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22" name="TextBox 3"/>
          <p:cNvSpPr txBox="1"/>
          <p:nvPr/>
        </p:nvSpPr>
        <p:spPr>
          <a:xfrm>
            <a:off x="1314958" y="6585140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3323" name="TextBox 3"/>
          <p:cNvSpPr txBox="1"/>
          <p:nvPr/>
        </p:nvSpPr>
        <p:spPr>
          <a:xfrm>
            <a:off x="1314958" y="6702590"/>
            <a:ext cx="640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</a:t>
            </a:r>
            <a:endParaRPr lang="en-US" dirty="0"/>
          </a:p>
        </p:txBody>
      </p:sp>
      <p:sp>
        <p:nvSpPr>
          <p:cNvPr id="13324" name="TextBox 3"/>
          <p:cNvSpPr txBox="1"/>
          <p:nvPr/>
        </p:nvSpPr>
        <p:spPr>
          <a:xfrm>
            <a:off x="1314958" y="6820039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Computing</a:t>
            </a:r>
            <a:endParaRPr lang="en-US" dirty="0"/>
          </a:p>
        </p:txBody>
      </p:sp>
      <p:sp>
        <p:nvSpPr>
          <p:cNvPr id="13325" name="Rectangle 4"/>
          <p:cNvSpPr>
            <a:spLocks noChangeArrowheads="1"/>
          </p:cNvSpPr>
          <p:nvPr/>
        </p:nvSpPr>
        <p:spPr bwMode="auto">
          <a:xfrm>
            <a:off x="2163546" y="6613944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26" name="TextBox 3"/>
          <p:cNvSpPr txBox="1"/>
          <p:nvPr/>
        </p:nvSpPr>
        <p:spPr>
          <a:xfrm>
            <a:off x="2112746" y="658514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414120</a:t>
            </a:r>
            <a:endParaRPr lang="en-US" dirty="0"/>
          </a:p>
        </p:txBody>
      </p:sp>
      <p:sp>
        <p:nvSpPr>
          <p:cNvPr id="13327" name="Rectangle 4"/>
          <p:cNvSpPr>
            <a:spLocks noChangeArrowheads="1"/>
          </p:cNvSpPr>
          <p:nvPr/>
        </p:nvSpPr>
        <p:spPr bwMode="auto">
          <a:xfrm>
            <a:off x="2622702" y="6613944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28" name="TextBox 3"/>
          <p:cNvSpPr txBox="1"/>
          <p:nvPr/>
        </p:nvSpPr>
        <p:spPr>
          <a:xfrm>
            <a:off x="2571902" y="6585140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Gratuity - Non-</a:t>
            </a:r>
            <a:endParaRPr lang="en-US" dirty="0"/>
          </a:p>
        </p:txBody>
      </p:sp>
      <p:sp>
        <p:nvSpPr>
          <p:cNvPr id="13329" name="TextBox 3"/>
          <p:cNvSpPr txBox="1"/>
          <p:nvPr/>
        </p:nvSpPr>
        <p:spPr>
          <a:xfrm>
            <a:off x="2571902" y="6702590"/>
            <a:ext cx="7538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pensionable </a:t>
            </a:r>
            <a:endParaRPr lang="en-US" dirty="0"/>
          </a:p>
        </p:txBody>
      </p:sp>
      <p:sp>
        <p:nvSpPr>
          <p:cNvPr id="13330" name="TextBox 3"/>
          <p:cNvSpPr txBox="1"/>
          <p:nvPr/>
        </p:nvSpPr>
        <p:spPr>
          <a:xfrm>
            <a:off x="2571902" y="6820039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13331" name="Rectangle 4"/>
          <p:cNvSpPr>
            <a:spLocks noChangeArrowheads="1"/>
          </p:cNvSpPr>
          <p:nvPr/>
        </p:nvSpPr>
        <p:spPr bwMode="auto">
          <a:xfrm>
            <a:off x="3680282" y="6613944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32" name="TextBox 3"/>
          <p:cNvSpPr txBox="1"/>
          <p:nvPr/>
        </p:nvSpPr>
        <p:spPr>
          <a:xfrm>
            <a:off x="3629482" y="658514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847.8471170.1.414120.000000.847001.100178</a:t>
            </a:r>
            <a:endParaRPr lang="en-US" dirty="0"/>
          </a:p>
        </p:txBody>
      </p:sp>
      <p:sp>
        <p:nvSpPr>
          <p:cNvPr id="13333" name="Rectangle 4"/>
          <p:cNvSpPr>
            <a:spLocks noChangeArrowheads="1"/>
          </p:cNvSpPr>
          <p:nvPr/>
        </p:nvSpPr>
        <p:spPr bwMode="auto">
          <a:xfrm>
            <a:off x="5918962" y="661394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34" name="TextBox 3"/>
          <p:cNvSpPr txBox="1"/>
          <p:nvPr/>
        </p:nvSpPr>
        <p:spPr>
          <a:xfrm>
            <a:off x="6072225" y="658514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104,769</a:t>
            </a:r>
            <a:endParaRPr lang="en-US" dirty="0"/>
          </a:p>
        </p:txBody>
      </p:sp>
      <p:sp>
        <p:nvSpPr>
          <p:cNvPr id="13335" name="Rectangle 4"/>
          <p:cNvSpPr>
            <a:spLocks noChangeArrowheads="1"/>
          </p:cNvSpPr>
          <p:nvPr/>
        </p:nvSpPr>
        <p:spPr bwMode="auto">
          <a:xfrm>
            <a:off x="6566408" y="661394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36" name="TextBox 3"/>
          <p:cNvSpPr txBox="1"/>
          <p:nvPr/>
        </p:nvSpPr>
        <p:spPr>
          <a:xfrm>
            <a:off x="6832651" y="6585140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1,769</a:t>
            </a:r>
            <a:endParaRPr lang="en-US" dirty="0"/>
          </a:p>
        </p:txBody>
      </p:sp>
      <p:sp>
        <p:nvSpPr>
          <p:cNvPr id="13337" name="Rectangle 4"/>
          <p:cNvSpPr>
            <a:spLocks noChangeArrowheads="1"/>
          </p:cNvSpPr>
          <p:nvPr/>
        </p:nvSpPr>
        <p:spPr bwMode="auto">
          <a:xfrm>
            <a:off x="7213854" y="661394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38" name="Rectangle 4"/>
          <p:cNvSpPr>
            <a:spLocks noChangeArrowheads="1"/>
          </p:cNvSpPr>
          <p:nvPr/>
        </p:nvSpPr>
        <p:spPr bwMode="auto">
          <a:xfrm>
            <a:off x="7861300" y="6613944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39" name="Rectangle 4"/>
          <p:cNvSpPr>
            <a:spLocks noChangeArrowheads="1"/>
          </p:cNvSpPr>
          <p:nvPr/>
        </p:nvSpPr>
        <p:spPr bwMode="auto">
          <a:xfrm>
            <a:off x="8094497" y="6613944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40" name="Rectangle 4"/>
          <p:cNvSpPr>
            <a:spLocks noChangeArrowheads="1"/>
          </p:cNvSpPr>
          <p:nvPr/>
        </p:nvSpPr>
        <p:spPr bwMode="auto">
          <a:xfrm>
            <a:off x="8333384" y="6613944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41" name="TextBox 3"/>
          <p:cNvSpPr txBox="1"/>
          <p:nvPr/>
        </p:nvSpPr>
        <p:spPr>
          <a:xfrm>
            <a:off x="8453272" y="6585140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1,769</a:t>
            </a:r>
            <a:endParaRPr lang="en-US" dirty="0"/>
          </a:p>
        </p:txBody>
      </p:sp>
      <p:sp>
        <p:nvSpPr>
          <p:cNvPr id="13342" name="Rectangle 4"/>
          <p:cNvSpPr>
            <a:spLocks noChangeArrowheads="1"/>
          </p:cNvSpPr>
          <p:nvPr/>
        </p:nvSpPr>
        <p:spPr bwMode="auto">
          <a:xfrm>
            <a:off x="878255" y="7009155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43" name="TextBox 3"/>
          <p:cNvSpPr txBox="1"/>
          <p:nvPr/>
        </p:nvSpPr>
        <p:spPr>
          <a:xfrm>
            <a:off x="827455" y="698035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8471170</a:t>
            </a:r>
            <a:endParaRPr lang="en-US" dirty="0"/>
          </a:p>
        </p:txBody>
      </p:sp>
      <p:sp>
        <p:nvSpPr>
          <p:cNvPr id="13344" name="Rectangle 4"/>
          <p:cNvSpPr>
            <a:spLocks noChangeArrowheads="1"/>
          </p:cNvSpPr>
          <p:nvPr/>
        </p:nvSpPr>
        <p:spPr bwMode="auto">
          <a:xfrm>
            <a:off x="1365758" y="7009155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45" name="TextBox 3"/>
          <p:cNvSpPr txBox="1"/>
          <p:nvPr/>
        </p:nvSpPr>
        <p:spPr>
          <a:xfrm>
            <a:off x="1314958" y="698035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3346" name="TextBox 3"/>
          <p:cNvSpPr txBox="1"/>
          <p:nvPr/>
        </p:nvSpPr>
        <p:spPr>
          <a:xfrm>
            <a:off x="1314958" y="7097802"/>
            <a:ext cx="640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</a:t>
            </a:r>
            <a:endParaRPr lang="en-US" dirty="0"/>
          </a:p>
        </p:txBody>
      </p:sp>
      <p:sp>
        <p:nvSpPr>
          <p:cNvPr id="13347" name="Rectangle 4"/>
          <p:cNvSpPr>
            <a:spLocks noChangeArrowheads="1"/>
          </p:cNvSpPr>
          <p:nvPr/>
        </p:nvSpPr>
        <p:spPr bwMode="auto">
          <a:xfrm>
            <a:off x="2163546" y="7009155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48" name="TextBox 3"/>
          <p:cNvSpPr txBox="1"/>
          <p:nvPr/>
        </p:nvSpPr>
        <p:spPr>
          <a:xfrm>
            <a:off x="2112746" y="698035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13349" name="Rectangle 4"/>
          <p:cNvSpPr>
            <a:spLocks noChangeArrowheads="1"/>
          </p:cNvSpPr>
          <p:nvPr/>
        </p:nvSpPr>
        <p:spPr bwMode="auto">
          <a:xfrm>
            <a:off x="2622702" y="7009155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50" name="TextBox 3"/>
          <p:cNvSpPr txBox="1"/>
          <p:nvPr/>
        </p:nvSpPr>
        <p:spPr>
          <a:xfrm>
            <a:off x="2571902" y="6980351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13351" name="TextBox 3"/>
          <p:cNvSpPr txBox="1"/>
          <p:nvPr/>
        </p:nvSpPr>
        <p:spPr>
          <a:xfrm>
            <a:off x="2571902" y="7097802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13352" name="Rectangle 4"/>
          <p:cNvSpPr>
            <a:spLocks noChangeArrowheads="1"/>
          </p:cNvSpPr>
          <p:nvPr/>
        </p:nvSpPr>
        <p:spPr bwMode="auto">
          <a:xfrm>
            <a:off x="3680282" y="7009155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53" name="TextBox 3"/>
          <p:cNvSpPr txBox="1"/>
          <p:nvPr/>
        </p:nvSpPr>
        <p:spPr>
          <a:xfrm>
            <a:off x="3629482" y="698035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847.8471170.1.416110.000000.847001.100178</a:t>
            </a:r>
            <a:endParaRPr lang="en-US" dirty="0"/>
          </a:p>
        </p:txBody>
      </p:sp>
      <p:sp>
        <p:nvSpPr>
          <p:cNvPr id="13354" name="Rectangle 4"/>
          <p:cNvSpPr>
            <a:spLocks noChangeArrowheads="1"/>
          </p:cNvSpPr>
          <p:nvPr/>
        </p:nvSpPr>
        <p:spPr bwMode="auto">
          <a:xfrm>
            <a:off x="5918962" y="700915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55" name="TextBox 3"/>
          <p:cNvSpPr txBox="1"/>
          <p:nvPr/>
        </p:nvSpPr>
        <p:spPr>
          <a:xfrm>
            <a:off x="6382918" y="698035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3356" name="Rectangle 4"/>
          <p:cNvSpPr>
            <a:spLocks noChangeArrowheads="1"/>
          </p:cNvSpPr>
          <p:nvPr/>
        </p:nvSpPr>
        <p:spPr bwMode="auto">
          <a:xfrm>
            <a:off x="6566408" y="700915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57" name="TextBox 3"/>
          <p:cNvSpPr txBox="1"/>
          <p:nvPr/>
        </p:nvSpPr>
        <p:spPr>
          <a:xfrm>
            <a:off x="6719671" y="698035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120,000</a:t>
            </a:r>
            <a:endParaRPr lang="en-US" dirty="0"/>
          </a:p>
        </p:txBody>
      </p:sp>
      <p:sp>
        <p:nvSpPr>
          <p:cNvPr id="13358" name="Rectangle 4"/>
          <p:cNvSpPr>
            <a:spLocks noChangeArrowheads="1"/>
          </p:cNvSpPr>
          <p:nvPr/>
        </p:nvSpPr>
        <p:spPr bwMode="auto">
          <a:xfrm>
            <a:off x="7213854" y="700915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59" name="TextBox 3"/>
          <p:cNvSpPr txBox="1"/>
          <p:nvPr/>
        </p:nvSpPr>
        <p:spPr>
          <a:xfrm>
            <a:off x="7367118" y="698035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119,520</a:t>
            </a:r>
            <a:endParaRPr lang="en-US" dirty="0"/>
          </a:p>
        </p:txBody>
      </p:sp>
      <p:sp>
        <p:nvSpPr>
          <p:cNvPr id="13360" name="Rectangle 4"/>
          <p:cNvSpPr>
            <a:spLocks noChangeArrowheads="1"/>
          </p:cNvSpPr>
          <p:nvPr/>
        </p:nvSpPr>
        <p:spPr bwMode="auto">
          <a:xfrm>
            <a:off x="7861300" y="7009155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61" name="Rectangle 4"/>
          <p:cNvSpPr>
            <a:spLocks noChangeArrowheads="1"/>
          </p:cNvSpPr>
          <p:nvPr/>
        </p:nvSpPr>
        <p:spPr bwMode="auto">
          <a:xfrm>
            <a:off x="8094497" y="7009155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62" name="Rectangle 4"/>
          <p:cNvSpPr>
            <a:spLocks noChangeArrowheads="1"/>
          </p:cNvSpPr>
          <p:nvPr/>
        </p:nvSpPr>
        <p:spPr bwMode="auto">
          <a:xfrm>
            <a:off x="8333384" y="7009155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363" name="TextBox 3"/>
          <p:cNvSpPr txBox="1"/>
          <p:nvPr/>
        </p:nvSpPr>
        <p:spPr>
          <a:xfrm>
            <a:off x="8538006" y="6980351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480</a:t>
            </a:r>
            <a:endParaRPr lang="en-US" dirty="0"/>
          </a:p>
        </p:txBody>
      </p:sp>
      <p:sp>
        <p:nvSpPr>
          <p:cNvPr id="13364" name="Rectangle 4"/>
          <p:cNvSpPr>
            <a:spLocks noChangeArrowheads="1"/>
          </p:cNvSpPr>
          <p:nvPr/>
        </p:nvSpPr>
        <p:spPr bwMode="auto">
          <a:xfrm>
            <a:off x="466725" y="920673"/>
            <a:ext cx="6350" cy="6369418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3365" name="Rectangle 4"/>
          <p:cNvSpPr>
            <a:spLocks noChangeArrowheads="1"/>
          </p:cNvSpPr>
          <p:nvPr/>
        </p:nvSpPr>
        <p:spPr bwMode="auto">
          <a:xfrm>
            <a:off x="7213854" y="728215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66" name="Rectangle 4"/>
          <p:cNvSpPr>
            <a:spLocks noChangeArrowheads="1"/>
          </p:cNvSpPr>
          <p:nvPr/>
        </p:nvSpPr>
        <p:spPr bwMode="auto">
          <a:xfrm>
            <a:off x="878255" y="728215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67" name="Rectangle 4"/>
          <p:cNvSpPr>
            <a:spLocks noChangeArrowheads="1"/>
          </p:cNvSpPr>
          <p:nvPr/>
        </p:nvSpPr>
        <p:spPr bwMode="auto">
          <a:xfrm>
            <a:off x="7213854" y="475057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68" name="Rectangle 4"/>
          <p:cNvSpPr>
            <a:spLocks noChangeArrowheads="1"/>
          </p:cNvSpPr>
          <p:nvPr/>
        </p:nvSpPr>
        <p:spPr bwMode="auto">
          <a:xfrm>
            <a:off x="878255" y="475057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69" name="Rectangle 4"/>
          <p:cNvSpPr>
            <a:spLocks noChangeArrowheads="1"/>
          </p:cNvSpPr>
          <p:nvPr/>
        </p:nvSpPr>
        <p:spPr bwMode="auto">
          <a:xfrm>
            <a:off x="7213854" y="396015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70" name="Rectangle 4"/>
          <p:cNvSpPr>
            <a:spLocks noChangeArrowheads="1"/>
          </p:cNvSpPr>
          <p:nvPr/>
        </p:nvSpPr>
        <p:spPr bwMode="auto">
          <a:xfrm>
            <a:off x="878255" y="396015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71" name="Rectangle 4"/>
          <p:cNvSpPr>
            <a:spLocks noChangeArrowheads="1"/>
          </p:cNvSpPr>
          <p:nvPr/>
        </p:nvSpPr>
        <p:spPr bwMode="auto">
          <a:xfrm>
            <a:off x="7213854" y="316972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72" name="Rectangle 4"/>
          <p:cNvSpPr>
            <a:spLocks noChangeArrowheads="1"/>
          </p:cNvSpPr>
          <p:nvPr/>
        </p:nvSpPr>
        <p:spPr bwMode="auto">
          <a:xfrm>
            <a:off x="878255" y="316972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73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74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75" name="Rectangle 4"/>
          <p:cNvSpPr>
            <a:spLocks noChangeArrowheads="1"/>
          </p:cNvSpPr>
          <p:nvPr/>
        </p:nvSpPr>
        <p:spPr bwMode="auto">
          <a:xfrm>
            <a:off x="7213854" y="277451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76" name="Rectangle 4"/>
          <p:cNvSpPr>
            <a:spLocks noChangeArrowheads="1"/>
          </p:cNvSpPr>
          <p:nvPr/>
        </p:nvSpPr>
        <p:spPr bwMode="auto">
          <a:xfrm>
            <a:off x="878255" y="277451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77" name="Rectangle 4"/>
          <p:cNvSpPr>
            <a:spLocks noChangeArrowheads="1"/>
          </p:cNvSpPr>
          <p:nvPr/>
        </p:nvSpPr>
        <p:spPr bwMode="auto">
          <a:xfrm>
            <a:off x="7213854" y="237930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78" name="Rectangle 4"/>
          <p:cNvSpPr>
            <a:spLocks noChangeArrowheads="1"/>
          </p:cNvSpPr>
          <p:nvPr/>
        </p:nvSpPr>
        <p:spPr bwMode="auto">
          <a:xfrm>
            <a:off x="878255" y="237930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79" name="Rectangle 4"/>
          <p:cNvSpPr>
            <a:spLocks noChangeArrowheads="1"/>
          </p:cNvSpPr>
          <p:nvPr/>
        </p:nvSpPr>
        <p:spPr bwMode="auto">
          <a:xfrm>
            <a:off x="7213854" y="158888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80" name="Rectangle 4"/>
          <p:cNvSpPr>
            <a:spLocks noChangeArrowheads="1"/>
          </p:cNvSpPr>
          <p:nvPr/>
        </p:nvSpPr>
        <p:spPr bwMode="auto">
          <a:xfrm>
            <a:off x="878255" y="158888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81" name="Rectangle 4"/>
          <p:cNvSpPr>
            <a:spLocks noChangeArrowheads="1"/>
          </p:cNvSpPr>
          <p:nvPr/>
        </p:nvSpPr>
        <p:spPr bwMode="auto">
          <a:xfrm>
            <a:off x="7213854" y="198409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82" name="Rectangle 4"/>
          <p:cNvSpPr>
            <a:spLocks noChangeArrowheads="1"/>
          </p:cNvSpPr>
          <p:nvPr/>
        </p:nvSpPr>
        <p:spPr bwMode="auto">
          <a:xfrm>
            <a:off x="878255" y="198409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83" name="Rectangle 4"/>
          <p:cNvSpPr>
            <a:spLocks noChangeArrowheads="1"/>
          </p:cNvSpPr>
          <p:nvPr/>
        </p:nvSpPr>
        <p:spPr bwMode="auto">
          <a:xfrm>
            <a:off x="469900" y="7286917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84" name="Rectangle 4"/>
          <p:cNvSpPr>
            <a:spLocks noChangeArrowheads="1"/>
          </p:cNvSpPr>
          <p:nvPr/>
        </p:nvSpPr>
        <p:spPr bwMode="auto">
          <a:xfrm>
            <a:off x="7213854" y="581875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85" name="Rectangle 4"/>
          <p:cNvSpPr>
            <a:spLocks noChangeArrowheads="1"/>
          </p:cNvSpPr>
          <p:nvPr/>
        </p:nvSpPr>
        <p:spPr bwMode="auto">
          <a:xfrm>
            <a:off x="878255" y="581875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86" name="Rectangle 4"/>
          <p:cNvSpPr>
            <a:spLocks noChangeArrowheads="1"/>
          </p:cNvSpPr>
          <p:nvPr/>
        </p:nvSpPr>
        <p:spPr bwMode="auto">
          <a:xfrm>
            <a:off x="7213854" y="700439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87" name="Rectangle 4"/>
          <p:cNvSpPr>
            <a:spLocks noChangeArrowheads="1"/>
          </p:cNvSpPr>
          <p:nvPr/>
        </p:nvSpPr>
        <p:spPr bwMode="auto">
          <a:xfrm>
            <a:off x="878255" y="700439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88" name="Rectangle 4"/>
          <p:cNvSpPr>
            <a:spLocks noChangeArrowheads="1"/>
          </p:cNvSpPr>
          <p:nvPr/>
        </p:nvSpPr>
        <p:spPr bwMode="auto">
          <a:xfrm>
            <a:off x="7213854" y="514578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89" name="Rectangle 4"/>
          <p:cNvSpPr>
            <a:spLocks noChangeArrowheads="1"/>
          </p:cNvSpPr>
          <p:nvPr/>
        </p:nvSpPr>
        <p:spPr bwMode="auto">
          <a:xfrm>
            <a:off x="878255" y="514578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90" name="Rectangle 4"/>
          <p:cNvSpPr>
            <a:spLocks noChangeArrowheads="1"/>
          </p:cNvSpPr>
          <p:nvPr/>
        </p:nvSpPr>
        <p:spPr bwMode="auto">
          <a:xfrm>
            <a:off x="7213854" y="435536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91" name="Rectangle 4"/>
          <p:cNvSpPr>
            <a:spLocks noChangeArrowheads="1"/>
          </p:cNvSpPr>
          <p:nvPr/>
        </p:nvSpPr>
        <p:spPr bwMode="auto">
          <a:xfrm>
            <a:off x="878255" y="435536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92" name="Rectangle 4"/>
          <p:cNvSpPr>
            <a:spLocks noChangeArrowheads="1"/>
          </p:cNvSpPr>
          <p:nvPr/>
        </p:nvSpPr>
        <p:spPr bwMode="auto">
          <a:xfrm>
            <a:off x="7213854" y="356494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93" name="Rectangle 4"/>
          <p:cNvSpPr>
            <a:spLocks noChangeArrowheads="1"/>
          </p:cNvSpPr>
          <p:nvPr/>
        </p:nvSpPr>
        <p:spPr bwMode="auto">
          <a:xfrm>
            <a:off x="878255" y="356494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94" name="Rectangle 4"/>
          <p:cNvSpPr>
            <a:spLocks noChangeArrowheads="1"/>
          </p:cNvSpPr>
          <p:nvPr/>
        </p:nvSpPr>
        <p:spPr bwMode="auto">
          <a:xfrm>
            <a:off x="466725" y="7283742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3395" name="Rectangle 4"/>
          <p:cNvSpPr>
            <a:spLocks noChangeArrowheads="1"/>
          </p:cNvSpPr>
          <p:nvPr/>
        </p:nvSpPr>
        <p:spPr bwMode="auto">
          <a:xfrm>
            <a:off x="7213854" y="660918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96" name="Rectangle 4"/>
          <p:cNvSpPr>
            <a:spLocks noChangeArrowheads="1"/>
          </p:cNvSpPr>
          <p:nvPr/>
        </p:nvSpPr>
        <p:spPr bwMode="auto">
          <a:xfrm>
            <a:off x="878255" y="660918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97" name="Rectangle 4"/>
          <p:cNvSpPr>
            <a:spLocks noChangeArrowheads="1"/>
          </p:cNvSpPr>
          <p:nvPr/>
        </p:nvSpPr>
        <p:spPr bwMode="auto">
          <a:xfrm>
            <a:off x="7213854" y="621397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98" name="Rectangle 4"/>
          <p:cNvSpPr>
            <a:spLocks noChangeArrowheads="1"/>
          </p:cNvSpPr>
          <p:nvPr/>
        </p:nvSpPr>
        <p:spPr bwMode="auto">
          <a:xfrm>
            <a:off x="878255" y="621397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99" name="Rectangle 4"/>
          <p:cNvSpPr>
            <a:spLocks noChangeArrowheads="1"/>
          </p:cNvSpPr>
          <p:nvPr/>
        </p:nvSpPr>
        <p:spPr bwMode="auto">
          <a:xfrm>
            <a:off x="7213854" y="542354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400" name="Rectangle 4"/>
          <p:cNvSpPr>
            <a:spLocks noChangeArrowheads="1"/>
          </p:cNvSpPr>
          <p:nvPr/>
        </p:nvSpPr>
        <p:spPr bwMode="auto">
          <a:xfrm>
            <a:off x="878255" y="542354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401" name="Rectangle 4"/>
          <p:cNvSpPr>
            <a:spLocks noChangeArrowheads="1"/>
          </p:cNvSpPr>
          <p:nvPr/>
        </p:nvSpPr>
        <p:spPr bwMode="auto">
          <a:xfrm>
            <a:off x="7213854" y="131112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402" name="Rectangle 4"/>
          <p:cNvSpPr>
            <a:spLocks noChangeArrowheads="1"/>
          </p:cNvSpPr>
          <p:nvPr/>
        </p:nvSpPr>
        <p:spPr bwMode="auto">
          <a:xfrm>
            <a:off x="878255" y="131112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403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404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5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406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13407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13408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409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13410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13411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3412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413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13414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13415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416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13417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3418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419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13420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421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13422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423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13424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3425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426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13427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3428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429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13430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13431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432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13433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434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13435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436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13437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13438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35510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39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40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41" name="TextBox 3"/>
          <p:cNvSpPr txBox="1"/>
          <p:nvPr/>
        </p:nvSpPr>
        <p:spPr>
          <a:xfrm>
            <a:off x="1314958" y="891870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Computing</a:t>
            </a:r>
            <a:endParaRPr lang="en-US" dirty="0"/>
          </a:p>
        </p:txBody>
      </p:sp>
      <p:sp>
        <p:nvSpPr>
          <p:cNvPr id="13442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43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44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45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46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47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48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49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50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51" name="Rectangle 4"/>
          <p:cNvSpPr>
            <a:spLocks noChangeArrowheads="1"/>
          </p:cNvSpPr>
          <p:nvPr/>
        </p:nvSpPr>
        <p:spPr bwMode="auto">
          <a:xfrm>
            <a:off x="878255" y="1080985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52" name="TextBox 3"/>
          <p:cNvSpPr txBox="1"/>
          <p:nvPr/>
        </p:nvSpPr>
        <p:spPr>
          <a:xfrm>
            <a:off x="827455" y="105218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8471170</a:t>
            </a:r>
            <a:endParaRPr lang="en-US" dirty="0"/>
          </a:p>
        </p:txBody>
      </p:sp>
      <p:sp>
        <p:nvSpPr>
          <p:cNvPr id="13453" name="Rectangle 4"/>
          <p:cNvSpPr>
            <a:spLocks noChangeArrowheads="1"/>
          </p:cNvSpPr>
          <p:nvPr/>
        </p:nvSpPr>
        <p:spPr bwMode="auto">
          <a:xfrm>
            <a:off x="1365758" y="1080985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54" name="TextBox 3"/>
          <p:cNvSpPr txBox="1"/>
          <p:nvPr/>
        </p:nvSpPr>
        <p:spPr>
          <a:xfrm>
            <a:off x="1314958" y="1052182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3455" name="TextBox 3"/>
          <p:cNvSpPr txBox="1"/>
          <p:nvPr/>
        </p:nvSpPr>
        <p:spPr>
          <a:xfrm>
            <a:off x="1314958" y="1169631"/>
            <a:ext cx="6407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Research </a:t>
            </a:r>
            <a:endParaRPr lang="en-US" dirty="0"/>
          </a:p>
        </p:txBody>
      </p:sp>
      <p:sp>
        <p:nvSpPr>
          <p:cNvPr id="13456" name="TextBox 3"/>
          <p:cNvSpPr txBox="1"/>
          <p:nvPr/>
        </p:nvSpPr>
        <p:spPr>
          <a:xfrm>
            <a:off x="1314958" y="1287081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Computing</a:t>
            </a:r>
            <a:endParaRPr lang="en-US" dirty="0"/>
          </a:p>
        </p:txBody>
      </p:sp>
      <p:sp>
        <p:nvSpPr>
          <p:cNvPr id="13457" name="Rectangle 4"/>
          <p:cNvSpPr>
            <a:spLocks noChangeArrowheads="1"/>
          </p:cNvSpPr>
          <p:nvPr/>
        </p:nvSpPr>
        <p:spPr bwMode="auto">
          <a:xfrm>
            <a:off x="2163546" y="1080985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58" name="TextBox 3"/>
          <p:cNvSpPr txBox="1"/>
          <p:nvPr/>
        </p:nvSpPr>
        <p:spPr>
          <a:xfrm>
            <a:off x="2112746" y="105218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13459" name="Rectangle 4"/>
          <p:cNvSpPr>
            <a:spLocks noChangeArrowheads="1"/>
          </p:cNvSpPr>
          <p:nvPr/>
        </p:nvSpPr>
        <p:spPr bwMode="auto">
          <a:xfrm>
            <a:off x="2622702" y="1080985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60" name="TextBox 3"/>
          <p:cNvSpPr txBox="1"/>
          <p:nvPr/>
        </p:nvSpPr>
        <p:spPr>
          <a:xfrm>
            <a:off x="2571902" y="1052182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13461" name="TextBox 3"/>
          <p:cNvSpPr txBox="1"/>
          <p:nvPr/>
        </p:nvSpPr>
        <p:spPr>
          <a:xfrm>
            <a:off x="2571902" y="1169631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13462" name="Rectangle 4"/>
          <p:cNvSpPr>
            <a:spLocks noChangeArrowheads="1"/>
          </p:cNvSpPr>
          <p:nvPr/>
        </p:nvSpPr>
        <p:spPr bwMode="auto">
          <a:xfrm>
            <a:off x="3680282" y="1080985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63" name="TextBox 3"/>
          <p:cNvSpPr txBox="1"/>
          <p:nvPr/>
        </p:nvSpPr>
        <p:spPr>
          <a:xfrm>
            <a:off x="3629482" y="105218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847.8471170.1.416310.000000.847001.100178</a:t>
            </a:r>
            <a:endParaRPr lang="en-US" dirty="0"/>
          </a:p>
        </p:txBody>
      </p:sp>
      <p:sp>
        <p:nvSpPr>
          <p:cNvPr id="13464" name="Rectangle 4"/>
          <p:cNvSpPr>
            <a:spLocks noChangeArrowheads="1"/>
          </p:cNvSpPr>
          <p:nvPr/>
        </p:nvSpPr>
        <p:spPr bwMode="auto">
          <a:xfrm>
            <a:off x="5918962" y="108098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65" name="TextBox 3"/>
          <p:cNvSpPr txBox="1"/>
          <p:nvPr/>
        </p:nvSpPr>
        <p:spPr>
          <a:xfrm>
            <a:off x="6128715" y="105218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80,947</a:t>
            </a:r>
            <a:endParaRPr lang="en-US" dirty="0"/>
          </a:p>
        </p:txBody>
      </p:sp>
      <p:sp>
        <p:nvSpPr>
          <p:cNvPr id="13466" name="Rectangle 4"/>
          <p:cNvSpPr>
            <a:spLocks noChangeArrowheads="1"/>
          </p:cNvSpPr>
          <p:nvPr/>
        </p:nvSpPr>
        <p:spPr bwMode="auto">
          <a:xfrm>
            <a:off x="6566408" y="108098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67" name="TextBox 3"/>
          <p:cNvSpPr txBox="1"/>
          <p:nvPr/>
        </p:nvSpPr>
        <p:spPr>
          <a:xfrm>
            <a:off x="6776161" y="105218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49,868</a:t>
            </a:r>
            <a:endParaRPr lang="en-US" dirty="0"/>
          </a:p>
        </p:txBody>
      </p:sp>
      <p:sp>
        <p:nvSpPr>
          <p:cNvPr id="13468" name="Rectangle 4"/>
          <p:cNvSpPr>
            <a:spLocks noChangeArrowheads="1"/>
          </p:cNvSpPr>
          <p:nvPr/>
        </p:nvSpPr>
        <p:spPr bwMode="auto">
          <a:xfrm>
            <a:off x="7213854" y="1080985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69" name="TextBox 3"/>
          <p:cNvSpPr txBox="1"/>
          <p:nvPr/>
        </p:nvSpPr>
        <p:spPr>
          <a:xfrm>
            <a:off x="7423607" y="105218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49,867</a:t>
            </a:r>
            <a:endParaRPr lang="en-US" dirty="0"/>
          </a:p>
        </p:txBody>
      </p:sp>
      <p:sp>
        <p:nvSpPr>
          <p:cNvPr id="13470" name="Rectangle 4"/>
          <p:cNvSpPr>
            <a:spLocks noChangeArrowheads="1"/>
          </p:cNvSpPr>
          <p:nvPr/>
        </p:nvSpPr>
        <p:spPr bwMode="auto">
          <a:xfrm>
            <a:off x="7861300" y="1080985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71" name="Rectangle 4"/>
          <p:cNvSpPr>
            <a:spLocks noChangeArrowheads="1"/>
          </p:cNvSpPr>
          <p:nvPr/>
        </p:nvSpPr>
        <p:spPr bwMode="auto">
          <a:xfrm>
            <a:off x="8094497" y="1080985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72" name="Rectangle 4"/>
          <p:cNvSpPr>
            <a:spLocks noChangeArrowheads="1"/>
          </p:cNvSpPr>
          <p:nvPr/>
        </p:nvSpPr>
        <p:spPr bwMode="auto">
          <a:xfrm>
            <a:off x="8333384" y="1080985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73" name="TextBox 3"/>
          <p:cNvSpPr txBox="1"/>
          <p:nvPr/>
        </p:nvSpPr>
        <p:spPr>
          <a:xfrm>
            <a:off x="8650986" y="105218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3474" name="Rectangle 4"/>
          <p:cNvSpPr>
            <a:spLocks noChangeArrowheads="1"/>
          </p:cNvSpPr>
          <p:nvPr/>
        </p:nvSpPr>
        <p:spPr bwMode="auto">
          <a:xfrm>
            <a:off x="878255" y="1476197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475" name="TextBox 3"/>
          <p:cNvSpPr txBox="1"/>
          <p:nvPr/>
        </p:nvSpPr>
        <p:spPr>
          <a:xfrm>
            <a:off x="827455" y="144739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8471170</a:t>
            </a:r>
            <a:endParaRPr lang="en-US" dirty="0"/>
          </a:p>
        </p:txBody>
      </p:sp>
      <p:sp>
        <p:nvSpPr>
          <p:cNvPr id="13476" name="TextBox 3"/>
          <p:cNvSpPr txBox="1"/>
          <p:nvPr/>
        </p:nvSpPr>
        <p:spPr>
          <a:xfrm>
            <a:off x="827455" y="1564843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3477" name="Rectangle 4"/>
          <p:cNvSpPr>
            <a:spLocks noChangeArrowheads="1"/>
          </p:cNvSpPr>
          <p:nvPr/>
        </p:nvSpPr>
        <p:spPr bwMode="auto">
          <a:xfrm>
            <a:off x="1365758" y="1476197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478" name="Rectangle 4"/>
          <p:cNvSpPr>
            <a:spLocks noChangeArrowheads="1"/>
          </p:cNvSpPr>
          <p:nvPr/>
        </p:nvSpPr>
        <p:spPr bwMode="auto">
          <a:xfrm>
            <a:off x="2163546" y="1476197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479" name="Rectangle 4"/>
          <p:cNvSpPr>
            <a:spLocks noChangeArrowheads="1"/>
          </p:cNvSpPr>
          <p:nvPr/>
        </p:nvSpPr>
        <p:spPr bwMode="auto">
          <a:xfrm>
            <a:off x="2622702" y="1476197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480" name="Rectangle 4"/>
          <p:cNvSpPr>
            <a:spLocks noChangeArrowheads="1"/>
          </p:cNvSpPr>
          <p:nvPr/>
        </p:nvSpPr>
        <p:spPr bwMode="auto">
          <a:xfrm>
            <a:off x="3680282" y="1476197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481" name="Rectangle 4"/>
          <p:cNvSpPr>
            <a:spLocks noChangeArrowheads="1"/>
          </p:cNvSpPr>
          <p:nvPr/>
        </p:nvSpPr>
        <p:spPr bwMode="auto">
          <a:xfrm>
            <a:off x="5918962" y="147619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482" name="TextBox 3"/>
          <p:cNvSpPr txBox="1"/>
          <p:nvPr/>
        </p:nvSpPr>
        <p:spPr>
          <a:xfrm>
            <a:off x="5987491" y="144739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2,034,419</a:t>
            </a:r>
            <a:endParaRPr lang="en-US" dirty="0"/>
          </a:p>
        </p:txBody>
      </p:sp>
      <p:sp>
        <p:nvSpPr>
          <p:cNvPr id="13483" name="Rectangle 4"/>
          <p:cNvSpPr>
            <a:spLocks noChangeArrowheads="1"/>
          </p:cNvSpPr>
          <p:nvPr/>
        </p:nvSpPr>
        <p:spPr bwMode="auto">
          <a:xfrm>
            <a:off x="6566408" y="147619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484" name="TextBox 3"/>
          <p:cNvSpPr txBox="1"/>
          <p:nvPr/>
        </p:nvSpPr>
        <p:spPr>
          <a:xfrm>
            <a:off x="6634937" y="144739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2,201,434</a:t>
            </a:r>
            <a:endParaRPr lang="en-US" dirty="0"/>
          </a:p>
        </p:txBody>
      </p:sp>
      <p:sp>
        <p:nvSpPr>
          <p:cNvPr id="13485" name="Rectangle 4"/>
          <p:cNvSpPr>
            <a:spLocks noChangeArrowheads="1"/>
          </p:cNvSpPr>
          <p:nvPr/>
        </p:nvSpPr>
        <p:spPr bwMode="auto">
          <a:xfrm>
            <a:off x="7213854" y="147619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486" name="TextBox 3"/>
          <p:cNvSpPr txBox="1"/>
          <p:nvPr/>
        </p:nvSpPr>
        <p:spPr>
          <a:xfrm>
            <a:off x="7282383" y="144739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2,198,265</a:t>
            </a:r>
            <a:endParaRPr lang="en-US" dirty="0"/>
          </a:p>
        </p:txBody>
      </p:sp>
      <p:sp>
        <p:nvSpPr>
          <p:cNvPr id="13487" name="Rectangle 4"/>
          <p:cNvSpPr>
            <a:spLocks noChangeArrowheads="1"/>
          </p:cNvSpPr>
          <p:nvPr/>
        </p:nvSpPr>
        <p:spPr bwMode="auto">
          <a:xfrm>
            <a:off x="7861300" y="1476197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488" name="Rectangle 4"/>
          <p:cNvSpPr>
            <a:spLocks noChangeArrowheads="1"/>
          </p:cNvSpPr>
          <p:nvPr/>
        </p:nvSpPr>
        <p:spPr bwMode="auto">
          <a:xfrm>
            <a:off x="8094497" y="1476197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489" name="Rectangle 4"/>
          <p:cNvSpPr>
            <a:spLocks noChangeArrowheads="1"/>
          </p:cNvSpPr>
          <p:nvPr/>
        </p:nvSpPr>
        <p:spPr bwMode="auto">
          <a:xfrm>
            <a:off x="8333384" y="1476197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490" name="TextBox 3"/>
          <p:cNvSpPr txBox="1"/>
          <p:nvPr/>
        </p:nvSpPr>
        <p:spPr>
          <a:xfrm>
            <a:off x="8453272" y="1447393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3,169</a:t>
            </a:r>
            <a:endParaRPr lang="en-US" dirty="0"/>
          </a:p>
        </p:txBody>
      </p:sp>
      <p:sp>
        <p:nvSpPr>
          <p:cNvPr id="13491" name="Rectangle 4"/>
          <p:cNvSpPr>
            <a:spLocks noChangeArrowheads="1"/>
          </p:cNvSpPr>
          <p:nvPr/>
        </p:nvSpPr>
        <p:spPr bwMode="auto">
          <a:xfrm>
            <a:off x="878255" y="1753958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92" name="TextBox 3"/>
          <p:cNvSpPr txBox="1"/>
          <p:nvPr/>
        </p:nvSpPr>
        <p:spPr>
          <a:xfrm>
            <a:off x="827455" y="172515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8471210</a:t>
            </a:r>
            <a:endParaRPr lang="en-US" dirty="0"/>
          </a:p>
        </p:txBody>
      </p:sp>
      <p:sp>
        <p:nvSpPr>
          <p:cNvPr id="13493" name="Rectangle 4"/>
          <p:cNvSpPr>
            <a:spLocks noChangeArrowheads="1"/>
          </p:cNvSpPr>
          <p:nvPr/>
        </p:nvSpPr>
        <p:spPr bwMode="auto">
          <a:xfrm>
            <a:off x="1365758" y="1753958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94" name="TextBox 3"/>
          <p:cNvSpPr txBox="1"/>
          <p:nvPr/>
        </p:nvSpPr>
        <p:spPr>
          <a:xfrm>
            <a:off x="1314958" y="1725155"/>
            <a:ext cx="798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SVP/ </a:t>
            </a:r>
            <a:endParaRPr lang="en-US" dirty="0"/>
          </a:p>
        </p:txBody>
      </p:sp>
      <p:sp>
        <p:nvSpPr>
          <p:cNvPr id="13495" name="TextBox 3"/>
          <p:cNvSpPr txBox="1"/>
          <p:nvPr/>
        </p:nvSpPr>
        <p:spPr>
          <a:xfrm>
            <a:off x="1314958" y="1842605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Academic &amp; </a:t>
            </a:r>
            <a:endParaRPr lang="en-US" dirty="0"/>
          </a:p>
        </p:txBody>
      </p:sp>
      <p:sp>
        <p:nvSpPr>
          <p:cNvPr id="13496" name="TextBox 3"/>
          <p:cNvSpPr txBox="1"/>
          <p:nvPr/>
        </p:nvSpPr>
        <p:spPr>
          <a:xfrm>
            <a:off x="1314958" y="1960054"/>
            <a:ext cx="5562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Student </a:t>
            </a:r>
            <a:endParaRPr lang="en-US" dirty="0"/>
          </a:p>
        </p:txBody>
      </p:sp>
      <p:sp>
        <p:nvSpPr>
          <p:cNvPr id="13497" name="TextBox 3"/>
          <p:cNvSpPr txBox="1"/>
          <p:nvPr/>
        </p:nvSpPr>
        <p:spPr>
          <a:xfrm>
            <a:off x="1314958" y="2077504"/>
            <a:ext cx="8609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Services Office</a:t>
            </a:r>
            <a:endParaRPr lang="en-US" dirty="0"/>
          </a:p>
        </p:txBody>
      </p:sp>
      <p:sp>
        <p:nvSpPr>
          <p:cNvPr id="13498" name="Rectangle 4"/>
          <p:cNvSpPr>
            <a:spLocks noChangeArrowheads="1"/>
          </p:cNvSpPr>
          <p:nvPr/>
        </p:nvSpPr>
        <p:spPr bwMode="auto">
          <a:xfrm>
            <a:off x="2163546" y="1753958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499" name="TextBox 3"/>
          <p:cNvSpPr txBox="1"/>
          <p:nvPr/>
        </p:nvSpPr>
        <p:spPr>
          <a:xfrm>
            <a:off x="2112746" y="172515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412110</a:t>
            </a:r>
            <a:endParaRPr lang="en-US" dirty="0"/>
          </a:p>
        </p:txBody>
      </p:sp>
      <p:sp>
        <p:nvSpPr>
          <p:cNvPr id="13500" name="Rectangle 4"/>
          <p:cNvSpPr>
            <a:spLocks noChangeArrowheads="1"/>
          </p:cNvSpPr>
          <p:nvPr/>
        </p:nvSpPr>
        <p:spPr bwMode="auto">
          <a:xfrm>
            <a:off x="2622702" y="1753958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01" name="TextBox 3"/>
          <p:cNvSpPr txBox="1"/>
          <p:nvPr/>
        </p:nvSpPr>
        <p:spPr>
          <a:xfrm>
            <a:off x="2571902" y="1725155"/>
            <a:ext cx="105308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Consolidated pay - </a:t>
            </a:r>
            <a:endParaRPr lang="en-US" dirty="0"/>
          </a:p>
        </p:txBody>
      </p:sp>
      <p:sp>
        <p:nvSpPr>
          <p:cNvPr id="13502" name="TextBox 3"/>
          <p:cNvSpPr txBox="1"/>
          <p:nvPr/>
        </p:nvSpPr>
        <p:spPr>
          <a:xfrm>
            <a:off x="2571902" y="1842605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13503" name="TextBox 3"/>
          <p:cNvSpPr txBox="1"/>
          <p:nvPr/>
        </p:nvSpPr>
        <p:spPr>
          <a:xfrm>
            <a:off x="2571902" y="1960054"/>
            <a:ext cx="10585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(combined salaries </a:t>
            </a:r>
            <a:endParaRPr lang="en-US" dirty="0"/>
          </a:p>
        </p:txBody>
      </p:sp>
      <p:sp>
        <p:nvSpPr>
          <p:cNvPr id="13504" name="TextBox 3"/>
          <p:cNvSpPr txBox="1"/>
          <p:nvPr/>
        </p:nvSpPr>
        <p:spPr>
          <a:xfrm>
            <a:off x="2571902" y="2077504"/>
            <a:ext cx="9118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and allowances)</a:t>
            </a:r>
            <a:endParaRPr lang="en-US" dirty="0"/>
          </a:p>
        </p:txBody>
      </p:sp>
      <p:sp>
        <p:nvSpPr>
          <p:cNvPr id="13505" name="Rectangle 4"/>
          <p:cNvSpPr>
            <a:spLocks noChangeArrowheads="1"/>
          </p:cNvSpPr>
          <p:nvPr/>
        </p:nvSpPr>
        <p:spPr bwMode="auto">
          <a:xfrm>
            <a:off x="3680282" y="1753958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06" name="TextBox 3"/>
          <p:cNvSpPr txBox="1"/>
          <p:nvPr/>
        </p:nvSpPr>
        <p:spPr>
          <a:xfrm>
            <a:off x="3629482" y="172515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847.8471210.1.412110.000000.847001.100178</a:t>
            </a:r>
            <a:endParaRPr lang="en-US" dirty="0"/>
          </a:p>
        </p:txBody>
      </p:sp>
      <p:sp>
        <p:nvSpPr>
          <p:cNvPr id="13507" name="Rectangle 4"/>
          <p:cNvSpPr>
            <a:spLocks noChangeArrowheads="1"/>
          </p:cNvSpPr>
          <p:nvPr/>
        </p:nvSpPr>
        <p:spPr bwMode="auto">
          <a:xfrm>
            <a:off x="5918962" y="175395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08" name="TextBox 3"/>
          <p:cNvSpPr txBox="1"/>
          <p:nvPr/>
        </p:nvSpPr>
        <p:spPr>
          <a:xfrm>
            <a:off x="6382918" y="172515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3509" name="Rectangle 4"/>
          <p:cNvSpPr>
            <a:spLocks noChangeArrowheads="1"/>
          </p:cNvSpPr>
          <p:nvPr/>
        </p:nvSpPr>
        <p:spPr bwMode="auto">
          <a:xfrm>
            <a:off x="6566408" y="175395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10" name="TextBox 3"/>
          <p:cNvSpPr txBox="1"/>
          <p:nvPr/>
        </p:nvSpPr>
        <p:spPr>
          <a:xfrm>
            <a:off x="6742328" y="1725155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-25,165</a:t>
            </a:r>
            <a:endParaRPr lang="en-US" dirty="0"/>
          </a:p>
        </p:txBody>
      </p:sp>
      <p:sp>
        <p:nvSpPr>
          <p:cNvPr id="13511" name="Rectangle 4"/>
          <p:cNvSpPr>
            <a:spLocks noChangeArrowheads="1"/>
          </p:cNvSpPr>
          <p:nvPr/>
        </p:nvSpPr>
        <p:spPr bwMode="auto">
          <a:xfrm>
            <a:off x="7213854" y="175395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12" name="TextBox 3"/>
          <p:cNvSpPr txBox="1"/>
          <p:nvPr/>
        </p:nvSpPr>
        <p:spPr>
          <a:xfrm>
            <a:off x="7389774" y="1725155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-25,165</a:t>
            </a:r>
            <a:endParaRPr lang="en-US" dirty="0"/>
          </a:p>
        </p:txBody>
      </p:sp>
      <p:sp>
        <p:nvSpPr>
          <p:cNvPr id="13513" name="Rectangle 4"/>
          <p:cNvSpPr>
            <a:spLocks noChangeArrowheads="1"/>
          </p:cNvSpPr>
          <p:nvPr/>
        </p:nvSpPr>
        <p:spPr bwMode="auto">
          <a:xfrm>
            <a:off x="7861300" y="1753958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14" name="Rectangle 4"/>
          <p:cNvSpPr>
            <a:spLocks noChangeArrowheads="1"/>
          </p:cNvSpPr>
          <p:nvPr/>
        </p:nvSpPr>
        <p:spPr bwMode="auto">
          <a:xfrm>
            <a:off x="8094497" y="1753958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15" name="Rectangle 4"/>
          <p:cNvSpPr>
            <a:spLocks noChangeArrowheads="1"/>
          </p:cNvSpPr>
          <p:nvPr/>
        </p:nvSpPr>
        <p:spPr bwMode="auto">
          <a:xfrm>
            <a:off x="8333384" y="1753958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16" name="TextBox 3"/>
          <p:cNvSpPr txBox="1"/>
          <p:nvPr/>
        </p:nvSpPr>
        <p:spPr>
          <a:xfrm>
            <a:off x="8650986" y="172515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3517" name="Rectangle 4"/>
          <p:cNvSpPr>
            <a:spLocks noChangeArrowheads="1"/>
          </p:cNvSpPr>
          <p:nvPr/>
        </p:nvSpPr>
        <p:spPr bwMode="auto">
          <a:xfrm>
            <a:off x="878255" y="2266619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18" name="TextBox 3"/>
          <p:cNvSpPr txBox="1"/>
          <p:nvPr/>
        </p:nvSpPr>
        <p:spPr>
          <a:xfrm>
            <a:off x="827455" y="223781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8471210</a:t>
            </a:r>
            <a:endParaRPr lang="en-US" dirty="0"/>
          </a:p>
        </p:txBody>
      </p:sp>
      <p:sp>
        <p:nvSpPr>
          <p:cNvPr id="13519" name="Rectangle 4"/>
          <p:cNvSpPr>
            <a:spLocks noChangeArrowheads="1"/>
          </p:cNvSpPr>
          <p:nvPr/>
        </p:nvSpPr>
        <p:spPr bwMode="auto">
          <a:xfrm>
            <a:off x="1365758" y="2266619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20" name="TextBox 3"/>
          <p:cNvSpPr txBox="1"/>
          <p:nvPr/>
        </p:nvSpPr>
        <p:spPr>
          <a:xfrm>
            <a:off x="1314958" y="2237816"/>
            <a:ext cx="798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SVP/ </a:t>
            </a:r>
            <a:endParaRPr lang="en-US" dirty="0"/>
          </a:p>
        </p:txBody>
      </p:sp>
      <p:sp>
        <p:nvSpPr>
          <p:cNvPr id="13521" name="TextBox 3"/>
          <p:cNvSpPr txBox="1"/>
          <p:nvPr/>
        </p:nvSpPr>
        <p:spPr>
          <a:xfrm>
            <a:off x="1314958" y="2355266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Academic &amp; </a:t>
            </a:r>
            <a:endParaRPr lang="en-US" dirty="0"/>
          </a:p>
        </p:txBody>
      </p:sp>
      <p:sp>
        <p:nvSpPr>
          <p:cNvPr id="13522" name="TextBox 3"/>
          <p:cNvSpPr txBox="1"/>
          <p:nvPr/>
        </p:nvSpPr>
        <p:spPr>
          <a:xfrm>
            <a:off x="1314958" y="2472715"/>
            <a:ext cx="5562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Student </a:t>
            </a:r>
            <a:endParaRPr lang="en-US" dirty="0"/>
          </a:p>
        </p:txBody>
      </p:sp>
      <p:sp>
        <p:nvSpPr>
          <p:cNvPr id="13523" name="TextBox 3"/>
          <p:cNvSpPr txBox="1"/>
          <p:nvPr/>
        </p:nvSpPr>
        <p:spPr>
          <a:xfrm>
            <a:off x="1314958" y="2590165"/>
            <a:ext cx="8609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Services Office</a:t>
            </a:r>
            <a:endParaRPr lang="en-US" dirty="0"/>
          </a:p>
        </p:txBody>
      </p:sp>
      <p:sp>
        <p:nvSpPr>
          <p:cNvPr id="13524" name="Rectangle 4"/>
          <p:cNvSpPr>
            <a:spLocks noChangeArrowheads="1"/>
          </p:cNvSpPr>
          <p:nvPr/>
        </p:nvSpPr>
        <p:spPr bwMode="auto">
          <a:xfrm>
            <a:off x="2163546" y="2266619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25" name="TextBox 3"/>
          <p:cNvSpPr txBox="1"/>
          <p:nvPr/>
        </p:nvSpPr>
        <p:spPr>
          <a:xfrm>
            <a:off x="2112746" y="223781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13526" name="Rectangle 4"/>
          <p:cNvSpPr>
            <a:spLocks noChangeArrowheads="1"/>
          </p:cNvSpPr>
          <p:nvPr/>
        </p:nvSpPr>
        <p:spPr bwMode="auto">
          <a:xfrm>
            <a:off x="2622702" y="2266619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27" name="TextBox 3"/>
          <p:cNvSpPr txBox="1"/>
          <p:nvPr/>
        </p:nvSpPr>
        <p:spPr>
          <a:xfrm>
            <a:off x="2571902" y="2237816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13528" name="TextBox 3"/>
          <p:cNvSpPr txBox="1"/>
          <p:nvPr/>
        </p:nvSpPr>
        <p:spPr>
          <a:xfrm>
            <a:off x="2571902" y="2355266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13529" name="Rectangle 4"/>
          <p:cNvSpPr>
            <a:spLocks noChangeArrowheads="1"/>
          </p:cNvSpPr>
          <p:nvPr/>
        </p:nvSpPr>
        <p:spPr bwMode="auto">
          <a:xfrm>
            <a:off x="3680282" y="2266619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30" name="TextBox 3"/>
          <p:cNvSpPr txBox="1"/>
          <p:nvPr/>
        </p:nvSpPr>
        <p:spPr>
          <a:xfrm>
            <a:off x="3629482" y="223781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847.8471210.1.412121.000000.847001.100178</a:t>
            </a:r>
            <a:endParaRPr lang="en-US" dirty="0"/>
          </a:p>
        </p:txBody>
      </p:sp>
      <p:sp>
        <p:nvSpPr>
          <p:cNvPr id="13531" name="Rectangle 4"/>
          <p:cNvSpPr>
            <a:spLocks noChangeArrowheads="1"/>
          </p:cNvSpPr>
          <p:nvPr/>
        </p:nvSpPr>
        <p:spPr bwMode="auto">
          <a:xfrm>
            <a:off x="5918962" y="226661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32" name="TextBox 3"/>
          <p:cNvSpPr txBox="1"/>
          <p:nvPr/>
        </p:nvSpPr>
        <p:spPr>
          <a:xfrm>
            <a:off x="5987491" y="223781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4,297,352</a:t>
            </a:r>
            <a:endParaRPr lang="en-US" dirty="0"/>
          </a:p>
        </p:txBody>
      </p:sp>
      <p:sp>
        <p:nvSpPr>
          <p:cNvPr id="13533" name="Rectangle 4"/>
          <p:cNvSpPr>
            <a:spLocks noChangeArrowheads="1"/>
          </p:cNvSpPr>
          <p:nvPr/>
        </p:nvSpPr>
        <p:spPr bwMode="auto">
          <a:xfrm>
            <a:off x="6566408" y="226661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34" name="TextBox 3"/>
          <p:cNvSpPr txBox="1"/>
          <p:nvPr/>
        </p:nvSpPr>
        <p:spPr>
          <a:xfrm>
            <a:off x="6634937" y="223781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3,249,032</a:t>
            </a:r>
            <a:endParaRPr lang="en-US" dirty="0"/>
          </a:p>
        </p:txBody>
      </p:sp>
      <p:sp>
        <p:nvSpPr>
          <p:cNvPr id="13535" name="Rectangle 4"/>
          <p:cNvSpPr>
            <a:spLocks noChangeArrowheads="1"/>
          </p:cNvSpPr>
          <p:nvPr/>
        </p:nvSpPr>
        <p:spPr bwMode="auto">
          <a:xfrm>
            <a:off x="7213854" y="2266619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36" name="TextBox 3"/>
          <p:cNvSpPr txBox="1"/>
          <p:nvPr/>
        </p:nvSpPr>
        <p:spPr>
          <a:xfrm>
            <a:off x="7282383" y="223781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3,249,024</a:t>
            </a:r>
            <a:endParaRPr lang="en-US" dirty="0"/>
          </a:p>
        </p:txBody>
      </p:sp>
      <p:sp>
        <p:nvSpPr>
          <p:cNvPr id="13537" name="Rectangle 4"/>
          <p:cNvSpPr>
            <a:spLocks noChangeArrowheads="1"/>
          </p:cNvSpPr>
          <p:nvPr/>
        </p:nvSpPr>
        <p:spPr bwMode="auto">
          <a:xfrm>
            <a:off x="7861300" y="2266619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38" name="Rectangle 4"/>
          <p:cNvSpPr>
            <a:spLocks noChangeArrowheads="1"/>
          </p:cNvSpPr>
          <p:nvPr/>
        </p:nvSpPr>
        <p:spPr bwMode="auto">
          <a:xfrm>
            <a:off x="8094497" y="2266619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39" name="Rectangle 4"/>
          <p:cNvSpPr>
            <a:spLocks noChangeArrowheads="1"/>
          </p:cNvSpPr>
          <p:nvPr/>
        </p:nvSpPr>
        <p:spPr bwMode="auto">
          <a:xfrm>
            <a:off x="8333384" y="2266619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40" name="TextBox 3"/>
          <p:cNvSpPr txBox="1"/>
          <p:nvPr/>
        </p:nvSpPr>
        <p:spPr>
          <a:xfrm>
            <a:off x="8650986" y="223781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</a:t>
            </a:r>
            <a:endParaRPr lang="en-US" dirty="0"/>
          </a:p>
        </p:txBody>
      </p:sp>
      <p:sp>
        <p:nvSpPr>
          <p:cNvPr id="13541" name="Rectangle 4"/>
          <p:cNvSpPr>
            <a:spLocks noChangeArrowheads="1"/>
          </p:cNvSpPr>
          <p:nvPr/>
        </p:nvSpPr>
        <p:spPr bwMode="auto">
          <a:xfrm>
            <a:off x="878255" y="2779280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42" name="TextBox 3"/>
          <p:cNvSpPr txBox="1"/>
          <p:nvPr/>
        </p:nvSpPr>
        <p:spPr>
          <a:xfrm>
            <a:off x="827455" y="275047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8471210</a:t>
            </a:r>
            <a:endParaRPr lang="en-US" dirty="0"/>
          </a:p>
        </p:txBody>
      </p:sp>
      <p:sp>
        <p:nvSpPr>
          <p:cNvPr id="13543" name="Rectangle 4"/>
          <p:cNvSpPr>
            <a:spLocks noChangeArrowheads="1"/>
          </p:cNvSpPr>
          <p:nvPr/>
        </p:nvSpPr>
        <p:spPr bwMode="auto">
          <a:xfrm>
            <a:off x="1365758" y="2779280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44" name="TextBox 3"/>
          <p:cNvSpPr txBox="1"/>
          <p:nvPr/>
        </p:nvSpPr>
        <p:spPr>
          <a:xfrm>
            <a:off x="1314958" y="2750477"/>
            <a:ext cx="798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SVP/ </a:t>
            </a:r>
            <a:endParaRPr lang="en-US" dirty="0"/>
          </a:p>
        </p:txBody>
      </p:sp>
      <p:sp>
        <p:nvSpPr>
          <p:cNvPr id="13545" name="TextBox 3"/>
          <p:cNvSpPr txBox="1"/>
          <p:nvPr/>
        </p:nvSpPr>
        <p:spPr>
          <a:xfrm>
            <a:off x="1314958" y="2867927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Academic &amp; </a:t>
            </a:r>
            <a:endParaRPr lang="en-US" dirty="0"/>
          </a:p>
        </p:txBody>
      </p:sp>
      <p:sp>
        <p:nvSpPr>
          <p:cNvPr id="13546" name="TextBox 3"/>
          <p:cNvSpPr txBox="1"/>
          <p:nvPr/>
        </p:nvSpPr>
        <p:spPr>
          <a:xfrm>
            <a:off x="1314958" y="2985376"/>
            <a:ext cx="5562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Student </a:t>
            </a:r>
            <a:endParaRPr lang="en-US" dirty="0"/>
          </a:p>
        </p:txBody>
      </p:sp>
      <p:sp>
        <p:nvSpPr>
          <p:cNvPr id="13547" name="TextBox 3"/>
          <p:cNvSpPr txBox="1"/>
          <p:nvPr/>
        </p:nvSpPr>
        <p:spPr>
          <a:xfrm>
            <a:off x="1314958" y="3102826"/>
            <a:ext cx="8609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Services Office</a:t>
            </a:r>
            <a:endParaRPr lang="en-US" dirty="0"/>
          </a:p>
        </p:txBody>
      </p:sp>
      <p:sp>
        <p:nvSpPr>
          <p:cNvPr id="13548" name="Rectangle 4"/>
          <p:cNvSpPr>
            <a:spLocks noChangeArrowheads="1"/>
          </p:cNvSpPr>
          <p:nvPr/>
        </p:nvSpPr>
        <p:spPr bwMode="auto">
          <a:xfrm>
            <a:off x="2163546" y="2779280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49" name="TextBox 3"/>
          <p:cNvSpPr txBox="1"/>
          <p:nvPr/>
        </p:nvSpPr>
        <p:spPr>
          <a:xfrm>
            <a:off x="2112746" y="275047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412123</a:t>
            </a:r>
            <a:endParaRPr lang="en-US" dirty="0"/>
          </a:p>
        </p:txBody>
      </p:sp>
      <p:sp>
        <p:nvSpPr>
          <p:cNvPr id="13550" name="Rectangle 4"/>
          <p:cNvSpPr>
            <a:spLocks noChangeArrowheads="1"/>
          </p:cNvSpPr>
          <p:nvPr/>
        </p:nvSpPr>
        <p:spPr bwMode="auto">
          <a:xfrm>
            <a:off x="2622702" y="2779280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51" name="TextBox 3"/>
          <p:cNvSpPr txBox="1"/>
          <p:nvPr/>
        </p:nvSpPr>
        <p:spPr>
          <a:xfrm>
            <a:off x="2571902" y="2750477"/>
            <a:ext cx="11320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Nationality allowance</a:t>
            </a:r>
            <a:endParaRPr lang="en-US" dirty="0"/>
          </a:p>
        </p:txBody>
      </p:sp>
      <p:sp>
        <p:nvSpPr>
          <p:cNvPr id="13552" name="TextBox 3"/>
          <p:cNvSpPr txBox="1"/>
          <p:nvPr/>
        </p:nvSpPr>
        <p:spPr>
          <a:xfrm>
            <a:off x="2571902" y="2867927"/>
            <a:ext cx="10021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- Regular situation</a:t>
            </a:r>
            <a:endParaRPr lang="en-US" dirty="0"/>
          </a:p>
        </p:txBody>
      </p:sp>
      <p:sp>
        <p:nvSpPr>
          <p:cNvPr id="13553" name="Rectangle 4"/>
          <p:cNvSpPr>
            <a:spLocks noChangeArrowheads="1"/>
          </p:cNvSpPr>
          <p:nvPr/>
        </p:nvSpPr>
        <p:spPr bwMode="auto">
          <a:xfrm>
            <a:off x="3680282" y="2779280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54" name="TextBox 3"/>
          <p:cNvSpPr txBox="1"/>
          <p:nvPr/>
        </p:nvSpPr>
        <p:spPr>
          <a:xfrm>
            <a:off x="3629482" y="275047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847.8471210.1.412123.000000.847001.100178</a:t>
            </a:r>
            <a:endParaRPr lang="en-US" dirty="0"/>
          </a:p>
        </p:txBody>
      </p:sp>
      <p:sp>
        <p:nvSpPr>
          <p:cNvPr id="13555" name="Rectangle 4"/>
          <p:cNvSpPr>
            <a:spLocks noChangeArrowheads="1"/>
          </p:cNvSpPr>
          <p:nvPr/>
        </p:nvSpPr>
        <p:spPr bwMode="auto">
          <a:xfrm>
            <a:off x="5918962" y="277928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56" name="TextBox 3"/>
          <p:cNvSpPr txBox="1"/>
          <p:nvPr/>
        </p:nvSpPr>
        <p:spPr>
          <a:xfrm>
            <a:off x="6072225" y="275047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405,600</a:t>
            </a:r>
            <a:endParaRPr lang="en-US" dirty="0"/>
          </a:p>
        </p:txBody>
      </p:sp>
      <p:sp>
        <p:nvSpPr>
          <p:cNvPr id="13557" name="Rectangle 4"/>
          <p:cNvSpPr>
            <a:spLocks noChangeArrowheads="1"/>
          </p:cNvSpPr>
          <p:nvPr/>
        </p:nvSpPr>
        <p:spPr bwMode="auto">
          <a:xfrm>
            <a:off x="6566408" y="277928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58" name="TextBox 3"/>
          <p:cNvSpPr txBox="1"/>
          <p:nvPr/>
        </p:nvSpPr>
        <p:spPr>
          <a:xfrm>
            <a:off x="6719671" y="275047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258,100</a:t>
            </a:r>
            <a:endParaRPr lang="en-US" dirty="0"/>
          </a:p>
        </p:txBody>
      </p:sp>
      <p:sp>
        <p:nvSpPr>
          <p:cNvPr id="13559" name="Rectangle 4"/>
          <p:cNvSpPr>
            <a:spLocks noChangeArrowheads="1"/>
          </p:cNvSpPr>
          <p:nvPr/>
        </p:nvSpPr>
        <p:spPr bwMode="auto">
          <a:xfrm>
            <a:off x="7213854" y="2779280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60" name="TextBox 3"/>
          <p:cNvSpPr txBox="1"/>
          <p:nvPr/>
        </p:nvSpPr>
        <p:spPr>
          <a:xfrm>
            <a:off x="7367118" y="2750477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258,037</a:t>
            </a:r>
            <a:endParaRPr lang="en-US" dirty="0"/>
          </a:p>
        </p:txBody>
      </p:sp>
      <p:sp>
        <p:nvSpPr>
          <p:cNvPr id="13561" name="Rectangle 4"/>
          <p:cNvSpPr>
            <a:spLocks noChangeArrowheads="1"/>
          </p:cNvSpPr>
          <p:nvPr/>
        </p:nvSpPr>
        <p:spPr bwMode="auto">
          <a:xfrm>
            <a:off x="7861300" y="2779280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62" name="Rectangle 4"/>
          <p:cNvSpPr>
            <a:spLocks noChangeArrowheads="1"/>
          </p:cNvSpPr>
          <p:nvPr/>
        </p:nvSpPr>
        <p:spPr bwMode="auto">
          <a:xfrm>
            <a:off x="8094497" y="2779280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63" name="Rectangle 4"/>
          <p:cNvSpPr>
            <a:spLocks noChangeArrowheads="1"/>
          </p:cNvSpPr>
          <p:nvPr/>
        </p:nvSpPr>
        <p:spPr bwMode="auto">
          <a:xfrm>
            <a:off x="8333384" y="2779280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64" name="TextBox 3"/>
          <p:cNvSpPr txBox="1"/>
          <p:nvPr/>
        </p:nvSpPr>
        <p:spPr>
          <a:xfrm>
            <a:off x="8594496" y="2750477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63</a:t>
            </a:r>
            <a:endParaRPr lang="en-US" dirty="0"/>
          </a:p>
        </p:txBody>
      </p:sp>
      <p:sp>
        <p:nvSpPr>
          <p:cNvPr id="13565" name="Rectangle 4"/>
          <p:cNvSpPr>
            <a:spLocks noChangeArrowheads="1"/>
          </p:cNvSpPr>
          <p:nvPr/>
        </p:nvSpPr>
        <p:spPr bwMode="auto">
          <a:xfrm>
            <a:off x="878255" y="3291941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66" name="TextBox 3"/>
          <p:cNvSpPr txBox="1"/>
          <p:nvPr/>
        </p:nvSpPr>
        <p:spPr>
          <a:xfrm>
            <a:off x="827455" y="326313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8471210</a:t>
            </a:r>
            <a:endParaRPr lang="en-US" dirty="0"/>
          </a:p>
        </p:txBody>
      </p:sp>
      <p:sp>
        <p:nvSpPr>
          <p:cNvPr id="13567" name="Rectangle 4"/>
          <p:cNvSpPr>
            <a:spLocks noChangeArrowheads="1"/>
          </p:cNvSpPr>
          <p:nvPr/>
        </p:nvSpPr>
        <p:spPr bwMode="auto">
          <a:xfrm>
            <a:off x="1365758" y="3291941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68" name="TextBox 3"/>
          <p:cNvSpPr txBox="1"/>
          <p:nvPr/>
        </p:nvSpPr>
        <p:spPr>
          <a:xfrm>
            <a:off x="1314958" y="3263138"/>
            <a:ext cx="798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SVP/ </a:t>
            </a:r>
            <a:endParaRPr lang="en-US" dirty="0"/>
          </a:p>
        </p:txBody>
      </p:sp>
      <p:sp>
        <p:nvSpPr>
          <p:cNvPr id="13569" name="TextBox 3"/>
          <p:cNvSpPr txBox="1"/>
          <p:nvPr/>
        </p:nvSpPr>
        <p:spPr>
          <a:xfrm>
            <a:off x="1314958" y="3380587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Academic &amp; </a:t>
            </a:r>
            <a:endParaRPr lang="en-US" dirty="0"/>
          </a:p>
        </p:txBody>
      </p:sp>
      <p:sp>
        <p:nvSpPr>
          <p:cNvPr id="13570" name="TextBox 3"/>
          <p:cNvSpPr txBox="1"/>
          <p:nvPr/>
        </p:nvSpPr>
        <p:spPr>
          <a:xfrm>
            <a:off x="1314958" y="3498037"/>
            <a:ext cx="5562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Student </a:t>
            </a:r>
            <a:endParaRPr lang="en-US" dirty="0"/>
          </a:p>
        </p:txBody>
      </p:sp>
      <p:sp>
        <p:nvSpPr>
          <p:cNvPr id="13571" name="TextBox 3"/>
          <p:cNvSpPr txBox="1"/>
          <p:nvPr/>
        </p:nvSpPr>
        <p:spPr>
          <a:xfrm>
            <a:off x="1314958" y="3615486"/>
            <a:ext cx="8609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Services Office</a:t>
            </a:r>
            <a:endParaRPr lang="en-US" dirty="0"/>
          </a:p>
        </p:txBody>
      </p:sp>
      <p:sp>
        <p:nvSpPr>
          <p:cNvPr id="13572" name="Rectangle 4"/>
          <p:cNvSpPr>
            <a:spLocks noChangeArrowheads="1"/>
          </p:cNvSpPr>
          <p:nvPr/>
        </p:nvSpPr>
        <p:spPr bwMode="auto">
          <a:xfrm>
            <a:off x="2163546" y="3291941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73" name="TextBox 3"/>
          <p:cNvSpPr txBox="1"/>
          <p:nvPr/>
        </p:nvSpPr>
        <p:spPr>
          <a:xfrm>
            <a:off x="2112746" y="326313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13574" name="Rectangle 4"/>
          <p:cNvSpPr>
            <a:spLocks noChangeArrowheads="1"/>
          </p:cNvSpPr>
          <p:nvPr/>
        </p:nvSpPr>
        <p:spPr bwMode="auto">
          <a:xfrm>
            <a:off x="2622702" y="3291941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75" name="TextBox 3"/>
          <p:cNvSpPr txBox="1"/>
          <p:nvPr/>
        </p:nvSpPr>
        <p:spPr>
          <a:xfrm>
            <a:off x="2571902" y="3263138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13576" name="TextBox 3"/>
          <p:cNvSpPr txBox="1"/>
          <p:nvPr/>
        </p:nvSpPr>
        <p:spPr>
          <a:xfrm>
            <a:off x="2571902" y="3380587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13577" name="TextBox 3"/>
          <p:cNvSpPr txBox="1"/>
          <p:nvPr/>
        </p:nvSpPr>
        <p:spPr>
          <a:xfrm>
            <a:off x="2571902" y="3498037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13578" name="Rectangle 4"/>
          <p:cNvSpPr>
            <a:spLocks noChangeArrowheads="1"/>
          </p:cNvSpPr>
          <p:nvPr/>
        </p:nvSpPr>
        <p:spPr bwMode="auto">
          <a:xfrm>
            <a:off x="3680282" y="3291941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79" name="TextBox 3"/>
          <p:cNvSpPr txBox="1"/>
          <p:nvPr/>
        </p:nvSpPr>
        <p:spPr>
          <a:xfrm>
            <a:off x="3629482" y="326313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847.8471210.1.412125.000000.847001.100178</a:t>
            </a:r>
            <a:endParaRPr lang="en-US" dirty="0"/>
          </a:p>
        </p:txBody>
      </p:sp>
      <p:sp>
        <p:nvSpPr>
          <p:cNvPr id="13580" name="Rectangle 4"/>
          <p:cNvSpPr>
            <a:spLocks noChangeArrowheads="1"/>
          </p:cNvSpPr>
          <p:nvPr/>
        </p:nvSpPr>
        <p:spPr bwMode="auto">
          <a:xfrm>
            <a:off x="5918962" y="3291941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81" name="TextBox 3"/>
          <p:cNvSpPr txBox="1"/>
          <p:nvPr/>
        </p:nvSpPr>
        <p:spPr>
          <a:xfrm>
            <a:off x="5987491" y="326313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2,454,724</a:t>
            </a:r>
            <a:endParaRPr lang="en-US" dirty="0"/>
          </a:p>
        </p:txBody>
      </p:sp>
      <p:sp>
        <p:nvSpPr>
          <p:cNvPr id="13582" name="Rectangle 4"/>
          <p:cNvSpPr>
            <a:spLocks noChangeArrowheads="1"/>
          </p:cNvSpPr>
          <p:nvPr/>
        </p:nvSpPr>
        <p:spPr bwMode="auto">
          <a:xfrm>
            <a:off x="6566408" y="3291941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83" name="TextBox 3"/>
          <p:cNvSpPr txBox="1"/>
          <p:nvPr/>
        </p:nvSpPr>
        <p:spPr>
          <a:xfrm>
            <a:off x="6634937" y="326313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1,906,724</a:t>
            </a:r>
            <a:endParaRPr lang="en-US" dirty="0"/>
          </a:p>
        </p:txBody>
      </p:sp>
      <p:sp>
        <p:nvSpPr>
          <p:cNvPr id="13584" name="Rectangle 4"/>
          <p:cNvSpPr>
            <a:spLocks noChangeArrowheads="1"/>
          </p:cNvSpPr>
          <p:nvPr/>
        </p:nvSpPr>
        <p:spPr bwMode="auto">
          <a:xfrm>
            <a:off x="7213854" y="3291941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85" name="TextBox 3"/>
          <p:cNvSpPr txBox="1"/>
          <p:nvPr/>
        </p:nvSpPr>
        <p:spPr>
          <a:xfrm>
            <a:off x="7282383" y="326313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1,906,534</a:t>
            </a:r>
            <a:endParaRPr lang="en-US" dirty="0"/>
          </a:p>
        </p:txBody>
      </p:sp>
      <p:sp>
        <p:nvSpPr>
          <p:cNvPr id="13586" name="Rectangle 4"/>
          <p:cNvSpPr>
            <a:spLocks noChangeArrowheads="1"/>
          </p:cNvSpPr>
          <p:nvPr/>
        </p:nvSpPr>
        <p:spPr bwMode="auto">
          <a:xfrm>
            <a:off x="7861300" y="3291941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87" name="Rectangle 4"/>
          <p:cNvSpPr>
            <a:spLocks noChangeArrowheads="1"/>
          </p:cNvSpPr>
          <p:nvPr/>
        </p:nvSpPr>
        <p:spPr bwMode="auto">
          <a:xfrm>
            <a:off x="8094497" y="3291941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88" name="Rectangle 4"/>
          <p:cNvSpPr>
            <a:spLocks noChangeArrowheads="1"/>
          </p:cNvSpPr>
          <p:nvPr/>
        </p:nvSpPr>
        <p:spPr bwMode="auto">
          <a:xfrm>
            <a:off x="8333384" y="3291941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89" name="TextBox 3"/>
          <p:cNvSpPr txBox="1"/>
          <p:nvPr/>
        </p:nvSpPr>
        <p:spPr>
          <a:xfrm>
            <a:off x="8538006" y="3263138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190</a:t>
            </a:r>
            <a:endParaRPr lang="en-US" dirty="0"/>
          </a:p>
        </p:txBody>
      </p:sp>
      <p:sp>
        <p:nvSpPr>
          <p:cNvPr id="13590" name="Rectangle 4"/>
          <p:cNvSpPr>
            <a:spLocks noChangeArrowheads="1"/>
          </p:cNvSpPr>
          <p:nvPr/>
        </p:nvSpPr>
        <p:spPr bwMode="auto">
          <a:xfrm>
            <a:off x="878255" y="3804602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91" name="TextBox 3"/>
          <p:cNvSpPr txBox="1"/>
          <p:nvPr/>
        </p:nvSpPr>
        <p:spPr>
          <a:xfrm>
            <a:off x="827455" y="377579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8471210</a:t>
            </a:r>
            <a:endParaRPr lang="en-US" dirty="0"/>
          </a:p>
        </p:txBody>
      </p:sp>
      <p:sp>
        <p:nvSpPr>
          <p:cNvPr id="13592" name="Rectangle 4"/>
          <p:cNvSpPr>
            <a:spLocks noChangeArrowheads="1"/>
          </p:cNvSpPr>
          <p:nvPr/>
        </p:nvSpPr>
        <p:spPr bwMode="auto">
          <a:xfrm>
            <a:off x="1365758" y="3804602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93" name="TextBox 3"/>
          <p:cNvSpPr txBox="1"/>
          <p:nvPr/>
        </p:nvSpPr>
        <p:spPr>
          <a:xfrm>
            <a:off x="1314958" y="3775799"/>
            <a:ext cx="798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SVP/ </a:t>
            </a:r>
            <a:endParaRPr lang="en-US" dirty="0"/>
          </a:p>
        </p:txBody>
      </p:sp>
      <p:sp>
        <p:nvSpPr>
          <p:cNvPr id="13594" name="TextBox 3"/>
          <p:cNvSpPr txBox="1"/>
          <p:nvPr/>
        </p:nvSpPr>
        <p:spPr>
          <a:xfrm>
            <a:off x="1314958" y="389324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Academic &amp; </a:t>
            </a:r>
            <a:endParaRPr lang="en-US" dirty="0"/>
          </a:p>
        </p:txBody>
      </p:sp>
      <p:sp>
        <p:nvSpPr>
          <p:cNvPr id="13595" name="TextBox 3"/>
          <p:cNvSpPr txBox="1"/>
          <p:nvPr/>
        </p:nvSpPr>
        <p:spPr>
          <a:xfrm>
            <a:off x="1314958" y="4010698"/>
            <a:ext cx="5562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Student </a:t>
            </a:r>
            <a:endParaRPr lang="en-US" dirty="0"/>
          </a:p>
        </p:txBody>
      </p:sp>
      <p:sp>
        <p:nvSpPr>
          <p:cNvPr id="13596" name="TextBox 3"/>
          <p:cNvSpPr txBox="1"/>
          <p:nvPr/>
        </p:nvSpPr>
        <p:spPr>
          <a:xfrm>
            <a:off x="1314958" y="4128147"/>
            <a:ext cx="8609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Services Office</a:t>
            </a:r>
            <a:endParaRPr lang="en-US" dirty="0"/>
          </a:p>
        </p:txBody>
      </p:sp>
      <p:sp>
        <p:nvSpPr>
          <p:cNvPr id="13597" name="Rectangle 4"/>
          <p:cNvSpPr>
            <a:spLocks noChangeArrowheads="1"/>
          </p:cNvSpPr>
          <p:nvPr/>
        </p:nvSpPr>
        <p:spPr bwMode="auto">
          <a:xfrm>
            <a:off x="2163546" y="3804602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598" name="TextBox 3"/>
          <p:cNvSpPr txBox="1"/>
          <p:nvPr/>
        </p:nvSpPr>
        <p:spPr>
          <a:xfrm>
            <a:off x="2112746" y="377579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412184</a:t>
            </a:r>
            <a:endParaRPr lang="en-US" dirty="0"/>
          </a:p>
        </p:txBody>
      </p:sp>
      <p:sp>
        <p:nvSpPr>
          <p:cNvPr id="13599" name="Rectangle 4"/>
          <p:cNvSpPr>
            <a:spLocks noChangeArrowheads="1"/>
          </p:cNvSpPr>
          <p:nvPr/>
        </p:nvSpPr>
        <p:spPr bwMode="auto">
          <a:xfrm>
            <a:off x="2622702" y="3804602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00" name="TextBox 3"/>
          <p:cNvSpPr txBox="1"/>
          <p:nvPr/>
        </p:nvSpPr>
        <p:spPr>
          <a:xfrm>
            <a:off x="2571902" y="3775799"/>
            <a:ext cx="7933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Vacation pay </a:t>
            </a:r>
            <a:endParaRPr lang="en-US" dirty="0"/>
          </a:p>
        </p:txBody>
      </p:sp>
      <p:sp>
        <p:nvSpPr>
          <p:cNvPr id="13601" name="TextBox 3"/>
          <p:cNvSpPr txBox="1"/>
          <p:nvPr/>
        </p:nvSpPr>
        <p:spPr>
          <a:xfrm>
            <a:off x="2571902" y="3893248"/>
            <a:ext cx="1148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(including cash in lieu</a:t>
            </a:r>
            <a:endParaRPr lang="en-US" dirty="0"/>
          </a:p>
        </p:txBody>
      </p:sp>
      <p:sp>
        <p:nvSpPr>
          <p:cNvPr id="13602" name="TextBox 3"/>
          <p:cNvSpPr txBox="1"/>
          <p:nvPr/>
        </p:nvSpPr>
        <p:spPr>
          <a:xfrm>
            <a:off x="2571902" y="4010698"/>
            <a:ext cx="601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payment)</a:t>
            </a:r>
            <a:endParaRPr lang="en-US" dirty="0"/>
          </a:p>
        </p:txBody>
      </p:sp>
      <p:sp>
        <p:nvSpPr>
          <p:cNvPr id="13603" name="Rectangle 4"/>
          <p:cNvSpPr>
            <a:spLocks noChangeArrowheads="1"/>
          </p:cNvSpPr>
          <p:nvPr/>
        </p:nvSpPr>
        <p:spPr bwMode="auto">
          <a:xfrm>
            <a:off x="3680282" y="3804602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04" name="TextBox 3"/>
          <p:cNvSpPr txBox="1"/>
          <p:nvPr/>
        </p:nvSpPr>
        <p:spPr>
          <a:xfrm>
            <a:off x="3629482" y="377579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847.8471210.1.412184.000000.847001.100178</a:t>
            </a:r>
            <a:endParaRPr lang="en-US" dirty="0"/>
          </a:p>
        </p:txBody>
      </p:sp>
      <p:sp>
        <p:nvSpPr>
          <p:cNvPr id="13605" name="Rectangle 4"/>
          <p:cNvSpPr>
            <a:spLocks noChangeArrowheads="1"/>
          </p:cNvSpPr>
          <p:nvPr/>
        </p:nvSpPr>
        <p:spPr bwMode="auto">
          <a:xfrm>
            <a:off x="5918962" y="380460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06" name="TextBox 3"/>
          <p:cNvSpPr txBox="1"/>
          <p:nvPr/>
        </p:nvSpPr>
        <p:spPr>
          <a:xfrm>
            <a:off x="6382918" y="377579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3607" name="Rectangle 4"/>
          <p:cNvSpPr>
            <a:spLocks noChangeArrowheads="1"/>
          </p:cNvSpPr>
          <p:nvPr/>
        </p:nvSpPr>
        <p:spPr bwMode="auto">
          <a:xfrm>
            <a:off x="6566408" y="380460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08" name="TextBox 3"/>
          <p:cNvSpPr txBox="1"/>
          <p:nvPr/>
        </p:nvSpPr>
        <p:spPr>
          <a:xfrm>
            <a:off x="7030365" y="377579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3609" name="Rectangle 4"/>
          <p:cNvSpPr>
            <a:spLocks noChangeArrowheads="1"/>
          </p:cNvSpPr>
          <p:nvPr/>
        </p:nvSpPr>
        <p:spPr bwMode="auto">
          <a:xfrm>
            <a:off x="7213854" y="3804602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10" name="Rectangle 4"/>
          <p:cNvSpPr>
            <a:spLocks noChangeArrowheads="1"/>
          </p:cNvSpPr>
          <p:nvPr/>
        </p:nvSpPr>
        <p:spPr bwMode="auto">
          <a:xfrm>
            <a:off x="7861300" y="3804602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11" name="Rectangle 4"/>
          <p:cNvSpPr>
            <a:spLocks noChangeArrowheads="1"/>
          </p:cNvSpPr>
          <p:nvPr/>
        </p:nvSpPr>
        <p:spPr bwMode="auto">
          <a:xfrm>
            <a:off x="8094497" y="3804602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12" name="Rectangle 4"/>
          <p:cNvSpPr>
            <a:spLocks noChangeArrowheads="1"/>
          </p:cNvSpPr>
          <p:nvPr/>
        </p:nvSpPr>
        <p:spPr bwMode="auto">
          <a:xfrm>
            <a:off x="8333384" y="3804602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13" name="TextBox 3"/>
          <p:cNvSpPr txBox="1"/>
          <p:nvPr/>
        </p:nvSpPr>
        <p:spPr>
          <a:xfrm>
            <a:off x="8650986" y="377579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3614" name="Rectangle 4"/>
          <p:cNvSpPr>
            <a:spLocks noChangeArrowheads="1"/>
          </p:cNvSpPr>
          <p:nvPr/>
        </p:nvSpPr>
        <p:spPr bwMode="auto">
          <a:xfrm>
            <a:off x="878255" y="4317263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15" name="TextBox 3"/>
          <p:cNvSpPr txBox="1"/>
          <p:nvPr/>
        </p:nvSpPr>
        <p:spPr>
          <a:xfrm>
            <a:off x="827455" y="428845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8471210</a:t>
            </a:r>
            <a:endParaRPr lang="en-US" dirty="0"/>
          </a:p>
        </p:txBody>
      </p:sp>
      <p:sp>
        <p:nvSpPr>
          <p:cNvPr id="13616" name="Rectangle 4"/>
          <p:cNvSpPr>
            <a:spLocks noChangeArrowheads="1"/>
          </p:cNvSpPr>
          <p:nvPr/>
        </p:nvSpPr>
        <p:spPr bwMode="auto">
          <a:xfrm>
            <a:off x="1365758" y="4317263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17" name="TextBox 3"/>
          <p:cNvSpPr txBox="1"/>
          <p:nvPr/>
        </p:nvSpPr>
        <p:spPr>
          <a:xfrm>
            <a:off x="1314958" y="4288459"/>
            <a:ext cx="798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SVP/ </a:t>
            </a:r>
            <a:endParaRPr lang="en-US" dirty="0"/>
          </a:p>
        </p:txBody>
      </p:sp>
      <p:sp>
        <p:nvSpPr>
          <p:cNvPr id="13618" name="TextBox 3"/>
          <p:cNvSpPr txBox="1"/>
          <p:nvPr/>
        </p:nvSpPr>
        <p:spPr>
          <a:xfrm>
            <a:off x="1314958" y="4405909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Academic &amp; </a:t>
            </a:r>
            <a:endParaRPr lang="en-US" dirty="0"/>
          </a:p>
        </p:txBody>
      </p:sp>
      <p:sp>
        <p:nvSpPr>
          <p:cNvPr id="13619" name="TextBox 3"/>
          <p:cNvSpPr txBox="1"/>
          <p:nvPr/>
        </p:nvSpPr>
        <p:spPr>
          <a:xfrm>
            <a:off x="1314958" y="4523359"/>
            <a:ext cx="5562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Student </a:t>
            </a:r>
            <a:endParaRPr lang="en-US" dirty="0"/>
          </a:p>
        </p:txBody>
      </p:sp>
      <p:sp>
        <p:nvSpPr>
          <p:cNvPr id="13620" name="TextBox 3"/>
          <p:cNvSpPr txBox="1"/>
          <p:nvPr/>
        </p:nvSpPr>
        <p:spPr>
          <a:xfrm>
            <a:off x="1314958" y="4640808"/>
            <a:ext cx="8609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Services Office</a:t>
            </a:r>
            <a:endParaRPr lang="en-US" dirty="0"/>
          </a:p>
        </p:txBody>
      </p:sp>
      <p:sp>
        <p:nvSpPr>
          <p:cNvPr id="13621" name="Rectangle 4"/>
          <p:cNvSpPr>
            <a:spLocks noChangeArrowheads="1"/>
          </p:cNvSpPr>
          <p:nvPr/>
        </p:nvSpPr>
        <p:spPr bwMode="auto">
          <a:xfrm>
            <a:off x="2163546" y="4317263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22" name="TextBox 3"/>
          <p:cNvSpPr txBox="1"/>
          <p:nvPr/>
        </p:nvSpPr>
        <p:spPr>
          <a:xfrm>
            <a:off x="2112746" y="428845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412511</a:t>
            </a:r>
            <a:endParaRPr lang="en-US" dirty="0"/>
          </a:p>
        </p:txBody>
      </p:sp>
      <p:sp>
        <p:nvSpPr>
          <p:cNvPr id="13623" name="Rectangle 4"/>
          <p:cNvSpPr>
            <a:spLocks noChangeArrowheads="1"/>
          </p:cNvSpPr>
          <p:nvPr/>
        </p:nvSpPr>
        <p:spPr bwMode="auto">
          <a:xfrm>
            <a:off x="2622702" y="4317263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24" name="TextBox 3"/>
          <p:cNvSpPr txBox="1"/>
          <p:nvPr/>
        </p:nvSpPr>
        <p:spPr>
          <a:xfrm>
            <a:off x="2571902" y="4288459"/>
            <a:ext cx="798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Consolidated </a:t>
            </a:r>
            <a:endParaRPr lang="en-US" dirty="0"/>
          </a:p>
        </p:txBody>
      </p:sp>
      <p:sp>
        <p:nvSpPr>
          <p:cNvPr id="13625" name="TextBox 3"/>
          <p:cNvSpPr txBox="1"/>
          <p:nvPr/>
        </p:nvSpPr>
        <p:spPr>
          <a:xfrm>
            <a:off x="2571902" y="4405909"/>
            <a:ext cx="1081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allowances: Emirati </a:t>
            </a:r>
            <a:endParaRPr lang="en-US" dirty="0"/>
          </a:p>
        </p:txBody>
      </p:sp>
      <p:sp>
        <p:nvSpPr>
          <p:cNvPr id="13626" name="TextBox 3"/>
          <p:cNvSpPr txBox="1"/>
          <p:nvPr/>
        </p:nvSpPr>
        <p:spPr>
          <a:xfrm>
            <a:off x="2571902" y="4523359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13627" name="Rectangle 4"/>
          <p:cNvSpPr>
            <a:spLocks noChangeArrowheads="1"/>
          </p:cNvSpPr>
          <p:nvPr/>
        </p:nvSpPr>
        <p:spPr bwMode="auto">
          <a:xfrm>
            <a:off x="3680282" y="4317263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28" name="TextBox 3"/>
          <p:cNvSpPr txBox="1"/>
          <p:nvPr/>
        </p:nvSpPr>
        <p:spPr>
          <a:xfrm>
            <a:off x="3629482" y="428845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847.8471210.1.412511.000000.847001.100178</a:t>
            </a:r>
            <a:endParaRPr lang="en-US" dirty="0"/>
          </a:p>
        </p:txBody>
      </p:sp>
      <p:sp>
        <p:nvSpPr>
          <p:cNvPr id="13629" name="Rectangle 4"/>
          <p:cNvSpPr>
            <a:spLocks noChangeArrowheads="1"/>
          </p:cNvSpPr>
          <p:nvPr/>
        </p:nvSpPr>
        <p:spPr bwMode="auto">
          <a:xfrm>
            <a:off x="5918962" y="4317263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30" name="TextBox 3"/>
          <p:cNvSpPr txBox="1"/>
          <p:nvPr/>
        </p:nvSpPr>
        <p:spPr>
          <a:xfrm>
            <a:off x="5987491" y="428845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1,014,480</a:t>
            </a:r>
            <a:endParaRPr lang="en-US" dirty="0"/>
          </a:p>
        </p:txBody>
      </p:sp>
      <p:sp>
        <p:nvSpPr>
          <p:cNvPr id="13631" name="Rectangle 4"/>
          <p:cNvSpPr>
            <a:spLocks noChangeArrowheads="1"/>
          </p:cNvSpPr>
          <p:nvPr/>
        </p:nvSpPr>
        <p:spPr bwMode="auto">
          <a:xfrm>
            <a:off x="6566408" y="4317263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32" name="TextBox 3"/>
          <p:cNvSpPr txBox="1"/>
          <p:nvPr/>
        </p:nvSpPr>
        <p:spPr>
          <a:xfrm>
            <a:off x="6719671" y="428845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766,740</a:t>
            </a:r>
            <a:endParaRPr lang="en-US" dirty="0"/>
          </a:p>
        </p:txBody>
      </p:sp>
      <p:sp>
        <p:nvSpPr>
          <p:cNvPr id="13633" name="Rectangle 4"/>
          <p:cNvSpPr>
            <a:spLocks noChangeArrowheads="1"/>
          </p:cNvSpPr>
          <p:nvPr/>
        </p:nvSpPr>
        <p:spPr bwMode="auto">
          <a:xfrm>
            <a:off x="7213854" y="4317263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34" name="TextBox 3"/>
          <p:cNvSpPr txBox="1"/>
          <p:nvPr/>
        </p:nvSpPr>
        <p:spPr>
          <a:xfrm>
            <a:off x="7367118" y="428845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764,538</a:t>
            </a:r>
            <a:endParaRPr lang="en-US" dirty="0"/>
          </a:p>
        </p:txBody>
      </p:sp>
      <p:sp>
        <p:nvSpPr>
          <p:cNvPr id="13635" name="Rectangle 4"/>
          <p:cNvSpPr>
            <a:spLocks noChangeArrowheads="1"/>
          </p:cNvSpPr>
          <p:nvPr/>
        </p:nvSpPr>
        <p:spPr bwMode="auto">
          <a:xfrm>
            <a:off x="7861300" y="4317263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36" name="Rectangle 4"/>
          <p:cNvSpPr>
            <a:spLocks noChangeArrowheads="1"/>
          </p:cNvSpPr>
          <p:nvPr/>
        </p:nvSpPr>
        <p:spPr bwMode="auto">
          <a:xfrm>
            <a:off x="8094497" y="4317263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37" name="Rectangle 4"/>
          <p:cNvSpPr>
            <a:spLocks noChangeArrowheads="1"/>
          </p:cNvSpPr>
          <p:nvPr/>
        </p:nvSpPr>
        <p:spPr bwMode="auto">
          <a:xfrm>
            <a:off x="8333384" y="4317263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38" name="TextBox 3"/>
          <p:cNvSpPr txBox="1"/>
          <p:nvPr/>
        </p:nvSpPr>
        <p:spPr>
          <a:xfrm>
            <a:off x="8453272" y="4288459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2,202</a:t>
            </a:r>
            <a:endParaRPr lang="en-US" dirty="0"/>
          </a:p>
        </p:txBody>
      </p:sp>
      <p:sp>
        <p:nvSpPr>
          <p:cNvPr id="13639" name="Rectangle 4"/>
          <p:cNvSpPr>
            <a:spLocks noChangeArrowheads="1"/>
          </p:cNvSpPr>
          <p:nvPr/>
        </p:nvSpPr>
        <p:spPr bwMode="auto">
          <a:xfrm>
            <a:off x="878255" y="4829924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40" name="TextBox 3"/>
          <p:cNvSpPr txBox="1"/>
          <p:nvPr/>
        </p:nvSpPr>
        <p:spPr>
          <a:xfrm>
            <a:off x="827455" y="480112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8471210</a:t>
            </a:r>
            <a:endParaRPr lang="en-US" dirty="0"/>
          </a:p>
        </p:txBody>
      </p:sp>
      <p:sp>
        <p:nvSpPr>
          <p:cNvPr id="13641" name="Rectangle 4"/>
          <p:cNvSpPr>
            <a:spLocks noChangeArrowheads="1"/>
          </p:cNvSpPr>
          <p:nvPr/>
        </p:nvSpPr>
        <p:spPr bwMode="auto">
          <a:xfrm>
            <a:off x="1365758" y="4829924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42" name="TextBox 3"/>
          <p:cNvSpPr txBox="1"/>
          <p:nvPr/>
        </p:nvSpPr>
        <p:spPr>
          <a:xfrm>
            <a:off x="1314958" y="4801120"/>
            <a:ext cx="798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SVP/ </a:t>
            </a:r>
            <a:endParaRPr lang="en-US" dirty="0"/>
          </a:p>
        </p:txBody>
      </p:sp>
      <p:sp>
        <p:nvSpPr>
          <p:cNvPr id="13643" name="TextBox 3"/>
          <p:cNvSpPr txBox="1"/>
          <p:nvPr/>
        </p:nvSpPr>
        <p:spPr>
          <a:xfrm>
            <a:off x="1314958" y="4918570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Academic &amp; </a:t>
            </a:r>
            <a:endParaRPr lang="en-US" dirty="0"/>
          </a:p>
        </p:txBody>
      </p:sp>
      <p:sp>
        <p:nvSpPr>
          <p:cNvPr id="13644" name="TextBox 3"/>
          <p:cNvSpPr txBox="1"/>
          <p:nvPr/>
        </p:nvSpPr>
        <p:spPr>
          <a:xfrm>
            <a:off x="1314958" y="5036020"/>
            <a:ext cx="5562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Student </a:t>
            </a:r>
            <a:endParaRPr lang="en-US" dirty="0"/>
          </a:p>
        </p:txBody>
      </p:sp>
      <p:sp>
        <p:nvSpPr>
          <p:cNvPr id="13645" name="TextBox 3"/>
          <p:cNvSpPr txBox="1"/>
          <p:nvPr/>
        </p:nvSpPr>
        <p:spPr>
          <a:xfrm>
            <a:off x="1314958" y="5153469"/>
            <a:ext cx="8609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Services Office</a:t>
            </a:r>
            <a:endParaRPr lang="en-US" dirty="0"/>
          </a:p>
        </p:txBody>
      </p:sp>
      <p:sp>
        <p:nvSpPr>
          <p:cNvPr id="13646" name="Rectangle 4"/>
          <p:cNvSpPr>
            <a:spLocks noChangeArrowheads="1"/>
          </p:cNvSpPr>
          <p:nvPr/>
        </p:nvSpPr>
        <p:spPr bwMode="auto">
          <a:xfrm>
            <a:off x="2163546" y="4829924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47" name="TextBox 3"/>
          <p:cNvSpPr txBox="1"/>
          <p:nvPr/>
        </p:nvSpPr>
        <p:spPr>
          <a:xfrm>
            <a:off x="2112746" y="480112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13648" name="Rectangle 4"/>
          <p:cNvSpPr>
            <a:spLocks noChangeArrowheads="1"/>
          </p:cNvSpPr>
          <p:nvPr/>
        </p:nvSpPr>
        <p:spPr bwMode="auto">
          <a:xfrm>
            <a:off x="2622702" y="4829924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49" name="TextBox 3"/>
          <p:cNvSpPr txBox="1"/>
          <p:nvPr/>
        </p:nvSpPr>
        <p:spPr>
          <a:xfrm>
            <a:off x="2571902" y="4801120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13650" name="Rectangle 4"/>
          <p:cNvSpPr>
            <a:spLocks noChangeArrowheads="1"/>
          </p:cNvSpPr>
          <p:nvPr/>
        </p:nvSpPr>
        <p:spPr bwMode="auto">
          <a:xfrm>
            <a:off x="3680282" y="4829924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51" name="TextBox 3"/>
          <p:cNvSpPr txBox="1"/>
          <p:nvPr/>
        </p:nvSpPr>
        <p:spPr>
          <a:xfrm>
            <a:off x="3629482" y="480112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847.8471210.1.412523.000000.847001.100178</a:t>
            </a:r>
            <a:endParaRPr lang="en-US" dirty="0"/>
          </a:p>
        </p:txBody>
      </p:sp>
      <p:sp>
        <p:nvSpPr>
          <p:cNvPr id="13652" name="Rectangle 4"/>
          <p:cNvSpPr>
            <a:spLocks noChangeArrowheads="1"/>
          </p:cNvSpPr>
          <p:nvPr/>
        </p:nvSpPr>
        <p:spPr bwMode="auto">
          <a:xfrm>
            <a:off x="5918962" y="4829924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53" name="TextBox 3"/>
          <p:cNvSpPr txBox="1"/>
          <p:nvPr/>
        </p:nvSpPr>
        <p:spPr>
          <a:xfrm>
            <a:off x="6072225" y="480112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151,200</a:t>
            </a:r>
            <a:endParaRPr lang="en-US" dirty="0"/>
          </a:p>
        </p:txBody>
      </p:sp>
      <p:sp>
        <p:nvSpPr>
          <p:cNvPr id="13654" name="Rectangle 4"/>
          <p:cNvSpPr>
            <a:spLocks noChangeArrowheads="1"/>
          </p:cNvSpPr>
          <p:nvPr/>
        </p:nvSpPr>
        <p:spPr bwMode="auto">
          <a:xfrm>
            <a:off x="6566408" y="4829924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55" name="TextBox 3"/>
          <p:cNvSpPr txBox="1"/>
          <p:nvPr/>
        </p:nvSpPr>
        <p:spPr>
          <a:xfrm>
            <a:off x="6776161" y="480112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87,000</a:t>
            </a:r>
            <a:endParaRPr lang="en-US" dirty="0"/>
          </a:p>
        </p:txBody>
      </p:sp>
      <p:sp>
        <p:nvSpPr>
          <p:cNvPr id="13656" name="Rectangle 4"/>
          <p:cNvSpPr>
            <a:spLocks noChangeArrowheads="1"/>
          </p:cNvSpPr>
          <p:nvPr/>
        </p:nvSpPr>
        <p:spPr bwMode="auto">
          <a:xfrm>
            <a:off x="7213854" y="4829924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57" name="TextBox 3"/>
          <p:cNvSpPr txBox="1"/>
          <p:nvPr/>
        </p:nvSpPr>
        <p:spPr>
          <a:xfrm>
            <a:off x="7423607" y="480112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87,000</a:t>
            </a:r>
            <a:endParaRPr lang="en-US" dirty="0"/>
          </a:p>
        </p:txBody>
      </p:sp>
      <p:sp>
        <p:nvSpPr>
          <p:cNvPr id="13658" name="Rectangle 4"/>
          <p:cNvSpPr>
            <a:spLocks noChangeArrowheads="1"/>
          </p:cNvSpPr>
          <p:nvPr/>
        </p:nvSpPr>
        <p:spPr bwMode="auto">
          <a:xfrm>
            <a:off x="7861300" y="4829924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59" name="Rectangle 4"/>
          <p:cNvSpPr>
            <a:spLocks noChangeArrowheads="1"/>
          </p:cNvSpPr>
          <p:nvPr/>
        </p:nvSpPr>
        <p:spPr bwMode="auto">
          <a:xfrm>
            <a:off x="8094497" y="4829924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60" name="Rectangle 4"/>
          <p:cNvSpPr>
            <a:spLocks noChangeArrowheads="1"/>
          </p:cNvSpPr>
          <p:nvPr/>
        </p:nvSpPr>
        <p:spPr bwMode="auto">
          <a:xfrm>
            <a:off x="8333384" y="4829924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61" name="TextBox 3"/>
          <p:cNvSpPr txBox="1"/>
          <p:nvPr/>
        </p:nvSpPr>
        <p:spPr>
          <a:xfrm>
            <a:off x="8650986" y="480112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3662" name="Rectangle 4"/>
          <p:cNvSpPr>
            <a:spLocks noChangeArrowheads="1"/>
          </p:cNvSpPr>
          <p:nvPr/>
        </p:nvSpPr>
        <p:spPr bwMode="auto">
          <a:xfrm>
            <a:off x="878255" y="5342585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63" name="TextBox 3"/>
          <p:cNvSpPr txBox="1"/>
          <p:nvPr/>
        </p:nvSpPr>
        <p:spPr>
          <a:xfrm>
            <a:off x="827455" y="531378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8471210</a:t>
            </a:r>
            <a:endParaRPr lang="en-US" dirty="0"/>
          </a:p>
        </p:txBody>
      </p:sp>
      <p:sp>
        <p:nvSpPr>
          <p:cNvPr id="13664" name="Rectangle 4"/>
          <p:cNvSpPr>
            <a:spLocks noChangeArrowheads="1"/>
          </p:cNvSpPr>
          <p:nvPr/>
        </p:nvSpPr>
        <p:spPr bwMode="auto">
          <a:xfrm>
            <a:off x="1365758" y="5342585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65" name="TextBox 3"/>
          <p:cNvSpPr txBox="1"/>
          <p:nvPr/>
        </p:nvSpPr>
        <p:spPr>
          <a:xfrm>
            <a:off x="1314958" y="5313781"/>
            <a:ext cx="798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SVP/ </a:t>
            </a:r>
            <a:endParaRPr lang="en-US" dirty="0"/>
          </a:p>
        </p:txBody>
      </p:sp>
      <p:sp>
        <p:nvSpPr>
          <p:cNvPr id="13666" name="TextBox 3"/>
          <p:cNvSpPr txBox="1"/>
          <p:nvPr/>
        </p:nvSpPr>
        <p:spPr>
          <a:xfrm>
            <a:off x="1314958" y="5431231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Academic &amp; </a:t>
            </a:r>
            <a:endParaRPr lang="en-US" dirty="0"/>
          </a:p>
        </p:txBody>
      </p:sp>
      <p:sp>
        <p:nvSpPr>
          <p:cNvPr id="13667" name="TextBox 3"/>
          <p:cNvSpPr txBox="1"/>
          <p:nvPr/>
        </p:nvSpPr>
        <p:spPr>
          <a:xfrm>
            <a:off x="1314958" y="5548680"/>
            <a:ext cx="5562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Student </a:t>
            </a:r>
            <a:endParaRPr lang="en-US" dirty="0"/>
          </a:p>
        </p:txBody>
      </p:sp>
      <p:sp>
        <p:nvSpPr>
          <p:cNvPr id="13668" name="TextBox 3"/>
          <p:cNvSpPr txBox="1"/>
          <p:nvPr/>
        </p:nvSpPr>
        <p:spPr>
          <a:xfrm>
            <a:off x="1314958" y="5666130"/>
            <a:ext cx="8609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Services Office</a:t>
            </a:r>
            <a:endParaRPr lang="en-US" dirty="0"/>
          </a:p>
        </p:txBody>
      </p:sp>
      <p:sp>
        <p:nvSpPr>
          <p:cNvPr id="13669" name="Rectangle 4"/>
          <p:cNvSpPr>
            <a:spLocks noChangeArrowheads="1"/>
          </p:cNvSpPr>
          <p:nvPr/>
        </p:nvSpPr>
        <p:spPr bwMode="auto">
          <a:xfrm>
            <a:off x="2163546" y="5342585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70" name="TextBox 3"/>
          <p:cNvSpPr txBox="1"/>
          <p:nvPr/>
        </p:nvSpPr>
        <p:spPr>
          <a:xfrm>
            <a:off x="2112746" y="531378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412526</a:t>
            </a:r>
            <a:endParaRPr lang="en-US" dirty="0"/>
          </a:p>
        </p:txBody>
      </p:sp>
      <p:sp>
        <p:nvSpPr>
          <p:cNvPr id="13671" name="Rectangle 4"/>
          <p:cNvSpPr>
            <a:spLocks noChangeArrowheads="1"/>
          </p:cNvSpPr>
          <p:nvPr/>
        </p:nvSpPr>
        <p:spPr bwMode="auto">
          <a:xfrm>
            <a:off x="2622702" y="5342585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72" name="TextBox 3"/>
          <p:cNvSpPr txBox="1"/>
          <p:nvPr/>
        </p:nvSpPr>
        <p:spPr>
          <a:xfrm>
            <a:off x="2571902" y="5313781"/>
            <a:ext cx="10304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Housing allowance</a:t>
            </a:r>
            <a:endParaRPr lang="en-US" dirty="0"/>
          </a:p>
        </p:txBody>
      </p:sp>
      <p:sp>
        <p:nvSpPr>
          <p:cNvPr id="13673" name="Rectangle 4"/>
          <p:cNvSpPr>
            <a:spLocks noChangeArrowheads="1"/>
          </p:cNvSpPr>
          <p:nvPr/>
        </p:nvSpPr>
        <p:spPr bwMode="auto">
          <a:xfrm>
            <a:off x="3680282" y="5342585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74" name="TextBox 3"/>
          <p:cNvSpPr txBox="1"/>
          <p:nvPr/>
        </p:nvSpPr>
        <p:spPr>
          <a:xfrm>
            <a:off x="3629482" y="531378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847.8471210.1.412526.000000.847001.100178</a:t>
            </a:r>
            <a:endParaRPr lang="en-US" dirty="0"/>
          </a:p>
        </p:txBody>
      </p:sp>
      <p:sp>
        <p:nvSpPr>
          <p:cNvPr id="13675" name="Rectangle 4"/>
          <p:cNvSpPr>
            <a:spLocks noChangeArrowheads="1"/>
          </p:cNvSpPr>
          <p:nvPr/>
        </p:nvSpPr>
        <p:spPr bwMode="auto">
          <a:xfrm>
            <a:off x="5918962" y="534258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76" name="TextBox 3"/>
          <p:cNvSpPr txBox="1"/>
          <p:nvPr/>
        </p:nvSpPr>
        <p:spPr>
          <a:xfrm>
            <a:off x="5987491" y="531378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3,250,944</a:t>
            </a:r>
            <a:endParaRPr lang="en-US" dirty="0"/>
          </a:p>
        </p:txBody>
      </p:sp>
      <p:sp>
        <p:nvSpPr>
          <p:cNvPr id="13677" name="Rectangle 4"/>
          <p:cNvSpPr>
            <a:spLocks noChangeArrowheads="1"/>
          </p:cNvSpPr>
          <p:nvPr/>
        </p:nvSpPr>
        <p:spPr bwMode="auto">
          <a:xfrm>
            <a:off x="6566408" y="534258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78" name="TextBox 3"/>
          <p:cNvSpPr txBox="1"/>
          <p:nvPr/>
        </p:nvSpPr>
        <p:spPr>
          <a:xfrm>
            <a:off x="6634937" y="531378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2,466,227</a:t>
            </a:r>
            <a:endParaRPr lang="en-US" dirty="0"/>
          </a:p>
        </p:txBody>
      </p:sp>
      <p:sp>
        <p:nvSpPr>
          <p:cNvPr id="13679" name="Rectangle 4"/>
          <p:cNvSpPr>
            <a:spLocks noChangeArrowheads="1"/>
          </p:cNvSpPr>
          <p:nvPr/>
        </p:nvSpPr>
        <p:spPr bwMode="auto">
          <a:xfrm>
            <a:off x="7213854" y="534258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80" name="TextBox 3"/>
          <p:cNvSpPr txBox="1"/>
          <p:nvPr/>
        </p:nvSpPr>
        <p:spPr>
          <a:xfrm>
            <a:off x="7282383" y="531378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2,466,226</a:t>
            </a:r>
            <a:endParaRPr lang="en-US" dirty="0"/>
          </a:p>
        </p:txBody>
      </p:sp>
      <p:sp>
        <p:nvSpPr>
          <p:cNvPr id="13681" name="Rectangle 4"/>
          <p:cNvSpPr>
            <a:spLocks noChangeArrowheads="1"/>
          </p:cNvSpPr>
          <p:nvPr/>
        </p:nvSpPr>
        <p:spPr bwMode="auto">
          <a:xfrm>
            <a:off x="7861300" y="5342585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82" name="Rectangle 4"/>
          <p:cNvSpPr>
            <a:spLocks noChangeArrowheads="1"/>
          </p:cNvSpPr>
          <p:nvPr/>
        </p:nvSpPr>
        <p:spPr bwMode="auto">
          <a:xfrm>
            <a:off x="8094497" y="5342585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83" name="Rectangle 4"/>
          <p:cNvSpPr>
            <a:spLocks noChangeArrowheads="1"/>
          </p:cNvSpPr>
          <p:nvPr/>
        </p:nvSpPr>
        <p:spPr bwMode="auto">
          <a:xfrm>
            <a:off x="8333384" y="5342585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84" name="TextBox 3"/>
          <p:cNvSpPr txBox="1"/>
          <p:nvPr/>
        </p:nvSpPr>
        <p:spPr>
          <a:xfrm>
            <a:off x="8650986" y="531378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3685" name="Rectangle 4"/>
          <p:cNvSpPr>
            <a:spLocks noChangeArrowheads="1"/>
          </p:cNvSpPr>
          <p:nvPr/>
        </p:nvSpPr>
        <p:spPr bwMode="auto">
          <a:xfrm>
            <a:off x="878255" y="5855246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86" name="TextBox 3"/>
          <p:cNvSpPr txBox="1"/>
          <p:nvPr/>
        </p:nvSpPr>
        <p:spPr>
          <a:xfrm>
            <a:off x="827455" y="582644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8471210</a:t>
            </a:r>
            <a:endParaRPr lang="en-US" dirty="0"/>
          </a:p>
        </p:txBody>
      </p:sp>
      <p:sp>
        <p:nvSpPr>
          <p:cNvPr id="13687" name="Rectangle 4"/>
          <p:cNvSpPr>
            <a:spLocks noChangeArrowheads="1"/>
          </p:cNvSpPr>
          <p:nvPr/>
        </p:nvSpPr>
        <p:spPr bwMode="auto">
          <a:xfrm>
            <a:off x="1365758" y="5855246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88" name="TextBox 3"/>
          <p:cNvSpPr txBox="1"/>
          <p:nvPr/>
        </p:nvSpPr>
        <p:spPr>
          <a:xfrm>
            <a:off x="1314958" y="5826442"/>
            <a:ext cx="798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SVP/ </a:t>
            </a:r>
            <a:endParaRPr lang="en-US" dirty="0"/>
          </a:p>
        </p:txBody>
      </p:sp>
      <p:sp>
        <p:nvSpPr>
          <p:cNvPr id="13689" name="TextBox 3"/>
          <p:cNvSpPr txBox="1"/>
          <p:nvPr/>
        </p:nvSpPr>
        <p:spPr>
          <a:xfrm>
            <a:off x="1314958" y="5943891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Academic &amp; </a:t>
            </a:r>
            <a:endParaRPr lang="en-US" dirty="0"/>
          </a:p>
        </p:txBody>
      </p:sp>
      <p:sp>
        <p:nvSpPr>
          <p:cNvPr id="13690" name="TextBox 3"/>
          <p:cNvSpPr txBox="1"/>
          <p:nvPr/>
        </p:nvSpPr>
        <p:spPr>
          <a:xfrm>
            <a:off x="1314958" y="6061341"/>
            <a:ext cx="5562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Student </a:t>
            </a:r>
            <a:endParaRPr lang="en-US" dirty="0"/>
          </a:p>
        </p:txBody>
      </p:sp>
      <p:sp>
        <p:nvSpPr>
          <p:cNvPr id="13691" name="TextBox 3"/>
          <p:cNvSpPr txBox="1"/>
          <p:nvPr/>
        </p:nvSpPr>
        <p:spPr>
          <a:xfrm>
            <a:off x="1314958" y="6178791"/>
            <a:ext cx="8609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Services Office</a:t>
            </a:r>
            <a:endParaRPr lang="en-US" dirty="0"/>
          </a:p>
        </p:txBody>
      </p:sp>
      <p:sp>
        <p:nvSpPr>
          <p:cNvPr id="13692" name="Rectangle 4"/>
          <p:cNvSpPr>
            <a:spLocks noChangeArrowheads="1"/>
          </p:cNvSpPr>
          <p:nvPr/>
        </p:nvSpPr>
        <p:spPr bwMode="auto">
          <a:xfrm>
            <a:off x="2163546" y="5855246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93" name="TextBox 3"/>
          <p:cNvSpPr txBox="1"/>
          <p:nvPr/>
        </p:nvSpPr>
        <p:spPr>
          <a:xfrm>
            <a:off x="2112746" y="582644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13694" name="Rectangle 4"/>
          <p:cNvSpPr>
            <a:spLocks noChangeArrowheads="1"/>
          </p:cNvSpPr>
          <p:nvPr/>
        </p:nvSpPr>
        <p:spPr bwMode="auto">
          <a:xfrm>
            <a:off x="2622702" y="5855246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95" name="TextBox 3"/>
          <p:cNvSpPr txBox="1"/>
          <p:nvPr/>
        </p:nvSpPr>
        <p:spPr>
          <a:xfrm>
            <a:off x="2571902" y="5826442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13696" name="TextBox 3"/>
          <p:cNvSpPr txBox="1"/>
          <p:nvPr/>
        </p:nvSpPr>
        <p:spPr>
          <a:xfrm>
            <a:off x="2571902" y="5943891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13697" name="Rectangle 4"/>
          <p:cNvSpPr>
            <a:spLocks noChangeArrowheads="1"/>
          </p:cNvSpPr>
          <p:nvPr/>
        </p:nvSpPr>
        <p:spPr bwMode="auto">
          <a:xfrm>
            <a:off x="3680282" y="5855246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698" name="TextBox 3"/>
          <p:cNvSpPr txBox="1"/>
          <p:nvPr/>
        </p:nvSpPr>
        <p:spPr>
          <a:xfrm>
            <a:off x="3629482" y="582644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847.8471210.1.412534.000000.847001.100178</a:t>
            </a:r>
            <a:endParaRPr lang="en-US" dirty="0"/>
          </a:p>
        </p:txBody>
      </p:sp>
      <p:sp>
        <p:nvSpPr>
          <p:cNvPr id="13699" name="Rectangle 4"/>
          <p:cNvSpPr>
            <a:spLocks noChangeArrowheads="1"/>
          </p:cNvSpPr>
          <p:nvPr/>
        </p:nvSpPr>
        <p:spPr bwMode="auto">
          <a:xfrm>
            <a:off x="5918962" y="585524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00" name="TextBox 3"/>
          <p:cNvSpPr txBox="1"/>
          <p:nvPr/>
        </p:nvSpPr>
        <p:spPr>
          <a:xfrm>
            <a:off x="6072225" y="582644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337,400</a:t>
            </a:r>
            <a:endParaRPr lang="en-US" dirty="0"/>
          </a:p>
        </p:txBody>
      </p:sp>
      <p:sp>
        <p:nvSpPr>
          <p:cNvPr id="13701" name="Rectangle 4"/>
          <p:cNvSpPr>
            <a:spLocks noChangeArrowheads="1"/>
          </p:cNvSpPr>
          <p:nvPr/>
        </p:nvSpPr>
        <p:spPr bwMode="auto">
          <a:xfrm>
            <a:off x="6566408" y="585524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02" name="TextBox 3"/>
          <p:cNvSpPr txBox="1"/>
          <p:nvPr/>
        </p:nvSpPr>
        <p:spPr>
          <a:xfrm>
            <a:off x="6719671" y="582644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308,312</a:t>
            </a:r>
            <a:endParaRPr lang="en-US" dirty="0"/>
          </a:p>
        </p:txBody>
      </p:sp>
      <p:sp>
        <p:nvSpPr>
          <p:cNvPr id="13703" name="Rectangle 4"/>
          <p:cNvSpPr>
            <a:spLocks noChangeArrowheads="1"/>
          </p:cNvSpPr>
          <p:nvPr/>
        </p:nvSpPr>
        <p:spPr bwMode="auto">
          <a:xfrm>
            <a:off x="7213854" y="585524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04" name="TextBox 3"/>
          <p:cNvSpPr txBox="1"/>
          <p:nvPr/>
        </p:nvSpPr>
        <p:spPr>
          <a:xfrm>
            <a:off x="7367118" y="582644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307,511</a:t>
            </a:r>
            <a:endParaRPr lang="en-US" dirty="0"/>
          </a:p>
        </p:txBody>
      </p:sp>
      <p:sp>
        <p:nvSpPr>
          <p:cNvPr id="13705" name="Rectangle 4"/>
          <p:cNvSpPr>
            <a:spLocks noChangeArrowheads="1"/>
          </p:cNvSpPr>
          <p:nvPr/>
        </p:nvSpPr>
        <p:spPr bwMode="auto">
          <a:xfrm>
            <a:off x="7861300" y="5855246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06" name="Rectangle 4"/>
          <p:cNvSpPr>
            <a:spLocks noChangeArrowheads="1"/>
          </p:cNvSpPr>
          <p:nvPr/>
        </p:nvSpPr>
        <p:spPr bwMode="auto">
          <a:xfrm>
            <a:off x="8094497" y="5855246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07" name="Rectangle 4"/>
          <p:cNvSpPr>
            <a:spLocks noChangeArrowheads="1"/>
          </p:cNvSpPr>
          <p:nvPr/>
        </p:nvSpPr>
        <p:spPr bwMode="auto">
          <a:xfrm>
            <a:off x="8333384" y="5855246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08" name="TextBox 3"/>
          <p:cNvSpPr txBox="1"/>
          <p:nvPr/>
        </p:nvSpPr>
        <p:spPr>
          <a:xfrm>
            <a:off x="8538006" y="5826442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801</a:t>
            </a:r>
            <a:endParaRPr lang="en-US" dirty="0"/>
          </a:p>
        </p:txBody>
      </p:sp>
      <p:sp>
        <p:nvSpPr>
          <p:cNvPr id="13709" name="Rectangle 4"/>
          <p:cNvSpPr>
            <a:spLocks noChangeArrowheads="1"/>
          </p:cNvSpPr>
          <p:nvPr/>
        </p:nvSpPr>
        <p:spPr bwMode="auto">
          <a:xfrm>
            <a:off x="878255" y="6367907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10" name="TextBox 3"/>
          <p:cNvSpPr txBox="1"/>
          <p:nvPr/>
        </p:nvSpPr>
        <p:spPr>
          <a:xfrm>
            <a:off x="827455" y="633910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8471210</a:t>
            </a:r>
            <a:endParaRPr lang="en-US" dirty="0"/>
          </a:p>
        </p:txBody>
      </p:sp>
      <p:sp>
        <p:nvSpPr>
          <p:cNvPr id="13711" name="Rectangle 4"/>
          <p:cNvSpPr>
            <a:spLocks noChangeArrowheads="1"/>
          </p:cNvSpPr>
          <p:nvPr/>
        </p:nvSpPr>
        <p:spPr bwMode="auto">
          <a:xfrm>
            <a:off x="1365758" y="6367907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12" name="TextBox 3"/>
          <p:cNvSpPr txBox="1"/>
          <p:nvPr/>
        </p:nvSpPr>
        <p:spPr>
          <a:xfrm>
            <a:off x="1314958" y="6339103"/>
            <a:ext cx="798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SVP/ </a:t>
            </a:r>
            <a:endParaRPr lang="en-US" dirty="0"/>
          </a:p>
        </p:txBody>
      </p:sp>
      <p:sp>
        <p:nvSpPr>
          <p:cNvPr id="13713" name="TextBox 3"/>
          <p:cNvSpPr txBox="1"/>
          <p:nvPr/>
        </p:nvSpPr>
        <p:spPr>
          <a:xfrm>
            <a:off x="1314958" y="6456553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Academic &amp; </a:t>
            </a:r>
            <a:endParaRPr lang="en-US" dirty="0"/>
          </a:p>
        </p:txBody>
      </p:sp>
      <p:sp>
        <p:nvSpPr>
          <p:cNvPr id="13714" name="TextBox 3"/>
          <p:cNvSpPr txBox="1"/>
          <p:nvPr/>
        </p:nvSpPr>
        <p:spPr>
          <a:xfrm>
            <a:off x="1314958" y="6574003"/>
            <a:ext cx="5562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Student </a:t>
            </a:r>
            <a:endParaRPr lang="en-US" dirty="0"/>
          </a:p>
        </p:txBody>
      </p:sp>
      <p:sp>
        <p:nvSpPr>
          <p:cNvPr id="13715" name="TextBox 3"/>
          <p:cNvSpPr txBox="1"/>
          <p:nvPr/>
        </p:nvSpPr>
        <p:spPr>
          <a:xfrm>
            <a:off x="1314958" y="6691452"/>
            <a:ext cx="8609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Services Office</a:t>
            </a:r>
            <a:endParaRPr lang="en-US" dirty="0"/>
          </a:p>
        </p:txBody>
      </p:sp>
      <p:sp>
        <p:nvSpPr>
          <p:cNvPr id="13716" name="Rectangle 4"/>
          <p:cNvSpPr>
            <a:spLocks noChangeArrowheads="1"/>
          </p:cNvSpPr>
          <p:nvPr/>
        </p:nvSpPr>
        <p:spPr bwMode="auto">
          <a:xfrm>
            <a:off x="2163546" y="6367907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17" name="TextBox 3"/>
          <p:cNvSpPr txBox="1"/>
          <p:nvPr/>
        </p:nvSpPr>
        <p:spPr>
          <a:xfrm>
            <a:off x="2112746" y="633910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412540</a:t>
            </a:r>
            <a:endParaRPr lang="en-US" dirty="0"/>
          </a:p>
        </p:txBody>
      </p:sp>
      <p:sp>
        <p:nvSpPr>
          <p:cNvPr id="13718" name="Rectangle 4"/>
          <p:cNvSpPr>
            <a:spLocks noChangeArrowheads="1"/>
          </p:cNvSpPr>
          <p:nvPr/>
        </p:nvSpPr>
        <p:spPr bwMode="auto">
          <a:xfrm>
            <a:off x="2622702" y="6367907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19" name="TextBox 3"/>
          <p:cNvSpPr txBox="1"/>
          <p:nvPr/>
        </p:nvSpPr>
        <p:spPr>
          <a:xfrm>
            <a:off x="2571902" y="6339103"/>
            <a:ext cx="113781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Telephone allowance</a:t>
            </a:r>
            <a:endParaRPr lang="en-US" dirty="0"/>
          </a:p>
        </p:txBody>
      </p:sp>
      <p:sp>
        <p:nvSpPr>
          <p:cNvPr id="13720" name="Rectangle 4"/>
          <p:cNvSpPr>
            <a:spLocks noChangeArrowheads="1"/>
          </p:cNvSpPr>
          <p:nvPr/>
        </p:nvSpPr>
        <p:spPr bwMode="auto">
          <a:xfrm>
            <a:off x="3680282" y="6367907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21" name="TextBox 3"/>
          <p:cNvSpPr txBox="1"/>
          <p:nvPr/>
        </p:nvSpPr>
        <p:spPr>
          <a:xfrm>
            <a:off x="3629482" y="633910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847.8471210.1.412540.000000.847001.100178</a:t>
            </a:r>
            <a:endParaRPr lang="en-US" dirty="0"/>
          </a:p>
        </p:txBody>
      </p:sp>
      <p:sp>
        <p:nvSpPr>
          <p:cNvPr id="13722" name="Rectangle 4"/>
          <p:cNvSpPr>
            <a:spLocks noChangeArrowheads="1"/>
          </p:cNvSpPr>
          <p:nvPr/>
        </p:nvSpPr>
        <p:spPr bwMode="auto">
          <a:xfrm>
            <a:off x="5918962" y="636790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23" name="TextBox 3"/>
          <p:cNvSpPr txBox="1"/>
          <p:nvPr/>
        </p:nvSpPr>
        <p:spPr>
          <a:xfrm>
            <a:off x="6185204" y="6339103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7,200</a:t>
            </a:r>
            <a:endParaRPr lang="en-US" dirty="0"/>
          </a:p>
        </p:txBody>
      </p:sp>
      <p:sp>
        <p:nvSpPr>
          <p:cNvPr id="13724" name="Rectangle 4"/>
          <p:cNvSpPr>
            <a:spLocks noChangeArrowheads="1"/>
          </p:cNvSpPr>
          <p:nvPr/>
        </p:nvSpPr>
        <p:spPr bwMode="auto">
          <a:xfrm>
            <a:off x="6566408" y="636790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25" name="TextBox 3"/>
          <p:cNvSpPr txBox="1"/>
          <p:nvPr/>
        </p:nvSpPr>
        <p:spPr>
          <a:xfrm>
            <a:off x="6832651" y="6339103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3,000</a:t>
            </a:r>
            <a:endParaRPr lang="en-US" dirty="0"/>
          </a:p>
        </p:txBody>
      </p:sp>
      <p:sp>
        <p:nvSpPr>
          <p:cNvPr id="13726" name="Rectangle 4"/>
          <p:cNvSpPr>
            <a:spLocks noChangeArrowheads="1"/>
          </p:cNvSpPr>
          <p:nvPr/>
        </p:nvSpPr>
        <p:spPr bwMode="auto">
          <a:xfrm>
            <a:off x="7213854" y="636790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27" name="TextBox 3"/>
          <p:cNvSpPr txBox="1"/>
          <p:nvPr/>
        </p:nvSpPr>
        <p:spPr>
          <a:xfrm>
            <a:off x="7480096" y="6339103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3,000</a:t>
            </a:r>
            <a:endParaRPr lang="en-US" dirty="0"/>
          </a:p>
        </p:txBody>
      </p:sp>
      <p:sp>
        <p:nvSpPr>
          <p:cNvPr id="13728" name="Rectangle 4"/>
          <p:cNvSpPr>
            <a:spLocks noChangeArrowheads="1"/>
          </p:cNvSpPr>
          <p:nvPr/>
        </p:nvSpPr>
        <p:spPr bwMode="auto">
          <a:xfrm>
            <a:off x="7861300" y="6367907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29" name="Rectangle 4"/>
          <p:cNvSpPr>
            <a:spLocks noChangeArrowheads="1"/>
          </p:cNvSpPr>
          <p:nvPr/>
        </p:nvSpPr>
        <p:spPr bwMode="auto">
          <a:xfrm>
            <a:off x="8094497" y="6367907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30" name="Rectangle 4"/>
          <p:cNvSpPr>
            <a:spLocks noChangeArrowheads="1"/>
          </p:cNvSpPr>
          <p:nvPr/>
        </p:nvSpPr>
        <p:spPr bwMode="auto">
          <a:xfrm>
            <a:off x="8333384" y="6367907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31" name="TextBox 3"/>
          <p:cNvSpPr txBox="1"/>
          <p:nvPr/>
        </p:nvSpPr>
        <p:spPr>
          <a:xfrm>
            <a:off x="8650986" y="633910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3732" name="Rectangle 4"/>
          <p:cNvSpPr>
            <a:spLocks noChangeArrowheads="1"/>
          </p:cNvSpPr>
          <p:nvPr/>
        </p:nvSpPr>
        <p:spPr bwMode="auto">
          <a:xfrm>
            <a:off x="878255" y="6880567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33" name="TextBox 3"/>
          <p:cNvSpPr txBox="1"/>
          <p:nvPr/>
        </p:nvSpPr>
        <p:spPr>
          <a:xfrm>
            <a:off x="827455" y="685176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8471210</a:t>
            </a:r>
            <a:endParaRPr lang="en-US" dirty="0"/>
          </a:p>
        </p:txBody>
      </p:sp>
      <p:sp>
        <p:nvSpPr>
          <p:cNvPr id="13734" name="Rectangle 4"/>
          <p:cNvSpPr>
            <a:spLocks noChangeArrowheads="1"/>
          </p:cNvSpPr>
          <p:nvPr/>
        </p:nvSpPr>
        <p:spPr bwMode="auto">
          <a:xfrm>
            <a:off x="1365758" y="6880567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35" name="TextBox 3"/>
          <p:cNvSpPr txBox="1"/>
          <p:nvPr/>
        </p:nvSpPr>
        <p:spPr>
          <a:xfrm>
            <a:off x="1314958" y="6851764"/>
            <a:ext cx="798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SVP/ </a:t>
            </a:r>
            <a:endParaRPr lang="en-US" dirty="0"/>
          </a:p>
        </p:txBody>
      </p:sp>
      <p:sp>
        <p:nvSpPr>
          <p:cNvPr id="13736" name="TextBox 3"/>
          <p:cNvSpPr txBox="1"/>
          <p:nvPr/>
        </p:nvSpPr>
        <p:spPr>
          <a:xfrm>
            <a:off x="1314958" y="6969214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Academic &amp; </a:t>
            </a:r>
            <a:endParaRPr lang="en-US" dirty="0"/>
          </a:p>
        </p:txBody>
      </p:sp>
      <p:sp>
        <p:nvSpPr>
          <p:cNvPr id="13737" name="TextBox 3"/>
          <p:cNvSpPr txBox="1"/>
          <p:nvPr/>
        </p:nvSpPr>
        <p:spPr>
          <a:xfrm>
            <a:off x="1314958" y="7086663"/>
            <a:ext cx="5562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Student </a:t>
            </a:r>
            <a:endParaRPr lang="en-US" dirty="0"/>
          </a:p>
        </p:txBody>
      </p:sp>
      <p:sp>
        <p:nvSpPr>
          <p:cNvPr id="13738" name="Rectangle 4"/>
          <p:cNvSpPr>
            <a:spLocks noChangeArrowheads="1"/>
          </p:cNvSpPr>
          <p:nvPr/>
        </p:nvSpPr>
        <p:spPr bwMode="auto">
          <a:xfrm>
            <a:off x="2163546" y="6880567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39" name="TextBox 3"/>
          <p:cNvSpPr txBox="1"/>
          <p:nvPr/>
        </p:nvSpPr>
        <p:spPr>
          <a:xfrm>
            <a:off x="2112746" y="685176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13740" name="Rectangle 4"/>
          <p:cNvSpPr>
            <a:spLocks noChangeArrowheads="1"/>
          </p:cNvSpPr>
          <p:nvPr/>
        </p:nvSpPr>
        <p:spPr bwMode="auto">
          <a:xfrm>
            <a:off x="2622702" y="6880567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41" name="TextBox 3"/>
          <p:cNvSpPr txBox="1"/>
          <p:nvPr/>
        </p:nvSpPr>
        <p:spPr>
          <a:xfrm>
            <a:off x="2571902" y="6851764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13742" name="Rectangle 4"/>
          <p:cNvSpPr>
            <a:spLocks noChangeArrowheads="1"/>
          </p:cNvSpPr>
          <p:nvPr/>
        </p:nvSpPr>
        <p:spPr bwMode="auto">
          <a:xfrm>
            <a:off x="3680282" y="6880567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43" name="TextBox 3"/>
          <p:cNvSpPr txBox="1"/>
          <p:nvPr/>
        </p:nvSpPr>
        <p:spPr>
          <a:xfrm>
            <a:off x="3629482" y="685176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847.8471210.1.412546.000000.847001.100178</a:t>
            </a:r>
            <a:endParaRPr lang="en-US" dirty="0"/>
          </a:p>
        </p:txBody>
      </p:sp>
      <p:sp>
        <p:nvSpPr>
          <p:cNvPr id="13744" name="Rectangle 4"/>
          <p:cNvSpPr>
            <a:spLocks noChangeArrowheads="1"/>
          </p:cNvSpPr>
          <p:nvPr/>
        </p:nvSpPr>
        <p:spPr bwMode="auto">
          <a:xfrm>
            <a:off x="5918962" y="688056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45" name="TextBox 3"/>
          <p:cNvSpPr txBox="1"/>
          <p:nvPr/>
        </p:nvSpPr>
        <p:spPr>
          <a:xfrm>
            <a:off x="6185204" y="6851764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9,377</a:t>
            </a:r>
            <a:endParaRPr lang="en-US" dirty="0"/>
          </a:p>
        </p:txBody>
      </p:sp>
      <p:sp>
        <p:nvSpPr>
          <p:cNvPr id="13746" name="Rectangle 4"/>
          <p:cNvSpPr>
            <a:spLocks noChangeArrowheads="1"/>
          </p:cNvSpPr>
          <p:nvPr/>
        </p:nvSpPr>
        <p:spPr bwMode="auto">
          <a:xfrm>
            <a:off x="6566408" y="688056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47" name="TextBox 3"/>
          <p:cNvSpPr txBox="1"/>
          <p:nvPr/>
        </p:nvSpPr>
        <p:spPr>
          <a:xfrm>
            <a:off x="6832651" y="6851764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9,697</a:t>
            </a:r>
            <a:endParaRPr lang="en-US" dirty="0"/>
          </a:p>
        </p:txBody>
      </p:sp>
      <p:sp>
        <p:nvSpPr>
          <p:cNvPr id="13748" name="Rectangle 4"/>
          <p:cNvSpPr>
            <a:spLocks noChangeArrowheads="1"/>
          </p:cNvSpPr>
          <p:nvPr/>
        </p:nvSpPr>
        <p:spPr bwMode="auto">
          <a:xfrm>
            <a:off x="7213854" y="688056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49" name="TextBox 3"/>
          <p:cNvSpPr txBox="1"/>
          <p:nvPr/>
        </p:nvSpPr>
        <p:spPr>
          <a:xfrm>
            <a:off x="7480096" y="6851764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9,690</a:t>
            </a:r>
            <a:endParaRPr lang="en-US" dirty="0"/>
          </a:p>
        </p:txBody>
      </p:sp>
      <p:sp>
        <p:nvSpPr>
          <p:cNvPr id="13750" name="Rectangle 4"/>
          <p:cNvSpPr>
            <a:spLocks noChangeArrowheads="1"/>
          </p:cNvSpPr>
          <p:nvPr/>
        </p:nvSpPr>
        <p:spPr bwMode="auto">
          <a:xfrm>
            <a:off x="7861300" y="6880567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51" name="Rectangle 4"/>
          <p:cNvSpPr>
            <a:spLocks noChangeArrowheads="1"/>
          </p:cNvSpPr>
          <p:nvPr/>
        </p:nvSpPr>
        <p:spPr bwMode="auto">
          <a:xfrm>
            <a:off x="8094497" y="6880567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52" name="Rectangle 4"/>
          <p:cNvSpPr>
            <a:spLocks noChangeArrowheads="1"/>
          </p:cNvSpPr>
          <p:nvPr/>
        </p:nvSpPr>
        <p:spPr bwMode="auto">
          <a:xfrm>
            <a:off x="8333384" y="6880567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753" name="TextBox 3"/>
          <p:cNvSpPr txBox="1"/>
          <p:nvPr/>
        </p:nvSpPr>
        <p:spPr>
          <a:xfrm>
            <a:off x="8650986" y="685176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</a:t>
            </a:r>
            <a:endParaRPr lang="en-US" dirty="0"/>
          </a:p>
        </p:txBody>
      </p:sp>
      <p:sp>
        <p:nvSpPr>
          <p:cNvPr id="13754" name="Rectangle 4"/>
          <p:cNvSpPr>
            <a:spLocks noChangeArrowheads="1"/>
          </p:cNvSpPr>
          <p:nvPr/>
        </p:nvSpPr>
        <p:spPr bwMode="auto">
          <a:xfrm>
            <a:off x="466725" y="920673"/>
            <a:ext cx="6350" cy="635828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3755" name="Rectangle 4"/>
          <p:cNvSpPr>
            <a:spLocks noChangeArrowheads="1"/>
          </p:cNvSpPr>
          <p:nvPr/>
        </p:nvSpPr>
        <p:spPr bwMode="auto">
          <a:xfrm>
            <a:off x="7213854" y="636314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56" name="Rectangle 4"/>
          <p:cNvSpPr>
            <a:spLocks noChangeArrowheads="1"/>
          </p:cNvSpPr>
          <p:nvPr/>
        </p:nvSpPr>
        <p:spPr bwMode="auto">
          <a:xfrm>
            <a:off x="878255" y="636314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57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58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59" name="Rectangle 4"/>
          <p:cNvSpPr>
            <a:spLocks noChangeArrowheads="1"/>
          </p:cNvSpPr>
          <p:nvPr/>
        </p:nvSpPr>
        <p:spPr bwMode="auto">
          <a:xfrm>
            <a:off x="7213854" y="277451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60" name="Rectangle 4"/>
          <p:cNvSpPr>
            <a:spLocks noChangeArrowheads="1"/>
          </p:cNvSpPr>
          <p:nvPr/>
        </p:nvSpPr>
        <p:spPr bwMode="auto">
          <a:xfrm>
            <a:off x="878255" y="277451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61" name="Rectangle 4"/>
          <p:cNvSpPr>
            <a:spLocks noChangeArrowheads="1"/>
          </p:cNvSpPr>
          <p:nvPr/>
        </p:nvSpPr>
        <p:spPr bwMode="auto">
          <a:xfrm>
            <a:off x="466725" y="7272604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3762" name="Rectangle 4"/>
          <p:cNvSpPr>
            <a:spLocks noChangeArrowheads="1"/>
          </p:cNvSpPr>
          <p:nvPr/>
        </p:nvSpPr>
        <p:spPr bwMode="auto">
          <a:xfrm>
            <a:off x="7213854" y="482516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63" name="Rectangle 4"/>
          <p:cNvSpPr>
            <a:spLocks noChangeArrowheads="1"/>
          </p:cNvSpPr>
          <p:nvPr/>
        </p:nvSpPr>
        <p:spPr bwMode="auto">
          <a:xfrm>
            <a:off x="878255" y="482516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64" name="Rectangle 4"/>
          <p:cNvSpPr>
            <a:spLocks noChangeArrowheads="1"/>
          </p:cNvSpPr>
          <p:nvPr/>
        </p:nvSpPr>
        <p:spPr bwMode="auto">
          <a:xfrm>
            <a:off x="7213854" y="328717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65" name="Rectangle 4"/>
          <p:cNvSpPr>
            <a:spLocks noChangeArrowheads="1"/>
          </p:cNvSpPr>
          <p:nvPr/>
        </p:nvSpPr>
        <p:spPr bwMode="auto">
          <a:xfrm>
            <a:off x="878255" y="328717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66" name="Rectangle 4"/>
          <p:cNvSpPr>
            <a:spLocks noChangeArrowheads="1"/>
          </p:cNvSpPr>
          <p:nvPr/>
        </p:nvSpPr>
        <p:spPr bwMode="auto">
          <a:xfrm>
            <a:off x="7213854" y="585048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67" name="Rectangle 4"/>
          <p:cNvSpPr>
            <a:spLocks noChangeArrowheads="1"/>
          </p:cNvSpPr>
          <p:nvPr/>
        </p:nvSpPr>
        <p:spPr bwMode="auto">
          <a:xfrm>
            <a:off x="878255" y="585048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68" name="Rectangle 4"/>
          <p:cNvSpPr>
            <a:spLocks noChangeArrowheads="1"/>
          </p:cNvSpPr>
          <p:nvPr/>
        </p:nvSpPr>
        <p:spPr bwMode="auto">
          <a:xfrm>
            <a:off x="7213854" y="431250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69" name="Rectangle 4"/>
          <p:cNvSpPr>
            <a:spLocks noChangeArrowheads="1"/>
          </p:cNvSpPr>
          <p:nvPr/>
        </p:nvSpPr>
        <p:spPr bwMode="auto">
          <a:xfrm>
            <a:off x="878255" y="431250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70" name="Rectangle 4"/>
          <p:cNvSpPr>
            <a:spLocks noChangeArrowheads="1"/>
          </p:cNvSpPr>
          <p:nvPr/>
        </p:nvSpPr>
        <p:spPr bwMode="auto">
          <a:xfrm>
            <a:off x="7213854" y="147143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71" name="Rectangle 4"/>
          <p:cNvSpPr>
            <a:spLocks noChangeArrowheads="1"/>
          </p:cNvSpPr>
          <p:nvPr/>
        </p:nvSpPr>
        <p:spPr bwMode="auto">
          <a:xfrm>
            <a:off x="878255" y="147143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72" name="Rectangle 4"/>
          <p:cNvSpPr>
            <a:spLocks noChangeArrowheads="1"/>
          </p:cNvSpPr>
          <p:nvPr/>
        </p:nvSpPr>
        <p:spPr bwMode="auto">
          <a:xfrm>
            <a:off x="7213854" y="174919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73" name="Rectangle 4"/>
          <p:cNvSpPr>
            <a:spLocks noChangeArrowheads="1"/>
          </p:cNvSpPr>
          <p:nvPr/>
        </p:nvSpPr>
        <p:spPr bwMode="auto">
          <a:xfrm>
            <a:off x="878255" y="174919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74" name="Rectangle 4"/>
          <p:cNvSpPr>
            <a:spLocks noChangeArrowheads="1"/>
          </p:cNvSpPr>
          <p:nvPr/>
        </p:nvSpPr>
        <p:spPr bwMode="auto">
          <a:xfrm>
            <a:off x="7213854" y="727101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75" name="Rectangle 4"/>
          <p:cNvSpPr>
            <a:spLocks noChangeArrowheads="1"/>
          </p:cNvSpPr>
          <p:nvPr/>
        </p:nvSpPr>
        <p:spPr bwMode="auto">
          <a:xfrm>
            <a:off x="878255" y="727101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76" name="Rectangle 4"/>
          <p:cNvSpPr>
            <a:spLocks noChangeArrowheads="1"/>
          </p:cNvSpPr>
          <p:nvPr/>
        </p:nvSpPr>
        <p:spPr bwMode="auto">
          <a:xfrm>
            <a:off x="7213854" y="107622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77" name="Rectangle 4"/>
          <p:cNvSpPr>
            <a:spLocks noChangeArrowheads="1"/>
          </p:cNvSpPr>
          <p:nvPr/>
        </p:nvSpPr>
        <p:spPr bwMode="auto">
          <a:xfrm>
            <a:off x="878255" y="107622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78" name="Rectangle 4"/>
          <p:cNvSpPr>
            <a:spLocks noChangeArrowheads="1"/>
          </p:cNvSpPr>
          <p:nvPr/>
        </p:nvSpPr>
        <p:spPr bwMode="auto">
          <a:xfrm>
            <a:off x="7213854" y="533782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79" name="Rectangle 4"/>
          <p:cNvSpPr>
            <a:spLocks noChangeArrowheads="1"/>
          </p:cNvSpPr>
          <p:nvPr/>
        </p:nvSpPr>
        <p:spPr bwMode="auto">
          <a:xfrm>
            <a:off x="878255" y="533782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80" name="Rectangle 4"/>
          <p:cNvSpPr>
            <a:spLocks noChangeArrowheads="1"/>
          </p:cNvSpPr>
          <p:nvPr/>
        </p:nvSpPr>
        <p:spPr bwMode="auto">
          <a:xfrm>
            <a:off x="7213854" y="687580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81" name="Rectangle 4"/>
          <p:cNvSpPr>
            <a:spLocks noChangeArrowheads="1"/>
          </p:cNvSpPr>
          <p:nvPr/>
        </p:nvSpPr>
        <p:spPr bwMode="auto">
          <a:xfrm>
            <a:off x="878255" y="687580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82" name="Rectangle 4"/>
          <p:cNvSpPr>
            <a:spLocks noChangeArrowheads="1"/>
          </p:cNvSpPr>
          <p:nvPr/>
        </p:nvSpPr>
        <p:spPr bwMode="auto">
          <a:xfrm>
            <a:off x="469900" y="7275779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83" name="Rectangle 4"/>
          <p:cNvSpPr>
            <a:spLocks noChangeArrowheads="1"/>
          </p:cNvSpPr>
          <p:nvPr/>
        </p:nvSpPr>
        <p:spPr bwMode="auto">
          <a:xfrm>
            <a:off x="7213854" y="226185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84" name="Rectangle 4"/>
          <p:cNvSpPr>
            <a:spLocks noChangeArrowheads="1"/>
          </p:cNvSpPr>
          <p:nvPr/>
        </p:nvSpPr>
        <p:spPr bwMode="auto">
          <a:xfrm>
            <a:off x="878255" y="226185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85" name="Rectangle 4"/>
          <p:cNvSpPr>
            <a:spLocks noChangeArrowheads="1"/>
          </p:cNvSpPr>
          <p:nvPr/>
        </p:nvSpPr>
        <p:spPr bwMode="auto">
          <a:xfrm>
            <a:off x="7213854" y="379984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86" name="Rectangle 4"/>
          <p:cNvSpPr>
            <a:spLocks noChangeArrowheads="1"/>
          </p:cNvSpPr>
          <p:nvPr/>
        </p:nvSpPr>
        <p:spPr bwMode="auto">
          <a:xfrm>
            <a:off x="878255" y="379984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87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88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9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790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13791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13792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793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13794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13795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3796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797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13798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13799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800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13801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3802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803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13804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805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13806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807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13808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3809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810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13811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3812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813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13814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13815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816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13817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818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13819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820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13821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13822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291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23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24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25" name="TextBox 3"/>
          <p:cNvSpPr txBox="1"/>
          <p:nvPr/>
        </p:nvSpPr>
        <p:spPr>
          <a:xfrm>
            <a:off x="1314958" y="891870"/>
            <a:ext cx="8609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Services Office</a:t>
            </a:r>
            <a:endParaRPr lang="en-US" dirty="0"/>
          </a:p>
        </p:txBody>
      </p:sp>
      <p:sp>
        <p:nvSpPr>
          <p:cNvPr id="13826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27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28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29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30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31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32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33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34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16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35" name="Rectangle 4"/>
          <p:cNvSpPr>
            <a:spLocks noChangeArrowheads="1"/>
          </p:cNvSpPr>
          <p:nvPr/>
        </p:nvSpPr>
        <p:spPr bwMode="auto">
          <a:xfrm>
            <a:off x="878255" y="1080985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36" name="TextBox 3"/>
          <p:cNvSpPr txBox="1"/>
          <p:nvPr/>
        </p:nvSpPr>
        <p:spPr>
          <a:xfrm>
            <a:off x="827455" y="105218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8471210</a:t>
            </a:r>
            <a:endParaRPr lang="en-US" dirty="0"/>
          </a:p>
        </p:txBody>
      </p:sp>
      <p:sp>
        <p:nvSpPr>
          <p:cNvPr id="13837" name="Rectangle 4"/>
          <p:cNvSpPr>
            <a:spLocks noChangeArrowheads="1"/>
          </p:cNvSpPr>
          <p:nvPr/>
        </p:nvSpPr>
        <p:spPr bwMode="auto">
          <a:xfrm>
            <a:off x="1365758" y="1080985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38" name="TextBox 3"/>
          <p:cNvSpPr txBox="1"/>
          <p:nvPr/>
        </p:nvSpPr>
        <p:spPr>
          <a:xfrm>
            <a:off x="1314958" y="1052182"/>
            <a:ext cx="798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SVP/ </a:t>
            </a:r>
            <a:endParaRPr lang="en-US" dirty="0"/>
          </a:p>
        </p:txBody>
      </p:sp>
      <p:sp>
        <p:nvSpPr>
          <p:cNvPr id="13839" name="TextBox 3"/>
          <p:cNvSpPr txBox="1"/>
          <p:nvPr/>
        </p:nvSpPr>
        <p:spPr>
          <a:xfrm>
            <a:off x="1314958" y="1169631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Academic &amp; </a:t>
            </a:r>
            <a:endParaRPr lang="en-US" dirty="0"/>
          </a:p>
        </p:txBody>
      </p:sp>
      <p:sp>
        <p:nvSpPr>
          <p:cNvPr id="13840" name="TextBox 3"/>
          <p:cNvSpPr txBox="1"/>
          <p:nvPr/>
        </p:nvSpPr>
        <p:spPr>
          <a:xfrm>
            <a:off x="1314958" y="1287081"/>
            <a:ext cx="5562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Student </a:t>
            </a:r>
            <a:endParaRPr lang="en-US" dirty="0"/>
          </a:p>
        </p:txBody>
      </p:sp>
      <p:sp>
        <p:nvSpPr>
          <p:cNvPr id="13841" name="TextBox 3"/>
          <p:cNvSpPr txBox="1"/>
          <p:nvPr/>
        </p:nvSpPr>
        <p:spPr>
          <a:xfrm>
            <a:off x="1314958" y="1404531"/>
            <a:ext cx="8609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Services Office</a:t>
            </a:r>
            <a:endParaRPr lang="en-US" dirty="0"/>
          </a:p>
        </p:txBody>
      </p:sp>
      <p:sp>
        <p:nvSpPr>
          <p:cNvPr id="13842" name="Rectangle 4"/>
          <p:cNvSpPr>
            <a:spLocks noChangeArrowheads="1"/>
          </p:cNvSpPr>
          <p:nvPr/>
        </p:nvSpPr>
        <p:spPr bwMode="auto">
          <a:xfrm>
            <a:off x="2163546" y="1080985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43" name="TextBox 3"/>
          <p:cNvSpPr txBox="1"/>
          <p:nvPr/>
        </p:nvSpPr>
        <p:spPr>
          <a:xfrm>
            <a:off x="2112746" y="105218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414120</a:t>
            </a:r>
            <a:endParaRPr lang="en-US" dirty="0"/>
          </a:p>
        </p:txBody>
      </p:sp>
      <p:sp>
        <p:nvSpPr>
          <p:cNvPr id="13844" name="Rectangle 4"/>
          <p:cNvSpPr>
            <a:spLocks noChangeArrowheads="1"/>
          </p:cNvSpPr>
          <p:nvPr/>
        </p:nvSpPr>
        <p:spPr bwMode="auto">
          <a:xfrm>
            <a:off x="2622702" y="1080985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45" name="TextBox 3"/>
          <p:cNvSpPr txBox="1"/>
          <p:nvPr/>
        </p:nvSpPr>
        <p:spPr>
          <a:xfrm>
            <a:off x="2571902" y="1052182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Gratuity - Non-</a:t>
            </a:r>
            <a:endParaRPr lang="en-US" dirty="0"/>
          </a:p>
        </p:txBody>
      </p:sp>
      <p:sp>
        <p:nvSpPr>
          <p:cNvPr id="13846" name="TextBox 3"/>
          <p:cNvSpPr txBox="1"/>
          <p:nvPr/>
        </p:nvSpPr>
        <p:spPr>
          <a:xfrm>
            <a:off x="2571902" y="1169631"/>
            <a:ext cx="7538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pensionable </a:t>
            </a:r>
            <a:endParaRPr lang="en-US" dirty="0"/>
          </a:p>
        </p:txBody>
      </p:sp>
      <p:sp>
        <p:nvSpPr>
          <p:cNvPr id="13847" name="TextBox 3"/>
          <p:cNvSpPr txBox="1"/>
          <p:nvPr/>
        </p:nvSpPr>
        <p:spPr>
          <a:xfrm>
            <a:off x="2571902" y="1287081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13848" name="Rectangle 4"/>
          <p:cNvSpPr>
            <a:spLocks noChangeArrowheads="1"/>
          </p:cNvSpPr>
          <p:nvPr/>
        </p:nvSpPr>
        <p:spPr bwMode="auto">
          <a:xfrm>
            <a:off x="3680282" y="1080985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49" name="TextBox 3"/>
          <p:cNvSpPr txBox="1"/>
          <p:nvPr/>
        </p:nvSpPr>
        <p:spPr>
          <a:xfrm>
            <a:off x="3629482" y="105218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847.8471210.1.414120.000000.847001.100178</a:t>
            </a:r>
            <a:endParaRPr lang="en-US" dirty="0"/>
          </a:p>
        </p:txBody>
      </p:sp>
      <p:sp>
        <p:nvSpPr>
          <p:cNvPr id="13850" name="Rectangle 4"/>
          <p:cNvSpPr>
            <a:spLocks noChangeArrowheads="1"/>
          </p:cNvSpPr>
          <p:nvPr/>
        </p:nvSpPr>
        <p:spPr bwMode="auto">
          <a:xfrm>
            <a:off x="5918962" y="108098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51" name="TextBox 3"/>
          <p:cNvSpPr txBox="1"/>
          <p:nvPr/>
        </p:nvSpPr>
        <p:spPr>
          <a:xfrm>
            <a:off x="6128715" y="105218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57,279</a:t>
            </a:r>
            <a:endParaRPr lang="en-US" dirty="0"/>
          </a:p>
        </p:txBody>
      </p:sp>
      <p:sp>
        <p:nvSpPr>
          <p:cNvPr id="13852" name="Rectangle 4"/>
          <p:cNvSpPr>
            <a:spLocks noChangeArrowheads="1"/>
          </p:cNvSpPr>
          <p:nvPr/>
        </p:nvSpPr>
        <p:spPr bwMode="auto">
          <a:xfrm>
            <a:off x="6566408" y="108098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53" name="TextBox 3"/>
          <p:cNvSpPr txBox="1"/>
          <p:nvPr/>
        </p:nvSpPr>
        <p:spPr>
          <a:xfrm>
            <a:off x="6719671" y="105218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192,169</a:t>
            </a:r>
            <a:endParaRPr lang="en-US" dirty="0"/>
          </a:p>
        </p:txBody>
      </p:sp>
      <p:sp>
        <p:nvSpPr>
          <p:cNvPr id="13854" name="Rectangle 4"/>
          <p:cNvSpPr>
            <a:spLocks noChangeArrowheads="1"/>
          </p:cNvSpPr>
          <p:nvPr/>
        </p:nvSpPr>
        <p:spPr bwMode="auto">
          <a:xfrm>
            <a:off x="7213854" y="1080985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55" name="TextBox 3"/>
          <p:cNvSpPr txBox="1"/>
          <p:nvPr/>
        </p:nvSpPr>
        <p:spPr>
          <a:xfrm>
            <a:off x="7367118" y="105218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192,166</a:t>
            </a:r>
            <a:endParaRPr lang="en-US" dirty="0"/>
          </a:p>
        </p:txBody>
      </p:sp>
      <p:sp>
        <p:nvSpPr>
          <p:cNvPr id="13856" name="Rectangle 4"/>
          <p:cNvSpPr>
            <a:spLocks noChangeArrowheads="1"/>
          </p:cNvSpPr>
          <p:nvPr/>
        </p:nvSpPr>
        <p:spPr bwMode="auto">
          <a:xfrm>
            <a:off x="7861300" y="1080985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57" name="Rectangle 4"/>
          <p:cNvSpPr>
            <a:spLocks noChangeArrowheads="1"/>
          </p:cNvSpPr>
          <p:nvPr/>
        </p:nvSpPr>
        <p:spPr bwMode="auto">
          <a:xfrm>
            <a:off x="8094497" y="1080985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58" name="Rectangle 4"/>
          <p:cNvSpPr>
            <a:spLocks noChangeArrowheads="1"/>
          </p:cNvSpPr>
          <p:nvPr/>
        </p:nvSpPr>
        <p:spPr bwMode="auto">
          <a:xfrm>
            <a:off x="8333384" y="1080985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59" name="TextBox 3"/>
          <p:cNvSpPr txBox="1"/>
          <p:nvPr/>
        </p:nvSpPr>
        <p:spPr>
          <a:xfrm>
            <a:off x="8650986" y="105218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</a:t>
            </a:r>
            <a:endParaRPr lang="en-US" dirty="0"/>
          </a:p>
        </p:txBody>
      </p:sp>
      <p:sp>
        <p:nvSpPr>
          <p:cNvPr id="13860" name="Rectangle 4"/>
          <p:cNvSpPr>
            <a:spLocks noChangeArrowheads="1"/>
          </p:cNvSpPr>
          <p:nvPr/>
        </p:nvSpPr>
        <p:spPr bwMode="auto">
          <a:xfrm>
            <a:off x="878255" y="1593646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61" name="TextBox 3"/>
          <p:cNvSpPr txBox="1"/>
          <p:nvPr/>
        </p:nvSpPr>
        <p:spPr>
          <a:xfrm>
            <a:off x="827455" y="156484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8471210</a:t>
            </a:r>
            <a:endParaRPr lang="en-US" dirty="0"/>
          </a:p>
        </p:txBody>
      </p:sp>
      <p:sp>
        <p:nvSpPr>
          <p:cNvPr id="13862" name="Rectangle 4"/>
          <p:cNvSpPr>
            <a:spLocks noChangeArrowheads="1"/>
          </p:cNvSpPr>
          <p:nvPr/>
        </p:nvSpPr>
        <p:spPr bwMode="auto">
          <a:xfrm>
            <a:off x="1365758" y="1593646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63" name="TextBox 3"/>
          <p:cNvSpPr txBox="1"/>
          <p:nvPr/>
        </p:nvSpPr>
        <p:spPr>
          <a:xfrm>
            <a:off x="1314958" y="1564843"/>
            <a:ext cx="798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SVP/ </a:t>
            </a:r>
            <a:endParaRPr lang="en-US" dirty="0"/>
          </a:p>
        </p:txBody>
      </p:sp>
      <p:sp>
        <p:nvSpPr>
          <p:cNvPr id="13864" name="TextBox 3"/>
          <p:cNvSpPr txBox="1"/>
          <p:nvPr/>
        </p:nvSpPr>
        <p:spPr>
          <a:xfrm>
            <a:off x="1314958" y="1682292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Academic &amp; </a:t>
            </a:r>
            <a:endParaRPr lang="en-US" dirty="0"/>
          </a:p>
        </p:txBody>
      </p:sp>
      <p:sp>
        <p:nvSpPr>
          <p:cNvPr id="13865" name="TextBox 3"/>
          <p:cNvSpPr txBox="1"/>
          <p:nvPr/>
        </p:nvSpPr>
        <p:spPr>
          <a:xfrm>
            <a:off x="1314958" y="1799742"/>
            <a:ext cx="5562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Student </a:t>
            </a:r>
            <a:endParaRPr lang="en-US" dirty="0"/>
          </a:p>
        </p:txBody>
      </p:sp>
      <p:sp>
        <p:nvSpPr>
          <p:cNvPr id="13866" name="TextBox 3"/>
          <p:cNvSpPr txBox="1"/>
          <p:nvPr/>
        </p:nvSpPr>
        <p:spPr>
          <a:xfrm>
            <a:off x="1314958" y="1917192"/>
            <a:ext cx="8609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Services Office</a:t>
            </a:r>
            <a:endParaRPr lang="en-US" dirty="0"/>
          </a:p>
        </p:txBody>
      </p:sp>
      <p:sp>
        <p:nvSpPr>
          <p:cNvPr id="13867" name="Rectangle 4"/>
          <p:cNvSpPr>
            <a:spLocks noChangeArrowheads="1"/>
          </p:cNvSpPr>
          <p:nvPr/>
        </p:nvSpPr>
        <p:spPr bwMode="auto">
          <a:xfrm>
            <a:off x="2163546" y="1593646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68" name="TextBox 3"/>
          <p:cNvSpPr txBox="1"/>
          <p:nvPr/>
        </p:nvSpPr>
        <p:spPr>
          <a:xfrm>
            <a:off x="2112746" y="156484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13869" name="Rectangle 4"/>
          <p:cNvSpPr>
            <a:spLocks noChangeArrowheads="1"/>
          </p:cNvSpPr>
          <p:nvPr/>
        </p:nvSpPr>
        <p:spPr bwMode="auto">
          <a:xfrm>
            <a:off x="2622702" y="1593646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70" name="TextBox 3"/>
          <p:cNvSpPr txBox="1"/>
          <p:nvPr/>
        </p:nvSpPr>
        <p:spPr>
          <a:xfrm>
            <a:off x="2571902" y="1564843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13871" name="TextBox 3"/>
          <p:cNvSpPr txBox="1"/>
          <p:nvPr/>
        </p:nvSpPr>
        <p:spPr>
          <a:xfrm>
            <a:off x="2571902" y="1682292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13872" name="Rectangle 4"/>
          <p:cNvSpPr>
            <a:spLocks noChangeArrowheads="1"/>
          </p:cNvSpPr>
          <p:nvPr/>
        </p:nvSpPr>
        <p:spPr bwMode="auto">
          <a:xfrm>
            <a:off x="3680282" y="1593646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73" name="TextBox 3"/>
          <p:cNvSpPr txBox="1"/>
          <p:nvPr/>
        </p:nvSpPr>
        <p:spPr>
          <a:xfrm>
            <a:off x="3629482" y="156484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847.8471210.1.415110.000000.847001.100178</a:t>
            </a:r>
            <a:endParaRPr lang="en-US" dirty="0"/>
          </a:p>
        </p:txBody>
      </p:sp>
      <p:sp>
        <p:nvSpPr>
          <p:cNvPr id="13874" name="Rectangle 4"/>
          <p:cNvSpPr>
            <a:spLocks noChangeArrowheads="1"/>
          </p:cNvSpPr>
          <p:nvPr/>
        </p:nvSpPr>
        <p:spPr bwMode="auto">
          <a:xfrm>
            <a:off x="5918962" y="159364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75" name="TextBox 3"/>
          <p:cNvSpPr txBox="1"/>
          <p:nvPr/>
        </p:nvSpPr>
        <p:spPr>
          <a:xfrm>
            <a:off x="5987491" y="156484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1,118,275</a:t>
            </a:r>
            <a:endParaRPr lang="en-US" dirty="0"/>
          </a:p>
        </p:txBody>
      </p:sp>
      <p:sp>
        <p:nvSpPr>
          <p:cNvPr id="13876" name="Rectangle 4"/>
          <p:cNvSpPr>
            <a:spLocks noChangeArrowheads="1"/>
          </p:cNvSpPr>
          <p:nvPr/>
        </p:nvSpPr>
        <p:spPr bwMode="auto">
          <a:xfrm>
            <a:off x="6566408" y="159364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77" name="TextBox 3"/>
          <p:cNvSpPr txBox="1"/>
          <p:nvPr/>
        </p:nvSpPr>
        <p:spPr>
          <a:xfrm>
            <a:off x="6719671" y="156484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807,275</a:t>
            </a:r>
            <a:endParaRPr lang="en-US" dirty="0"/>
          </a:p>
        </p:txBody>
      </p:sp>
      <p:sp>
        <p:nvSpPr>
          <p:cNvPr id="13878" name="Rectangle 4"/>
          <p:cNvSpPr>
            <a:spLocks noChangeArrowheads="1"/>
          </p:cNvSpPr>
          <p:nvPr/>
        </p:nvSpPr>
        <p:spPr bwMode="auto">
          <a:xfrm>
            <a:off x="7213854" y="1593646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79" name="TextBox 3"/>
          <p:cNvSpPr txBox="1"/>
          <p:nvPr/>
        </p:nvSpPr>
        <p:spPr>
          <a:xfrm>
            <a:off x="7367118" y="156484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807,005</a:t>
            </a:r>
            <a:endParaRPr lang="en-US" dirty="0"/>
          </a:p>
        </p:txBody>
      </p:sp>
      <p:sp>
        <p:nvSpPr>
          <p:cNvPr id="13880" name="Rectangle 4"/>
          <p:cNvSpPr>
            <a:spLocks noChangeArrowheads="1"/>
          </p:cNvSpPr>
          <p:nvPr/>
        </p:nvSpPr>
        <p:spPr bwMode="auto">
          <a:xfrm>
            <a:off x="7861300" y="1593646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81" name="Rectangle 4"/>
          <p:cNvSpPr>
            <a:spLocks noChangeArrowheads="1"/>
          </p:cNvSpPr>
          <p:nvPr/>
        </p:nvSpPr>
        <p:spPr bwMode="auto">
          <a:xfrm>
            <a:off x="8094497" y="1593646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82" name="Rectangle 4"/>
          <p:cNvSpPr>
            <a:spLocks noChangeArrowheads="1"/>
          </p:cNvSpPr>
          <p:nvPr/>
        </p:nvSpPr>
        <p:spPr bwMode="auto">
          <a:xfrm>
            <a:off x="8333384" y="1593646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83" name="TextBox 3"/>
          <p:cNvSpPr txBox="1"/>
          <p:nvPr/>
        </p:nvSpPr>
        <p:spPr>
          <a:xfrm>
            <a:off x="8538006" y="1564843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270</a:t>
            </a:r>
            <a:endParaRPr lang="en-US" dirty="0"/>
          </a:p>
        </p:txBody>
      </p:sp>
      <p:sp>
        <p:nvSpPr>
          <p:cNvPr id="13884" name="Rectangle 4"/>
          <p:cNvSpPr>
            <a:spLocks noChangeArrowheads="1"/>
          </p:cNvSpPr>
          <p:nvPr/>
        </p:nvSpPr>
        <p:spPr bwMode="auto">
          <a:xfrm>
            <a:off x="878255" y="2106307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85" name="TextBox 3"/>
          <p:cNvSpPr txBox="1"/>
          <p:nvPr/>
        </p:nvSpPr>
        <p:spPr>
          <a:xfrm>
            <a:off x="827455" y="207750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8471210</a:t>
            </a:r>
            <a:endParaRPr lang="en-US" dirty="0"/>
          </a:p>
        </p:txBody>
      </p:sp>
      <p:sp>
        <p:nvSpPr>
          <p:cNvPr id="13886" name="Rectangle 4"/>
          <p:cNvSpPr>
            <a:spLocks noChangeArrowheads="1"/>
          </p:cNvSpPr>
          <p:nvPr/>
        </p:nvSpPr>
        <p:spPr bwMode="auto">
          <a:xfrm>
            <a:off x="1365758" y="2106307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87" name="TextBox 3"/>
          <p:cNvSpPr txBox="1"/>
          <p:nvPr/>
        </p:nvSpPr>
        <p:spPr>
          <a:xfrm>
            <a:off x="1314958" y="2077504"/>
            <a:ext cx="798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SVP/ </a:t>
            </a:r>
            <a:endParaRPr lang="en-US" dirty="0"/>
          </a:p>
        </p:txBody>
      </p:sp>
      <p:sp>
        <p:nvSpPr>
          <p:cNvPr id="13888" name="TextBox 3"/>
          <p:cNvSpPr txBox="1"/>
          <p:nvPr/>
        </p:nvSpPr>
        <p:spPr>
          <a:xfrm>
            <a:off x="1314958" y="2194953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Academic &amp; </a:t>
            </a:r>
            <a:endParaRPr lang="en-US" dirty="0"/>
          </a:p>
        </p:txBody>
      </p:sp>
      <p:sp>
        <p:nvSpPr>
          <p:cNvPr id="13889" name="TextBox 3"/>
          <p:cNvSpPr txBox="1"/>
          <p:nvPr/>
        </p:nvSpPr>
        <p:spPr>
          <a:xfrm>
            <a:off x="1314958" y="2312403"/>
            <a:ext cx="5562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Student </a:t>
            </a:r>
            <a:endParaRPr lang="en-US" dirty="0"/>
          </a:p>
        </p:txBody>
      </p:sp>
      <p:sp>
        <p:nvSpPr>
          <p:cNvPr id="13890" name="TextBox 3"/>
          <p:cNvSpPr txBox="1"/>
          <p:nvPr/>
        </p:nvSpPr>
        <p:spPr>
          <a:xfrm>
            <a:off x="1314958" y="2429853"/>
            <a:ext cx="8609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Services Office</a:t>
            </a:r>
            <a:endParaRPr lang="en-US" dirty="0"/>
          </a:p>
        </p:txBody>
      </p:sp>
      <p:sp>
        <p:nvSpPr>
          <p:cNvPr id="13891" name="Rectangle 4"/>
          <p:cNvSpPr>
            <a:spLocks noChangeArrowheads="1"/>
          </p:cNvSpPr>
          <p:nvPr/>
        </p:nvSpPr>
        <p:spPr bwMode="auto">
          <a:xfrm>
            <a:off x="2163546" y="2106307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92" name="TextBox 3"/>
          <p:cNvSpPr txBox="1"/>
          <p:nvPr/>
        </p:nvSpPr>
        <p:spPr>
          <a:xfrm>
            <a:off x="2112746" y="207750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13893" name="Rectangle 4"/>
          <p:cNvSpPr>
            <a:spLocks noChangeArrowheads="1"/>
          </p:cNvSpPr>
          <p:nvPr/>
        </p:nvSpPr>
        <p:spPr bwMode="auto">
          <a:xfrm>
            <a:off x="2622702" y="2106307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94" name="TextBox 3"/>
          <p:cNvSpPr txBox="1"/>
          <p:nvPr/>
        </p:nvSpPr>
        <p:spPr>
          <a:xfrm>
            <a:off x="2571902" y="2077504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13895" name="TextBox 3"/>
          <p:cNvSpPr txBox="1"/>
          <p:nvPr/>
        </p:nvSpPr>
        <p:spPr>
          <a:xfrm>
            <a:off x="2571902" y="2194953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13896" name="Rectangle 4"/>
          <p:cNvSpPr>
            <a:spLocks noChangeArrowheads="1"/>
          </p:cNvSpPr>
          <p:nvPr/>
        </p:nvSpPr>
        <p:spPr bwMode="auto">
          <a:xfrm>
            <a:off x="3680282" y="2106307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97" name="TextBox 3"/>
          <p:cNvSpPr txBox="1"/>
          <p:nvPr/>
        </p:nvSpPr>
        <p:spPr>
          <a:xfrm>
            <a:off x="3629482" y="207750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847.8471210.1.416110.000000.847001.100178</a:t>
            </a:r>
            <a:endParaRPr lang="en-US" dirty="0"/>
          </a:p>
        </p:txBody>
      </p:sp>
      <p:sp>
        <p:nvSpPr>
          <p:cNvPr id="13898" name="Rectangle 4"/>
          <p:cNvSpPr>
            <a:spLocks noChangeArrowheads="1"/>
          </p:cNvSpPr>
          <p:nvPr/>
        </p:nvSpPr>
        <p:spPr bwMode="auto">
          <a:xfrm>
            <a:off x="5918962" y="210630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899" name="TextBox 3"/>
          <p:cNvSpPr txBox="1"/>
          <p:nvPr/>
        </p:nvSpPr>
        <p:spPr>
          <a:xfrm>
            <a:off x="6128715" y="207750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24,683</a:t>
            </a:r>
            <a:endParaRPr lang="en-US" dirty="0"/>
          </a:p>
        </p:txBody>
      </p:sp>
      <p:sp>
        <p:nvSpPr>
          <p:cNvPr id="13900" name="Rectangle 4"/>
          <p:cNvSpPr>
            <a:spLocks noChangeArrowheads="1"/>
          </p:cNvSpPr>
          <p:nvPr/>
        </p:nvSpPr>
        <p:spPr bwMode="auto">
          <a:xfrm>
            <a:off x="6566408" y="210630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01" name="TextBox 3"/>
          <p:cNvSpPr txBox="1"/>
          <p:nvPr/>
        </p:nvSpPr>
        <p:spPr>
          <a:xfrm>
            <a:off x="6776161" y="207750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69,760</a:t>
            </a:r>
            <a:endParaRPr lang="en-US" dirty="0"/>
          </a:p>
        </p:txBody>
      </p:sp>
      <p:sp>
        <p:nvSpPr>
          <p:cNvPr id="13902" name="Rectangle 4"/>
          <p:cNvSpPr>
            <a:spLocks noChangeArrowheads="1"/>
          </p:cNvSpPr>
          <p:nvPr/>
        </p:nvSpPr>
        <p:spPr bwMode="auto">
          <a:xfrm>
            <a:off x="7213854" y="2106307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03" name="TextBox 3"/>
          <p:cNvSpPr txBox="1"/>
          <p:nvPr/>
        </p:nvSpPr>
        <p:spPr>
          <a:xfrm>
            <a:off x="7423607" y="207750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69,760</a:t>
            </a:r>
            <a:endParaRPr lang="en-US" dirty="0"/>
          </a:p>
        </p:txBody>
      </p:sp>
      <p:sp>
        <p:nvSpPr>
          <p:cNvPr id="13904" name="Rectangle 4"/>
          <p:cNvSpPr>
            <a:spLocks noChangeArrowheads="1"/>
          </p:cNvSpPr>
          <p:nvPr/>
        </p:nvSpPr>
        <p:spPr bwMode="auto">
          <a:xfrm>
            <a:off x="7861300" y="2106307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05" name="Rectangle 4"/>
          <p:cNvSpPr>
            <a:spLocks noChangeArrowheads="1"/>
          </p:cNvSpPr>
          <p:nvPr/>
        </p:nvSpPr>
        <p:spPr bwMode="auto">
          <a:xfrm>
            <a:off x="8094497" y="2106307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06" name="Rectangle 4"/>
          <p:cNvSpPr>
            <a:spLocks noChangeArrowheads="1"/>
          </p:cNvSpPr>
          <p:nvPr/>
        </p:nvSpPr>
        <p:spPr bwMode="auto">
          <a:xfrm>
            <a:off x="8333384" y="2106307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07" name="TextBox 3"/>
          <p:cNvSpPr txBox="1"/>
          <p:nvPr/>
        </p:nvSpPr>
        <p:spPr>
          <a:xfrm>
            <a:off x="8650986" y="207750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3908" name="Rectangle 4"/>
          <p:cNvSpPr>
            <a:spLocks noChangeArrowheads="1"/>
          </p:cNvSpPr>
          <p:nvPr/>
        </p:nvSpPr>
        <p:spPr bwMode="auto">
          <a:xfrm>
            <a:off x="878255" y="2618968"/>
            <a:ext cx="487502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09" name="TextBox 3"/>
          <p:cNvSpPr txBox="1"/>
          <p:nvPr/>
        </p:nvSpPr>
        <p:spPr>
          <a:xfrm>
            <a:off x="827455" y="259016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8471210</a:t>
            </a:r>
            <a:endParaRPr lang="en-US" dirty="0"/>
          </a:p>
        </p:txBody>
      </p:sp>
      <p:sp>
        <p:nvSpPr>
          <p:cNvPr id="13910" name="Rectangle 4"/>
          <p:cNvSpPr>
            <a:spLocks noChangeArrowheads="1"/>
          </p:cNvSpPr>
          <p:nvPr/>
        </p:nvSpPr>
        <p:spPr bwMode="auto">
          <a:xfrm>
            <a:off x="1365758" y="2618968"/>
            <a:ext cx="797788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11" name="TextBox 3"/>
          <p:cNvSpPr txBox="1"/>
          <p:nvPr/>
        </p:nvSpPr>
        <p:spPr>
          <a:xfrm>
            <a:off x="1314958" y="2590165"/>
            <a:ext cx="798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SVP/ </a:t>
            </a:r>
            <a:endParaRPr lang="en-US" dirty="0"/>
          </a:p>
        </p:txBody>
      </p:sp>
      <p:sp>
        <p:nvSpPr>
          <p:cNvPr id="13912" name="TextBox 3"/>
          <p:cNvSpPr txBox="1"/>
          <p:nvPr/>
        </p:nvSpPr>
        <p:spPr>
          <a:xfrm>
            <a:off x="1314958" y="2707614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Academic &amp; </a:t>
            </a:r>
            <a:endParaRPr lang="en-US" dirty="0"/>
          </a:p>
        </p:txBody>
      </p:sp>
      <p:sp>
        <p:nvSpPr>
          <p:cNvPr id="13913" name="TextBox 3"/>
          <p:cNvSpPr txBox="1"/>
          <p:nvPr/>
        </p:nvSpPr>
        <p:spPr>
          <a:xfrm>
            <a:off x="1314958" y="2825064"/>
            <a:ext cx="55626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Student </a:t>
            </a:r>
            <a:endParaRPr lang="en-US" dirty="0"/>
          </a:p>
        </p:txBody>
      </p:sp>
      <p:sp>
        <p:nvSpPr>
          <p:cNvPr id="13914" name="TextBox 3"/>
          <p:cNvSpPr txBox="1"/>
          <p:nvPr/>
        </p:nvSpPr>
        <p:spPr>
          <a:xfrm>
            <a:off x="1314958" y="2942514"/>
            <a:ext cx="8609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Services Office</a:t>
            </a:r>
            <a:endParaRPr lang="en-US" dirty="0"/>
          </a:p>
        </p:txBody>
      </p:sp>
      <p:sp>
        <p:nvSpPr>
          <p:cNvPr id="13915" name="Rectangle 4"/>
          <p:cNvSpPr>
            <a:spLocks noChangeArrowheads="1"/>
          </p:cNvSpPr>
          <p:nvPr/>
        </p:nvSpPr>
        <p:spPr bwMode="auto">
          <a:xfrm>
            <a:off x="2163546" y="2618968"/>
            <a:ext cx="459155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16" name="TextBox 3"/>
          <p:cNvSpPr txBox="1"/>
          <p:nvPr/>
        </p:nvSpPr>
        <p:spPr>
          <a:xfrm>
            <a:off x="2112746" y="259016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13917" name="Rectangle 4"/>
          <p:cNvSpPr>
            <a:spLocks noChangeArrowheads="1"/>
          </p:cNvSpPr>
          <p:nvPr/>
        </p:nvSpPr>
        <p:spPr bwMode="auto">
          <a:xfrm>
            <a:off x="2622702" y="2618968"/>
            <a:ext cx="10575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18" name="TextBox 3"/>
          <p:cNvSpPr txBox="1"/>
          <p:nvPr/>
        </p:nvSpPr>
        <p:spPr>
          <a:xfrm>
            <a:off x="2571902" y="2590165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13919" name="TextBox 3"/>
          <p:cNvSpPr txBox="1"/>
          <p:nvPr/>
        </p:nvSpPr>
        <p:spPr>
          <a:xfrm>
            <a:off x="2571902" y="2707614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13920" name="Rectangle 4"/>
          <p:cNvSpPr>
            <a:spLocks noChangeArrowheads="1"/>
          </p:cNvSpPr>
          <p:nvPr/>
        </p:nvSpPr>
        <p:spPr bwMode="auto">
          <a:xfrm>
            <a:off x="3680282" y="2618968"/>
            <a:ext cx="2238679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21" name="TextBox 3"/>
          <p:cNvSpPr txBox="1"/>
          <p:nvPr/>
        </p:nvSpPr>
        <p:spPr>
          <a:xfrm>
            <a:off x="3629482" y="259016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847.8471210.1.416310.000000.847001.100178</a:t>
            </a:r>
            <a:endParaRPr lang="en-US" dirty="0"/>
          </a:p>
        </p:txBody>
      </p:sp>
      <p:sp>
        <p:nvSpPr>
          <p:cNvPr id="13922" name="Rectangle 4"/>
          <p:cNvSpPr>
            <a:spLocks noChangeArrowheads="1"/>
          </p:cNvSpPr>
          <p:nvPr/>
        </p:nvSpPr>
        <p:spPr bwMode="auto">
          <a:xfrm>
            <a:off x="5918962" y="261896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23" name="TextBox 3"/>
          <p:cNvSpPr txBox="1"/>
          <p:nvPr/>
        </p:nvSpPr>
        <p:spPr>
          <a:xfrm>
            <a:off x="6382918" y="259016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3924" name="Rectangle 4"/>
          <p:cNvSpPr>
            <a:spLocks noChangeArrowheads="1"/>
          </p:cNvSpPr>
          <p:nvPr/>
        </p:nvSpPr>
        <p:spPr bwMode="auto">
          <a:xfrm>
            <a:off x="6566408" y="261896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25" name="TextBox 3"/>
          <p:cNvSpPr txBox="1"/>
          <p:nvPr/>
        </p:nvSpPr>
        <p:spPr>
          <a:xfrm>
            <a:off x="6776161" y="259016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66,431</a:t>
            </a:r>
            <a:endParaRPr lang="en-US" dirty="0"/>
          </a:p>
        </p:txBody>
      </p:sp>
      <p:sp>
        <p:nvSpPr>
          <p:cNvPr id="13926" name="Rectangle 4"/>
          <p:cNvSpPr>
            <a:spLocks noChangeArrowheads="1"/>
          </p:cNvSpPr>
          <p:nvPr/>
        </p:nvSpPr>
        <p:spPr bwMode="auto">
          <a:xfrm>
            <a:off x="7213854" y="2618968"/>
            <a:ext cx="64744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27" name="TextBox 3"/>
          <p:cNvSpPr txBox="1"/>
          <p:nvPr/>
        </p:nvSpPr>
        <p:spPr>
          <a:xfrm>
            <a:off x="7423607" y="259016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66,431</a:t>
            </a:r>
            <a:endParaRPr lang="en-US" dirty="0"/>
          </a:p>
        </p:txBody>
      </p:sp>
      <p:sp>
        <p:nvSpPr>
          <p:cNvPr id="13928" name="Rectangle 4"/>
          <p:cNvSpPr>
            <a:spLocks noChangeArrowheads="1"/>
          </p:cNvSpPr>
          <p:nvPr/>
        </p:nvSpPr>
        <p:spPr bwMode="auto">
          <a:xfrm>
            <a:off x="7861300" y="2618968"/>
            <a:ext cx="233197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29" name="Rectangle 4"/>
          <p:cNvSpPr>
            <a:spLocks noChangeArrowheads="1"/>
          </p:cNvSpPr>
          <p:nvPr/>
        </p:nvSpPr>
        <p:spPr bwMode="auto">
          <a:xfrm>
            <a:off x="8094497" y="2618968"/>
            <a:ext cx="238886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30" name="Rectangle 4"/>
          <p:cNvSpPr>
            <a:spLocks noChangeArrowheads="1"/>
          </p:cNvSpPr>
          <p:nvPr/>
        </p:nvSpPr>
        <p:spPr bwMode="auto">
          <a:xfrm>
            <a:off x="8333384" y="2618968"/>
            <a:ext cx="501091" cy="5126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31" name="TextBox 3"/>
          <p:cNvSpPr txBox="1"/>
          <p:nvPr/>
        </p:nvSpPr>
        <p:spPr>
          <a:xfrm>
            <a:off x="8650986" y="259016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3932" name="Rectangle 4"/>
          <p:cNvSpPr>
            <a:spLocks noChangeArrowheads="1"/>
          </p:cNvSpPr>
          <p:nvPr/>
        </p:nvSpPr>
        <p:spPr bwMode="auto">
          <a:xfrm>
            <a:off x="878255" y="3131629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933" name="TextBox 3"/>
          <p:cNvSpPr txBox="1"/>
          <p:nvPr/>
        </p:nvSpPr>
        <p:spPr>
          <a:xfrm>
            <a:off x="827455" y="310282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8471210</a:t>
            </a:r>
            <a:endParaRPr lang="en-US" dirty="0"/>
          </a:p>
        </p:txBody>
      </p:sp>
      <p:sp>
        <p:nvSpPr>
          <p:cNvPr id="13934" name="TextBox 3"/>
          <p:cNvSpPr txBox="1"/>
          <p:nvPr/>
        </p:nvSpPr>
        <p:spPr>
          <a:xfrm>
            <a:off x="827455" y="3220275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3935" name="Rectangle 4"/>
          <p:cNvSpPr>
            <a:spLocks noChangeArrowheads="1"/>
          </p:cNvSpPr>
          <p:nvPr/>
        </p:nvSpPr>
        <p:spPr bwMode="auto">
          <a:xfrm>
            <a:off x="1365758" y="3131629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936" name="Rectangle 4"/>
          <p:cNvSpPr>
            <a:spLocks noChangeArrowheads="1"/>
          </p:cNvSpPr>
          <p:nvPr/>
        </p:nvSpPr>
        <p:spPr bwMode="auto">
          <a:xfrm>
            <a:off x="2163546" y="3131629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937" name="Rectangle 4"/>
          <p:cNvSpPr>
            <a:spLocks noChangeArrowheads="1"/>
          </p:cNvSpPr>
          <p:nvPr/>
        </p:nvSpPr>
        <p:spPr bwMode="auto">
          <a:xfrm>
            <a:off x="2622702" y="3131629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938" name="Rectangle 4"/>
          <p:cNvSpPr>
            <a:spLocks noChangeArrowheads="1"/>
          </p:cNvSpPr>
          <p:nvPr/>
        </p:nvSpPr>
        <p:spPr bwMode="auto">
          <a:xfrm>
            <a:off x="3680282" y="3131629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939" name="Rectangle 4"/>
          <p:cNvSpPr>
            <a:spLocks noChangeArrowheads="1"/>
          </p:cNvSpPr>
          <p:nvPr/>
        </p:nvSpPr>
        <p:spPr bwMode="auto">
          <a:xfrm>
            <a:off x="5918962" y="3131629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940" name="TextBox 3"/>
          <p:cNvSpPr txBox="1"/>
          <p:nvPr/>
        </p:nvSpPr>
        <p:spPr>
          <a:xfrm>
            <a:off x="5931001" y="3102826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13,128,514</a:t>
            </a:r>
            <a:endParaRPr lang="en-US" dirty="0"/>
          </a:p>
        </p:txBody>
      </p:sp>
      <p:sp>
        <p:nvSpPr>
          <p:cNvPr id="13941" name="Rectangle 4"/>
          <p:cNvSpPr>
            <a:spLocks noChangeArrowheads="1"/>
          </p:cNvSpPr>
          <p:nvPr/>
        </p:nvSpPr>
        <p:spPr bwMode="auto">
          <a:xfrm>
            <a:off x="6566408" y="3131629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942" name="TextBox 3"/>
          <p:cNvSpPr txBox="1"/>
          <p:nvPr/>
        </p:nvSpPr>
        <p:spPr>
          <a:xfrm>
            <a:off x="6578447" y="3102826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10,165,302</a:t>
            </a:r>
            <a:endParaRPr lang="en-US" dirty="0"/>
          </a:p>
        </p:txBody>
      </p:sp>
      <p:sp>
        <p:nvSpPr>
          <p:cNvPr id="13943" name="Rectangle 4"/>
          <p:cNvSpPr>
            <a:spLocks noChangeArrowheads="1"/>
          </p:cNvSpPr>
          <p:nvPr/>
        </p:nvSpPr>
        <p:spPr bwMode="auto">
          <a:xfrm>
            <a:off x="7213854" y="3131629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944" name="TextBox 3"/>
          <p:cNvSpPr txBox="1"/>
          <p:nvPr/>
        </p:nvSpPr>
        <p:spPr>
          <a:xfrm>
            <a:off x="7225894" y="3102826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10,161,756</a:t>
            </a:r>
            <a:endParaRPr lang="en-US" dirty="0"/>
          </a:p>
        </p:txBody>
      </p:sp>
      <p:sp>
        <p:nvSpPr>
          <p:cNvPr id="13945" name="Rectangle 4"/>
          <p:cNvSpPr>
            <a:spLocks noChangeArrowheads="1"/>
          </p:cNvSpPr>
          <p:nvPr/>
        </p:nvSpPr>
        <p:spPr bwMode="auto">
          <a:xfrm>
            <a:off x="7861300" y="3131629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946" name="Rectangle 4"/>
          <p:cNvSpPr>
            <a:spLocks noChangeArrowheads="1"/>
          </p:cNvSpPr>
          <p:nvPr/>
        </p:nvSpPr>
        <p:spPr bwMode="auto">
          <a:xfrm>
            <a:off x="8094497" y="3131629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947" name="Rectangle 4"/>
          <p:cNvSpPr>
            <a:spLocks noChangeArrowheads="1"/>
          </p:cNvSpPr>
          <p:nvPr/>
        </p:nvSpPr>
        <p:spPr bwMode="auto">
          <a:xfrm>
            <a:off x="8333384" y="3131629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3948" name="TextBox 3"/>
          <p:cNvSpPr txBox="1"/>
          <p:nvPr/>
        </p:nvSpPr>
        <p:spPr>
          <a:xfrm>
            <a:off x="8453272" y="3102826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3,546</a:t>
            </a:r>
            <a:endParaRPr lang="en-US" dirty="0"/>
          </a:p>
        </p:txBody>
      </p:sp>
      <p:sp>
        <p:nvSpPr>
          <p:cNvPr id="13949" name="Rectangle 4"/>
          <p:cNvSpPr>
            <a:spLocks noChangeArrowheads="1"/>
          </p:cNvSpPr>
          <p:nvPr/>
        </p:nvSpPr>
        <p:spPr bwMode="auto">
          <a:xfrm>
            <a:off x="878255" y="3409391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50" name="TextBox 3"/>
          <p:cNvSpPr txBox="1"/>
          <p:nvPr/>
        </p:nvSpPr>
        <p:spPr>
          <a:xfrm>
            <a:off x="827455" y="338058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8471220</a:t>
            </a:r>
            <a:endParaRPr lang="en-US" dirty="0"/>
          </a:p>
        </p:txBody>
      </p:sp>
      <p:sp>
        <p:nvSpPr>
          <p:cNvPr id="13951" name="Rectangle 4"/>
          <p:cNvSpPr>
            <a:spLocks noChangeArrowheads="1"/>
          </p:cNvSpPr>
          <p:nvPr/>
        </p:nvSpPr>
        <p:spPr bwMode="auto">
          <a:xfrm>
            <a:off x="1365758" y="3409391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52" name="TextBox 3"/>
          <p:cNvSpPr txBox="1"/>
          <p:nvPr/>
        </p:nvSpPr>
        <p:spPr>
          <a:xfrm>
            <a:off x="1314958" y="3380587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3953" name="TextBox 3"/>
          <p:cNvSpPr txBox="1"/>
          <p:nvPr/>
        </p:nvSpPr>
        <p:spPr>
          <a:xfrm>
            <a:off x="1314958" y="3498037"/>
            <a:ext cx="5898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Registrar</a:t>
            </a:r>
            <a:endParaRPr lang="en-US" dirty="0"/>
          </a:p>
        </p:txBody>
      </p:sp>
      <p:sp>
        <p:nvSpPr>
          <p:cNvPr id="13954" name="Rectangle 4"/>
          <p:cNvSpPr>
            <a:spLocks noChangeArrowheads="1"/>
          </p:cNvSpPr>
          <p:nvPr/>
        </p:nvSpPr>
        <p:spPr bwMode="auto">
          <a:xfrm>
            <a:off x="2163546" y="3409391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55" name="TextBox 3"/>
          <p:cNvSpPr txBox="1"/>
          <p:nvPr/>
        </p:nvSpPr>
        <p:spPr>
          <a:xfrm>
            <a:off x="2112746" y="338058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13956" name="Rectangle 4"/>
          <p:cNvSpPr>
            <a:spLocks noChangeArrowheads="1"/>
          </p:cNvSpPr>
          <p:nvPr/>
        </p:nvSpPr>
        <p:spPr bwMode="auto">
          <a:xfrm>
            <a:off x="2622702" y="3409391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57" name="TextBox 3"/>
          <p:cNvSpPr txBox="1"/>
          <p:nvPr/>
        </p:nvSpPr>
        <p:spPr>
          <a:xfrm>
            <a:off x="2571902" y="3380587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13958" name="TextBox 3"/>
          <p:cNvSpPr txBox="1"/>
          <p:nvPr/>
        </p:nvSpPr>
        <p:spPr>
          <a:xfrm>
            <a:off x="2571902" y="3498037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13959" name="Rectangle 4"/>
          <p:cNvSpPr>
            <a:spLocks noChangeArrowheads="1"/>
          </p:cNvSpPr>
          <p:nvPr/>
        </p:nvSpPr>
        <p:spPr bwMode="auto">
          <a:xfrm>
            <a:off x="3680282" y="3409391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60" name="TextBox 3"/>
          <p:cNvSpPr txBox="1"/>
          <p:nvPr/>
        </p:nvSpPr>
        <p:spPr>
          <a:xfrm>
            <a:off x="3629482" y="338058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847.8471220.1.412121.000000.847001.100178</a:t>
            </a:r>
            <a:endParaRPr lang="en-US" dirty="0"/>
          </a:p>
        </p:txBody>
      </p:sp>
      <p:sp>
        <p:nvSpPr>
          <p:cNvPr id="13961" name="Rectangle 4"/>
          <p:cNvSpPr>
            <a:spLocks noChangeArrowheads="1"/>
          </p:cNvSpPr>
          <p:nvPr/>
        </p:nvSpPr>
        <p:spPr bwMode="auto">
          <a:xfrm>
            <a:off x="5918962" y="340939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62" name="TextBox 3"/>
          <p:cNvSpPr txBox="1"/>
          <p:nvPr/>
        </p:nvSpPr>
        <p:spPr>
          <a:xfrm>
            <a:off x="5987491" y="338058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2,120,940</a:t>
            </a:r>
            <a:endParaRPr lang="en-US" dirty="0"/>
          </a:p>
        </p:txBody>
      </p:sp>
      <p:sp>
        <p:nvSpPr>
          <p:cNvPr id="13963" name="Rectangle 4"/>
          <p:cNvSpPr>
            <a:spLocks noChangeArrowheads="1"/>
          </p:cNvSpPr>
          <p:nvPr/>
        </p:nvSpPr>
        <p:spPr bwMode="auto">
          <a:xfrm>
            <a:off x="6566408" y="340939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64" name="TextBox 3"/>
          <p:cNvSpPr txBox="1"/>
          <p:nvPr/>
        </p:nvSpPr>
        <p:spPr>
          <a:xfrm>
            <a:off x="6634937" y="338058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1,821,609</a:t>
            </a:r>
            <a:endParaRPr lang="en-US" dirty="0"/>
          </a:p>
        </p:txBody>
      </p:sp>
      <p:sp>
        <p:nvSpPr>
          <p:cNvPr id="13965" name="Rectangle 4"/>
          <p:cNvSpPr>
            <a:spLocks noChangeArrowheads="1"/>
          </p:cNvSpPr>
          <p:nvPr/>
        </p:nvSpPr>
        <p:spPr bwMode="auto">
          <a:xfrm>
            <a:off x="7213854" y="340939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66" name="TextBox 3"/>
          <p:cNvSpPr txBox="1"/>
          <p:nvPr/>
        </p:nvSpPr>
        <p:spPr>
          <a:xfrm>
            <a:off x="7282383" y="338058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1,821,608</a:t>
            </a:r>
            <a:endParaRPr lang="en-US" dirty="0"/>
          </a:p>
        </p:txBody>
      </p:sp>
      <p:sp>
        <p:nvSpPr>
          <p:cNvPr id="13967" name="Rectangle 4"/>
          <p:cNvSpPr>
            <a:spLocks noChangeArrowheads="1"/>
          </p:cNvSpPr>
          <p:nvPr/>
        </p:nvSpPr>
        <p:spPr bwMode="auto">
          <a:xfrm>
            <a:off x="7861300" y="3409391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68" name="Rectangle 4"/>
          <p:cNvSpPr>
            <a:spLocks noChangeArrowheads="1"/>
          </p:cNvSpPr>
          <p:nvPr/>
        </p:nvSpPr>
        <p:spPr bwMode="auto">
          <a:xfrm>
            <a:off x="8094497" y="3409391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69" name="Rectangle 4"/>
          <p:cNvSpPr>
            <a:spLocks noChangeArrowheads="1"/>
          </p:cNvSpPr>
          <p:nvPr/>
        </p:nvSpPr>
        <p:spPr bwMode="auto">
          <a:xfrm>
            <a:off x="8333384" y="3409391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70" name="TextBox 3"/>
          <p:cNvSpPr txBox="1"/>
          <p:nvPr/>
        </p:nvSpPr>
        <p:spPr>
          <a:xfrm>
            <a:off x="8650986" y="338058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3971" name="Rectangle 4"/>
          <p:cNvSpPr>
            <a:spLocks noChangeArrowheads="1"/>
          </p:cNvSpPr>
          <p:nvPr/>
        </p:nvSpPr>
        <p:spPr bwMode="auto">
          <a:xfrm>
            <a:off x="878255" y="368715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72" name="TextBox 3"/>
          <p:cNvSpPr txBox="1"/>
          <p:nvPr/>
        </p:nvSpPr>
        <p:spPr>
          <a:xfrm>
            <a:off x="827455" y="365834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8471220</a:t>
            </a:r>
            <a:endParaRPr lang="en-US" dirty="0"/>
          </a:p>
        </p:txBody>
      </p:sp>
      <p:sp>
        <p:nvSpPr>
          <p:cNvPr id="13973" name="Rectangle 4"/>
          <p:cNvSpPr>
            <a:spLocks noChangeArrowheads="1"/>
          </p:cNvSpPr>
          <p:nvPr/>
        </p:nvSpPr>
        <p:spPr bwMode="auto">
          <a:xfrm>
            <a:off x="1365758" y="368715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74" name="TextBox 3"/>
          <p:cNvSpPr txBox="1"/>
          <p:nvPr/>
        </p:nvSpPr>
        <p:spPr>
          <a:xfrm>
            <a:off x="1314958" y="3658349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3975" name="TextBox 3"/>
          <p:cNvSpPr txBox="1"/>
          <p:nvPr/>
        </p:nvSpPr>
        <p:spPr>
          <a:xfrm>
            <a:off x="1314958" y="3775799"/>
            <a:ext cx="5898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Registrar</a:t>
            </a:r>
            <a:endParaRPr lang="en-US" dirty="0"/>
          </a:p>
        </p:txBody>
      </p:sp>
      <p:sp>
        <p:nvSpPr>
          <p:cNvPr id="13976" name="Rectangle 4"/>
          <p:cNvSpPr>
            <a:spLocks noChangeArrowheads="1"/>
          </p:cNvSpPr>
          <p:nvPr/>
        </p:nvSpPr>
        <p:spPr bwMode="auto">
          <a:xfrm>
            <a:off x="2163546" y="368715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77" name="TextBox 3"/>
          <p:cNvSpPr txBox="1"/>
          <p:nvPr/>
        </p:nvSpPr>
        <p:spPr>
          <a:xfrm>
            <a:off x="2112746" y="365834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13978" name="Rectangle 4"/>
          <p:cNvSpPr>
            <a:spLocks noChangeArrowheads="1"/>
          </p:cNvSpPr>
          <p:nvPr/>
        </p:nvSpPr>
        <p:spPr bwMode="auto">
          <a:xfrm>
            <a:off x="2622702" y="368715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79" name="TextBox 3"/>
          <p:cNvSpPr txBox="1"/>
          <p:nvPr/>
        </p:nvSpPr>
        <p:spPr>
          <a:xfrm>
            <a:off x="2571902" y="3658349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13980" name="TextBox 3"/>
          <p:cNvSpPr txBox="1"/>
          <p:nvPr/>
        </p:nvSpPr>
        <p:spPr>
          <a:xfrm>
            <a:off x="2571902" y="3775799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13981" name="TextBox 3"/>
          <p:cNvSpPr txBox="1"/>
          <p:nvPr/>
        </p:nvSpPr>
        <p:spPr>
          <a:xfrm>
            <a:off x="2571902" y="3893248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13982" name="Rectangle 4"/>
          <p:cNvSpPr>
            <a:spLocks noChangeArrowheads="1"/>
          </p:cNvSpPr>
          <p:nvPr/>
        </p:nvSpPr>
        <p:spPr bwMode="auto">
          <a:xfrm>
            <a:off x="3680282" y="368715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83" name="TextBox 3"/>
          <p:cNvSpPr txBox="1"/>
          <p:nvPr/>
        </p:nvSpPr>
        <p:spPr>
          <a:xfrm>
            <a:off x="3629482" y="365834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847.8471220.1.412125.000000.847001.100178</a:t>
            </a:r>
            <a:endParaRPr lang="en-US" dirty="0"/>
          </a:p>
        </p:txBody>
      </p:sp>
      <p:sp>
        <p:nvSpPr>
          <p:cNvPr id="13984" name="Rectangle 4"/>
          <p:cNvSpPr>
            <a:spLocks noChangeArrowheads="1"/>
          </p:cNvSpPr>
          <p:nvPr/>
        </p:nvSpPr>
        <p:spPr bwMode="auto">
          <a:xfrm>
            <a:off x="5918962" y="368715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85" name="TextBox 3"/>
          <p:cNvSpPr txBox="1"/>
          <p:nvPr/>
        </p:nvSpPr>
        <p:spPr>
          <a:xfrm>
            <a:off x="5987491" y="365834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2,113,301</a:t>
            </a:r>
            <a:endParaRPr lang="en-US" dirty="0"/>
          </a:p>
        </p:txBody>
      </p:sp>
      <p:sp>
        <p:nvSpPr>
          <p:cNvPr id="13986" name="Rectangle 4"/>
          <p:cNvSpPr>
            <a:spLocks noChangeArrowheads="1"/>
          </p:cNvSpPr>
          <p:nvPr/>
        </p:nvSpPr>
        <p:spPr bwMode="auto">
          <a:xfrm>
            <a:off x="6566408" y="368715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87" name="TextBox 3"/>
          <p:cNvSpPr txBox="1"/>
          <p:nvPr/>
        </p:nvSpPr>
        <p:spPr>
          <a:xfrm>
            <a:off x="6634937" y="365834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2,086,301</a:t>
            </a:r>
            <a:endParaRPr lang="en-US" dirty="0"/>
          </a:p>
        </p:txBody>
      </p:sp>
      <p:sp>
        <p:nvSpPr>
          <p:cNvPr id="13988" name="Rectangle 4"/>
          <p:cNvSpPr>
            <a:spLocks noChangeArrowheads="1"/>
          </p:cNvSpPr>
          <p:nvPr/>
        </p:nvSpPr>
        <p:spPr bwMode="auto">
          <a:xfrm>
            <a:off x="7213854" y="368715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89" name="TextBox 3"/>
          <p:cNvSpPr txBox="1"/>
          <p:nvPr/>
        </p:nvSpPr>
        <p:spPr>
          <a:xfrm>
            <a:off x="7282383" y="365834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2,085,745</a:t>
            </a:r>
            <a:endParaRPr lang="en-US" dirty="0"/>
          </a:p>
        </p:txBody>
      </p:sp>
      <p:sp>
        <p:nvSpPr>
          <p:cNvPr id="13990" name="Rectangle 4"/>
          <p:cNvSpPr>
            <a:spLocks noChangeArrowheads="1"/>
          </p:cNvSpPr>
          <p:nvPr/>
        </p:nvSpPr>
        <p:spPr bwMode="auto">
          <a:xfrm>
            <a:off x="7861300" y="368715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91" name="Rectangle 4"/>
          <p:cNvSpPr>
            <a:spLocks noChangeArrowheads="1"/>
          </p:cNvSpPr>
          <p:nvPr/>
        </p:nvSpPr>
        <p:spPr bwMode="auto">
          <a:xfrm>
            <a:off x="8094497" y="368715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92" name="Rectangle 4"/>
          <p:cNvSpPr>
            <a:spLocks noChangeArrowheads="1"/>
          </p:cNvSpPr>
          <p:nvPr/>
        </p:nvSpPr>
        <p:spPr bwMode="auto">
          <a:xfrm>
            <a:off x="8333384" y="368715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93" name="TextBox 3"/>
          <p:cNvSpPr txBox="1"/>
          <p:nvPr/>
        </p:nvSpPr>
        <p:spPr>
          <a:xfrm>
            <a:off x="8538006" y="3658349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556</a:t>
            </a:r>
            <a:endParaRPr lang="en-US" dirty="0"/>
          </a:p>
        </p:txBody>
      </p:sp>
      <p:sp>
        <p:nvSpPr>
          <p:cNvPr id="13994" name="Rectangle 4"/>
          <p:cNvSpPr>
            <a:spLocks noChangeArrowheads="1"/>
          </p:cNvSpPr>
          <p:nvPr/>
        </p:nvSpPr>
        <p:spPr bwMode="auto">
          <a:xfrm>
            <a:off x="878255" y="4082364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95" name="TextBox 3"/>
          <p:cNvSpPr txBox="1"/>
          <p:nvPr/>
        </p:nvSpPr>
        <p:spPr>
          <a:xfrm>
            <a:off x="827455" y="405356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8471220</a:t>
            </a:r>
            <a:endParaRPr lang="en-US" dirty="0"/>
          </a:p>
        </p:txBody>
      </p:sp>
      <p:sp>
        <p:nvSpPr>
          <p:cNvPr id="13996" name="Rectangle 4"/>
          <p:cNvSpPr>
            <a:spLocks noChangeArrowheads="1"/>
          </p:cNvSpPr>
          <p:nvPr/>
        </p:nvSpPr>
        <p:spPr bwMode="auto">
          <a:xfrm>
            <a:off x="1365758" y="4082364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3997" name="TextBox 3"/>
          <p:cNvSpPr txBox="1"/>
          <p:nvPr/>
        </p:nvSpPr>
        <p:spPr>
          <a:xfrm>
            <a:off x="1314958" y="4053560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3998" name="TextBox 3"/>
          <p:cNvSpPr txBox="1"/>
          <p:nvPr/>
        </p:nvSpPr>
        <p:spPr>
          <a:xfrm>
            <a:off x="1314958" y="4171010"/>
            <a:ext cx="5898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Registrar</a:t>
            </a:r>
            <a:endParaRPr lang="en-US" dirty="0"/>
          </a:p>
        </p:txBody>
      </p:sp>
      <p:sp>
        <p:nvSpPr>
          <p:cNvPr id="13999" name="Rectangle 4"/>
          <p:cNvSpPr>
            <a:spLocks noChangeArrowheads="1"/>
          </p:cNvSpPr>
          <p:nvPr/>
        </p:nvSpPr>
        <p:spPr bwMode="auto">
          <a:xfrm>
            <a:off x="2163546" y="4082364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00" name="TextBox 3"/>
          <p:cNvSpPr txBox="1"/>
          <p:nvPr/>
        </p:nvSpPr>
        <p:spPr>
          <a:xfrm>
            <a:off x="2112746" y="405356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412184</a:t>
            </a:r>
            <a:endParaRPr lang="en-US" dirty="0"/>
          </a:p>
        </p:txBody>
      </p:sp>
      <p:sp>
        <p:nvSpPr>
          <p:cNvPr id="14001" name="Rectangle 4"/>
          <p:cNvSpPr>
            <a:spLocks noChangeArrowheads="1"/>
          </p:cNvSpPr>
          <p:nvPr/>
        </p:nvSpPr>
        <p:spPr bwMode="auto">
          <a:xfrm>
            <a:off x="2622702" y="4082364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02" name="TextBox 3"/>
          <p:cNvSpPr txBox="1"/>
          <p:nvPr/>
        </p:nvSpPr>
        <p:spPr>
          <a:xfrm>
            <a:off x="2571902" y="4053560"/>
            <a:ext cx="7933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Vacation pay </a:t>
            </a:r>
            <a:endParaRPr lang="en-US" dirty="0"/>
          </a:p>
        </p:txBody>
      </p:sp>
      <p:sp>
        <p:nvSpPr>
          <p:cNvPr id="14003" name="TextBox 3"/>
          <p:cNvSpPr txBox="1"/>
          <p:nvPr/>
        </p:nvSpPr>
        <p:spPr>
          <a:xfrm>
            <a:off x="2571902" y="4171010"/>
            <a:ext cx="1148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(including cash in lieu</a:t>
            </a:r>
            <a:endParaRPr lang="en-US" dirty="0"/>
          </a:p>
        </p:txBody>
      </p:sp>
      <p:sp>
        <p:nvSpPr>
          <p:cNvPr id="14004" name="TextBox 3"/>
          <p:cNvSpPr txBox="1"/>
          <p:nvPr/>
        </p:nvSpPr>
        <p:spPr>
          <a:xfrm>
            <a:off x="2571902" y="4288459"/>
            <a:ext cx="601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payment)</a:t>
            </a:r>
            <a:endParaRPr lang="en-US" dirty="0"/>
          </a:p>
        </p:txBody>
      </p:sp>
      <p:sp>
        <p:nvSpPr>
          <p:cNvPr id="14005" name="Rectangle 4"/>
          <p:cNvSpPr>
            <a:spLocks noChangeArrowheads="1"/>
          </p:cNvSpPr>
          <p:nvPr/>
        </p:nvSpPr>
        <p:spPr bwMode="auto">
          <a:xfrm>
            <a:off x="3680282" y="4082364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06" name="TextBox 3"/>
          <p:cNvSpPr txBox="1"/>
          <p:nvPr/>
        </p:nvSpPr>
        <p:spPr>
          <a:xfrm>
            <a:off x="3629482" y="405356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847.8471220.1.412184.000000.847001.100178</a:t>
            </a:r>
            <a:endParaRPr lang="en-US" dirty="0"/>
          </a:p>
        </p:txBody>
      </p:sp>
      <p:sp>
        <p:nvSpPr>
          <p:cNvPr id="14007" name="Rectangle 4"/>
          <p:cNvSpPr>
            <a:spLocks noChangeArrowheads="1"/>
          </p:cNvSpPr>
          <p:nvPr/>
        </p:nvSpPr>
        <p:spPr bwMode="auto">
          <a:xfrm>
            <a:off x="5918962" y="408236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08" name="TextBox 3"/>
          <p:cNvSpPr txBox="1"/>
          <p:nvPr/>
        </p:nvSpPr>
        <p:spPr>
          <a:xfrm>
            <a:off x="6382918" y="405356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4009" name="Rectangle 4"/>
          <p:cNvSpPr>
            <a:spLocks noChangeArrowheads="1"/>
          </p:cNvSpPr>
          <p:nvPr/>
        </p:nvSpPr>
        <p:spPr bwMode="auto">
          <a:xfrm>
            <a:off x="6566408" y="408236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10" name="TextBox 3"/>
          <p:cNvSpPr txBox="1"/>
          <p:nvPr/>
        </p:nvSpPr>
        <p:spPr>
          <a:xfrm>
            <a:off x="7030365" y="405356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4011" name="Rectangle 4"/>
          <p:cNvSpPr>
            <a:spLocks noChangeArrowheads="1"/>
          </p:cNvSpPr>
          <p:nvPr/>
        </p:nvSpPr>
        <p:spPr bwMode="auto">
          <a:xfrm>
            <a:off x="7213854" y="4082364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12" name="Rectangle 4"/>
          <p:cNvSpPr>
            <a:spLocks noChangeArrowheads="1"/>
          </p:cNvSpPr>
          <p:nvPr/>
        </p:nvSpPr>
        <p:spPr bwMode="auto">
          <a:xfrm>
            <a:off x="7861300" y="4082364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13" name="Rectangle 4"/>
          <p:cNvSpPr>
            <a:spLocks noChangeArrowheads="1"/>
          </p:cNvSpPr>
          <p:nvPr/>
        </p:nvSpPr>
        <p:spPr bwMode="auto">
          <a:xfrm>
            <a:off x="8094497" y="4082364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14" name="Rectangle 4"/>
          <p:cNvSpPr>
            <a:spLocks noChangeArrowheads="1"/>
          </p:cNvSpPr>
          <p:nvPr/>
        </p:nvSpPr>
        <p:spPr bwMode="auto">
          <a:xfrm>
            <a:off x="8333384" y="4082364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15" name="TextBox 3"/>
          <p:cNvSpPr txBox="1"/>
          <p:nvPr/>
        </p:nvSpPr>
        <p:spPr>
          <a:xfrm>
            <a:off x="8650986" y="405356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4016" name="Rectangle 4"/>
          <p:cNvSpPr>
            <a:spLocks noChangeArrowheads="1"/>
          </p:cNvSpPr>
          <p:nvPr/>
        </p:nvSpPr>
        <p:spPr bwMode="auto">
          <a:xfrm>
            <a:off x="878255" y="4477575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17" name="TextBox 3"/>
          <p:cNvSpPr txBox="1"/>
          <p:nvPr/>
        </p:nvSpPr>
        <p:spPr>
          <a:xfrm>
            <a:off x="827455" y="444877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8471220</a:t>
            </a:r>
            <a:endParaRPr lang="en-US" dirty="0"/>
          </a:p>
        </p:txBody>
      </p:sp>
      <p:sp>
        <p:nvSpPr>
          <p:cNvPr id="14018" name="Rectangle 4"/>
          <p:cNvSpPr>
            <a:spLocks noChangeArrowheads="1"/>
          </p:cNvSpPr>
          <p:nvPr/>
        </p:nvSpPr>
        <p:spPr bwMode="auto">
          <a:xfrm>
            <a:off x="1365758" y="4477575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19" name="TextBox 3"/>
          <p:cNvSpPr txBox="1"/>
          <p:nvPr/>
        </p:nvSpPr>
        <p:spPr>
          <a:xfrm>
            <a:off x="1314958" y="4448772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4020" name="TextBox 3"/>
          <p:cNvSpPr txBox="1"/>
          <p:nvPr/>
        </p:nvSpPr>
        <p:spPr>
          <a:xfrm>
            <a:off x="1314958" y="4566221"/>
            <a:ext cx="5898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Registrar</a:t>
            </a:r>
            <a:endParaRPr lang="en-US" dirty="0"/>
          </a:p>
        </p:txBody>
      </p:sp>
      <p:sp>
        <p:nvSpPr>
          <p:cNvPr id="14021" name="Rectangle 4"/>
          <p:cNvSpPr>
            <a:spLocks noChangeArrowheads="1"/>
          </p:cNvSpPr>
          <p:nvPr/>
        </p:nvSpPr>
        <p:spPr bwMode="auto">
          <a:xfrm>
            <a:off x="2163546" y="4477575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22" name="TextBox 3"/>
          <p:cNvSpPr txBox="1"/>
          <p:nvPr/>
        </p:nvSpPr>
        <p:spPr>
          <a:xfrm>
            <a:off x="2112746" y="444877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14023" name="Rectangle 4"/>
          <p:cNvSpPr>
            <a:spLocks noChangeArrowheads="1"/>
          </p:cNvSpPr>
          <p:nvPr/>
        </p:nvSpPr>
        <p:spPr bwMode="auto">
          <a:xfrm>
            <a:off x="2622702" y="4477575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24" name="TextBox 3"/>
          <p:cNvSpPr txBox="1"/>
          <p:nvPr/>
        </p:nvSpPr>
        <p:spPr>
          <a:xfrm>
            <a:off x="2571902" y="4448772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14025" name="TextBox 3"/>
          <p:cNvSpPr txBox="1"/>
          <p:nvPr/>
        </p:nvSpPr>
        <p:spPr>
          <a:xfrm>
            <a:off x="2571902" y="4566221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14026" name="Rectangle 4"/>
          <p:cNvSpPr>
            <a:spLocks noChangeArrowheads="1"/>
          </p:cNvSpPr>
          <p:nvPr/>
        </p:nvSpPr>
        <p:spPr bwMode="auto">
          <a:xfrm>
            <a:off x="3680282" y="4477575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27" name="TextBox 3"/>
          <p:cNvSpPr txBox="1"/>
          <p:nvPr/>
        </p:nvSpPr>
        <p:spPr>
          <a:xfrm>
            <a:off x="3629482" y="444877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847.8471220.1.412534.000000.847001.100178</a:t>
            </a:r>
            <a:endParaRPr lang="en-US" dirty="0"/>
          </a:p>
        </p:txBody>
      </p:sp>
      <p:sp>
        <p:nvSpPr>
          <p:cNvPr id="14028" name="Rectangle 4"/>
          <p:cNvSpPr>
            <a:spLocks noChangeArrowheads="1"/>
          </p:cNvSpPr>
          <p:nvPr/>
        </p:nvSpPr>
        <p:spPr bwMode="auto">
          <a:xfrm>
            <a:off x="5918962" y="447757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29" name="TextBox 3"/>
          <p:cNvSpPr txBox="1"/>
          <p:nvPr/>
        </p:nvSpPr>
        <p:spPr>
          <a:xfrm>
            <a:off x="6072225" y="444877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248,680</a:t>
            </a:r>
            <a:endParaRPr lang="en-US" dirty="0"/>
          </a:p>
        </p:txBody>
      </p:sp>
      <p:sp>
        <p:nvSpPr>
          <p:cNvPr id="14030" name="Rectangle 4"/>
          <p:cNvSpPr>
            <a:spLocks noChangeArrowheads="1"/>
          </p:cNvSpPr>
          <p:nvPr/>
        </p:nvSpPr>
        <p:spPr bwMode="auto">
          <a:xfrm>
            <a:off x="6566408" y="447757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31" name="TextBox 3"/>
          <p:cNvSpPr txBox="1"/>
          <p:nvPr/>
        </p:nvSpPr>
        <p:spPr>
          <a:xfrm>
            <a:off x="6719671" y="444877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355,640</a:t>
            </a:r>
            <a:endParaRPr lang="en-US" dirty="0"/>
          </a:p>
        </p:txBody>
      </p:sp>
      <p:sp>
        <p:nvSpPr>
          <p:cNvPr id="14032" name="Rectangle 4"/>
          <p:cNvSpPr>
            <a:spLocks noChangeArrowheads="1"/>
          </p:cNvSpPr>
          <p:nvPr/>
        </p:nvSpPr>
        <p:spPr bwMode="auto">
          <a:xfrm>
            <a:off x="7213854" y="447757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33" name="TextBox 3"/>
          <p:cNvSpPr txBox="1"/>
          <p:nvPr/>
        </p:nvSpPr>
        <p:spPr>
          <a:xfrm>
            <a:off x="7367118" y="4448772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353,687</a:t>
            </a:r>
            <a:endParaRPr lang="en-US" dirty="0"/>
          </a:p>
        </p:txBody>
      </p:sp>
      <p:sp>
        <p:nvSpPr>
          <p:cNvPr id="14034" name="Rectangle 4"/>
          <p:cNvSpPr>
            <a:spLocks noChangeArrowheads="1"/>
          </p:cNvSpPr>
          <p:nvPr/>
        </p:nvSpPr>
        <p:spPr bwMode="auto">
          <a:xfrm>
            <a:off x="7861300" y="4477575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35" name="Rectangle 4"/>
          <p:cNvSpPr>
            <a:spLocks noChangeArrowheads="1"/>
          </p:cNvSpPr>
          <p:nvPr/>
        </p:nvSpPr>
        <p:spPr bwMode="auto">
          <a:xfrm>
            <a:off x="8094497" y="4477575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36" name="Rectangle 4"/>
          <p:cNvSpPr>
            <a:spLocks noChangeArrowheads="1"/>
          </p:cNvSpPr>
          <p:nvPr/>
        </p:nvSpPr>
        <p:spPr bwMode="auto">
          <a:xfrm>
            <a:off x="8333384" y="4477575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37" name="TextBox 3"/>
          <p:cNvSpPr txBox="1"/>
          <p:nvPr/>
        </p:nvSpPr>
        <p:spPr>
          <a:xfrm>
            <a:off x="8453272" y="4448772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1,953</a:t>
            </a:r>
            <a:endParaRPr lang="en-US" dirty="0"/>
          </a:p>
        </p:txBody>
      </p:sp>
      <p:sp>
        <p:nvSpPr>
          <p:cNvPr id="14038" name="Rectangle 4"/>
          <p:cNvSpPr>
            <a:spLocks noChangeArrowheads="1"/>
          </p:cNvSpPr>
          <p:nvPr/>
        </p:nvSpPr>
        <p:spPr bwMode="auto">
          <a:xfrm>
            <a:off x="878255" y="4755337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39" name="TextBox 3"/>
          <p:cNvSpPr txBox="1"/>
          <p:nvPr/>
        </p:nvSpPr>
        <p:spPr>
          <a:xfrm>
            <a:off x="827455" y="472653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8471220</a:t>
            </a:r>
            <a:endParaRPr lang="en-US" dirty="0"/>
          </a:p>
        </p:txBody>
      </p:sp>
      <p:sp>
        <p:nvSpPr>
          <p:cNvPr id="14040" name="Rectangle 4"/>
          <p:cNvSpPr>
            <a:spLocks noChangeArrowheads="1"/>
          </p:cNvSpPr>
          <p:nvPr/>
        </p:nvSpPr>
        <p:spPr bwMode="auto">
          <a:xfrm>
            <a:off x="1365758" y="4755337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41" name="TextBox 3"/>
          <p:cNvSpPr txBox="1"/>
          <p:nvPr/>
        </p:nvSpPr>
        <p:spPr>
          <a:xfrm>
            <a:off x="1314958" y="472653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4042" name="TextBox 3"/>
          <p:cNvSpPr txBox="1"/>
          <p:nvPr/>
        </p:nvSpPr>
        <p:spPr>
          <a:xfrm>
            <a:off x="1314958" y="4843983"/>
            <a:ext cx="5898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Registrar</a:t>
            </a:r>
            <a:endParaRPr lang="en-US" dirty="0"/>
          </a:p>
        </p:txBody>
      </p:sp>
      <p:sp>
        <p:nvSpPr>
          <p:cNvPr id="14043" name="Rectangle 4"/>
          <p:cNvSpPr>
            <a:spLocks noChangeArrowheads="1"/>
          </p:cNvSpPr>
          <p:nvPr/>
        </p:nvSpPr>
        <p:spPr bwMode="auto">
          <a:xfrm>
            <a:off x="2163546" y="4755337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44" name="TextBox 3"/>
          <p:cNvSpPr txBox="1"/>
          <p:nvPr/>
        </p:nvSpPr>
        <p:spPr>
          <a:xfrm>
            <a:off x="2112746" y="472653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14045" name="Rectangle 4"/>
          <p:cNvSpPr>
            <a:spLocks noChangeArrowheads="1"/>
          </p:cNvSpPr>
          <p:nvPr/>
        </p:nvSpPr>
        <p:spPr bwMode="auto">
          <a:xfrm>
            <a:off x="2622702" y="4755337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46" name="TextBox 3"/>
          <p:cNvSpPr txBox="1"/>
          <p:nvPr/>
        </p:nvSpPr>
        <p:spPr>
          <a:xfrm>
            <a:off x="2571902" y="4726533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14047" name="Rectangle 4"/>
          <p:cNvSpPr>
            <a:spLocks noChangeArrowheads="1"/>
          </p:cNvSpPr>
          <p:nvPr/>
        </p:nvSpPr>
        <p:spPr bwMode="auto">
          <a:xfrm>
            <a:off x="3680282" y="4755337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48" name="TextBox 3"/>
          <p:cNvSpPr txBox="1"/>
          <p:nvPr/>
        </p:nvSpPr>
        <p:spPr>
          <a:xfrm>
            <a:off x="3629482" y="472653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847.8471220.1.412546.000000.847001.100178</a:t>
            </a:r>
            <a:endParaRPr lang="en-US" dirty="0"/>
          </a:p>
        </p:txBody>
      </p:sp>
      <p:sp>
        <p:nvSpPr>
          <p:cNvPr id="14049" name="Rectangle 4"/>
          <p:cNvSpPr>
            <a:spLocks noChangeArrowheads="1"/>
          </p:cNvSpPr>
          <p:nvPr/>
        </p:nvSpPr>
        <p:spPr bwMode="auto">
          <a:xfrm>
            <a:off x="5918962" y="475533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50" name="TextBox 3"/>
          <p:cNvSpPr txBox="1"/>
          <p:nvPr/>
        </p:nvSpPr>
        <p:spPr>
          <a:xfrm>
            <a:off x="6128715" y="472653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66,283</a:t>
            </a:r>
            <a:endParaRPr lang="en-US" dirty="0"/>
          </a:p>
        </p:txBody>
      </p:sp>
      <p:sp>
        <p:nvSpPr>
          <p:cNvPr id="14051" name="Rectangle 4"/>
          <p:cNvSpPr>
            <a:spLocks noChangeArrowheads="1"/>
          </p:cNvSpPr>
          <p:nvPr/>
        </p:nvSpPr>
        <p:spPr bwMode="auto">
          <a:xfrm>
            <a:off x="6566408" y="475533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52" name="TextBox 3"/>
          <p:cNvSpPr txBox="1"/>
          <p:nvPr/>
        </p:nvSpPr>
        <p:spPr>
          <a:xfrm>
            <a:off x="6776161" y="472653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67,243</a:t>
            </a:r>
            <a:endParaRPr lang="en-US" dirty="0"/>
          </a:p>
        </p:txBody>
      </p:sp>
      <p:sp>
        <p:nvSpPr>
          <p:cNvPr id="14053" name="Rectangle 4"/>
          <p:cNvSpPr>
            <a:spLocks noChangeArrowheads="1"/>
          </p:cNvSpPr>
          <p:nvPr/>
        </p:nvSpPr>
        <p:spPr bwMode="auto">
          <a:xfrm>
            <a:off x="7213854" y="475533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54" name="TextBox 3"/>
          <p:cNvSpPr txBox="1"/>
          <p:nvPr/>
        </p:nvSpPr>
        <p:spPr>
          <a:xfrm>
            <a:off x="7423607" y="472653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67,234</a:t>
            </a:r>
            <a:endParaRPr lang="en-US" dirty="0"/>
          </a:p>
        </p:txBody>
      </p:sp>
      <p:sp>
        <p:nvSpPr>
          <p:cNvPr id="14055" name="Rectangle 4"/>
          <p:cNvSpPr>
            <a:spLocks noChangeArrowheads="1"/>
          </p:cNvSpPr>
          <p:nvPr/>
        </p:nvSpPr>
        <p:spPr bwMode="auto">
          <a:xfrm>
            <a:off x="7861300" y="4755337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56" name="Rectangle 4"/>
          <p:cNvSpPr>
            <a:spLocks noChangeArrowheads="1"/>
          </p:cNvSpPr>
          <p:nvPr/>
        </p:nvSpPr>
        <p:spPr bwMode="auto">
          <a:xfrm>
            <a:off x="8094497" y="4755337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57" name="Rectangle 4"/>
          <p:cNvSpPr>
            <a:spLocks noChangeArrowheads="1"/>
          </p:cNvSpPr>
          <p:nvPr/>
        </p:nvSpPr>
        <p:spPr bwMode="auto">
          <a:xfrm>
            <a:off x="8333384" y="4755337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58" name="TextBox 3"/>
          <p:cNvSpPr txBox="1"/>
          <p:nvPr/>
        </p:nvSpPr>
        <p:spPr>
          <a:xfrm>
            <a:off x="8650986" y="472653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</a:t>
            </a:r>
            <a:endParaRPr lang="en-US" dirty="0"/>
          </a:p>
        </p:txBody>
      </p:sp>
      <p:sp>
        <p:nvSpPr>
          <p:cNvPr id="14059" name="Rectangle 4"/>
          <p:cNvSpPr>
            <a:spLocks noChangeArrowheads="1"/>
          </p:cNvSpPr>
          <p:nvPr/>
        </p:nvSpPr>
        <p:spPr bwMode="auto">
          <a:xfrm>
            <a:off x="878255" y="503309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60" name="TextBox 3"/>
          <p:cNvSpPr txBox="1"/>
          <p:nvPr/>
        </p:nvSpPr>
        <p:spPr>
          <a:xfrm>
            <a:off x="827455" y="500429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8471220</a:t>
            </a:r>
            <a:endParaRPr lang="en-US" dirty="0"/>
          </a:p>
        </p:txBody>
      </p:sp>
      <p:sp>
        <p:nvSpPr>
          <p:cNvPr id="14061" name="Rectangle 4"/>
          <p:cNvSpPr>
            <a:spLocks noChangeArrowheads="1"/>
          </p:cNvSpPr>
          <p:nvPr/>
        </p:nvSpPr>
        <p:spPr bwMode="auto">
          <a:xfrm>
            <a:off x="1365758" y="503309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62" name="TextBox 3"/>
          <p:cNvSpPr txBox="1"/>
          <p:nvPr/>
        </p:nvSpPr>
        <p:spPr>
          <a:xfrm>
            <a:off x="1314958" y="5004295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4063" name="TextBox 3"/>
          <p:cNvSpPr txBox="1"/>
          <p:nvPr/>
        </p:nvSpPr>
        <p:spPr>
          <a:xfrm>
            <a:off x="1314958" y="5121745"/>
            <a:ext cx="5898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Registrar</a:t>
            </a:r>
            <a:endParaRPr lang="en-US" dirty="0"/>
          </a:p>
        </p:txBody>
      </p:sp>
      <p:sp>
        <p:nvSpPr>
          <p:cNvPr id="14064" name="Rectangle 4"/>
          <p:cNvSpPr>
            <a:spLocks noChangeArrowheads="1"/>
          </p:cNvSpPr>
          <p:nvPr/>
        </p:nvSpPr>
        <p:spPr bwMode="auto">
          <a:xfrm>
            <a:off x="2163546" y="503309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65" name="TextBox 3"/>
          <p:cNvSpPr txBox="1"/>
          <p:nvPr/>
        </p:nvSpPr>
        <p:spPr>
          <a:xfrm>
            <a:off x="2112746" y="500429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414120</a:t>
            </a:r>
            <a:endParaRPr lang="en-US" dirty="0"/>
          </a:p>
        </p:txBody>
      </p:sp>
      <p:sp>
        <p:nvSpPr>
          <p:cNvPr id="14066" name="Rectangle 4"/>
          <p:cNvSpPr>
            <a:spLocks noChangeArrowheads="1"/>
          </p:cNvSpPr>
          <p:nvPr/>
        </p:nvSpPr>
        <p:spPr bwMode="auto">
          <a:xfrm>
            <a:off x="2622702" y="503309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67" name="TextBox 3"/>
          <p:cNvSpPr txBox="1"/>
          <p:nvPr/>
        </p:nvSpPr>
        <p:spPr>
          <a:xfrm>
            <a:off x="2571902" y="5004295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Gratuity - Non-</a:t>
            </a:r>
            <a:endParaRPr lang="en-US" dirty="0"/>
          </a:p>
        </p:txBody>
      </p:sp>
      <p:sp>
        <p:nvSpPr>
          <p:cNvPr id="14068" name="TextBox 3"/>
          <p:cNvSpPr txBox="1"/>
          <p:nvPr/>
        </p:nvSpPr>
        <p:spPr>
          <a:xfrm>
            <a:off x="2571902" y="5121745"/>
            <a:ext cx="7538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pensionable </a:t>
            </a:r>
            <a:endParaRPr lang="en-US" dirty="0"/>
          </a:p>
        </p:txBody>
      </p:sp>
      <p:sp>
        <p:nvSpPr>
          <p:cNvPr id="14069" name="TextBox 3"/>
          <p:cNvSpPr txBox="1"/>
          <p:nvPr/>
        </p:nvSpPr>
        <p:spPr>
          <a:xfrm>
            <a:off x="2571902" y="5239194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14070" name="Rectangle 4"/>
          <p:cNvSpPr>
            <a:spLocks noChangeArrowheads="1"/>
          </p:cNvSpPr>
          <p:nvPr/>
        </p:nvSpPr>
        <p:spPr bwMode="auto">
          <a:xfrm>
            <a:off x="3680282" y="503309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71" name="TextBox 3"/>
          <p:cNvSpPr txBox="1"/>
          <p:nvPr/>
        </p:nvSpPr>
        <p:spPr>
          <a:xfrm>
            <a:off x="3629482" y="500429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847.8471220.1.414120.000000.847001.100178</a:t>
            </a:r>
            <a:endParaRPr lang="en-US" dirty="0"/>
          </a:p>
        </p:txBody>
      </p:sp>
      <p:sp>
        <p:nvSpPr>
          <p:cNvPr id="14072" name="Rectangle 4"/>
          <p:cNvSpPr>
            <a:spLocks noChangeArrowheads="1"/>
          </p:cNvSpPr>
          <p:nvPr/>
        </p:nvSpPr>
        <p:spPr bwMode="auto">
          <a:xfrm>
            <a:off x="5918962" y="503309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73" name="TextBox 3"/>
          <p:cNvSpPr txBox="1"/>
          <p:nvPr/>
        </p:nvSpPr>
        <p:spPr>
          <a:xfrm>
            <a:off x="6128715" y="500429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13,966</a:t>
            </a:r>
            <a:endParaRPr lang="en-US" dirty="0"/>
          </a:p>
        </p:txBody>
      </p:sp>
      <p:sp>
        <p:nvSpPr>
          <p:cNvPr id="14074" name="Rectangle 4"/>
          <p:cNvSpPr>
            <a:spLocks noChangeArrowheads="1"/>
          </p:cNvSpPr>
          <p:nvPr/>
        </p:nvSpPr>
        <p:spPr bwMode="auto">
          <a:xfrm>
            <a:off x="6566408" y="503309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75" name="TextBox 3"/>
          <p:cNvSpPr txBox="1"/>
          <p:nvPr/>
        </p:nvSpPr>
        <p:spPr>
          <a:xfrm>
            <a:off x="6776161" y="500429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15,966</a:t>
            </a:r>
            <a:endParaRPr lang="en-US" dirty="0"/>
          </a:p>
        </p:txBody>
      </p:sp>
      <p:sp>
        <p:nvSpPr>
          <p:cNvPr id="14076" name="Rectangle 4"/>
          <p:cNvSpPr>
            <a:spLocks noChangeArrowheads="1"/>
          </p:cNvSpPr>
          <p:nvPr/>
        </p:nvSpPr>
        <p:spPr bwMode="auto">
          <a:xfrm>
            <a:off x="7213854" y="503309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77" name="TextBox 3"/>
          <p:cNvSpPr txBox="1"/>
          <p:nvPr/>
        </p:nvSpPr>
        <p:spPr>
          <a:xfrm>
            <a:off x="7423607" y="500429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15,773</a:t>
            </a:r>
            <a:endParaRPr lang="en-US" dirty="0"/>
          </a:p>
        </p:txBody>
      </p:sp>
      <p:sp>
        <p:nvSpPr>
          <p:cNvPr id="14078" name="Rectangle 4"/>
          <p:cNvSpPr>
            <a:spLocks noChangeArrowheads="1"/>
          </p:cNvSpPr>
          <p:nvPr/>
        </p:nvSpPr>
        <p:spPr bwMode="auto">
          <a:xfrm>
            <a:off x="7861300" y="503309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79" name="Rectangle 4"/>
          <p:cNvSpPr>
            <a:spLocks noChangeArrowheads="1"/>
          </p:cNvSpPr>
          <p:nvPr/>
        </p:nvSpPr>
        <p:spPr bwMode="auto">
          <a:xfrm>
            <a:off x="8094497" y="503309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80" name="Rectangle 4"/>
          <p:cNvSpPr>
            <a:spLocks noChangeArrowheads="1"/>
          </p:cNvSpPr>
          <p:nvPr/>
        </p:nvSpPr>
        <p:spPr bwMode="auto">
          <a:xfrm>
            <a:off x="8333384" y="503309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81" name="TextBox 3"/>
          <p:cNvSpPr txBox="1"/>
          <p:nvPr/>
        </p:nvSpPr>
        <p:spPr>
          <a:xfrm>
            <a:off x="8538006" y="5004295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193</a:t>
            </a:r>
            <a:endParaRPr lang="en-US" dirty="0"/>
          </a:p>
        </p:txBody>
      </p:sp>
      <p:sp>
        <p:nvSpPr>
          <p:cNvPr id="14082" name="Rectangle 4"/>
          <p:cNvSpPr>
            <a:spLocks noChangeArrowheads="1"/>
          </p:cNvSpPr>
          <p:nvPr/>
        </p:nvSpPr>
        <p:spPr bwMode="auto">
          <a:xfrm>
            <a:off x="878255" y="5428310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83" name="TextBox 3"/>
          <p:cNvSpPr txBox="1"/>
          <p:nvPr/>
        </p:nvSpPr>
        <p:spPr>
          <a:xfrm>
            <a:off x="827455" y="539950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8471220</a:t>
            </a:r>
            <a:endParaRPr lang="en-US" dirty="0"/>
          </a:p>
        </p:txBody>
      </p:sp>
      <p:sp>
        <p:nvSpPr>
          <p:cNvPr id="14084" name="Rectangle 4"/>
          <p:cNvSpPr>
            <a:spLocks noChangeArrowheads="1"/>
          </p:cNvSpPr>
          <p:nvPr/>
        </p:nvSpPr>
        <p:spPr bwMode="auto">
          <a:xfrm>
            <a:off x="1365758" y="5428310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85" name="TextBox 3"/>
          <p:cNvSpPr txBox="1"/>
          <p:nvPr/>
        </p:nvSpPr>
        <p:spPr>
          <a:xfrm>
            <a:off x="1314958" y="5399506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4086" name="TextBox 3"/>
          <p:cNvSpPr txBox="1"/>
          <p:nvPr/>
        </p:nvSpPr>
        <p:spPr>
          <a:xfrm>
            <a:off x="1314958" y="5516956"/>
            <a:ext cx="5898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Registrar</a:t>
            </a:r>
            <a:endParaRPr lang="en-US" dirty="0"/>
          </a:p>
        </p:txBody>
      </p:sp>
      <p:sp>
        <p:nvSpPr>
          <p:cNvPr id="14087" name="Rectangle 4"/>
          <p:cNvSpPr>
            <a:spLocks noChangeArrowheads="1"/>
          </p:cNvSpPr>
          <p:nvPr/>
        </p:nvSpPr>
        <p:spPr bwMode="auto">
          <a:xfrm>
            <a:off x="2163546" y="5428310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88" name="TextBox 3"/>
          <p:cNvSpPr txBox="1"/>
          <p:nvPr/>
        </p:nvSpPr>
        <p:spPr>
          <a:xfrm>
            <a:off x="2112746" y="539950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14089" name="Rectangle 4"/>
          <p:cNvSpPr>
            <a:spLocks noChangeArrowheads="1"/>
          </p:cNvSpPr>
          <p:nvPr/>
        </p:nvSpPr>
        <p:spPr bwMode="auto">
          <a:xfrm>
            <a:off x="2622702" y="5428310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90" name="TextBox 3"/>
          <p:cNvSpPr txBox="1"/>
          <p:nvPr/>
        </p:nvSpPr>
        <p:spPr>
          <a:xfrm>
            <a:off x="2571902" y="5399506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14091" name="TextBox 3"/>
          <p:cNvSpPr txBox="1"/>
          <p:nvPr/>
        </p:nvSpPr>
        <p:spPr>
          <a:xfrm>
            <a:off x="2571902" y="5516956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14092" name="Rectangle 4"/>
          <p:cNvSpPr>
            <a:spLocks noChangeArrowheads="1"/>
          </p:cNvSpPr>
          <p:nvPr/>
        </p:nvSpPr>
        <p:spPr bwMode="auto">
          <a:xfrm>
            <a:off x="3680282" y="5428310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93" name="TextBox 3"/>
          <p:cNvSpPr txBox="1"/>
          <p:nvPr/>
        </p:nvSpPr>
        <p:spPr>
          <a:xfrm>
            <a:off x="3629482" y="539950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847.8471220.1.415110.000000.847001.100178</a:t>
            </a:r>
            <a:endParaRPr lang="en-US" dirty="0"/>
          </a:p>
        </p:txBody>
      </p:sp>
      <p:sp>
        <p:nvSpPr>
          <p:cNvPr id="14094" name="Rectangle 4"/>
          <p:cNvSpPr>
            <a:spLocks noChangeArrowheads="1"/>
          </p:cNvSpPr>
          <p:nvPr/>
        </p:nvSpPr>
        <p:spPr bwMode="auto">
          <a:xfrm>
            <a:off x="5918962" y="542831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95" name="TextBox 3"/>
          <p:cNvSpPr txBox="1"/>
          <p:nvPr/>
        </p:nvSpPr>
        <p:spPr>
          <a:xfrm>
            <a:off x="6072225" y="539950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295,355</a:t>
            </a:r>
            <a:endParaRPr lang="en-US" dirty="0"/>
          </a:p>
        </p:txBody>
      </p:sp>
      <p:sp>
        <p:nvSpPr>
          <p:cNvPr id="14096" name="Rectangle 4"/>
          <p:cNvSpPr>
            <a:spLocks noChangeArrowheads="1"/>
          </p:cNvSpPr>
          <p:nvPr/>
        </p:nvSpPr>
        <p:spPr bwMode="auto">
          <a:xfrm>
            <a:off x="6566408" y="542831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97" name="TextBox 3"/>
          <p:cNvSpPr txBox="1"/>
          <p:nvPr/>
        </p:nvSpPr>
        <p:spPr>
          <a:xfrm>
            <a:off x="6719671" y="539950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304,705</a:t>
            </a:r>
            <a:endParaRPr lang="en-US" dirty="0"/>
          </a:p>
        </p:txBody>
      </p:sp>
      <p:sp>
        <p:nvSpPr>
          <p:cNvPr id="14098" name="Rectangle 4"/>
          <p:cNvSpPr>
            <a:spLocks noChangeArrowheads="1"/>
          </p:cNvSpPr>
          <p:nvPr/>
        </p:nvSpPr>
        <p:spPr bwMode="auto">
          <a:xfrm>
            <a:off x="7213854" y="542831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099" name="TextBox 3"/>
          <p:cNvSpPr txBox="1"/>
          <p:nvPr/>
        </p:nvSpPr>
        <p:spPr>
          <a:xfrm>
            <a:off x="7367118" y="539950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304,697</a:t>
            </a:r>
            <a:endParaRPr lang="en-US" dirty="0"/>
          </a:p>
        </p:txBody>
      </p:sp>
      <p:sp>
        <p:nvSpPr>
          <p:cNvPr id="14100" name="Rectangle 4"/>
          <p:cNvSpPr>
            <a:spLocks noChangeArrowheads="1"/>
          </p:cNvSpPr>
          <p:nvPr/>
        </p:nvSpPr>
        <p:spPr bwMode="auto">
          <a:xfrm>
            <a:off x="7861300" y="5428310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01" name="Rectangle 4"/>
          <p:cNvSpPr>
            <a:spLocks noChangeArrowheads="1"/>
          </p:cNvSpPr>
          <p:nvPr/>
        </p:nvSpPr>
        <p:spPr bwMode="auto">
          <a:xfrm>
            <a:off x="8094497" y="5428310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02" name="Rectangle 4"/>
          <p:cNvSpPr>
            <a:spLocks noChangeArrowheads="1"/>
          </p:cNvSpPr>
          <p:nvPr/>
        </p:nvSpPr>
        <p:spPr bwMode="auto">
          <a:xfrm>
            <a:off x="8333384" y="5428310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03" name="TextBox 3"/>
          <p:cNvSpPr txBox="1"/>
          <p:nvPr/>
        </p:nvSpPr>
        <p:spPr>
          <a:xfrm>
            <a:off x="8650986" y="539950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</a:t>
            </a:r>
            <a:endParaRPr lang="en-US" dirty="0"/>
          </a:p>
        </p:txBody>
      </p:sp>
      <p:sp>
        <p:nvSpPr>
          <p:cNvPr id="14104" name="Rectangle 4"/>
          <p:cNvSpPr>
            <a:spLocks noChangeArrowheads="1"/>
          </p:cNvSpPr>
          <p:nvPr/>
        </p:nvSpPr>
        <p:spPr bwMode="auto">
          <a:xfrm>
            <a:off x="878255" y="5706072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05" name="TextBox 3"/>
          <p:cNvSpPr txBox="1"/>
          <p:nvPr/>
        </p:nvSpPr>
        <p:spPr>
          <a:xfrm>
            <a:off x="827455" y="567726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8471220</a:t>
            </a:r>
            <a:endParaRPr lang="en-US" dirty="0"/>
          </a:p>
        </p:txBody>
      </p:sp>
      <p:sp>
        <p:nvSpPr>
          <p:cNvPr id="14106" name="Rectangle 4"/>
          <p:cNvSpPr>
            <a:spLocks noChangeArrowheads="1"/>
          </p:cNvSpPr>
          <p:nvPr/>
        </p:nvSpPr>
        <p:spPr bwMode="auto">
          <a:xfrm>
            <a:off x="1365758" y="5706072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07" name="TextBox 3"/>
          <p:cNvSpPr txBox="1"/>
          <p:nvPr/>
        </p:nvSpPr>
        <p:spPr>
          <a:xfrm>
            <a:off x="1314958" y="5677268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4108" name="TextBox 3"/>
          <p:cNvSpPr txBox="1"/>
          <p:nvPr/>
        </p:nvSpPr>
        <p:spPr>
          <a:xfrm>
            <a:off x="1314958" y="5794718"/>
            <a:ext cx="5898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Registrar</a:t>
            </a:r>
            <a:endParaRPr lang="en-US" dirty="0"/>
          </a:p>
        </p:txBody>
      </p:sp>
      <p:sp>
        <p:nvSpPr>
          <p:cNvPr id="14109" name="Rectangle 4"/>
          <p:cNvSpPr>
            <a:spLocks noChangeArrowheads="1"/>
          </p:cNvSpPr>
          <p:nvPr/>
        </p:nvSpPr>
        <p:spPr bwMode="auto">
          <a:xfrm>
            <a:off x="2163546" y="5706072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10" name="TextBox 3"/>
          <p:cNvSpPr txBox="1"/>
          <p:nvPr/>
        </p:nvSpPr>
        <p:spPr>
          <a:xfrm>
            <a:off x="2112746" y="567726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14111" name="Rectangle 4"/>
          <p:cNvSpPr>
            <a:spLocks noChangeArrowheads="1"/>
          </p:cNvSpPr>
          <p:nvPr/>
        </p:nvSpPr>
        <p:spPr bwMode="auto">
          <a:xfrm>
            <a:off x="2622702" y="5706072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12" name="TextBox 3"/>
          <p:cNvSpPr txBox="1"/>
          <p:nvPr/>
        </p:nvSpPr>
        <p:spPr>
          <a:xfrm>
            <a:off x="2571902" y="5677268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14113" name="TextBox 3"/>
          <p:cNvSpPr txBox="1"/>
          <p:nvPr/>
        </p:nvSpPr>
        <p:spPr>
          <a:xfrm>
            <a:off x="2571902" y="5794718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14114" name="Rectangle 4"/>
          <p:cNvSpPr>
            <a:spLocks noChangeArrowheads="1"/>
          </p:cNvSpPr>
          <p:nvPr/>
        </p:nvSpPr>
        <p:spPr bwMode="auto">
          <a:xfrm>
            <a:off x="3680282" y="5706072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15" name="TextBox 3"/>
          <p:cNvSpPr txBox="1"/>
          <p:nvPr/>
        </p:nvSpPr>
        <p:spPr>
          <a:xfrm>
            <a:off x="3629482" y="567726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847.8471220.1.416110.000000.847001.100178</a:t>
            </a:r>
            <a:endParaRPr lang="en-US" dirty="0"/>
          </a:p>
        </p:txBody>
      </p:sp>
      <p:sp>
        <p:nvSpPr>
          <p:cNvPr id="14116" name="Rectangle 4"/>
          <p:cNvSpPr>
            <a:spLocks noChangeArrowheads="1"/>
          </p:cNvSpPr>
          <p:nvPr/>
        </p:nvSpPr>
        <p:spPr bwMode="auto">
          <a:xfrm>
            <a:off x="5918962" y="570607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17" name="TextBox 3"/>
          <p:cNvSpPr txBox="1"/>
          <p:nvPr/>
        </p:nvSpPr>
        <p:spPr>
          <a:xfrm>
            <a:off x="6128715" y="567726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58,362</a:t>
            </a:r>
            <a:endParaRPr lang="en-US" dirty="0"/>
          </a:p>
        </p:txBody>
      </p:sp>
      <p:sp>
        <p:nvSpPr>
          <p:cNvPr id="14118" name="Rectangle 4"/>
          <p:cNvSpPr>
            <a:spLocks noChangeArrowheads="1"/>
          </p:cNvSpPr>
          <p:nvPr/>
        </p:nvSpPr>
        <p:spPr bwMode="auto">
          <a:xfrm>
            <a:off x="6566408" y="570607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19" name="TextBox 3"/>
          <p:cNvSpPr txBox="1"/>
          <p:nvPr/>
        </p:nvSpPr>
        <p:spPr>
          <a:xfrm>
            <a:off x="6776161" y="567726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20,102</a:t>
            </a:r>
            <a:endParaRPr lang="en-US" dirty="0"/>
          </a:p>
        </p:txBody>
      </p:sp>
      <p:sp>
        <p:nvSpPr>
          <p:cNvPr id="14120" name="Rectangle 4"/>
          <p:cNvSpPr>
            <a:spLocks noChangeArrowheads="1"/>
          </p:cNvSpPr>
          <p:nvPr/>
        </p:nvSpPr>
        <p:spPr bwMode="auto">
          <a:xfrm>
            <a:off x="7213854" y="570607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21" name="TextBox 3"/>
          <p:cNvSpPr txBox="1"/>
          <p:nvPr/>
        </p:nvSpPr>
        <p:spPr>
          <a:xfrm>
            <a:off x="7423607" y="567726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20,100</a:t>
            </a:r>
            <a:endParaRPr lang="en-US" dirty="0"/>
          </a:p>
        </p:txBody>
      </p:sp>
      <p:sp>
        <p:nvSpPr>
          <p:cNvPr id="14122" name="Rectangle 4"/>
          <p:cNvSpPr>
            <a:spLocks noChangeArrowheads="1"/>
          </p:cNvSpPr>
          <p:nvPr/>
        </p:nvSpPr>
        <p:spPr bwMode="auto">
          <a:xfrm>
            <a:off x="7861300" y="5706072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23" name="Rectangle 4"/>
          <p:cNvSpPr>
            <a:spLocks noChangeArrowheads="1"/>
          </p:cNvSpPr>
          <p:nvPr/>
        </p:nvSpPr>
        <p:spPr bwMode="auto">
          <a:xfrm>
            <a:off x="8094497" y="5706072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24" name="Rectangle 4"/>
          <p:cNvSpPr>
            <a:spLocks noChangeArrowheads="1"/>
          </p:cNvSpPr>
          <p:nvPr/>
        </p:nvSpPr>
        <p:spPr bwMode="auto">
          <a:xfrm>
            <a:off x="8333384" y="5706072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25" name="TextBox 3"/>
          <p:cNvSpPr txBox="1"/>
          <p:nvPr/>
        </p:nvSpPr>
        <p:spPr>
          <a:xfrm>
            <a:off x="8650986" y="567726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</a:t>
            </a:r>
            <a:endParaRPr lang="en-US" dirty="0"/>
          </a:p>
        </p:txBody>
      </p:sp>
      <p:sp>
        <p:nvSpPr>
          <p:cNvPr id="14126" name="Rectangle 4"/>
          <p:cNvSpPr>
            <a:spLocks noChangeArrowheads="1"/>
          </p:cNvSpPr>
          <p:nvPr/>
        </p:nvSpPr>
        <p:spPr bwMode="auto">
          <a:xfrm>
            <a:off x="878255" y="5983833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27" name="TextBox 3"/>
          <p:cNvSpPr txBox="1"/>
          <p:nvPr/>
        </p:nvSpPr>
        <p:spPr>
          <a:xfrm>
            <a:off x="827455" y="595503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8471220</a:t>
            </a:r>
            <a:endParaRPr lang="en-US" dirty="0"/>
          </a:p>
        </p:txBody>
      </p:sp>
      <p:sp>
        <p:nvSpPr>
          <p:cNvPr id="14128" name="Rectangle 4"/>
          <p:cNvSpPr>
            <a:spLocks noChangeArrowheads="1"/>
          </p:cNvSpPr>
          <p:nvPr/>
        </p:nvSpPr>
        <p:spPr bwMode="auto">
          <a:xfrm>
            <a:off x="1365758" y="5983833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29" name="TextBox 3"/>
          <p:cNvSpPr txBox="1"/>
          <p:nvPr/>
        </p:nvSpPr>
        <p:spPr>
          <a:xfrm>
            <a:off x="1314958" y="5955030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4130" name="TextBox 3"/>
          <p:cNvSpPr txBox="1"/>
          <p:nvPr/>
        </p:nvSpPr>
        <p:spPr>
          <a:xfrm>
            <a:off x="1314958" y="6072479"/>
            <a:ext cx="5898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Registrar</a:t>
            </a:r>
            <a:endParaRPr lang="en-US" dirty="0"/>
          </a:p>
        </p:txBody>
      </p:sp>
      <p:sp>
        <p:nvSpPr>
          <p:cNvPr id="14131" name="Rectangle 4"/>
          <p:cNvSpPr>
            <a:spLocks noChangeArrowheads="1"/>
          </p:cNvSpPr>
          <p:nvPr/>
        </p:nvSpPr>
        <p:spPr bwMode="auto">
          <a:xfrm>
            <a:off x="2163546" y="5983833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32" name="TextBox 3"/>
          <p:cNvSpPr txBox="1"/>
          <p:nvPr/>
        </p:nvSpPr>
        <p:spPr>
          <a:xfrm>
            <a:off x="2112746" y="595503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14133" name="Rectangle 4"/>
          <p:cNvSpPr>
            <a:spLocks noChangeArrowheads="1"/>
          </p:cNvSpPr>
          <p:nvPr/>
        </p:nvSpPr>
        <p:spPr bwMode="auto">
          <a:xfrm>
            <a:off x="2622702" y="5983833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34" name="TextBox 3"/>
          <p:cNvSpPr txBox="1"/>
          <p:nvPr/>
        </p:nvSpPr>
        <p:spPr>
          <a:xfrm>
            <a:off x="2571902" y="5955030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14135" name="TextBox 3"/>
          <p:cNvSpPr txBox="1"/>
          <p:nvPr/>
        </p:nvSpPr>
        <p:spPr>
          <a:xfrm>
            <a:off x="2571902" y="6072479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14136" name="Rectangle 4"/>
          <p:cNvSpPr>
            <a:spLocks noChangeArrowheads="1"/>
          </p:cNvSpPr>
          <p:nvPr/>
        </p:nvSpPr>
        <p:spPr bwMode="auto">
          <a:xfrm>
            <a:off x="3680282" y="5983833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37" name="TextBox 3"/>
          <p:cNvSpPr txBox="1"/>
          <p:nvPr/>
        </p:nvSpPr>
        <p:spPr>
          <a:xfrm>
            <a:off x="3629482" y="595503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847.8471220.1.416310.000000.847001.100178</a:t>
            </a:r>
            <a:endParaRPr lang="en-US" dirty="0"/>
          </a:p>
        </p:txBody>
      </p:sp>
      <p:sp>
        <p:nvSpPr>
          <p:cNvPr id="14138" name="Rectangle 4"/>
          <p:cNvSpPr>
            <a:spLocks noChangeArrowheads="1"/>
          </p:cNvSpPr>
          <p:nvPr/>
        </p:nvSpPr>
        <p:spPr bwMode="auto">
          <a:xfrm>
            <a:off x="5918962" y="598383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39" name="TextBox 3"/>
          <p:cNvSpPr txBox="1"/>
          <p:nvPr/>
        </p:nvSpPr>
        <p:spPr>
          <a:xfrm>
            <a:off x="6072225" y="595503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118,946</a:t>
            </a:r>
            <a:endParaRPr lang="en-US" dirty="0"/>
          </a:p>
        </p:txBody>
      </p:sp>
      <p:sp>
        <p:nvSpPr>
          <p:cNvPr id="14140" name="Rectangle 4"/>
          <p:cNvSpPr>
            <a:spLocks noChangeArrowheads="1"/>
          </p:cNvSpPr>
          <p:nvPr/>
        </p:nvSpPr>
        <p:spPr bwMode="auto">
          <a:xfrm>
            <a:off x="6566408" y="598383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41" name="TextBox 3"/>
          <p:cNvSpPr txBox="1"/>
          <p:nvPr/>
        </p:nvSpPr>
        <p:spPr>
          <a:xfrm>
            <a:off x="6776161" y="595503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93,089</a:t>
            </a:r>
            <a:endParaRPr lang="en-US" dirty="0"/>
          </a:p>
        </p:txBody>
      </p:sp>
      <p:sp>
        <p:nvSpPr>
          <p:cNvPr id="14142" name="Rectangle 4"/>
          <p:cNvSpPr>
            <a:spLocks noChangeArrowheads="1"/>
          </p:cNvSpPr>
          <p:nvPr/>
        </p:nvSpPr>
        <p:spPr bwMode="auto">
          <a:xfrm>
            <a:off x="7213854" y="598383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43" name="TextBox 3"/>
          <p:cNvSpPr txBox="1"/>
          <p:nvPr/>
        </p:nvSpPr>
        <p:spPr>
          <a:xfrm>
            <a:off x="7423607" y="595503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93,089</a:t>
            </a:r>
            <a:endParaRPr lang="en-US" dirty="0"/>
          </a:p>
        </p:txBody>
      </p:sp>
      <p:sp>
        <p:nvSpPr>
          <p:cNvPr id="14144" name="Rectangle 4"/>
          <p:cNvSpPr>
            <a:spLocks noChangeArrowheads="1"/>
          </p:cNvSpPr>
          <p:nvPr/>
        </p:nvSpPr>
        <p:spPr bwMode="auto">
          <a:xfrm>
            <a:off x="7861300" y="5983833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45" name="Rectangle 4"/>
          <p:cNvSpPr>
            <a:spLocks noChangeArrowheads="1"/>
          </p:cNvSpPr>
          <p:nvPr/>
        </p:nvSpPr>
        <p:spPr bwMode="auto">
          <a:xfrm>
            <a:off x="8094497" y="5983833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46" name="Rectangle 4"/>
          <p:cNvSpPr>
            <a:spLocks noChangeArrowheads="1"/>
          </p:cNvSpPr>
          <p:nvPr/>
        </p:nvSpPr>
        <p:spPr bwMode="auto">
          <a:xfrm>
            <a:off x="8333384" y="5983833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47" name="TextBox 3"/>
          <p:cNvSpPr txBox="1"/>
          <p:nvPr/>
        </p:nvSpPr>
        <p:spPr>
          <a:xfrm>
            <a:off x="8650986" y="595503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4148" name="Rectangle 4"/>
          <p:cNvSpPr>
            <a:spLocks noChangeArrowheads="1"/>
          </p:cNvSpPr>
          <p:nvPr/>
        </p:nvSpPr>
        <p:spPr bwMode="auto">
          <a:xfrm>
            <a:off x="878255" y="6261595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149" name="TextBox 3"/>
          <p:cNvSpPr txBox="1"/>
          <p:nvPr/>
        </p:nvSpPr>
        <p:spPr>
          <a:xfrm>
            <a:off x="827455" y="623279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8471220</a:t>
            </a:r>
            <a:endParaRPr lang="en-US" dirty="0"/>
          </a:p>
        </p:txBody>
      </p:sp>
      <p:sp>
        <p:nvSpPr>
          <p:cNvPr id="14150" name="TextBox 3"/>
          <p:cNvSpPr txBox="1"/>
          <p:nvPr/>
        </p:nvSpPr>
        <p:spPr>
          <a:xfrm>
            <a:off x="827455" y="6350241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4151" name="Rectangle 4"/>
          <p:cNvSpPr>
            <a:spLocks noChangeArrowheads="1"/>
          </p:cNvSpPr>
          <p:nvPr/>
        </p:nvSpPr>
        <p:spPr bwMode="auto">
          <a:xfrm>
            <a:off x="1365758" y="6261595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152" name="Rectangle 4"/>
          <p:cNvSpPr>
            <a:spLocks noChangeArrowheads="1"/>
          </p:cNvSpPr>
          <p:nvPr/>
        </p:nvSpPr>
        <p:spPr bwMode="auto">
          <a:xfrm>
            <a:off x="2163546" y="6261595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153" name="Rectangle 4"/>
          <p:cNvSpPr>
            <a:spLocks noChangeArrowheads="1"/>
          </p:cNvSpPr>
          <p:nvPr/>
        </p:nvSpPr>
        <p:spPr bwMode="auto">
          <a:xfrm>
            <a:off x="2622702" y="6261595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154" name="Rectangle 4"/>
          <p:cNvSpPr>
            <a:spLocks noChangeArrowheads="1"/>
          </p:cNvSpPr>
          <p:nvPr/>
        </p:nvSpPr>
        <p:spPr bwMode="auto">
          <a:xfrm>
            <a:off x="3680282" y="6261595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155" name="Rectangle 4"/>
          <p:cNvSpPr>
            <a:spLocks noChangeArrowheads="1"/>
          </p:cNvSpPr>
          <p:nvPr/>
        </p:nvSpPr>
        <p:spPr bwMode="auto">
          <a:xfrm>
            <a:off x="5918962" y="6261595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156" name="TextBox 3"/>
          <p:cNvSpPr txBox="1"/>
          <p:nvPr/>
        </p:nvSpPr>
        <p:spPr>
          <a:xfrm>
            <a:off x="5987491" y="623279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5,035,833</a:t>
            </a:r>
            <a:endParaRPr lang="en-US" dirty="0"/>
          </a:p>
        </p:txBody>
      </p:sp>
      <p:sp>
        <p:nvSpPr>
          <p:cNvPr id="14157" name="Rectangle 4"/>
          <p:cNvSpPr>
            <a:spLocks noChangeArrowheads="1"/>
          </p:cNvSpPr>
          <p:nvPr/>
        </p:nvSpPr>
        <p:spPr bwMode="auto">
          <a:xfrm>
            <a:off x="6566408" y="6261595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158" name="TextBox 3"/>
          <p:cNvSpPr txBox="1"/>
          <p:nvPr/>
        </p:nvSpPr>
        <p:spPr>
          <a:xfrm>
            <a:off x="6634937" y="623279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4,764,655</a:t>
            </a:r>
            <a:endParaRPr lang="en-US" dirty="0"/>
          </a:p>
        </p:txBody>
      </p:sp>
      <p:sp>
        <p:nvSpPr>
          <p:cNvPr id="14159" name="Rectangle 4"/>
          <p:cNvSpPr>
            <a:spLocks noChangeArrowheads="1"/>
          </p:cNvSpPr>
          <p:nvPr/>
        </p:nvSpPr>
        <p:spPr bwMode="auto">
          <a:xfrm>
            <a:off x="7213854" y="6261595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160" name="TextBox 3"/>
          <p:cNvSpPr txBox="1"/>
          <p:nvPr/>
        </p:nvSpPr>
        <p:spPr>
          <a:xfrm>
            <a:off x="7282383" y="623279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4,761,933</a:t>
            </a:r>
            <a:endParaRPr lang="en-US" dirty="0"/>
          </a:p>
        </p:txBody>
      </p:sp>
      <p:sp>
        <p:nvSpPr>
          <p:cNvPr id="14161" name="Rectangle 4"/>
          <p:cNvSpPr>
            <a:spLocks noChangeArrowheads="1"/>
          </p:cNvSpPr>
          <p:nvPr/>
        </p:nvSpPr>
        <p:spPr bwMode="auto">
          <a:xfrm>
            <a:off x="7861300" y="6261595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162" name="Rectangle 4"/>
          <p:cNvSpPr>
            <a:spLocks noChangeArrowheads="1"/>
          </p:cNvSpPr>
          <p:nvPr/>
        </p:nvSpPr>
        <p:spPr bwMode="auto">
          <a:xfrm>
            <a:off x="8094497" y="6261595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163" name="Rectangle 4"/>
          <p:cNvSpPr>
            <a:spLocks noChangeArrowheads="1"/>
          </p:cNvSpPr>
          <p:nvPr/>
        </p:nvSpPr>
        <p:spPr bwMode="auto">
          <a:xfrm>
            <a:off x="8333384" y="6261595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164" name="TextBox 3"/>
          <p:cNvSpPr txBox="1"/>
          <p:nvPr/>
        </p:nvSpPr>
        <p:spPr>
          <a:xfrm>
            <a:off x="8453272" y="6232791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2,722</a:t>
            </a:r>
            <a:endParaRPr lang="en-US" dirty="0"/>
          </a:p>
        </p:txBody>
      </p:sp>
      <p:sp>
        <p:nvSpPr>
          <p:cNvPr id="14165" name="Rectangle 4"/>
          <p:cNvSpPr>
            <a:spLocks noChangeArrowheads="1"/>
          </p:cNvSpPr>
          <p:nvPr/>
        </p:nvSpPr>
        <p:spPr bwMode="auto">
          <a:xfrm>
            <a:off x="878255" y="6539356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66" name="TextBox 3"/>
          <p:cNvSpPr txBox="1"/>
          <p:nvPr/>
        </p:nvSpPr>
        <p:spPr>
          <a:xfrm>
            <a:off x="827455" y="651055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8471230</a:t>
            </a:r>
            <a:endParaRPr lang="en-US" dirty="0"/>
          </a:p>
        </p:txBody>
      </p:sp>
      <p:sp>
        <p:nvSpPr>
          <p:cNvPr id="14167" name="Rectangle 4"/>
          <p:cNvSpPr>
            <a:spLocks noChangeArrowheads="1"/>
          </p:cNvSpPr>
          <p:nvPr/>
        </p:nvSpPr>
        <p:spPr bwMode="auto">
          <a:xfrm>
            <a:off x="1365758" y="6539356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68" name="TextBox 3"/>
          <p:cNvSpPr txBox="1"/>
          <p:nvPr/>
        </p:nvSpPr>
        <p:spPr>
          <a:xfrm>
            <a:off x="1314958" y="6510553"/>
            <a:ext cx="8893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Student</a:t>
            </a:r>
            <a:endParaRPr lang="en-US" dirty="0"/>
          </a:p>
        </p:txBody>
      </p:sp>
      <p:sp>
        <p:nvSpPr>
          <p:cNvPr id="14169" name="TextBox 3"/>
          <p:cNvSpPr txBox="1"/>
          <p:nvPr/>
        </p:nvSpPr>
        <p:spPr>
          <a:xfrm>
            <a:off x="1314958" y="6628003"/>
            <a:ext cx="6633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Enrollment</a:t>
            </a:r>
            <a:endParaRPr lang="en-US" dirty="0"/>
          </a:p>
        </p:txBody>
      </p:sp>
      <p:sp>
        <p:nvSpPr>
          <p:cNvPr id="14170" name="Rectangle 4"/>
          <p:cNvSpPr>
            <a:spLocks noChangeArrowheads="1"/>
          </p:cNvSpPr>
          <p:nvPr/>
        </p:nvSpPr>
        <p:spPr bwMode="auto">
          <a:xfrm>
            <a:off x="2163546" y="6539356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71" name="TextBox 3"/>
          <p:cNvSpPr txBox="1"/>
          <p:nvPr/>
        </p:nvSpPr>
        <p:spPr>
          <a:xfrm>
            <a:off x="2112746" y="651055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14172" name="Rectangle 4"/>
          <p:cNvSpPr>
            <a:spLocks noChangeArrowheads="1"/>
          </p:cNvSpPr>
          <p:nvPr/>
        </p:nvSpPr>
        <p:spPr bwMode="auto">
          <a:xfrm>
            <a:off x="2622702" y="6539356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73" name="TextBox 3"/>
          <p:cNvSpPr txBox="1"/>
          <p:nvPr/>
        </p:nvSpPr>
        <p:spPr>
          <a:xfrm>
            <a:off x="2571902" y="6510553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14174" name="TextBox 3"/>
          <p:cNvSpPr txBox="1"/>
          <p:nvPr/>
        </p:nvSpPr>
        <p:spPr>
          <a:xfrm>
            <a:off x="2571902" y="6628003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14175" name="Rectangle 4"/>
          <p:cNvSpPr>
            <a:spLocks noChangeArrowheads="1"/>
          </p:cNvSpPr>
          <p:nvPr/>
        </p:nvSpPr>
        <p:spPr bwMode="auto">
          <a:xfrm>
            <a:off x="3680282" y="6539356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76" name="TextBox 3"/>
          <p:cNvSpPr txBox="1"/>
          <p:nvPr/>
        </p:nvSpPr>
        <p:spPr>
          <a:xfrm>
            <a:off x="3629482" y="651055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847.8471230.1.412121.000000.847001.100178</a:t>
            </a:r>
            <a:endParaRPr lang="en-US" dirty="0"/>
          </a:p>
        </p:txBody>
      </p:sp>
      <p:sp>
        <p:nvSpPr>
          <p:cNvPr id="14177" name="Rectangle 4"/>
          <p:cNvSpPr>
            <a:spLocks noChangeArrowheads="1"/>
          </p:cNvSpPr>
          <p:nvPr/>
        </p:nvSpPr>
        <p:spPr bwMode="auto">
          <a:xfrm>
            <a:off x="5918962" y="653935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78" name="TextBox 3"/>
          <p:cNvSpPr txBox="1"/>
          <p:nvPr/>
        </p:nvSpPr>
        <p:spPr>
          <a:xfrm>
            <a:off x="5987491" y="651055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1,241,260</a:t>
            </a:r>
            <a:endParaRPr lang="en-US" dirty="0"/>
          </a:p>
        </p:txBody>
      </p:sp>
      <p:sp>
        <p:nvSpPr>
          <p:cNvPr id="14179" name="Rectangle 4"/>
          <p:cNvSpPr>
            <a:spLocks noChangeArrowheads="1"/>
          </p:cNvSpPr>
          <p:nvPr/>
        </p:nvSpPr>
        <p:spPr bwMode="auto">
          <a:xfrm>
            <a:off x="6566408" y="653935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80" name="TextBox 3"/>
          <p:cNvSpPr txBox="1"/>
          <p:nvPr/>
        </p:nvSpPr>
        <p:spPr>
          <a:xfrm>
            <a:off x="6634937" y="651055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2,143,330</a:t>
            </a:r>
            <a:endParaRPr lang="en-US" dirty="0"/>
          </a:p>
        </p:txBody>
      </p:sp>
      <p:sp>
        <p:nvSpPr>
          <p:cNvPr id="14181" name="Rectangle 4"/>
          <p:cNvSpPr>
            <a:spLocks noChangeArrowheads="1"/>
          </p:cNvSpPr>
          <p:nvPr/>
        </p:nvSpPr>
        <p:spPr bwMode="auto">
          <a:xfrm>
            <a:off x="7213854" y="653935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82" name="TextBox 3"/>
          <p:cNvSpPr txBox="1"/>
          <p:nvPr/>
        </p:nvSpPr>
        <p:spPr>
          <a:xfrm>
            <a:off x="7282383" y="651055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2,143,328</a:t>
            </a:r>
            <a:endParaRPr lang="en-US" dirty="0"/>
          </a:p>
        </p:txBody>
      </p:sp>
      <p:sp>
        <p:nvSpPr>
          <p:cNvPr id="14183" name="Rectangle 4"/>
          <p:cNvSpPr>
            <a:spLocks noChangeArrowheads="1"/>
          </p:cNvSpPr>
          <p:nvPr/>
        </p:nvSpPr>
        <p:spPr bwMode="auto">
          <a:xfrm>
            <a:off x="7861300" y="6539356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84" name="Rectangle 4"/>
          <p:cNvSpPr>
            <a:spLocks noChangeArrowheads="1"/>
          </p:cNvSpPr>
          <p:nvPr/>
        </p:nvSpPr>
        <p:spPr bwMode="auto">
          <a:xfrm>
            <a:off x="8094497" y="6539356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85" name="Rectangle 4"/>
          <p:cNvSpPr>
            <a:spLocks noChangeArrowheads="1"/>
          </p:cNvSpPr>
          <p:nvPr/>
        </p:nvSpPr>
        <p:spPr bwMode="auto">
          <a:xfrm>
            <a:off x="8333384" y="6539356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86" name="TextBox 3"/>
          <p:cNvSpPr txBox="1"/>
          <p:nvPr/>
        </p:nvSpPr>
        <p:spPr>
          <a:xfrm>
            <a:off x="8650986" y="651055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</a:t>
            </a:r>
            <a:endParaRPr lang="en-US" dirty="0"/>
          </a:p>
        </p:txBody>
      </p:sp>
      <p:sp>
        <p:nvSpPr>
          <p:cNvPr id="14187" name="Rectangle 4"/>
          <p:cNvSpPr>
            <a:spLocks noChangeArrowheads="1"/>
          </p:cNvSpPr>
          <p:nvPr/>
        </p:nvSpPr>
        <p:spPr bwMode="auto">
          <a:xfrm>
            <a:off x="878255" y="681711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88" name="TextBox 3"/>
          <p:cNvSpPr txBox="1"/>
          <p:nvPr/>
        </p:nvSpPr>
        <p:spPr>
          <a:xfrm>
            <a:off x="827455" y="678831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8471230</a:t>
            </a:r>
            <a:endParaRPr lang="en-US" dirty="0"/>
          </a:p>
        </p:txBody>
      </p:sp>
      <p:sp>
        <p:nvSpPr>
          <p:cNvPr id="14189" name="Rectangle 4"/>
          <p:cNvSpPr>
            <a:spLocks noChangeArrowheads="1"/>
          </p:cNvSpPr>
          <p:nvPr/>
        </p:nvSpPr>
        <p:spPr bwMode="auto">
          <a:xfrm>
            <a:off x="1365758" y="681711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90" name="TextBox 3"/>
          <p:cNvSpPr txBox="1"/>
          <p:nvPr/>
        </p:nvSpPr>
        <p:spPr>
          <a:xfrm>
            <a:off x="1314958" y="6788315"/>
            <a:ext cx="8893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Student</a:t>
            </a:r>
            <a:endParaRPr lang="en-US" dirty="0"/>
          </a:p>
        </p:txBody>
      </p:sp>
      <p:sp>
        <p:nvSpPr>
          <p:cNvPr id="14191" name="TextBox 3"/>
          <p:cNvSpPr txBox="1"/>
          <p:nvPr/>
        </p:nvSpPr>
        <p:spPr>
          <a:xfrm>
            <a:off x="1314958" y="6905764"/>
            <a:ext cx="6633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Enrollment</a:t>
            </a:r>
            <a:endParaRPr lang="en-US" dirty="0"/>
          </a:p>
        </p:txBody>
      </p:sp>
      <p:sp>
        <p:nvSpPr>
          <p:cNvPr id="14192" name="Rectangle 4"/>
          <p:cNvSpPr>
            <a:spLocks noChangeArrowheads="1"/>
          </p:cNvSpPr>
          <p:nvPr/>
        </p:nvSpPr>
        <p:spPr bwMode="auto">
          <a:xfrm>
            <a:off x="2163546" y="681711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93" name="TextBox 3"/>
          <p:cNvSpPr txBox="1"/>
          <p:nvPr/>
        </p:nvSpPr>
        <p:spPr>
          <a:xfrm>
            <a:off x="2112746" y="678831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14194" name="Rectangle 4"/>
          <p:cNvSpPr>
            <a:spLocks noChangeArrowheads="1"/>
          </p:cNvSpPr>
          <p:nvPr/>
        </p:nvSpPr>
        <p:spPr bwMode="auto">
          <a:xfrm>
            <a:off x="2622702" y="681711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95" name="TextBox 3"/>
          <p:cNvSpPr txBox="1"/>
          <p:nvPr/>
        </p:nvSpPr>
        <p:spPr>
          <a:xfrm>
            <a:off x="2571902" y="6788315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14196" name="TextBox 3"/>
          <p:cNvSpPr txBox="1"/>
          <p:nvPr/>
        </p:nvSpPr>
        <p:spPr>
          <a:xfrm>
            <a:off x="2571902" y="6905764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14197" name="TextBox 3"/>
          <p:cNvSpPr txBox="1"/>
          <p:nvPr/>
        </p:nvSpPr>
        <p:spPr>
          <a:xfrm>
            <a:off x="2571902" y="7023214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14198" name="Rectangle 4"/>
          <p:cNvSpPr>
            <a:spLocks noChangeArrowheads="1"/>
          </p:cNvSpPr>
          <p:nvPr/>
        </p:nvSpPr>
        <p:spPr bwMode="auto">
          <a:xfrm>
            <a:off x="3680282" y="681711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199" name="TextBox 3"/>
          <p:cNvSpPr txBox="1"/>
          <p:nvPr/>
        </p:nvSpPr>
        <p:spPr>
          <a:xfrm>
            <a:off x="3629482" y="678831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847.8471230.1.412125.000000.847001.100178</a:t>
            </a:r>
            <a:endParaRPr lang="en-US" dirty="0"/>
          </a:p>
        </p:txBody>
      </p:sp>
      <p:sp>
        <p:nvSpPr>
          <p:cNvPr id="14200" name="Rectangle 4"/>
          <p:cNvSpPr>
            <a:spLocks noChangeArrowheads="1"/>
          </p:cNvSpPr>
          <p:nvPr/>
        </p:nvSpPr>
        <p:spPr bwMode="auto">
          <a:xfrm>
            <a:off x="5918962" y="681711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201" name="TextBox 3"/>
          <p:cNvSpPr txBox="1"/>
          <p:nvPr/>
        </p:nvSpPr>
        <p:spPr>
          <a:xfrm>
            <a:off x="5987491" y="678831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1,715,017</a:t>
            </a:r>
            <a:endParaRPr lang="en-US" dirty="0"/>
          </a:p>
        </p:txBody>
      </p:sp>
      <p:sp>
        <p:nvSpPr>
          <p:cNvPr id="14202" name="Rectangle 4"/>
          <p:cNvSpPr>
            <a:spLocks noChangeArrowheads="1"/>
          </p:cNvSpPr>
          <p:nvPr/>
        </p:nvSpPr>
        <p:spPr bwMode="auto">
          <a:xfrm>
            <a:off x="6566408" y="681711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203" name="TextBox 3"/>
          <p:cNvSpPr txBox="1"/>
          <p:nvPr/>
        </p:nvSpPr>
        <p:spPr>
          <a:xfrm>
            <a:off x="6634937" y="678831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2,688,337</a:t>
            </a:r>
            <a:endParaRPr lang="en-US" dirty="0"/>
          </a:p>
        </p:txBody>
      </p:sp>
      <p:sp>
        <p:nvSpPr>
          <p:cNvPr id="14204" name="Rectangle 4"/>
          <p:cNvSpPr>
            <a:spLocks noChangeArrowheads="1"/>
          </p:cNvSpPr>
          <p:nvPr/>
        </p:nvSpPr>
        <p:spPr bwMode="auto">
          <a:xfrm>
            <a:off x="7213854" y="681711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205" name="TextBox 3"/>
          <p:cNvSpPr txBox="1"/>
          <p:nvPr/>
        </p:nvSpPr>
        <p:spPr>
          <a:xfrm>
            <a:off x="7282383" y="678831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2,688,329</a:t>
            </a:r>
            <a:endParaRPr lang="en-US" dirty="0"/>
          </a:p>
        </p:txBody>
      </p:sp>
      <p:sp>
        <p:nvSpPr>
          <p:cNvPr id="14206" name="Rectangle 4"/>
          <p:cNvSpPr>
            <a:spLocks noChangeArrowheads="1"/>
          </p:cNvSpPr>
          <p:nvPr/>
        </p:nvSpPr>
        <p:spPr bwMode="auto">
          <a:xfrm>
            <a:off x="7861300" y="681711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207" name="Rectangle 4"/>
          <p:cNvSpPr>
            <a:spLocks noChangeArrowheads="1"/>
          </p:cNvSpPr>
          <p:nvPr/>
        </p:nvSpPr>
        <p:spPr bwMode="auto">
          <a:xfrm>
            <a:off x="8094497" y="681711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208" name="Rectangle 4"/>
          <p:cNvSpPr>
            <a:spLocks noChangeArrowheads="1"/>
          </p:cNvSpPr>
          <p:nvPr/>
        </p:nvSpPr>
        <p:spPr bwMode="auto">
          <a:xfrm>
            <a:off x="8333384" y="681711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209" name="TextBox 3"/>
          <p:cNvSpPr txBox="1"/>
          <p:nvPr/>
        </p:nvSpPr>
        <p:spPr>
          <a:xfrm>
            <a:off x="8650986" y="678831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</a:t>
            </a:r>
            <a:endParaRPr lang="en-US" dirty="0"/>
          </a:p>
        </p:txBody>
      </p:sp>
      <p:sp>
        <p:nvSpPr>
          <p:cNvPr id="14210" name="Rectangle 4"/>
          <p:cNvSpPr>
            <a:spLocks noChangeArrowheads="1"/>
          </p:cNvSpPr>
          <p:nvPr/>
        </p:nvSpPr>
        <p:spPr bwMode="auto">
          <a:xfrm>
            <a:off x="466725" y="920673"/>
            <a:ext cx="6350" cy="6294831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4211" name="Rectangle 4"/>
          <p:cNvSpPr>
            <a:spLocks noChangeArrowheads="1"/>
          </p:cNvSpPr>
          <p:nvPr/>
        </p:nvSpPr>
        <p:spPr bwMode="auto">
          <a:xfrm>
            <a:off x="466725" y="7209155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4212" name="Rectangle 4"/>
          <p:cNvSpPr>
            <a:spLocks noChangeArrowheads="1"/>
          </p:cNvSpPr>
          <p:nvPr/>
        </p:nvSpPr>
        <p:spPr bwMode="auto">
          <a:xfrm>
            <a:off x="7213854" y="475057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13" name="Rectangle 4"/>
          <p:cNvSpPr>
            <a:spLocks noChangeArrowheads="1"/>
          </p:cNvSpPr>
          <p:nvPr/>
        </p:nvSpPr>
        <p:spPr bwMode="auto">
          <a:xfrm>
            <a:off x="878255" y="475057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14" name="Rectangle 4"/>
          <p:cNvSpPr>
            <a:spLocks noChangeArrowheads="1"/>
          </p:cNvSpPr>
          <p:nvPr/>
        </p:nvSpPr>
        <p:spPr bwMode="auto">
          <a:xfrm>
            <a:off x="7213854" y="653459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15" name="Rectangle 4"/>
          <p:cNvSpPr>
            <a:spLocks noChangeArrowheads="1"/>
          </p:cNvSpPr>
          <p:nvPr/>
        </p:nvSpPr>
        <p:spPr bwMode="auto">
          <a:xfrm>
            <a:off x="878255" y="653459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16" name="Rectangle 4"/>
          <p:cNvSpPr>
            <a:spLocks noChangeArrowheads="1"/>
          </p:cNvSpPr>
          <p:nvPr/>
        </p:nvSpPr>
        <p:spPr bwMode="auto">
          <a:xfrm>
            <a:off x="7213854" y="312686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17" name="Rectangle 4"/>
          <p:cNvSpPr>
            <a:spLocks noChangeArrowheads="1"/>
          </p:cNvSpPr>
          <p:nvPr/>
        </p:nvSpPr>
        <p:spPr bwMode="auto">
          <a:xfrm>
            <a:off x="878255" y="312686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18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19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20" name="Rectangle 4"/>
          <p:cNvSpPr>
            <a:spLocks noChangeArrowheads="1"/>
          </p:cNvSpPr>
          <p:nvPr/>
        </p:nvSpPr>
        <p:spPr bwMode="auto">
          <a:xfrm>
            <a:off x="7213854" y="570130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21" name="Rectangle 4"/>
          <p:cNvSpPr>
            <a:spLocks noChangeArrowheads="1"/>
          </p:cNvSpPr>
          <p:nvPr/>
        </p:nvSpPr>
        <p:spPr bwMode="auto">
          <a:xfrm>
            <a:off x="878255" y="570130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22" name="Rectangle 4"/>
          <p:cNvSpPr>
            <a:spLocks noChangeArrowheads="1"/>
          </p:cNvSpPr>
          <p:nvPr/>
        </p:nvSpPr>
        <p:spPr bwMode="auto">
          <a:xfrm>
            <a:off x="7213854" y="158888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23" name="Rectangle 4"/>
          <p:cNvSpPr>
            <a:spLocks noChangeArrowheads="1"/>
          </p:cNvSpPr>
          <p:nvPr/>
        </p:nvSpPr>
        <p:spPr bwMode="auto">
          <a:xfrm>
            <a:off x="878255" y="158888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24" name="Rectangle 4"/>
          <p:cNvSpPr>
            <a:spLocks noChangeArrowheads="1"/>
          </p:cNvSpPr>
          <p:nvPr/>
        </p:nvSpPr>
        <p:spPr bwMode="auto">
          <a:xfrm>
            <a:off x="7213854" y="407760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25" name="Rectangle 4"/>
          <p:cNvSpPr>
            <a:spLocks noChangeArrowheads="1"/>
          </p:cNvSpPr>
          <p:nvPr/>
        </p:nvSpPr>
        <p:spPr bwMode="auto">
          <a:xfrm>
            <a:off x="878255" y="407760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26" name="Rectangle 4"/>
          <p:cNvSpPr>
            <a:spLocks noChangeArrowheads="1"/>
          </p:cNvSpPr>
          <p:nvPr/>
        </p:nvSpPr>
        <p:spPr bwMode="auto">
          <a:xfrm>
            <a:off x="7213854" y="502833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27" name="Rectangle 4"/>
          <p:cNvSpPr>
            <a:spLocks noChangeArrowheads="1"/>
          </p:cNvSpPr>
          <p:nvPr/>
        </p:nvSpPr>
        <p:spPr bwMode="auto">
          <a:xfrm>
            <a:off x="878255" y="502833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28" name="Rectangle 4"/>
          <p:cNvSpPr>
            <a:spLocks noChangeArrowheads="1"/>
          </p:cNvSpPr>
          <p:nvPr/>
        </p:nvSpPr>
        <p:spPr bwMode="auto">
          <a:xfrm>
            <a:off x="7213854" y="340462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29" name="Rectangle 4"/>
          <p:cNvSpPr>
            <a:spLocks noChangeArrowheads="1"/>
          </p:cNvSpPr>
          <p:nvPr/>
        </p:nvSpPr>
        <p:spPr bwMode="auto">
          <a:xfrm>
            <a:off x="878255" y="340462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30" name="Rectangle 4"/>
          <p:cNvSpPr>
            <a:spLocks noChangeArrowheads="1"/>
          </p:cNvSpPr>
          <p:nvPr/>
        </p:nvSpPr>
        <p:spPr bwMode="auto">
          <a:xfrm>
            <a:off x="7213854" y="720756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31" name="Rectangle 4"/>
          <p:cNvSpPr>
            <a:spLocks noChangeArrowheads="1"/>
          </p:cNvSpPr>
          <p:nvPr/>
        </p:nvSpPr>
        <p:spPr bwMode="auto">
          <a:xfrm>
            <a:off x="878255" y="720756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32" name="Rectangle 4"/>
          <p:cNvSpPr>
            <a:spLocks noChangeArrowheads="1"/>
          </p:cNvSpPr>
          <p:nvPr/>
        </p:nvSpPr>
        <p:spPr bwMode="auto">
          <a:xfrm>
            <a:off x="7213854" y="210154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33" name="Rectangle 4"/>
          <p:cNvSpPr>
            <a:spLocks noChangeArrowheads="1"/>
          </p:cNvSpPr>
          <p:nvPr/>
        </p:nvSpPr>
        <p:spPr bwMode="auto">
          <a:xfrm>
            <a:off x="878255" y="210154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34" name="Rectangle 4"/>
          <p:cNvSpPr>
            <a:spLocks noChangeArrowheads="1"/>
          </p:cNvSpPr>
          <p:nvPr/>
        </p:nvSpPr>
        <p:spPr bwMode="auto">
          <a:xfrm>
            <a:off x="7213854" y="597907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35" name="Rectangle 4"/>
          <p:cNvSpPr>
            <a:spLocks noChangeArrowheads="1"/>
          </p:cNvSpPr>
          <p:nvPr/>
        </p:nvSpPr>
        <p:spPr bwMode="auto">
          <a:xfrm>
            <a:off x="878255" y="597907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36" name="Rectangle 4"/>
          <p:cNvSpPr>
            <a:spLocks noChangeArrowheads="1"/>
          </p:cNvSpPr>
          <p:nvPr/>
        </p:nvSpPr>
        <p:spPr bwMode="auto">
          <a:xfrm>
            <a:off x="7213854" y="107622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37" name="Rectangle 4"/>
          <p:cNvSpPr>
            <a:spLocks noChangeArrowheads="1"/>
          </p:cNvSpPr>
          <p:nvPr/>
        </p:nvSpPr>
        <p:spPr bwMode="auto">
          <a:xfrm>
            <a:off x="878255" y="107622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38" name="Rectangle 4"/>
          <p:cNvSpPr>
            <a:spLocks noChangeArrowheads="1"/>
          </p:cNvSpPr>
          <p:nvPr/>
        </p:nvSpPr>
        <p:spPr bwMode="auto">
          <a:xfrm>
            <a:off x="7213854" y="447281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39" name="Rectangle 4"/>
          <p:cNvSpPr>
            <a:spLocks noChangeArrowheads="1"/>
          </p:cNvSpPr>
          <p:nvPr/>
        </p:nvSpPr>
        <p:spPr bwMode="auto">
          <a:xfrm>
            <a:off x="878255" y="447281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40" name="Rectangle 4"/>
          <p:cNvSpPr>
            <a:spLocks noChangeArrowheads="1"/>
          </p:cNvSpPr>
          <p:nvPr/>
        </p:nvSpPr>
        <p:spPr bwMode="auto">
          <a:xfrm>
            <a:off x="7213854" y="681235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41" name="Rectangle 4"/>
          <p:cNvSpPr>
            <a:spLocks noChangeArrowheads="1"/>
          </p:cNvSpPr>
          <p:nvPr/>
        </p:nvSpPr>
        <p:spPr bwMode="auto">
          <a:xfrm>
            <a:off x="878255" y="681235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42" name="Rectangle 4"/>
          <p:cNvSpPr>
            <a:spLocks noChangeArrowheads="1"/>
          </p:cNvSpPr>
          <p:nvPr/>
        </p:nvSpPr>
        <p:spPr bwMode="auto">
          <a:xfrm>
            <a:off x="469900" y="7212330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43" name="Rectangle 4"/>
          <p:cNvSpPr>
            <a:spLocks noChangeArrowheads="1"/>
          </p:cNvSpPr>
          <p:nvPr/>
        </p:nvSpPr>
        <p:spPr bwMode="auto">
          <a:xfrm>
            <a:off x="7213854" y="368239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44" name="Rectangle 4"/>
          <p:cNvSpPr>
            <a:spLocks noChangeArrowheads="1"/>
          </p:cNvSpPr>
          <p:nvPr/>
        </p:nvSpPr>
        <p:spPr bwMode="auto">
          <a:xfrm>
            <a:off x="878255" y="368239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45" name="Rectangle 4"/>
          <p:cNvSpPr>
            <a:spLocks noChangeArrowheads="1"/>
          </p:cNvSpPr>
          <p:nvPr/>
        </p:nvSpPr>
        <p:spPr bwMode="auto">
          <a:xfrm>
            <a:off x="7213854" y="261420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46" name="Rectangle 4"/>
          <p:cNvSpPr>
            <a:spLocks noChangeArrowheads="1"/>
          </p:cNvSpPr>
          <p:nvPr/>
        </p:nvSpPr>
        <p:spPr bwMode="auto">
          <a:xfrm>
            <a:off x="878255" y="261420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47" name="Rectangle 4"/>
          <p:cNvSpPr>
            <a:spLocks noChangeArrowheads="1"/>
          </p:cNvSpPr>
          <p:nvPr/>
        </p:nvSpPr>
        <p:spPr bwMode="auto">
          <a:xfrm>
            <a:off x="7213854" y="625683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48" name="Rectangle 4"/>
          <p:cNvSpPr>
            <a:spLocks noChangeArrowheads="1"/>
          </p:cNvSpPr>
          <p:nvPr/>
        </p:nvSpPr>
        <p:spPr bwMode="auto">
          <a:xfrm>
            <a:off x="878255" y="625683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49" name="Rectangle 4"/>
          <p:cNvSpPr>
            <a:spLocks noChangeArrowheads="1"/>
          </p:cNvSpPr>
          <p:nvPr/>
        </p:nvSpPr>
        <p:spPr bwMode="auto">
          <a:xfrm>
            <a:off x="7213854" y="542354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50" name="Rectangle 4"/>
          <p:cNvSpPr>
            <a:spLocks noChangeArrowheads="1"/>
          </p:cNvSpPr>
          <p:nvPr/>
        </p:nvSpPr>
        <p:spPr bwMode="auto">
          <a:xfrm>
            <a:off x="878255" y="542354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51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52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3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254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14255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14256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257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14258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14259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4260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261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14262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14263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264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14265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4266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267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14268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269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14270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271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14272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4273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274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14275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4276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277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14278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14279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280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14281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282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14283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284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14285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14286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30279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287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288" name="TextBox 3"/>
          <p:cNvSpPr txBox="1"/>
          <p:nvPr/>
        </p:nvSpPr>
        <p:spPr>
          <a:xfrm>
            <a:off x="827455" y="89187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8471230</a:t>
            </a:r>
            <a:endParaRPr lang="en-US" dirty="0"/>
          </a:p>
        </p:txBody>
      </p:sp>
      <p:sp>
        <p:nvSpPr>
          <p:cNvPr id="14289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290" name="TextBox 3"/>
          <p:cNvSpPr txBox="1"/>
          <p:nvPr/>
        </p:nvSpPr>
        <p:spPr>
          <a:xfrm>
            <a:off x="1314958" y="891870"/>
            <a:ext cx="8893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Student</a:t>
            </a:r>
            <a:endParaRPr lang="en-US" dirty="0"/>
          </a:p>
        </p:txBody>
      </p:sp>
      <p:sp>
        <p:nvSpPr>
          <p:cNvPr id="14291" name="TextBox 3"/>
          <p:cNvSpPr txBox="1"/>
          <p:nvPr/>
        </p:nvSpPr>
        <p:spPr>
          <a:xfrm>
            <a:off x="1314958" y="1009319"/>
            <a:ext cx="6633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Enrollment</a:t>
            </a:r>
            <a:endParaRPr lang="en-US" dirty="0"/>
          </a:p>
        </p:txBody>
      </p:sp>
      <p:sp>
        <p:nvSpPr>
          <p:cNvPr id="14292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293" name="TextBox 3"/>
          <p:cNvSpPr txBox="1"/>
          <p:nvPr/>
        </p:nvSpPr>
        <p:spPr>
          <a:xfrm>
            <a:off x="2112746" y="89187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14294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295" name="TextBox 3"/>
          <p:cNvSpPr txBox="1"/>
          <p:nvPr/>
        </p:nvSpPr>
        <p:spPr>
          <a:xfrm>
            <a:off x="2571902" y="891870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14296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297" name="TextBox 3"/>
          <p:cNvSpPr txBox="1"/>
          <p:nvPr/>
        </p:nvSpPr>
        <p:spPr>
          <a:xfrm>
            <a:off x="3629482" y="89187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847.8471230.1.412523.000000.847001.100178</a:t>
            </a:r>
            <a:endParaRPr lang="en-US" dirty="0"/>
          </a:p>
        </p:txBody>
      </p:sp>
      <p:sp>
        <p:nvSpPr>
          <p:cNvPr id="14298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299" name="TextBox 3"/>
          <p:cNvSpPr txBox="1"/>
          <p:nvPr/>
        </p:nvSpPr>
        <p:spPr>
          <a:xfrm>
            <a:off x="6382918" y="89187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4300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01" name="TextBox 3"/>
          <p:cNvSpPr txBox="1"/>
          <p:nvPr/>
        </p:nvSpPr>
        <p:spPr>
          <a:xfrm>
            <a:off x="6832651" y="891870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9,200</a:t>
            </a:r>
            <a:endParaRPr lang="en-US" dirty="0"/>
          </a:p>
        </p:txBody>
      </p:sp>
      <p:sp>
        <p:nvSpPr>
          <p:cNvPr id="14302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03" name="TextBox 3"/>
          <p:cNvSpPr txBox="1"/>
          <p:nvPr/>
        </p:nvSpPr>
        <p:spPr>
          <a:xfrm>
            <a:off x="7480096" y="891870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8,080</a:t>
            </a:r>
            <a:endParaRPr lang="en-US" dirty="0"/>
          </a:p>
        </p:txBody>
      </p:sp>
      <p:sp>
        <p:nvSpPr>
          <p:cNvPr id="14304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05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06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07" name="TextBox 3"/>
          <p:cNvSpPr txBox="1"/>
          <p:nvPr/>
        </p:nvSpPr>
        <p:spPr>
          <a:xfrm>
            <a:off x="8453272" y="891870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1,120</a:t>
            </a:r>
            <a:endParaRPr lang="en-US" dirty="0"/>
          </a:p>
        </p:txBody>
      </p:sp>
      <p:sp>
        <p:nvSpPr>
          <p:cNvPr id="14308" name="Rectangle 4"/>
          <p:cNvSpPr>
            <a:spLocks noChangeArrowheads="1"/>
          </p:cNvSpPr>
          <p:nvPr/>
        </p:nvSpPr>
        <p:spPr bwMode="auto">
          <a:xfrm>
            <a:off x="878255" y="1198435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09" name="TextBox 3"/>
          <p:cNvSpPr txBox="1"/>
          <p:nvPr/>
        </p:nvSpPr>
        <p:spPr>
          <a:xfrm>
            <a:off x="827455" y="116963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8471230</a:t>
            </a:r>
            <a:endParaRPr lang="en-US" dirty="0"/>
          </a:p>
        </p:txBody>
      </p:sp>
      <p:sp>
        <p:nvSpPr>
          <p:cNvPr id="14310" name="Rectangle 4"/>
          <p:cNvSpPr>
            <a:spLocks noChangeArrowheads="1"/>
          </p:cNvSpPr>
          <p:nvPr/>
        </p:nvSpPr>
        <p:spPr bwMode="auto">
          <a:xfrm>
            <a:off x="1365758" y="1198435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11" name="TextBox 3"/>
          <p:cNvSpPr txBox="1"/>
          <p:nvPr/>
        </p:nvSpPr>
        <p:spPr>
          <a:xfrm>
            <a:off x="1314958" y="1169631"/>
            <a:ext cx="8893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Student</a:t>
            </a:r>
            <a:endParaRPr lang="en-US" dirty="0"/>
          </a:p>
        </p:txBody>
      </p:sp>
      <p:sp>
        <p:nvSpPr>
          <p:cNvPr id="14312" name="TextBox 3"/>
          <p:cNvSpPr txBox="1"/>
          <p:nvPr/>
        </p:nvSpPr>
        <p:spPr>
          <a:xfrm>
            <a:off x="1314958" y="1287081"/>
            <a:ext cx="6633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Enrollment</a:t>
            </a:r>
            <a:endParaRPr lang="en-US" dirty="0"/>
          </a:p>
        </p:txBody>
      </p:sp>
      <p:sp>
        <p:nvSpPr>
          <p:cNvPr id="14313" name="Rectangle 4"/>
          <p:cNvSpPr>
            <a:spLocks noChangeArrowheads="1"/>
          </p:cNvSpPr>
          <p:nvPr/>
        </p:nvSpPr>
        <p:spPr bwMode="auto">
          <a:xfrm>
            <a:off x="2163546" y="1198435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14" name="TextBox 3"/>
          <p:cNvSpPr txBox="1"/>
          <p:nvPr/>
        </p:nvSpPr>
        <p:spPr>
          <a:xfrm>
            <a:off x="2112746" y="116963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14315" name="Rectangle 4"/>
          <p:cNvSpPr>
            <a:spLocks noChangeArrowheads="1"/>
          </p:cNvSpPr>
          <p:nvPr/>
        </p:nvSpPr>
        <p:spPr bwMode="auto">
          <a:xfrm>
            <a:off x="2622702" y="1198435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16" name="TextBox 3"/>
          <p:cNvSpPr txBox="1"/>
          <p:nvPr/>
        </p:nvSpPr>
        <p:spPr>
          <a:xfrm>
            <a:off x="2571902" y="1169631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14317" name="TextBox 3"/>
          <p:cNvSpPr txBox="1"/>
          <p:nvPr/>
        </p:nvSpPr>
        <p:spPr>
          <a:xfrm>
            <a:off x="2571902" y="1287081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14318" name="Rectangle 4"/>
          <p:cNvSpPr>
            <a:spLocks noChangeArrowheads="1"/>
          </p:cNvSpPr>
          <p:nvPr/>
        </p:nvSpPr>
        <p:spPr bwMode="auto">
          <a:xfrm>
            <a:off x="3680282" y="1198435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19" name="TextBox 3"/>
          <p:cNvSpPr txBox="1"/>
          <p:nvPr/>
        </p:nvSpPr>
        <p:spPr>
          <a:xfrm>
            <a:off x="3629482" y="116963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847.8471230.1.412534.000000.847001.100178</a:t>
            </a:r>
            <a:endParaRPr lang="en-US" dirty="0"/>
          </a:p>
        </p:txBody>
      </p:sp>
      <p:sp>
        <p:nvSpPr>
          <p:cNvPr id="14320" name="Rectangle 4"/>
          <p:cNvSpPr>
            <a:spLocks noChangeArrowheads="1"/>
          </p:cNvSpPr>
          <p:nvPr/>
        </p:nvSpPr>
        <p:spPr bwMode="auto">
          <a:xfrm>
            <a:off x="5918962" y="119843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21" name="TextBox 3"/>
          <p:cNvSpPr txBox="1"/>
          <p:nvPr/>
        </p:nvSpPr>
        <p:spPr>
          <a:xfrm>
            <a:off x="6382918" y="116963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4322" name="Rectangle 4"/>
          <p:cNvSpPr>
            <a:spLocks noChangeArrowheads="1"/>
          </p:cNvSpPr>
          <p:nvPr/>
        </p:nvSpPr>
        <p:spPr bwMode="auto">
          <a:xfrm>
            <a:off x="6566408" y="119843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23" name="TextBox 3"/>
          <p:cNvSpPr txBox="1"/>
          <p:nvPr/>
        </p:nvSpPr>
        <p:spPr>
          <a:xfrm>
            <a:off x="6776161" y="116963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84,663</a:t>
            </a:r>
            <a:endParaRPr lang="en-US" dirty="0"/>
          </a:p>
        </p:txBody>
      </p:sp>
      <p:sp>
        <p:nvSpPr>
          <p:cNvPr id="14324" name="Rectangle 4"/>
          <p:cNvSpPr>
            <a:spLocks noChangeArrowheads="1"/>
          </p:cNvSpPr>
          <p:nvPr/>
        </p:nvSpPr>
        <p:spPr bwMode="auto">
          <a:xfrm>
            <a:off x="7213854" y="119843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25" name="TextBox 3"/>
          <p:cNvSpPr txBox="1"/>
          <p:nvPr/>
        </p:nvSpPr>
        <p:spPr>
          <a:xfrm>
            <a:off x="7423607" y="116963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84,625</a:t>
            </a:r>
            <a:endParaRPr lang="en-US" dirty="0"/>
          </a:p>
        </p:txBody>
      </p:sp>
      <p:sp>
        <p:nvSpPr>
          <p:cNvPr id="14326" name="Rectangle 4"/>
          <p:cNvSpPr>
            <a:spLocks noChangeArrowheads="1"/>
          </p:cNvSpPr>
          <p:nvPr/>
        </p:nvSpPr>
        <p:spPr bwMode="auto">
          <a:xfrm>
            <a:off x="7861300" y="1198435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27" name="Rectangle 4"/>
          <p:cNvSpPr>
            <a:spLocks noChangeArrowheads="1"/>
          </p:cNvSpPr>
          <p:nvPr/>
        </p:nvSpPr>
        <p:spPr bwMode="auto">
          <a:xfrm>
            <a:off x="8094497" y="1198435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28" name="Rectangle 4"/>
          <p:cNvSpPr>
            <a:spLocks noChangeArrowheads="1"/>
          </p:cNvSpPr>
          <p:nvPr/>
        </p:nvSpPr>
        <p:spPr bwMode="auto">
          <a:xfrm>
            <a:off x="8333384" y="1198435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29" name="TextBox 3"/>
          <p:cNvSpPr txBox="1"/>
          <p:nvPr/>
        </p:nvSpPr>
        <p:spPr>
          <a:xfrm>
            <a:off x="8594496" y="1169631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38</a:t>
            </a:r>
            <a:endParaRPr lang="en-US" dirty="0"/>
          </a:p>
        </p:txBody>
      </p:sp>
      <p:sp>
        <p:nvSpPr>
          <p:cNvPr id="14330" name="Rectangle 4"/>
          <p:cNvSpPr>
            <a:spLocks noChangeArrowheads="1"/>
          </p:cNvSpPr>
          <p:nvPr/>
        </p:nvSpPr>
        <p:spPr bwMode="auto">
          <a:xfrm>
            <a:off x="878255" y="1476197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31" name="TextBox 3"/>
          <p:cNvSpPr txBox="1"/>
          <p:nvPr/>
        </p:nvSpPr>
        <p:spPr>
          <a:xfrm>
            <a:off x="827455" y="144739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8471230</a:t>
            </a:r>
            <a:endParaRPr lang="en-US" dirty="0"/>
          </a:p>
        </p:txBody>
      </p:sp>
      <p:sp>
        <p:nvSpPr>
          <p:cNvPr id="14332" name="Rectangle 4"/>
          <p:cNvSpPr>
            <a:spLocks noChangeArrowheads="1"/>
          </p:cNvSpPr>
          <p:nvPr/>
        </p:nvSpPr>
        <p:spPr bwMode="auto">
          <a:xfrm>
            <a:off x="1365758" y="1476197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33" name="TextBox 3"/>
          <p:cNvSpPr txBox="1"/>
          <p:nvPr/>
        </p:nvSpPr>
        <p:spPr>
          <a:xfrm>
            <a:off x="1314958" y="1447393"/>
            <a:ext cx="8893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Student</a:t>
            </a:r>
            <a:endParaRPr lang="en-US" dirty="0"/>
          </a:p>
        </p:txBody>
      </p:sp>
      <p:sp>
        <p:nvSpPr>
          <p:cNvPr id="14334" name="TextBox 3"/>
          <p:cNvSpPr txBox="1"/>
          <p:nvPr/>
        </p:nvSpPr>
        <p:spPr>
          <a:xfrm>
            <a:off x="1314958" y="1564843"/>
            <a:ext cx="6633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Enrollment</a:t>
            </a:r>
            <a:endParaRPr lang="en-US" dirty="0"/>
          </a:p>
        </p:txBody>
      </p:sp>
      <p:sp>
        <p:nvSpPr>
          <p:cNvPr id="14335" name="Rectangle 4"/>
          <p:cNvSpPr>
            <a:spLocks noChangeArrowheads="1"/>
          </p:cNvSpPr>
          <p:nvPr/>
        </p:nvSpPr>
        <p:spPr bwMode="auto">
          <a:xfrm>
            <a:off x="2163546" y="1476197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36" name="TextBox 3"/>
          <p:cNvSpPr txBox="1"/>
          <p:nvPr/>
        </p:nvSpPr>
        <p:spPr>
          <a:xfrm>
            <a:off x="2112746" y="144739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14337" name="Rectangle 4"/>
          <p:cNvSpPr>
            <a:spLocks noChangeArrowheads="1"/>
          </p:cNvSpPr>
          <p:nvPr/>
        </p:nvSpPr>
        <p:spPr bwMode="auto">
          <a:xfrm>
            <a:off x="2622702" y="1476197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38" name="TextBox 3"/>
          <p:cNvSpPr txBox="1"/>
          <p:nvPr/>
        </p:nvSpPr>
        <p:spPr>
          <a:xfrm>
            <a:off x="2571902" y="1447393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3680282" y="1476197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40" name="TextBox 3"/>
          <p:cNvSpPr txBox="1"/>
          <p:nvPr/>
        </p:nvSpPr>
        <p:spPr>
          <a:xfrm>
            <a:off x="3629482" y="144739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847.8471230.1.412546.000000.847001.100178</a:t>
            </a:r>
            <a:endParaRPr lang="en-US" dirty="0"/>
          </a:p>
        </p:txBody>
      </p:sp>
      <p:sp>
        <p:nvSpPr>
          <p:cNvPr id="14341" name="Rectangle 4"/>
          <p:cNvSpPr>
            <a:spLocks noChangeArrowheads="1"/>
          </p:cNvSpPr>
          <p:nvPr/>
        </p:nvSpPr>
        <p:spPr bwMode="auto">
          <a:xfrm>
            <a:off x="5918962" y="147619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42" name="TextBox 3"/>
          <p:cNvSpPr txBox="1"/>
          <p:nvPr/>
        </p:nvSpPr>
        <p:spPr>
          <a:xfrm>
            <a:off x="6128715" y="144739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86,460</a:t>
            </a:r>
            <a:endParaRPr lang="en-US" dirty="0"/>
          </a:p>
        </p:txBody>
      </p:sp>
      <p:sp>
        <p:nvSpPr>
          <p:cNvPr id="14343" name="Rectangle 4"/>
          <p:cNvSpPr>
            <a:spLocks noChangeArrowheads="1"/>
          </p:cNvSpPr>
          <p:nvPr/>
        </p:nvSpPr>
        <p:spPr bwMode="auto">
          <a:xfrm>
            <a:off x="6566408" y="147619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44" name="TextBox 3"/>
          <p:cNvSpPr txBox="1"/>
          <p:nvPr/>
        </p:nvSpPr>
        <p:spPr>
          <a:xfrm>
            <a:off x="6719671" y="144739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123,150</a:t>
            </a:r>
            <a:endParaRPr lang="en-US" dirty="0"/>
          </a:p>
        </p:txBody>
      </p:sp>
      <p:sp>
        <p:nvSpPr>
          <p:cNvPr id="14345" name="Rectangle 4"/>
          <p:cNvSpPr>
            <a:spLocks noChangeArrowheads="1"/>
          </p:cNvSpPr>
          <p:nvPr/>
        </p:nvSpPr>
        <p:spPr bwMode="auto">
          <a:xfrm>
            <a:off x="7213854" y="147619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46" name="TextBox 3"/>
          <p:cNvSpPr txBox="1"/>
          <p:nvPr/>
        </p:nvSpPr>
        <p:spPr>
          <a:xfrm>
            <a:off x="7367118" y="144739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123,149</a:t>
            </a:r>
            <a:endParaRPr lang="en-US" dirty="0"/>
          </a:p>
        </p:txBody>
      </p:sp>
      <p:sp>
        <p:nvSpPr>
          <p:cNvPr id="14347" name="Rectangle 4"/>
          <p:cNvSpPr>
            <a:spLocks noChangeArrowheads="1"/>
          </p:cNvSpPr>
          <p:nvPr/>
        </p:nvSpPr>
        <p:spPr bwMode="auto">
          <a:xfrm>
            <a:off x="7861300" y="1476197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48" name="Rectangle 4"/>
          <p:cNvSpPr>
            <a:spLocks noChangeArrowheads="1"/>
          </p:cNvSpPr>
          <p:nvPr/>
        </p:nvSpPr>
        <p:spPr bwMode="auto">
          <a:xfrm>
            <a:off x="8094497" y="1476197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49" name="Rectangle 4"/>
          <p:cNvSpPr>
            <a:spLocks noChangeArrowheads="1"/>
          </p:cNvSpPr>
          <p:nvPr/>
        </p:nvSpPr>
        <p:spPr bwMode="auto">
          <a:xfrm>
            <a:off x="8333384" y="1476197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50" name="TextBox 3"/>
          <p:cNvSpPr txBox="1"/>
          <p:nvPr/>
        </p:nvSpPr>
        <p:spPr>
          <a:xfrm>
            <a:off x="8650986" y="144739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4351" name="Rectangle 4"/>
          <p:cNvSpPr>
            <a:spLocks noChangeArrowheads="1"/>
          </p:cNvSpPr>
          <p:nvPr/>
        </p:nvSpPr>
        <p:spPr bwMode="auto">
          <a:xfrm>
            <a:off x="878255" y="1753958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52" name="TextBox 3"/>
          <p:cNvSpPr txBox="1"/>
          <p:nvPr/>
        </p:nvSpPr>
        <p:spPr>
          <a:xfrm>
            <a:off x="827455" y="172515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8471230</a:t>
            </a:r>
            <a:endParaRPr lang="en-US" dirty="0"/>
          </a:p>
        </p:txBody>
      </p:sp>
      <p:sp>
        <p:nvSpPr>
          <p:cNvPr id="14353" name="Rectangle 4"/>
          <p:cNvSpPr>
            <a:spLocks noChangeArrowheads="1"/>
          </p:cNvSpPr>
          <p:nvPr/>
        </p:nvSpPr>
        <p:spPr bwMode="auto">
          <a:xfrm>
            <a:off x="1365758" y="1753958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54" name="TextBox 3"/>
          <p:cNvSpPr txBox="1"/>
          <p:nvPr/>
        </p:nvSpPr>
        <p:spPr>
          <a:xfrm>
            <a:off x="1314958" y="1725155"/>
            <a:ext cx="8893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Student</a:t>
            </a:r>
            <a:endParaRPr lang="en-US" dirty="0"/>
          </a:p>
        </p:txBody>
      </p:sp>
      <p:sp>
        <p:nvSpPr>
          <p:cNvPr id="14355" name="TextBox 3"/>
          <p:cNvSpPr txBox="1"/>
          <p:nvPr/>
        </p:nvSpPr>
        <p:spPr>
          <a:xfrm>
            <a:off x="1314958" y="1842605"/>
            <a:ext cx="6633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Enrollment</a:t>
            </a:r>
            <a:endParaRPr lang="en-US" dirty="0"/>
          </a:p>
        </p:txBody>
      </p:sp>
      <p:sp>
        <p:nvSpPr>
          <p:cNvPr id="14356" name="Rectangle 4"/>
          <p:cNvSpPr>
            <a:spLocks noChangeArrowheads="1"/>
          </p:cNvSpPr>
          <p:nvPr/>
        </p:nvSpPr>
        <p:spPr bwMode="auto">
          <a:xfrm>
            <a:off x="2163546" y="1753958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57" name="TextBox 3"/>
          <p:cNvSpPr txBox="1"/>
          <p:nvPr/>
        </p:nvSpPr>
        <p:spPr>
          <a:xfrm>
            <a:off x="2112746" y="172515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414120</a:t>
            </a:r>
            <a:endParaRPr lang="en-US" dirty="0"/>
          </a:p>
        </p:txBody>
      </p:sp>
      <p:sp>
        <p:nvSpPr>
          <p:cNvPr id="14358" name="Rectangle 4"/>
          <p:cNvSpPr>
            <a:spLocks noChangeArrowheads="1"/>
          </p:cNvSpPr>
          <p:nvPr/>
        </p:nvSpPr>
        <p:spPr bwMode="auto">
          <a:xfrm>
            <a:off x="2622702" y="1753958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59" name="TextBox 3"/>
          <p:cNvSpPr txBox="1"/>
          <p:nvPr/>
        </p:nvSpPr>
        <p:spPr>
          <a:xfrm>
            <a:off x="2571902" y="1725155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Gratuity - Non-</a:t>
            </a:r>
            <a:endParaRPr lang="en-US" dirty="0"/>
          </a:p>
        </p:txBody>
      </p:sp>
      <p:sp>
        <p:nvSpPr>
          <p:cNvPr id="14360" name="TextBox 3"/>
          <p:cNvSpPr txBox="1"/>
          <p:nvPr/>
        </p:nvSpPr>
        <p:spPr>
          <a:xfrm>
            <a:off x="2571902" y="1842605"/>
            <a:ext cx="7538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pensionable </a:t>
            </a:r>
            <a:endParaRPr lang="en-US" dirty="0"/>
          </a:p>
        </p:txBody>
      </p:sp>
      <p:sp>
        <p:nvSpPr>
          <p:cNvPr id="14361" name="TextBox 3"/>
          <p:cNvSpPr txBox="1"/>
          <p:nvPr/>
        </p:nvSpPr>
        <p:spPr>
          <a:xfrm>
            <a:off x="2571902" y="1960054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14362" name="Rectangle 4"/>
          <p:cNvSpPr>
            <a:spLocks noChangeArrowheads="1"/>
          </p:cNvSpPr>
          <p:nvPr/>
        </p:nvSpPr>
        <p:spPr bwMode="auto">
          <a:xfrm>
            <a:off x="3680282" y="1753958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63" name="TextBox 3"/>
          <p:cNvSpPr txBox="1"/>
          <p:nvPr/>
        </p:nvSpPr>
        <p:spPr>
          <a:xfrm>
            <a:off x="3629482" y="172515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847.8471230.1.414120.000000.847001.100178</a:t>
            </a:r>
            <a:endParaRPr lang="en-US" dirty="0"/>
          </a:p>
        </p:txBody>
      </p:sp>
      <p:sp>
        <p:nvSpPr>
          <p:cNvPr id="14364" name="Rectangle 4"/>
          <p:cNvSpPr>
            <a:spLocks noChangeArrowheads="1"/>
          </p:cNvSpPr>
          <p:nvPr/>
        </p:nvSpPr>
        <p:spPr bwMode="auto">
          <a:xfrm>
            <a:off x="5918962" y="175395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65" name="TextBox 3"/>
          <p:cNvSpPr txBox="1"/>
          <p:nvPr/>
        </p:nvSpPr>
        <p:spPr>
          <a:xfrm>
            <a:off x="6072225" y="172515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209,539</a:t>
            </a:r>
            <a:endParaRPr lang="en-US" dirty="0"/>
          </a:p>
        </p:txBody>
      </p:sp>
      <p:sp>
        <p:nvSpPr>
          <p:cNvPr id="14366" name="Rectangle 4"/>
          <p:cNvSpPr>
            <a:spLocks noChangeArrowheads="1"/>
          </p:cNvSpPr>
          <p:nvPr/>
        </p:nvSpPr>
        <p:spPr bwMode="auto">
          <a:xfrm>
            <a:off x="6566408" y="175395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67" name="TextBox 3"/>
          <p:cNvSpPr txBox="1"/>
          <p:nvPr/>
        </p:nvSpPr>
        <p:spPr>
          <a:xfrm>
            <a:off x="6776161" y="172515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59,472</a:t>
            </a:r>
            <a:endParaRPr lang="en-US" dirty="0"/>
          </a:p>
        </p:txBody>
      </p:sp>
      <p:sp>
        <p:nvSpPr>
          <p:cNvPr id="14368" name="Rectangle 4"/>
          <p:cNvSpPr>
            <a:spLocks noChangeArrowheads="1"/>
          </p:cNvSpPr>
          <p:nvPr/>
        </p:nvSpPr>
        <p:spPr bwMode="auto">
          <a:xfrm>
            <a:off x="7213854" y="175395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69" name="TextBox 3"/>
          <p:cNvSpPr txBox="1"/>
          <p:nvPr/>
        </p:nvSpPr>
        <p:spPr>
          <a:xfrm>
            <a:off x="7423607" y="1725155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59,447</a:t>
            </a:r>
            <a:endParaRPr lang="en-US" dirty="0"/>
          </a:p>
        </p:txBody>
      </p:sp>
      <p:sp>
        <p:nvSpPr>
          <p:cNvPr id="14370" name="Rectangle 4"/>
          <p:cNvSpPr>
            <a:spLocks noChangeArrowheads="1"/>
          </p:cNvSpPr>
          <p:nvPr/>
        </p:nvSpPr>
        <p:spPr bwMode="auto">
          <a:xfrm>
            <a:off x="7861300" y="1753958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71" name="Rectangle 4"/>
          <p:cNvSpPr>
            <a:spLocks noChangeArrowheads="1"/>
          </p:cNvSpPr>
          <p:nvPr/>
        </p:nvSpPr>
        <p:spPr bwMode="auto">
          <a:xfrm>
            <a:off x="8094497" y="1753958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72" name="Rectangle 4"/>
          <p:cNvSpPr>
            <a:spLocks noChangeArrowheads="1"/>
          </p:cNvSpPr>
          <p:nvPr/>
        </p:nvSpPr>
        <p:spPr bwMode="auto">
          <a:xfrm>
            <a:off x="8333384" y="1753958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73" name="TextBox 3"/>
          <p:cNvSpPr txBox="1"/>
          <p:nvPr/>
        </p:nvSpPr>
        <p:spPr>
          <a:xfrm>
            <a:off x="8594496" y="1725155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25</a:t>
            </a:r>
            <a:endParaRPr lang="en-US" dirty="0"/>
          </a:p>
        </p:txBody>
      </p:sp>
      <p:sp>
        <p:nvSpPr>
          <p:cNvPr id="14374" name="Rectangle 4"/>
          <p:cNvSpPr>
            <a:spLocks noChangeArrowheads="1"/>
          </p:cNvSpPr>
          <p:nvPr/>
        </p:nvSpPr>
        <p:spPr bwMode="auto">
          <a:xfrm>
            <a:off x="878255" y="2149170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75" name="TextBox 3"/>
          <p:cNvSpPr txBox="1"/>
          <p:nvPr/>
        </p:nvSpPr>
        <p:spPr>
          <a:xfrm>
            <a:off x="827455" y="212036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8471230</a:t>
            </a:r>
            <a:endParaRPr lang="en-US" dirty="0"/>
          </a:p>
        </p:txBody>
      </p:sp>
      <p:sp>
        <p:nvSpPr>
          <p:cNvPr id="14376" name="Rectangle 4"/>
          <p:cNvSpPr>
            <a:spLocks noChangeArrowheads="1"/>
          </p:cNvSpPr>
          <p:nvPr/>
        </p:nvSpPr>
        <p:spPr bwMode="auto">
          <a:xfrm>
            <a:off x="1365758" y="2149170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77" name="TextBox 3"/>
          <p:cNvSpPr txBox="1"/>
          <p:nvPr/>
        </p:nvSpPr>
        <p:spPr>
          <a:xfrm>
            <a:off x="1314958" y="2120366"/>
            <a:ext cx="8893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Student</a:t>
            </a:r>
            <a:endParaRPr lang="en-US" dirty="0"/>
          </a:p>
        </p:txBody>
      </p:sp>
      <p:sp>
        <p:nvSpPr>
          <p:cNvPr id="14378" name="TextBox 3"/>
          <p:cNvSpPr txBox="1"/>
          <p:nvPr/>
        </p:nvSpPr>
        <p:spPr>
          <a:xfrm>
            <a:off x="1314958" y="2237816"/>
            <a:ext cx="6633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Enrollment</a:t>
            </a:r>
            <a:endParaRPr lang="en-US" dirty="0"/>
          </a:p>
        </p:txBody>
      </p:sp>
      <p:sp>
        <p:nvSpPr>
          <p:cNvPr id="14379" name="Rectangle 4"/>
          <p:cNvSpPr>
            <a:spLocks noChangeArrowheads="1"/>
          </p:cNvSpPr>
          <p:nvPr/>
        </p:nvSpPr>
        <p:spPr bwMode="auto">
          <a:xfrm>
            <a:off x="2163546" y="2149170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80" name="TextBox 3"/>
          <p:cNvSpPr txBox="1"/>
          <p:nvPr/>
        </p:nvSpPr>
        <p:spPr>
          <a:xfrm>
            <a:off x="2112746" y="212036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14381" name="Rectangle 4"/>
          <p:cNvSpPr>
            <a:spLocks noChangeArrowheads="1"/>
          </p:cNvSpPr>
          <p:nvPr/>
        </p:nvSpPr>
        <p:spPr bwMode="auto">
          <a:xfrm>
            <a:off x="2622702" y="2149170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82" name="TextBox 3"/>
          <p:cNvSpPr txBox="1"/>
          <p:nvPr/>
        </p:nvSpPr>
        <p:spPr>
          <a:xfrm>
            <a:off x="2571902" y="2120366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14383" name="TextBox 3"/>
          <p:cNvSpPr txBox="1"/>
          <p:nvPr/>
        </p:nvSpPr>
        <p:spPr>
          <a:xfrm>
            <a:off x="2571902" y="2237816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14384" name="Rectangle 4"/>
          <p:cNvSpPr>
            <a:spLocks noChangeArrowheads="1"/>
          </p:cNvSpPr>
          <p:nvPr/>
        </p:nvSpPr>
        <p:spPr bwMode="auto">
          <a:xfrm>
            <a:off x="3680282" y="2149170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85" name="TextBox 3"/>
          <p:cNvSpPr txBox="1"/>
          <p:nvPr/>
        </p:nvSpPr>
        <p:spPr>
          <a:xfrm>
            <a:off x="3629482" y="212036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847.8471230.1.415110.000000.847001.100178</a:t>
            </a:r>
            <a:endParaRPr lang="en-US" dirty="0"/>
          </a:p>
        </p:txBody>
      </p:sp>
      <p:sp>
        <p:nvSpPr>
          <p:cNvPr id="14386" name="Rectangle 4"/>
          <p:cNvSpPr>
            <a:spLocks noChangeArrowheads="1"/>
          </p:cNvSpPr>
          <p:nvPr/>
        </p:nvSpPr>
        <p:spPr bwMode="auto">
          <a:xfrm>
            <a:off x="5918962" y="214917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87" name="TextBox 3"/>
          <p:cNvSpPr txBox="1"/>
          <p:nvPr/>
        </p:nvSpPr>
        <p:spPr>
          <a:xfrm>
            <a:off x="6072225" y="212036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385,039</a:t>
            </a:r>
            <a:endParaRPr lang="en-US" dirty="0"/>
          </a:p>
        </p:txBody>
      </p:sp>
      <p:sp>
        <p:nvSpPr>
          <p:cNvPr id="14388" name="Rectangle 4"/>
          <p:cNvSpPr>
            <a:spLocks noChangeArrowheads="1"/>
          </p:cNvSpPr>
          <p:nvPr/>
        </p:nvSpPr>
        <p:spPr bwMode="auto">
          <a:xfrm>
            <a:off x="6566408" y="214917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89" name="TextBox 3"/>
          <p:cNvSpPr txBox="1"/>
          <p:nvPr/>
        </p:nvSpPr>
        <p:spPr>
          <a:xfrm>
            <a:off x="6719671" y="212036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563,709</a:t>
            </a:r>
            <a:endParaRPr lang="en-US" dirty="0"/>
          </a:p>
        </p:txBody>
      </p:sp>
      <p:sp>
        <p:nvSpPr>
          <p:cNvPr id="14390" name="Rectangle 4"/>
          <p:cNvSpPr>
            <a:spLocks noChangeArrowheads="1"/>
          </p:cNvSpPr>
          <p:nvPr/>
        </p:nvSpPr>
        <p:spPr bwMode="auto">
          <a:xfrm>
            <a:off x="7213854" y="214917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91" name="TextBox 3"/>
          <p:cNvSpPr txBox="1"/>
          <p:nvPr/>
        </p:nvSpPr>
        <p:spPr>
          <a:xfrm>
            <a:off x="7367118" y="212036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563,704</a:t>
            </a:r>
            <a:endParaRPr lang="en-US" dirty="0"/>
          </a:p>
        </p:txBody>
      </p:sp>
      <p:sp>
        <p:nvSpPr>
          <p:cNvPr id="14392" name="Rectangle 4"/>
          <p:cNvSpPr>
            <a:spLocks noChangeArrowheads="1"/>
          </p:cNvSpPr>
          <p:nvPr/>
        </p:nvSpPr>
        <p:spPr bwMode="auto">
          <a:xfrm>
            <a:off x="7861300" y="2149170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93" name="Rectangle 4"/>
          <p:cNvSpPr>
            <a:spLocks noChangeArrowheads="1"/>
          </p:cNvSpPr>
          <p:nvPr/>
        </p:nvSpPr>
        <p:spPr bwMode="auto">
          <a:xfrm>
            <a:off x="8094497" y="2149170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94" name="Rectangle 4"/>
          <p:cNvSpPr>
            <a:spLocks noChangeArrowheads="1"/>
          </p:cNvSpPr>
          <p:nvPr/>
        </p:nvSpPr>
        <p:spPr bwMode="auto">
          <a:xfrm>
            <a:off x="8333384" y="2149170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95" name="TextBox 3"/>
          <p:cNvSpPr txBox="1"/>
          <p:nvPr/>
        </p:nvSpPr>
        <p:spPr>
          <a:xfrm>
            <a:off x="8650986" y="212036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</a:t>
            </a:r>
            <a:endParaRPr lang="en-US" dirty="0"/>
          </a:p>
        </p:txBody>
      </p:sp>
      <p:sp>
        <p:nvSpPr>
          <p:cNvPr id="14396" name="Rectangle 4"/>
          <p:cNvSpPr>
            <a:spLocks noChangeArrowheads="1"/>
          </p:cNvSpPr>
          <p:nvPr/>
        </p:nvSpPr>
        <p:spPr bwMode="auto">
          <a:xfrm>
            <a:off x="878255" y="2426932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97" name="TextBox 3"/>
          <p:cNvSpPr txBox="1"/>
          <p:nvPr/>
        </p:nvSpPr>
        <p:spPr>
          <a:xfrm>
            <a:off x="827455" y="239812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8471230</a:t>
            </a:r>
            <a:endParaRPr lang="en-US" dirty="0"/>
          </a:p>
        </p:txBody>
      </p:sp>
      <p:sp>
        <p:nvSpPr>
          <p:cNvPr id="14398" name="Rectangle 4"/>
          <p:cNvSpPr>
            <a:spLocks noChangeArrowheads="1"/>
          </p:cNvSpPr>
          <p:nvPr/>
        </p:nvSpPr>
        <p:spPr bwMode="auto">
          <a:xfrm>
            <a:off x="1365758" y="2426932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399" name="TextBox 3"/>
          <p:cNvSpPr txBox="1"/>
          <p:nvPr/>
        </p:nvSpPr>
        <p:spPr>
          <a:xfrm>
            <a:off x="1314958" y="2398128"/>
            <a:ext cx="8893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Student</a:t>
            </a:r>
            <a:endParaRPr lang="en-US" dirty="0"/>
          </a:p>
        </p:txBody>
      </p:sp>
      <p:sp>
        <p:nvSpPr>
          <p:cNvPr id="14400" name="TextBox 3"/>
          <p:cNvSpPr txBox="1"/>
          <p:nvPr/>
        </p:nvSpPr>
        <p:spPr>
          <a:xfrm>
            <a:off x="1314958" y="2515578"/>
            <a:ext cx="6633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Enrollment</a:t>
            </a:r>
            <a:endParaRPr lang="en-US" dirty="0"/>
          </a:p>
        </p:txBody>
      </p:sp>
      <p:sp>
        <p:nvSpPr>
          <p:cNvPr id="14401" name="Rectangle 4"/>
          <p:cNvSpPr>
            <a:spLocks noChangeArrowheads="1"/>
          </p:cNvSpPr>
          <p:nvPr/>
        </p:nvSpPr>
        <p:spPr bwMode="auto">
          <a:xfrm>
            <a:off x="2163546" y="2426932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02" name="TextBox 3"/>
          <p:cNvSpPr txBox="1"/>
          <p:nvPr/>
        </p:nvSpPr>
        <p:spPr>
          <a:xfrm>
            <a:off x="2112746" y="239812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14403" name="Rectangle 4"/>
          <p:cNvSpPr>
            <a:spLocks noChangeArrowheads="1"/>
          </p:cNvSpPr>
          <p:nvPr/>
        </p:nvSpPr>
        <p:spPr bwMode="auto">
          <a:xfrm>
            <a:off x="2622702" y="2426932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04" name="TextBox 3"/>
          <p:cNvSpPr txBox="1"/>
          <p:nvPr/>
        </p:nvSpPr>
        <p:spPr>
          <a:xfrm>
            <a:off x="2571902" y="2398128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14405" name="TextBox 3"/>
          <p:cNvSpPr txBox="1"/>
          <p:nvPr/>
        </p:nvSpPr>
        <p:spPr>
          <a:xfrm>
            <a:off x="2571902" y="2515578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14406" name="Rectangle 4"/>
          <p:cNvSpPr>
            <a:spLocks noChangeArrowheads="1"/>
          </p:cNvSpPr>
          <p:nvPr/>
        </p:nvSpPr>
        <p:spPr bwMode="auto">
          <a:xfrm>
            <a:off x="3680282" y="2426932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07" name="TextBox 3"/>
          <p:cNvSpPr txBox="1"/>
          <p:nvPr/>
        </p:nvSpPr>
        <p:spPr>
          <a:xfrm>
            <a:off x="3629482" y="239812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847.8471230.1.416110.000000.847001.100178</a:t>
            </a:r>
            <a:endParaRPr lang="en-US" dirty="0"/>
          </a:p>
        </p:txBody>
      </p:sp>
      <p:sp>
        <p:nvSpPr>
          <p:cNvPr id="14408" name="Rectangle 4"/>
          <p:cNvSpPr>
            <a:spLocks noChangeArrowheads="1"/>
          </p:cNvSpPr>
          <p:nvPr/>
        </p:nvSpPr>
        <p:spPr bwMode="auto">
          <a:xfrm>
            <a:off x="5918962" y="242693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09" name="TextBox 3"/>
          <p:cNvSpPr txBox="1"/>
          <p:nvPr/>
        </p:nvSpPr>
        <p:spPr>
          <a:xfrm>
            <a:off x="6382918" y="239812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4410" name="Rectangle 4"/>
          <p:cNvSpPr>
            <a:spLocks noChangeArrowheads="1"/>
          </p:cNvSpPr>
          <p:nvPr/>
        </p:nvSpPr>
        <p:spPr bwMode="auto">
          <a:xfrm>
            <a:off x="6566408" y="242693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11" name="TextBox 3"/>
          <p:cNvSpPr txBox="1"/>
          <p:nvPr/>
        </p:nvSpPr>
        <p:spPr>
          <a:xfrm>
            <a:off x="6776161" y="239812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28,861</a:t>
            </a:r>
            <a:endParaRPr lang="en-US" dirty="0"/>
          </a:p>
        </p:txBody>
      </p:sp>
      <p:sp>
        <p:nvSpPr>
          <p:cNvPr id="14412" name="Rectangle 4"/>
          <p:cNvSpPr>
            <a:spLocks noChangeArrowheads="1"/>
          </p:cNvSpPr>
          <p:nvPr/>
        </p:nvSpPr>
        <p:spPr bwMode="auto">
          <a:xfrm>
            <a:off x="7213854" y="242693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13" name="TextBox 3"/>
          <p:cNvSpPr txBox="1"/>
          <p:nvPr/>
        </p:nvSpPr>
        <p:spPr>
          <a:xfrm>
            <a:off x="7423607" y="239812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28,861</a:t>
            </a:r>
            <a:endParaRPr lang="en-US" dirty="0"/>
          </a:p>
        </p:txBody>
      </p:sp>
      <p:sp>
        <p:nvSpPr>
          <p:cNvPr id="14414" name="Rectangle 4"/>
          <p:cNvSpPr>
            <a:spLocks noChangeArrowheads="1"/>
          </p:cNvSpPr>
          <p:nvPr/>
        </p:nvSpPr>
        <p:spPr bwMode="auto">
          <a:xfrm>
            <a:off x="7861300" y="2426932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15" name="Rectangle 4"/>
          <p:cNvSpPr>
            <a:spLocks noChangeArrowheads="1"/>
          </p:cNvSpPr>
          <p:nvPr/>
        </p:nvSpPr>
        <p:spPr bwMode="auto">
          <a:xfrm>
            <a:off x="8094497" y="2426932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16" name="Rectangle 4"/>
          <p:cNvSpPr>
            <a:spLocks noChangeArrowheads="1"/>
          </p:cNvSpPr>
          <p:nvPr/>
        </p:nvSpPr>
        <p:spPr bwMode="auto">
          <a:xfrm>
            <a:off x="8333384" y="2426932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17" name="TextBox 3"/>
          <p:cNvSpPr txBox="1"/>
          <p:nvPr/>
        </p:nvSpPr>
        <p:spPr>
          <a:xfrm>
            <a:off x="8650986" y="239812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4418" name="Rectangle 4"/>
          <p:cNvSpPr>
            <a:spLocks noChangeArrowheads="1"/>
          </p:cNvSpPr>
          <p:nvPr/>
        </p:nvSpPr>
        <p:spPr bwMode="auto">
          <a:xfrm>
            <a:off x="878255" y="2704693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19" name="TextBox 3"/>
          <p:cNvSpPr txBox="1"/>
          <p:nvPr/>
        </p:nvSpPr>
        <p:spPr>
          <a:xfrm>
            <a:off x="827455" y="267589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8471230</a:t>
            </a:r>
            <a:endParaRPr lang="en-US" dirty="0"/>
          </a:p>
        </p:txBody>
      </p:sp>
      <p:sp>
        <p:nvSpPr>
          <p:cNvPr id="14420" name="Rectangle 4"/>
          <p:cNvSpPr>
            <a:spLocks noChangeArrowheads="1"/>
          </p:cNvSpPr>
          <p:nvPr/>
        </p:nvSpPr>
        <p:spPr bwMode="auto">
          <a:xfrm>
            <a:off x="1365758" y="2704693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21" name="TextBox 3"/>
          <p:cNvSpPr txBox="1"/>
          <p:nvPr/>
        </p:nvSpPr>
        <p:spPr>
          <a:xfrm>
            <a:off x="1314958" y="2675890"/>
            <a:ext cx="8893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Student</a:t>
            </a:r>
            <a:endParaRPr lang="en-US" dirty="0"/>
          </a:p>
        </p:txBody>
      </p:sp>
      <p:sp>
        <p:nvSpPr>
          <p:cNvPr id="14422" name="TextBox 3"/>
          <p:cNvSpPr txBox="1"/>
          <p:nvPr/>
        </p:nvSpPr>
        <p:spPr>
          <a:xfrm>
            <a:off x="1314958" y="2793339"/>
            <a:ext cx="6633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Enrollment</a:t>
            </a:r>
            <a:endParaRPr lang="en-US" dirty="0"/>
          </a:p>
        </p:txBody>
      </p:sp>
      <p:sp>
        <p:nvSpPr>
          <p:cNvPr id="14423" name="Rectangle 4"/>
          <p:cNvSpPr>
            <a:spLocks noChangeArrowheads="1"/>
          </p:cNvSpPr>
          <p:nvPr/>
        </p:nvSpPr>
        <p:spPr bwMode="auto">
          <a:xfrm>
            <a:off x="2163546" y="2704693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24" name="TextBox 3"/>
          <p:cNvSpPr txBox="1"/>
          <p:nvPr/>
        </p:nvSpPr>
        <p:spPr>
          <a:xfrm>
            <a:off x="2112746" y="267589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14425" name="Rectangle 4"/>
          <p:cNvSpPr>
            <a:spLocks noChangeArrowheads="1"/>
          </p:cNvSpPr>
          <p:nvPr/>
        </p:nvSpPr>
        <p:spPr bwMode="auto">
          <a:xfrm>
            <a:off x="2622702" y="2704693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26" name="TextBox 3"/>
          <p:cNvSpPr txBox="1"/>
          <p:nvPr/>
        </p:nvSpPr>
        <p:spPr>
          <a:xfrm>
            <a:off x="2571902" y="2675890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14427" name="TextBox 3"/>
          <p:cNvSpPr txBox="1"/>
          <p:nvPr/>
        </p:nvSpPr>
        <p:spPr>
          <a:xfrm>
            <a:off x="2571902" y="2793339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14428" name="Rectangle 4"/>
          <p:cNvSpPr>
            <a:spLocks noChangeArrowheads="1"/>
          </p:cNvSpPr>
          <p:nvPr/>
        </p:nvSpPr>
        <p:spPr bwMode="auto">
          <a:xfrm>
            <a:off x="3680282" y="2704693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29" name="TextBox 3"/>
          <p:cNvSpPr txBox="1"/>
          <p:nvPr/>
        </p:nvSpPr>
        <p:spPr>
          <a:xfrm>
            <a:off x="3629482" y="267589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847.8471230.1.416310.000000.847001.100178</a:t>
            </a:r>
            <a:endParaRPr lang="en-US" dirty="0"/>
          </a:p>
        </p:txBody>
      </p:sp>
      <p:sp>
        <p:nvSpPr>
          <p:cNvPr id="14430" name="Rectangle 4"/>
          <p:cNvSpPr>
            <a:spLocks noChangeArrowheads="1"/>
          </p:cNvSpPr>
          <p:nvPr/>
        </p:nvSpPr>
        <p:spPr bwMode="auto">
          <a:xfrm>
            <a:off x="5918962" y="270469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31" name="TextBox 3"/>
          <p:cNvSpPr txBox="1"/>
          <p:nvPr/>
        </p:nvSpPr>
        <p:spPr>
          <a:xfrm>
            <a:off x="6382918" y="267589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4432" name="Rectangle 4"/>
          <p:cNvSpPr>
            <a:spLocks noChangeArrowheads="1"/>
          </p:cNvSpPr>
          <p:nvPr/>
        </p:nvSpPr>
        <p:spPr bwMode="auto">
          <a:xfrm>
            <a:off x="6566408" y="270469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33" name="TextBox 3"/>
          <p:cNvSpPr txBox="1"/>
          <p:nvPr/>
        </p:nvSpPr>
        <p:spPr>
          <a:xfrm>
            <a:off x="6776161" y="267589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54,745</a:t>
            </a:r>
            <a:endParaRPr lang="en-US" dirty="0"/>
          </a:p>
        </p:txBody>
      </p:sp>
      <p:sp>
        <p:nvSpPr>
          <p:cNvPr id="14434" name="Rectangle 4"/>
          <p:cNvSpPr>
            <a:spLocks noChangeArrowheads="1"/>
          </p:cNvSpPr>
          <p:nvPr/>
        </p:nvSpPr>
        <p:spPr bwMode="auto">
          <a:xfrm>
            <a:off x="7213854" y="270469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35" name="TextBox 3"/>
          <p:cNvSpPr txBox="1"/>
          <p:nvPr/>
        </p:nvSpPr>
        <p:spPr>
          <a:xfrm>
            <a:off x="7423607" y="267589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54,744</a:t>
            </a:r>
            <a:endParaRPr lang="en-US" dirty="0"/>
          </a:p>
        </p:txBody>
      </p:sp>
      <p:sp>
        <p:nvSpPr>
          <p:cNvPr id="14436" name="Rectangle 4"/>
          <p:cNvSpPr>
            <a:spLocks noChangeArrowheads="1"/>
          </p:cNvSpPr>
          <p:nvPr/>
        </p:nvSpPr>
        <p:spPr bwMode="auto">
          <a:xfrm>
            <a:off x="7861300" y="2704693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37" name="Rectangle 4"/>
          <p:cNvSpPr>
            <a:spLocks noChangeArrowheads="1"/>
          </p:cNvSpPr>
          <p:nvPr/>
        </p:nvSpPr>
        <p:spPr bwMode="auto">
          <a:xfrm>
            <a:off x="8094497" y="2704693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38" name="Rectangle 4"/>
          <p:cNvSpPr>
            <a:spLocks noChangeArrowheads="1"/>
          </p:cNvSpPr>
          <p:nvPr/>
        </p:nvSpPr>
        <p:spPr bwMode="auto">
          <a:xfrm>
            <a:off x="8333384" y="2704693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39" name="TextBox 3"/>
          <p:cNvSpPr txBox="1"/>
          <p:nvPr/>
        </p:nvSpPr>
        <p:spPr>
          <a:xfrm>
            <a:off x="8650986" y="267589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4440" name="Rectangle 4"/>
          <p:cNvSpPr>
            <a:spLocks noChangeArrowheads="1"/>
          </p:cNvSpPr>
          <p:nvPr/>
        </p:nvSpPr>
        <p:spPr bwMode="auto">
          <a:xfrm>
            <a:off x="878255" y="2982455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441" name="TextBox 3"/>
          <p:cNvSpPr txBox="1"/>
          <p:nvPr/>
        </p:nvSpPr>
        <p:spPr>
          <a:xfrm>
            <a:off x="827455" y="295365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8471230</a:t>
            </a:r>
            <a:endParaRPr lang="en-US" dirty="0"/>
          </a:p>
        </p:txBody>
      </p:sp>
      <p:sp>
        <p:nvSpPr>
          <p:cNvPr id="14442" name="TextBox 3"/>
          <p:cNvSpPr txBox="1"/>
          <p:nvPr/>
        </p:nvSpPr>
        <p:spPr>
          <a:xfrm>
            <a:off x="827455" y="3071101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4443" name="Rectangle 4"/>
          <p:cNvSpPr>
            <a:spLocks noChangeArrowheads="1"/>
          </p:cNvSpPr>
          <p:nvPr/>
        </p:nvSpPr>
        <p:spPr bwMode="auto">
          <a:xfrm>
            <a:off x="1365758" y="2982455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444" name="Rectangle 4"/>
          <p:cNvSpPr>
            <a:spLocks noChangeArrowheads="1"/>
          </p:cNvSpPr>
          <p:nvPr/>
        </p:nvSpPr>
        <p:spPr bwMode="auto">
          <a:xfrm>
            <a:off x="2163546" y="2982455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445" name="Rectangle 4"/>
          <p:cNvSpPr>
            <a:spLocks noChangeArrowheads="1"/>
          </p:cNvSpPr>
          <p:nvPr/>
        </p:nvSpPr>
        <p:spPr bwMode="auto">
          <a:xfrm>
            <a:off x="2622702" y="2982455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446" name="Rectangle 4"/>
          <p:cNvSpPr>
            <a:spLocks noChangeArrowheads="1"/>
          </p:cNvSpPr>
          <p:nvPr/>
        </p:nvSpPr>
        <p:spPr bwMode="auto">
          <a:xfrm>
            <a:off x="3680282" y="2982455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447" name="Rectangle 4"/>
          <p:cNvSpPr>
            <a:spLocks noChangeArrowheads="1"/>
          </p:cNvSpPr>
          <p:nvPr/>
        </p:nvSpPr>
        <p:spPr bwMode="auto">
          <a:xfrm>
            <a:off x="5918962" y="2982455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448" name="TextBox 3"/>
          <p:cNvSpPr txBox="1"/>
          <p:nvPr/>
        </p:nvSpPr>
        <p:spPr>
          <a:xfrm>
            <a:off x="5987491" y="295365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3,637,315</a:t>
            </a:r>
            <a:endParaRPr lang="en-US" dirty="0"/>
          </a:p>
        </p:txBody>
      </p:sp>
      <p:sp>
        <p:nvSpPr>
          <p:cNvPr id="14449" name="Rectangle 4"/>
          <p:cNvSpPr>
            <a:spLocks noChangeArrowheads="1"/>
          </p:cNvSpPr>
          <p:nvPr/>
        </p:nvSpPr>
        <p:spPr bwMode="auto">
          <a:xfrm>
            <a:off x="6566408" y="2982455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450" name="TextBox 3"/>
          <p:cNvSpPr txBox="1"/>
          <p:nvPr/>
        </p:nvSpPr>
        <p:spPr>
          <a:xfrm>
            <a:off x="6634937" y="295365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5,755,467</a:t>
            </a:r>
            <a:endParaRPr lang="en-US" dirty="0"/>
          </a:p>
        </p:txBody>
      </p:sp>
      <p:sp>
        <p:nvSpPr>
          <p:cNvPr id="14451" name="Rectangle 4"/>
          <p:cNvSpPr>
            <a:spLocks noChangeArrowheads="1"/>
          </p:cNvSpPr>
          <p:nvPr/>
        </p:nvSpPr>
        <p:spPr bwMode="auto">
          <a:xfrm>
            <a:off x="7213854" y="2982455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452" name="TextBox 3"/>
          <p:cNvSpPr txBox="1"/>
          <p:nvPr/>
        </p:nvSpPr>
        <p:spPr>
          <a:xfrm>
            <a:off x="7282383" y="2953652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5,754,266</a:t>
            </a:r>
            <a:endParaRPr lang="en-US" dirty="0"/>
          </a:p>
        </p:txBody>
      </p:sp>
      <p:sp>
        <p:nvSpPr>
          <p:cNvPr id="14453" name="Rectangle 4"/>
          <p:cNvSpPr>
            <a:spLocks noChangeArrowheads="1"/>
          </p:cNvSpPr>
          <p:nvPr/>
        </p:nvSpPr>
        <p:spPr bwMode="auto">
          <a:xfrm>
            <a:off x="7861300" y="2982455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454" name="Rectangle 4"/>
          <p:cNvSpPr>
            <a:spLocks noChangeArrowheads="1"/>
          </p:cNvSpPr>
          <p:nvPr/>
        </p:nvSpPr>
        <p:spPr bwMode="auto">
          <a:xfrm>
            <a:off x="8094497" y="2982455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455" name="Rectangle 4"/>
          <p:cNvSpPr>
            <a:spLocks noChangeArrowheads="1"/>
          </p:cNvSpPr>
          <p:nvPr/>
        </p:nvSpPr>
        <p:spPr bwMode="auto">
          <a:xfrm>
            <a:off x="8333384" y="2982455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456" name="TextBox 3"/>
          <p:cNvSpPr txBox="1"/>
          <p:nvPr/>
        </p:nvSpPr>
        <p:spPr>
          <a:xfrm>
            <a:off x="8453272" y="2953652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1,201</a:t>
            </a:r>
            <a:endParaRPr lang="en-US" dirty="0"/>
          </a:p>
        </p:txBody>
      </p:sp>
      <p:sp>
        <p:nvSpPr>
          <p:cNvPr id="14457" name="Rectangle 4"/>
          <p:cNvSpPr>
            <a:spLocks noChangeArrowheads="1"/>
          </p:cNvSpPr>
          <p:nvPr/>
        </p:nvSpPr>
        <p:spPr bwMode="auto">
          <a:xfrm>
            <a:off x="878255" y="3260217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58" name="TextBox 3"/>
          <p:cNvSpPr txBox="1"/>
          <p:nvPr/>
        </p:nvSpPr>
        <p:spPr>
          <a:xfrm>
            <a:off x="827455" y="323141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8471240</a:t>
            </a:r>
            <a:endParaRPr lang="en-US" dirty="0"/>
          </a:p>
        </p:txBody>
      </p:sp>
      <p:sp>
        <p:nvSpPr>
          <p:cNvPr id="14459" name="Rectangle 4"/>
          <p:cNvSpPr>
            <a:spLocks noChangeArrowheads="1"/>
          </p:cNvSpPr>
          <p:nvPr/>
        </p:nvSpPr>
        <p:spPr bwMode="auto">
          <a:xfrm>
            <a:off x="1365758" y="3260217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60" name="TextBox 3"/>
          <p:cNvSpPr txBox="1"/>
          <p:nvPr/>
        </p:nvSpPr>
        <p:spPr>
          <a:xfrm>
            <a:off x="1314958" y="3231413"/>
            <a:ext cx="8893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Student</a:t>
            </a:r>
            <a:endParaRPr lang="en-US" dirty="0"/>
          </a:p>
        </p:txBody>
      </p:sp>
      <p:sp>
        <p:nvSpPr>
          <p:cNvPr id="14461" name="TextBox 3"/>
          <p:cNvSpPr txBox="1"/>
          <p:nvPr/>
        </p:nvSpPr>
        <p:spPr>
          <a:xfrm>
            <a:off x="1314958" y="3348863"/>
            <a:ext cx="561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Success</a:t>
            </a:r>
            <a:endParaRPr lang="en-US" dirty="0"/>
          </a:p>
        </p:txBody>
      </p:sp>
      <p:sp>
        <p:nvSpPr>
          <p:cNvPr id="14462" name="Rectangle 4"/>
          <p:cNvSpPr>
            <a:spLocks noChangeArrowheads="1"/>
          </p:cNvSpPr>
          <p:nvPr/>
        </p:nvSpPr>
        <p:spPr bwMode="auto">
          <a:xfrm>
            <a:off x="2163546" y="3260217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63" name="TextBox 3"/>
          <p:cNvSpPr txBox="1"/>
          <p:nvPr/>
        </p:nvSpPr>
        <p:spPr>
          <a:xfrm>
            <a:off x="2112746" y="323141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14464" name="Rectangle 4"/>
          <p:cNvSpPr>
            <a:spLocks noChangeArrowheads="1"/>
          </p:cNvSpPr>
          <p:nvPr/>
        </p:nvSpPr>
        <p:spPr bwMode="auto">
          <a:xfrm>
            <a:off x="2622702" y="3260217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65" name="TextBox 3"/>
          <p:cNvSpPr txBox="1"/>
          <p:nvPr/>
        </p:nvSpPr>
        <p:spPr>
          <a:xfrm>
            <a:off x="2571902" y="3231413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14466" name="TextBox 3"/>
          <p:cNvSpPr txBox="1"/>
          <p:nvPr/>
        </p:nvSpPr>
        <p:spPr>
          <a:xfrm>
            <a:off x="2571902" y="3348863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14467" name="Rectangle 4"/>
          <p:cNvSpPr>
            <a:spLocks noChangeArrowheads="1"/>
          </p:cNvSpPr>
          <p:nvPr/>
        </p:nvSpPr>
        <p:spPr bwMode="auto">
          <a:xfrm>
            <a:off x="3680282" y="3260217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68" name="TextBox 3"/>
          <p:cNvSpPr txBox="1"/>
          <p:nvPr/>
        </p:nvSpPr>
        <p:spPr>
          <a:xfrm>
            <a:off x="3629482" y="323141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847.8471240.1.412121.000000.847001.100178</a:t>
            </a:r>
            <a:endParaRPr lang="en-US" dirty="0"/>
          </a:p>
        </p:txBody>
      </p:sp>
      <p:sp>
        <p:nvSpPr>
          <p:cNvPr id="14469" name="Rectangle 4"/>
          <p:cNvSpPr>
            <a:spLocks noChangeArrowheads="1"/>
          </p:cNvSpPr>
          <p:nvPr/>
        </p:nvSpPr>
        <p:spPr bwMode="auto">
          <a:xfrm>
            <a:off x="5918962" y="326021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70" name="TextBox 3"/>
          <p:cNvSpPr txBox="1"/>
          <p:nvPr/>
        </p:nvSpPr>
        <p:spPr>
          <a:xfrm>
            <a:off x="5987491" y="323141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2,209,979</a:t>
            </a:r>
            <a:endParaRPr lang="en-US" dirty="0"/>
          </a:p>
        </p:txBody>
      </p:sp>
      <p:sp>
        <p:nvSpPr>
          <p:cNvPr id="14471" name="Rectangle 4"/>
          <p:cNvSpPr>
            <a:spLocks noChangeArrowheads="1"/>
          </p:cNvSpPr>
          <p:nvPr/>
        </p:nvSpPr>
        <p:spPr bwMode="auto">
          <a:xfrm>
            <a:off x="6566408" y="326021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72" name="TextBox 3"/>
          <p:cNvSpPr txBox="1"/>
          <p:nvPr/>
        </p:nvSpPr>
        <p:spPr>
          <a:xfrm>
            <a:off x="6634937" y="323141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2,254,679</a:t>
            </a:r>
            <a:endParaRPr lang="en-US" dirty="0"/>
          </a:p>
        </p:txBody>
      </p:sp>
      <p:sp>
        <p:nvSpPr>
          <p:cNvPr id="14473" name="Rectangle 4"/>
          <p:cNvSpPr>
            <a:spLocks noChangeArrowheads="1"/>
          </p:cNvSpPr>
          <p:nvPr/>
        </p:nvSpPr>
        <p:spPr bwMode="auto">
          <a:xfrm>
            <a:off x="7213854" y="3260217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74" name="TextBox 3"/>
          <p:cNvSpPr txBox="1"/>
          <p:nvPr/>
        </p:nvSpPr>
        <p:spPr>
          <a:xfrm>
            <a:off x="7282383" y="323141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2,254,675</a:t>
            </a:r>
            <a:endParaRPr lang="en-US" dirty="0"/>
          </a:p>
        </p:txBody>
      </p:sp>
      <p:sp>
        <p:nvSpPr>
          <p:cNvPr id="14475" name="Rectangle 4"/>
          <p:cNvSpPr>
            <a:spLocks noChangeArrowheads="1"/>
          </p:cNvSpPr>
          <p:nvPr/>
        </p:nvSpPr>
        <p:spPr bwMode="auto">
          <a:xfrm>
            <a:off x="7861300" y="3260217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76" name="Rectangle 4"/>
          <p:cNvSpPr>
            <a:spLocks noChangeArrowheads="1"/>
          </p:cNvSpPr>
          <p:nvPr/>
        </p:nvSpPr>
        <p:spPr bwMode="auto">
          <a:xfrm>
            <a:off x="8094497" y="3260217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77" name="Rectangle 4"/>
          <p:cNvSpPr>
            <a:spLocks noChangeArrowheads="1"/>
          </p:cNvSpPr>
          <p:nvPr/>
        </p:nvSpPr>
        <p:spPr bwMode="auto">
          <a:xfrm>
            <a:off x="8333384" y="3260217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78" name="TextBox 3"/>
          <p:cNvSpPr txBox="1"/>
          <p:nvPr/>
        </p:nvSpPr>
        <p:spPr>
          <a:xfrm>
            <a:off x="8650986" y="323141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</a:t>
            </a:r>
            <a:endParaRPr lang="en-US" dirty="0"/>
          </a:p>
        </p:txBody>
      </p:sp>
      <p:sp>
        <p:nvSpPr>
          <p:cNvPr id="14479" name="Rectangle 4"/>
          <p:cNvSpPr>
            <a:spLocks noChangeArrowheads="1"/>
          </p:cNvSpPr>
          <p:nvPr/>
        </p:nvSpPr>
        <p:spPr bwMode="auto">
          <a:xfrm>
            <a:off x="878255" y="3537978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80" name="TextBox 3"/>
          <p:cNvSpPr txBox="1"/>
          <p:nvPr/>
        </p:nvSpPr>
        <p:spPr>
          <a:xfrm>
            <a:off x="827455" y="350917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8471240</a:t>
            </a:r>
            <a:endParaRPr lang="en-US" dirty="0"/>
          </a:p>
        </p:txBody>
      </p:sp>
      <p:sp>
        <p:nvSpPr>
          <p:cNvPr id="14481" name="Rectangle 4"/>
          <p:cNvSpPr>
            <a:spLocks noChangeArrowheads="1"/>
          </p:cNvSpPr>
          <p:nvPr/>
        </p:nvSpPr>
        <p:spPr bwMode="auto">
          <a:xfrm>
            <a:off x="1365758" y="3537978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82" name="TextBox 3"/>
          <p:cNvSpPr txBox="1"/>
          <p:nvPr/>
        </p:nvSpPr>
        <p:spPr>
          <a:xfrm>
            <a:off x="1314958" y="3509175"/>
            <a:ext cx="8893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Student</a:t>
            </a:r>
            <a:endParaRPr lang="en-US" dirty="0"/>
          </a:p>
        </p:txBody>
      </p:sp>
      <p:sp>
        <p:nvSpPr>
          <p:cNvPr id="14483" name="TextBox 3"/>
          <p:cNvSpPr txBox="1"/>
          <p:nvPr/>
        </p:nvSpPr>
        <p:spPr>
          <a:xfrm>
            <a:off x="1314958" y="3626624"/>
            <a:ext cx="561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Success</a:t>
            </a:r>
            <a:endParaRPr lang="en-US" dirty="0"/>
          </a:p>
        </p:txBody>
      </p:sp>
      <p:sp>
        <p:nvSpPr>
          <p:cNvPr id="14484" name="Rectangle 4"/>
          <p:cNvSpPr>
            <a:spLocks noChangeArrowheads="1"/>
          </p:cNvSpPr>
          <p:nvPr/>
        </p:nvSpPr>
        <p:spPr bwMode="auto">
          <a:xfrm>
            <a:off x="2163546" y="3537978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85" name="TextBox 3"/>
          <p:cNvSpPr txBox="1"/>
          <p:nvPr/>
        </p:nvSpPr>
        <p:spPr>
          <a:xfrm>
            <a:off x="2112746" y="350917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14486" name="Rectangle 4"/>
          <p:cNvSpPr>
            <a:spLocks noChangeArrowheads="1"/>
          </p:cNvSpPr>
          <p:nvPr/>
        </p:nvSpPr>
        <p:spPr bwMode="auto">
          <a:xfrm>
            <a:off x="2622702" y="3537978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87" name="TextBox 3"/>
          <p:cNvSpPr txBox="1"/>
          <p:nvPr/>
        </p:nvSpPr>
        <p:spPr>
          <a:xfrm>
            <a:off x="2571902" y="3509175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14488" name="TextBox 3"/>
          <p:cNvSpPr txBox="1"/>
          <p:nvPr/>
        </p:nvSpPr>
        <p:spPr>
          <a:xfrm>
            <a:off x="2571902" y="3626624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14489" name="TextBox 3"/>
          <p:cNvSpPr txBox="1"/>
          <p:nvPr/>
        </p:nvSpPr>
        <p:spPr>
          <a:xfrm>
            <a:off x="2571902" y="3744074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14490" name="Rectangle 4"/>
          <p:cNvSpPr>
            <a:spLocks noChangeArrowheads="1"/>
          </p:cNvSpPr>
          <p:nvPr/>
        </p:nvSpPr>
        <p:spPr bwMode="auto">
          <a:xfrm>
            <a:off x="3680282" y="3537978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91" name="TextBox 3"/>
          <p:cNvSpPr txBox="1"/>
          <p:nvPr/>
        </p:nvSpPr>
        <p:spPr>
          <a:xfrm>
            <a:off x="3629482" y="350917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847.8471240.1.412125.000000.847001.100178</a:t>
            </a:r>
            <a:endParaRPr lang="en-US" dirty="0"/>
          </a:p>
        </p:txBody>
      </p:sp>
      <p:sp>
        <p:nvSpPr>
          <p:cNvPr id="14492" name="Rectangle 4"/>
          <p:cNvSpPr>
            <a:spLocks noChangeArrowheads="1"/>
          </p:cNvSpPr>
          <p:nvPr/>
        </p:nvSpPr>
        <p:spPr bwMode="auto">
          <a:xfrm>
            <a:off x="5918962" y="353797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93" name="TextBox 3"/>
          <p:cNvSpPr txBox="1"/>
          <p:nvPr/>
        </p:nvSpPr>
        <p:spPr>
          <a:xfrm>
            <a:off x="5987491" y="350917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2,244,646</a:t>
            </a:r>
            <a:endParaRPr lang="en-US" dirty="0"/>
          </a:p>
        </p:txBody>
      </p:sp>
      <p:sp>
        <p:nvSpPr>
          <p:cNvPr id="14494" name="Rectangle 4"/>
          <p:cNvSpPr>
            <a:spLocks noChangeArrowheads="1"/>
          </p:cNvSpPr>
          <p:nvPr/>
        </p:nvSpPr>
        <p:spPr bwMode="auto">
          <a:xfrm>
            <a:off x="6566408" y="353797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95" name="TextBox 3"/>
          <p:cNvSpPr txBox="1"/>
          <p:nvPr/>
        </p:nvSpPr>
        <p:spPr>
          <a:xfrm>
            <a:off x="6634937" y="350917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2,468,200</a:t>
            </a:r>
            <a:endParaRPr lang="en-US" dirty="0"/>
          </a:p>
        </p:txBody>
      </p:sp>
      <p:sp>
        <p:nvSpPr>
          <p:cNvPr id="14496" name="Rectangle 4"/>
          <p:cNvSpPr>
            <a:spLocks noChangeArrowheads="1"/>
          </p:cNvSpPr>
          <p:nvPr/>
        </p:nvSpPr>
        <p:spPr bwMode="auto">
          <a:xfrm>
            <a:off x="7213854" y="353797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97" name="TextBox 3"/>
          <p:cNvSpPr txBox="1"/>
          <p:nvPr/>
        </p:nvSpPr>
        <p:spPr>
          <a:xfrm>
            <a:off x="7282383" y="350917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2,468,023</a:t>
            </a:r>
            <a:endParaRPr lang="en-US" dirty="0"/>
          </a:p>
        </p:txBody>
      </p:sp>
      <p:sp>
        <p:nvSpPr>
          <p:cNvPr id="14498" name="Rectangle 4"/>
          <p:cNvSpPr>
            <a:spLocks noChangeArrowheads="1"/>
          </p:cNvSpPr>
          <p:nvPr/>
        </p:nvSpPr>
        <p:spPr bwMode="auto">
          <a:xfrm>
            <a:off x="7861300" y="3537978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499" name="Rectangle 4"/>
          <p:cNvSpPr>
            <a:spLocks noChangeArrowheads="1"/>
          </p:cNvSpPr>
          <p:nvPr/>
        </p:nvSpPr>
        <p:spPr bwMode="auto">
          <a:xfrm>
            <a:off x="8094497" y="3537978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00" name="Rectangle 4"/>
          <p:cNvSpPr>
            <a:spLocks noChangeArrowheads="1"/>
          </p:cNvSpPr>
          <p:nvPr/>
        </p:nvSpPr>
        <p:spPr bwMode="auto">
          <a:xfrm>
            <a:off x="8333384" y="3537978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01" name="TextBox 3"/>
          <p:cNvSpPr txBox="1"/>
          <p:nvPr/>
        </p:nvSpPr>
        <p:spPr>
          <a:xfrm>
            <a:off x="8538006" y="3509175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177</a:t>
            </a:r>
            <a:endParaRPr lang="en-US" dirty="0"/>
          </a:p>
        </p:txBody>
      </p:sp>
      <p:sp>
        <p:nvSpPr>
          <p:cNvPr id="14502" name="Rectangle 4"/>
          <p:cNvSpPr>
            <a:spLocks noChangeArrowheads="1"/>
          </p:cNvSpPr>
          <p:nvPr/>
        </p:nvSpPr>
        <p:spPr bwMode="auto">
          <a:xfrm>
            <a:off x="878255" y="3933190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03" name="TextBox 3"/>
          <p:cNvSpPr txBox="1"/>
          <p:nvPr/>
        </p:nvSpPr>
        <p:spPr>
          <a:xfrm>
            <a:off x="827455" y="390438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8471240</a:t>
            </a:r>
            <a:endParaRPr lang="en-US" dirty="0"/>
          </a:p>
        </p:txBody>
      </p:sp>
      <p:sp>
        <p:nvSpPr>
          <p:cNvPr id="14504" name="Rectangle 4"/>
          <p:cNvSpPr>
            <a:spLocks noChangeArrowheads="1"/>
          </p:cNvSpPr>
          <p:nvPr/>
        </p:nvSpPr>
        <p:spPr bwMode="auto">
          <a:xfrm>
            <a:off x="1365758" y="3933190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05" name="TextBox 3"/>
          <p:cNvSpPr txBox="1"/>
          <p:nvPr/>
        </p:nvSpPr>
        <p:spPr>
          <a:xfrm>
            <a:off x="1314958" y="3904386"/>
            <a:ext cx="8893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Student</a:t>
            </a:r>
            <a:endParaRPr lang="en-US" dirty="0"/>
          </a:p>
        </p:txBody>
      </p:sp>
      <p:sp>
        <p:nvSpPr>
          <p:cNvPr id="14506" name="TextBox 3"/>
          <p:cNvSpPr txBox="1"/>
          <p:nvPr/>
        </p:nvSpPr>
        <p:spPr>
          <a:xfrm>
            <a:off x="1314958" y="4021835"/>
            <a:ext cx="561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Success</a:t>
            </a:r>
            <a:endParaRPr lang="en-US" dirty="0"/>
          </a:p>
        </p:txBody>
      </p:sp>
      <p:sp>
        <p:nvSpPr>
          <p:cNvPr id="14507" name="Rectangle 4"/>
          <p:cNvSpPr>
            <a:spLocks noChangeArrowheads="1"/>
          </p:cNvSpPr>
          <p:nvPr/>
        </p:nvSpPr>
        <p:spPr bwMode="auto">
          <a:xfrm>
            <a:off x="2163546" y="3933190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08" name="TextBox 3"/>
          <p:cNvSpPr txBox="1"/>
          <p:nvPr/>
        </p:nvSpPr>
        <p:spPr>
          <a:xfrm>
            <a:off x="2112746" y="390438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14509" name="Rectangle 4"/>
          <p:cNvSpPr>
            <a:spLocks noChangeArrowheads="1"/>
          </p:cNvSpPr>
          <p:nvPr/>
        </p:nvSpPr>
        <p:spPr bwMode="auto">
          <a:xfrm>
            <a:off x="2622702" y="3933190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10" name="TextBox 3"/>
          <p:cNvSpPr txBox="1"/>
          <p:nvPr/>
        </p:nvSpPr>
        <p:spPr>
          <a:xfrm>
            <a:off x="2571902" y="3904386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14511" name="TextBox 3"/>
          <p:cNvSpPr txBox="1"/>
          <p:nvPr/>
        </p:nvSpPr>
        <p:spPr>
          <a:xfrm>
            <a:off x="2571902" y="4021835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14512" name="Rectangle 4"/>
          <p:cNvSpPr>
            <a:spLocks noChangeArrowheads="1"/>
          </p:cNvSpPr>
          <p:nvPr/>
        </p:nvSpPr>
        <p:spPr bwMode="auto">
          <a:xfrm>
            <a:off x="3680282" y="3933190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13" name="TextBox 3"/>
          <p:cNvSpPr txBox="1"/>
          <p:nvPr/>
        </p:nvSpPr>
        <p:spPr>
          <a:xfrm>
            <a:off x="3629482" y="390438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847.8471240.1.412534.000000.847001.100178</a:t>
            </a:r>
            <a:endParaRPr lang="en-US" dirty="0"/>
          </a:p>
        </p:txBody>
      </p:sp>
      <p:sp>
        <p:nvSpPr>
          <p:cNvPr id="14514" name="Rectangle 4"/>
          <p:cNvSpPr>
            <a:spLocks noChangeArrowheads="1"/>
          </p:cNvSpPr>
          <p:nvPr/>
        </p:nvSpPr>
        <p:spPr bwMode="auto">
          <a:xfrm>
            <a:off x="5918962" y="393319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15" name="TextBox 3"/>
          <p:cNvSpPr txBox="1"/>
          <p:nvPr/>
        </p:nvSpPr>
        <p:spPr>
          <a:xfrm>
            <a:off x="6072225" y="390438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234,286</a:t>
            </a:r>
            <a:endParaRPr lang="en-US" dirty="0"/>
          </a:p>
        </p:txBody>
      </p:sp>
      <p:sp>
        <p:nvSpPr>
          <p:cNvPr id="14516" name="Rectangle 4"/>
          <p:cNvSpPr>
            <a:spLocks noChangeArrowheads="1"/>
          </p:cNvSpPr>
          <p:nvPr/>
        </p:nvSpPr>
        <p:spPr bwMode="auto">
          <a:xfrm>
            <a:off x="6566408" y="393319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17" name="TextBox 3"/>
          <p:cNvSpPr txBox="1"/>
          <p:nvPr/>
        </p:nvSpPr>
        <p:spPr>
          <a:xfrm>
            <a:off x="6719671" y="390438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317,406</a:t>
            </a:r>
            <a:endParaRPr lang="en-US" dirty="0"/>
          </a:p>
        </p:txBody>
      </p:sp>
      <p:sp>
        <p:nvSpPr>
          <p:cNvPr id="14518" name="Rectangle 4"/>
          <p:cNvSpPr>
            <a:spLocks noChangeArrowheads="1"/>
          </p:cNvSpPr>
          <p:nvPr/>
        </p:nvSpPr>
        <p:spPr bwMode="auto">
          <a:xfrm>
            <a:off x="7213854" y="393319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19" name="TextBox 3"/>
          <p:cNvSpPr txBox="1"/>
          <p:nvPr/>
        </p:nvSpPr>
        <p:spPr>
          <a:xfrm>
            <a:off x="7367118" y="390438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317,397</a:t>
            </a:r>
            <a:endParaRPr lang="en-US" dirty="0"/>
          </a:p>
        </p:txBody>
      </p:sp>
      <p:sp>
        <p:nvSpPr>
          <p:cNvPr id="14520" name="Rectangle 4"/>
          <p:cNvSpPr>
            <a:spLocks noChangeArrowheads="1"/>
          </p:cNvSpPr>
          <p:nvPr/>
        </p:nvSpPr>
        <p:spPr bwMode="auto">
          <a:xfrm>
            <a:off x="7861300" y="3933190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21" name="Rectangle 4"/>
          <p:cNvSpPr>
            <a:spLocks noChangeArrowheads="1"/>
          </p:cNvSpPr>
          <p:nvPr/>
        </p:nvSpPr>
        <p:spPr bwMode="auto">
          <a:xfrm>
            <a:off x="8094497" y="3933190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22" name="Rectangle 4"/>
          <p:cNvSpPr>
            <a:spLocks noChangeArrowheads="1"/>
          </p:cNvSpPr>
          <p:nvPr/>
        </p:nvSpPr>
        <p:spPr bwMode="auto">
          <a:xfrm>
            <a:off x="8333384" y="3933190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23" name="TextBox 3"/>
          <p:cNvSpPr txBox="1"/>
          <p:nvPr/>
        </p:nvSpPr>
        <p:spPr>
          <a:xfrm>
            <a:off x="8650986" y="390438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</a:t>
            </a:r>
            <a:endParaRPr lang="en-US" dirty="0"/>
          </a:p>
        </p:txBody>
      </p:sp>
      <p:sp>
        <p:nvSpPr>
          <p:cNvPr id="14524" name="Rectangle 4"/>
          <p:cNvSpPr>
            <a:spLocks noChangeArrowheads="1"/>
          </p:cNvSpPr>
          <p:nvPr/>
        </p:nvSpPr>
        <p:spPr bwMode="auto">
          <a:xfrm>
            <a:off x="878255" y="4210952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25" name="TextBox 3"/>
          <p:cNvSpPr txBox="1"/>
          <p:nvPr/>
        </p:nvSpPr>
        <p:spPr>
          <a:xfrm>
            <a:off x="827455" y="418214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8471240</a:t>
            </a:r>
            <a:endParaRPr lang="en-US" dirty="0"/>
          </a:p>
        </p:txBody>
      </p:sp>
      <p:sp>
        <p:nvSpPr>
          <p:cNvPr id="14526" name="Rectangle 4"/>
          <p:cNvSpPr>
            <a:spLocks noChangeArrowheads="1"/>
          </p:cNvSpPr>
          <p:nvPr/>
        </p:nvSpPr>
        <p:spPr bwMode="auto">
          <a:xfrm>
            <a:off x="1365758" y="4210952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27" name="TextBox 3"/>
          <p:cNvSpPr txBox="1"/>
          <p:nvPr/>
        </p:nvSpPr>
        <p:spPr>
          <a:xfrm>
            <a:off x="1314958" y="4182148"/>
            <a:ext cx="8893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Student</a:t>
            </a:r>
            <a:endParaRPr lang="en-US" dirty="0"/>
          </a:p>
        </p:txBody>
      </p:sp>
      <p:sp>
        <p:nvSpPr>
          <p:cNvPr id="14528" name="TextBox 3"/>
          <p:cNvSpPr txBox="1"/>
          <p:nvPr/>
        </p:nvSpPr>
        <p:spPr>
          <a:xfrm>
            <a:off x="1314958" y="4299597"/>
            <a:ext cx="561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Success</a:t>
            </a:r>
            <a:endParaRPr lang="en-US" dirty="0"/>
          </a:p>
        </p:txBody>
      </p:sp>
      <p:sp>
        <p:nvSpPr>
          <p:cNvPr id="14529" name="Rectangle 4"/>
          <p:cNvSpPr>
            <a:spLocks noChangeArrowheads="1"/>
          </p:cNvSpPr>
          <p:nvPr/>
        </p:nvSpPr>
        <p:spPr bwMode="auto">
          <a:xfrm>
            <a:off x="2163546" y="4210952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30" name="TextBox 3"/>
          <p:cNvSpPr txBox="1"/>
          <p:nvPr/>
        </p:nvSpPr>
        <p:spPr>
          <a:xfrm>
            <a:off x="2112746" y="418214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14531" name="Rectangle 4"/>
          <p:cNvSpPr>
            <a:spLocks noChangeArrowheads="1"/>
          </p:cNvSpPr>
          <p:nvPr/>
        </p:nvSpPr>
        <p:spPr bwMode="auto">
          <a:xfrm>
            <a:off x="2622702" y="4210952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32" name="TextBox 3"/>
          <p:cNvSpPr txBox="1"/>
          <p:nvPr/>
        </p:nvSpPr>
        <p:spPr>
          <a:xfrm>
            <a:off x="2571902" y="4182148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14533" name="Rectangle 4"/>
          <p:cNvSpPr>
            <a:spLocks noChangeArrowheads="1"/>
          </p:cNvSpPr>
          <p:nvPr/>
        </p:nvSpPr>
        <p:spPr bwMode="auto">
          <a:xfrm>
            <a:off x="3680282" y="4210952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34" name="TextBox 3"/>
          <p:cNvSpPr txBox="1"/>
          <p:nvPr/>
        </p:nvSpPr>
        <p:spPr>
          <a:xfrm>
            <a:off x="3629482" y="418214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847.8471240.1.412546.000000.847001.100178</a:t>
            </a:r>
            <a:endParaRPr lang="en-US" dirty="0"/>
          </a:p>
        </p:txBody>
      </p:sp>
      <p:sp>
        <p:nvSpPr>
          <p:cNvPr id="14535" name="Rectangle 4"/>
          <p:cNvSpPr>
            <a:spLocks noChangeArrowheads="1"/>
          </p:cNvSpPr>
          <p:nvPr/>
        </p:nvSpPr>
        <p:spPr bwMode="auto">
          <a:xfrm>
            <a:off x="5918962" y="421095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36" name="TextBox 3"/>
          <p:cNvSpPr txBox="1"/>
          <p:nvPr/>
        </p:nvSpPr>
        <p:spPr>
          <a:xfrm>
            <a:off x="6128715" y="418214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69,105</a:t>
            </a:r>
            <a:endParaRPr lang="en-US" dirty="0"/>
          </a:p>
        </p:txBody>
      </p:sp>
      <p:sp>
        <p:nvSpPr>
          <p:cNvPr id="14537" name="Rectangle 4"/>
          <p:cNvSpPr>
            <a:spLocks noChangeArrowheads="1"/>
          </p:cNvSpPr>
          <p:nvPr/>
        </p:nvSpPr>
        <p:spPr bwMode="auto">
          <a:xfrm>
            <a:off x="6566408" y="421095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38" name="TextBox 3"/>
          <p:cNvSpPr txBox="1"/>
          <p:nvPr/>
        </p:nvSpPr>
        <p:spPr>
          <a:xfrm>
            <a:off x="6776161" y="418214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73,215</a:t>
            </a:r>
            <a:endParaRPr lang="en-US" dirty="0"/>
          </a:p>
        </p:txBody>
      </p:sp>
      <p:sp>
        <p:nvSpPr>
          <p:cNvPr id="14539" name="Rectangle 4"/>
          <p:cNvSpPr>
            <a:spLocks noChangeArrowheads="1"/>
          </p:cNvSpPr>
          <p:nvPr/>
        </p:nvSpPr>
        <p:spPr bwMode="auto">
          <a:xfrm>
            <a:off x="7213854" y="421095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40" name="TextBox 3"/>
          <p:cNvSpPr txBox="1"/>
          <p:nvPr/>
        </p:nvSpPr>
        <p:spPr>
          <a:xfrm>
            <a:off x="7423607" y="418214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73,210</a:t>
            </a:r>
            <a:endParaRPr lang="en-US" dirty="0"/>
          </a:p>
        </p:txBody>
      </p:sp>
      <p:sp>
        <p:nvSpPr>
          <p:cNvPr id="14541" name="Rectangle 4"/>
          <p:cNvSpPr>
            <a:spLocks noChangeArrowheads="1"/>
          </p:cNvSpPr>
          <p:nvPr/>
        </p:nvSpPr>
        <p:spPr bwMode="auto">
          <a:xfrm>
            <a:off x="7861300" y="4210952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42" name="Rectangle 4"/>
          <p:cNvSpPr>
            <a:spLocks noChangeArrowheads="1"/>
          </p:cNvSpPr>
          <p:nvPr/>
        </p:nvSpPr>
        <p:spPr bwMode="auto">
          <a:xfrm>
            <a:off x="8094497" y="4210952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43" name="Rectangle 4"/>
          <p:cNvSpPr>
            <a:spLocks noChangeArrowheads="1"/>
          </p:cNvSpPr>
          <p:nvPr/>
        </p:nvSpPr>
        <p:spPr bwMode="auto">
          <a:xfrm>
            <a:off x="8333384" y="4210952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44" name="TextBox 3"/>
          <p:cNvSpPr txBox="1"/>
          <p:nvPr/>
        </p:nvSpPr>
        <p:spPr>
          <a:xfrm>
            <a:off x="8650986" y="418214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</a:t>
            </a:r>
            <a:endParaRPr lang="en-US" dirty="0"/>
          </a:p>
        </p:txBody>
      </p:sp>
      <p:sp>
        <p:nvSpPr>
          <p:cNvPr id="14545" name="Rectangle 4"/>
          <p:cNvSpPr>
            <a:spLocks noChangeArrowheads="1"/>
          </p:cNvSpPr>
          <p:nvPr/>
        </p:nvSpPr>
        <p:spPr bwMode="auto">
          <a:xfrm>
            <a:off x="878255" y="448871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46" name="TextBox 3"/>
          <p:cNvSpPr txBox="1"/>
          <p:nvPr/>
        </p:nvSpPr>
        <p:spPr>
          <a:xfrm>
            <a:off x="827455" y="445990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8471240</a:t>
            </a:r>
            <a:endParaRPr lang="en-US" dirty="0"/>
          </a:p>
        </p:txBody>
      </p:sp>
      <p:sp>
        <p:nvSpPr>
          <p:cNvPr id="14547" name="Rectangle 4"/>
          <p:cNvSpPr>
            <a:spLocks noChangeArrowheads="1"/>
          </p:cNvSpPr>
          <p:nvPr/>
        </p:nvSpPr>
        <p:spPr bwMode="auto">
          <a:xfrm>
            <a:off x="1365758" y="448871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48" name="TextBox 3"/>
          <p:cNvSpPr txBox="1"/>
          <p:nvPr/>
        </p:nvSpPr>
        <p:spPr>
          <a:xfrm>
            <a:off x="1314958" y="4459909"/>
            <a:ext cx="8893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Student</a:t>
            </a:r>
            <a:endParaRPr lang="en-US" dirty="0"/>
          </a:p>
        </p:txBody>
      </p:sp>
      <p:sp>
        <p:nvSpPr>
          <p:cNvPr id="14549" name="TextBox 3"/>
          <p:cNvSpPr txBox="1"/>
          <p:nvPr/>
        </p:nvSpPr>
        <p:spPr>
          <a:xfrm>
            <a:off x="1314958" y="4577359"/>
            <a:ext cx="561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Success</a:t>
            </a:r>
            <a:endParaRPr lang="en-US" dirty="0"/>
          </a:p>
        </p:txBody>
      </p:sp>
      <p:sp>
        <p:nvSpPr>
          <p:cNvPr id="14550" name="Rectangle 4"/>
          <p:cNvSpPr>
            <a:spLocks noChangeArrowheads="1"/>
          </p:cNvSpPr>
          <p:nvPr/>
        </p:nvSpPr>
        <p:spPr bwMode="auto">
          <a:xfrm>
            <a:off x="2163546" y="448871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51" name="TextBox 3"/>
          <p:cNvSpPr txBox="1"/>
          <p:nvPr/>
        </p:nvSpPr>
        <p:spPr>
          <a:xfrm>
            <a:off x="2112746" y="445990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414120</a:t>
            </a:r>
            <a:endParaRPr lang="en-US" dirty="0"/>
          </a:p>
        </p:txBody>
      </p:sp>
      <p:sp>
        <p:nvSpPr>
          <p:cNvPr id="14552" name="Rectangle 4"/>
          <p:cNvSpPr>
            <a:spLocks noChangeArrowheads="1"/>
          </p:cNvSpPr>
          <p:nvPr/>
        </p:nvSpPr>
        <p:spPr bwMode="auto">
          <a:xfrm>
            <a:off x="2622702" y="448871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53" name="TextBox 3"/>
          <p:cNvSpPr txBox="1"/>
          <p:nvPr/>
        </p:nvSpPr>
        <p:spPr>
          <a:xfrm>
            <a:off x="2571902" y="4459909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Gratuity - Non-</a:t>
            </a:r>
            <a:endParaRPr lang="en-US" dirty="0"/>
          </a:p>
        </p:txBody>
      </p:sp>
      <p:sp>
        <p:nvSpPr>
          <p:cNvPr id="14554" name="TextBox 3"/>
          <p:cNvSpPr txBox="1"/>
          <p:nvPr/>
        </p:nvSpPr>
        <p:spPr>
          <a:xfrm>
            <a:off x="2571902" y="4577359"/>
            <a:ext cx="7538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pensionable </a:t>
            </a:r>
            <a:endParaRPr lang="en-US" dirty="0"/>
          </a:p>
        </p:txBody>
      </p:sp>
      <p:sp>
        <p:nvSpPr>
          <p:cNvPr id="14555" name="TextBox 3"/>
          <p:cNvSpPr txBox="1"/>
          <p:nvPr/>
        </p:nvSpPr>
        <p:spPr>
          <a:xfrm>
            <a:off x="2571902" y="4694809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14556" name="Rectangle 4"/>
          <p:cNvSpPr>
            <a:spLocks noChangeArrowheads="1"/>
          </p:cNvSpPr>
          <p:nvPr/>
        </p:nvSpPr>
        <p:spPr bwMode="auto">
          <a:xfrm>
            <a:off x="3680282" y="448871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57" name="TextBox 3"/>
          <p:cNvSpPr txBox="1"/>
          <p:nvPr/>
        </p:nvSpPr>
        <p:spPr>
          <a:xfrm>
            <a:off x="3629482" y="445990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847.8471240.1.414120.000000.847001.100178</a:t>
            </a:r>
            <a:endParaRPr lang="en-US" dirty="0"/>
          </a:p>
        </p:txBody>
      </p:sp>
      <p:sp>
        <p:nvSpPr>
          <p:cNvPr id="14558" name="Rectangle 4"/>
          <p:cNvSpPr>
            <a:spLocks noChangeArrowheads="1"/>
          </p:cNvSpPr>
          <p:nvPr/>
        </p:nvSpPr>
        <p:spPr bwMode="auto">
          <a:xfrm>
            <a:off x="5918962" y="448871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59" name="TextBox 3"/>
          <p:cNvSpPr txBox="1"/>
          <p:nvPr/>
        </p:nvSpPr>
        <p:spPr>
          <a:xfrm>
            <a:off x="6382918" y="445990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4560" name="Rectangle 4"/>
          <p:cNvSpPr>
            <a:spLocks noChangeArrowheads="1"/>
          </p:cNvSpPr>
          <p:nvPr/>
        </p:nvSpPr>
        <p:spPr bwMode="auto">
          <a:xfrm>
            <a:off x="6566408" y="448871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61" name="TextBox 3"/>
          <p:cNvSpPr txBox="1"/>
          <p:nvPr/>
        </p:nvSpPr>
        <p:spPr>
          <a:xfrm>
            <a:off x="6776161" y="445990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31,060</a:t>
            </a:r>
            <a:endParaRPr lang="en-US" dirty="0"/>
          </a:p>
        </p:txBody>
      </p:sp>
      <p:sp>
        <p:nvSpPr>
          <p:cNvPr id="14562" name="Rectangle 4"/>
          <p:cNvSpPr>
            <a:spLocks noChangeArrowheads="1"/>
          </p:cNvSpPr>
          <p:nvPr/>
        </p:nvSpPr>
        <p:spPr bwMode="auto">
          <a:xfrm>
            <a:off x="7213854" y="448871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63" name="TextBox 3"/>
          <p:cNvSpPr txBox="1"/>
          <p:nvPr/>
        </p:nvSpPr>
        <p:spPr>
          <a:xfrm>
            <a:off x="7423607" y="445990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31,054</a:t>
            </a:r>
            <a:endParaRPr lang="en-US" dirty="0"/>
          </a:p>
        </p:txBody>
      </p:sp>
      <p:sp>
        <p:nvSpPr>
          <p:cNvPr id="14564" name="Rectangle 4"/>
          <p:cNvSpPr>
            <a:spLocks noChangeArrowheads="1"/>
          </p:cNvSpPr>
          <p:nvPr/>
        </p:nvSpPr>
        <p:spPr bwMode="auto">
          <a:xfrm>
            <a:off x="7861300" y="448871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65" name="Rectangle 4"/>
          <p:cNvSpPr>
            <a:spLocks noChangeArrowheads="1"/>
          </p:cNvSpPr>
          <p:nvPr/>
        </p:nvSpPr>
        <p:spPr bwMode="auto">
          <a:xfrm>
            <a:off x="8094497" y="448871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66" name="Rectangle 4"/>
          <p:cNvSpPr>
            <a:spLocks noChangeArrowheads="1"/>
          </p:cNvSpPr>
          <p:nvPr/>
        </p:nvSpPr>
        <p:spPr bwMode="auto">
          <a:xfrm>
            <a:off x="8333384" y="448871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67" name="TextBox 3"/>
          <p:cNvSpPr txBox="1"/>
          <p:nvPr/>
        </p:nvSpPr>
        <p:spPr>
          <a:xfrm>
            <a:off x="8650986" y="445990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</a:t>
            </a:r>
            <a:endParaRPr lang="en-US" dirty="0"/>
          </a:p>
        </p:txBody>
      </p:sp>
      <p:sp>
        <p:nvSpPr>
          <p:cNvPr id="14568" name="Rectangle 4"/>
          <p:cNvSpPr>
            <a:spLocks noChangeArrowheads="1"/>
          </p:cNvSpPr>
          <p:nvPr/>
        </p:nvSpPr>
        <p:spPr bwMode="auto">
          <a:xfrm>
            <a:off x="878255" y="4883924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69" name="TextBox 3"/>
          <p:cNvSpPr txBox="1"/>
          <p:nvPr/>
        </p:nvSpPr>
        <p:spPr>
          <a:xfrm>
            <a:off x="827455" y="485512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8471240</a:t>
            </a:r>
            <a:endParaRPr lang="en-US" dirty="0"/>
          </a:p>
        </p:txBody>
      </p:sp>
      <p:sp>
        <p:nvSpPr>
          <p:cNvPr id="14570" name="Rectangle 4"/>
          <p:cNvSpPr>
            <a:spLocks noChangeArrowheads="1"/>
          </p:cNvSpPr>
          <p:nvPr/>
        </p:nvSpPr>
        <p:spPr bwMode="auto">
          <a:xfrm>
            <a:off x="1365758" y="4883924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71" name="TextBox 3"/>
          <p:cNvSpPr txBox="1"/>
          <p:nvPr/>
        </p:nvSpPr>
        <p:spPr>
          <a:xfrm>
            <a:off x="1314958" y="4855121"/>
            <a:ext cx="8893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Student</a:t>
            </a:r>
            <a:endParaRPr lang="en-US" dirty="0"/>
          </a:p>
        </p:txBody>
      </p:sp>
      <p:sp>
        <p:nvSpPr>
          <p:cNvPr id="14572" name="TextBox 3"/>
          <p:cNvSpPr txBox="1"/>
          <p:nvPr/>
        </p:nvSpPr>
        <p:spPr>
          <a:xfrm>
            <a:off x="1314958" y="4972570"/>
            <a:ext cx="561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Success</a:t>
            </a:r>
            <a:endParaRPr lang="en-US" dirty="0"/>
          </a:p>
        </p:txBody>
      </p:sp>
      <p:sp>
        <p:nvSpPr>
          <p:cNvPr id="14573" name="Rectangle 4"/>
          <p:cNvSpPr>
            <a:spLocks noChangeArrowheads="1"/>
          </p:cNvSpPr>
          <p:nvPr/>
        </p:nvSpPr>
        <p:spPr bwMode="auto">
          <a:xfrm>
            <a:off x="2163546" y="4883924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74" name="TextBox 3"/>
          <p:cNvSpPr txBox="1"/>
          <p:nvPr/>
        </p:nvSpPr>
        <p:spPr>
          <a:xfrm>
            <a:off x="2112746" y="485512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14575" name="Rectangle 4"/>
          <p:cNvSpPr>
            <a:spLocks noChangeArrowheads="1"/>
          </p:cNvSpPr>
          <p:nvPr/>
        </p:nvSpPr>
        <p:spPr bwMode="auto">
          <a:xfrm>
            <a:off x="2622702" y="4883924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76" name="TextBox 3"/>
          <p:cNvSpPr txBox="1"/>
          <p:nvPr/>
        </p:nvSpPr>
        <p:spPr>
          <a:xfrm>
            <a:off x="2571902" y="4855121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14577" name="TextBox 3"/>
          <p:cNvSpPr txBox="1"/>
          <p:nvPr/>
        </p:nvSpPr>
        <p:spPr>
          <a:xfrm>
            <a:off x="2571902" y="4972570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14578" name="Rectangle 4"/>
          <p:cNvSpPr>
            <a:spLocks noChangeArrowheads="1"/>
          </p:cNvSpPr>
          <p:nvPr/>
        </p:nvSpPr>
        <p:spPr bwMode="auto">
          <a:xfrm>
            <a:off x="3680282" y="4883924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79" name="TextBox 3"/>
          <p:cNvSpPr txBox="1"/>
          <p:nvPr/>
        </p:nvSpPr>
        <p:spPr>
          <a:xfrm>
            <a:off x="3629482" y="485512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847.8471240.1.415110.000000.847001.100178</a:t>
            </a:r>
            <a:endParaRPr lang="en-US" dirty="0"/>
          </a:p>
        </p:txBody>
      </p:sp>
      <p:sp>
        <p:nvSpPr>
          <p:cNvPr id="14580" name="Rectangle 4"/>
          <p:cNvSpPr>
            <a:spLocks noChangeArrowheads="1"/>
          </p:cNvSpPr>
          <p:nvPr/>
        </p:nvSpPr>
        <p:spPr bwMode="auto">
          <a:xfrm>
            <a:off x="5918962" y="488392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81" name="TextBox 3"/>
          <p:cNvSpPr txBox="1"/>
          <p:nvPr/>
        </p:nvSpPr>
        <p:spPr>
          <a:xfrm>
            <a:off x="6072225" y="485512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319,832</a:t>
            </a:r>
            <a:endParaRPr lang="en-US" dirty="0"/>
          </a:p>
        </p:txBody>
      </p:sp>
      <p:sp>
        <p:nvSpPr>
          <p:cNvPr id="14582" name="Rectangle 4"/>
          <p:cNvSpPr>
            <a:spLocks noChangeArrowheads="1"/>
          </p:cNvSpPr>
          <p:nvPr/>
        </p:nvSpPr>
        <p:spPr bwMode="auto">
          <a:xfrm>
            <a:off x="6566408" y="488392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83" name="TextBox 3"/>
          <p:cNvSpPr txBox="1"/>
          <p:nvPr/>
        </p:nvSpPr>
        <p:spPr>
          <a:xfrm>
            <a:off x="6719671" y="485512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338,622</a:t>
            </a:r>
            <a:endParaRPr lang="en-US" dirty="0"/>
          </a:p>
        </p:txBody>
      </p:sp>
      <p:sp>
        <p:nvSpPr>
          <p:cNvPr id="14584" name="Rectangle 4"/>
          <p:cNvSpPr>
            <a:spLocks noChangeArrowheads="1"/>
          </p:cNvSpPr>
          <p:nvPr/>
        </p:nvSpPr>
        <p:spPr bwMode="auto">
          <a:xfrm>
            <a:off x="7213854" y="488392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85" name="TextBox 3"/>
          <p:cNvSpPr txBox="1"/>
          <p:nvPr/>
        </p:nvSpPr>
        <p:spPr>
          <a:xfrm>
            <a:off x="7367118" y="485512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338,612</a:t>
            </a:r>
            <a:endParaRPr lang="en-US" dirty="0"/>
          </a:p>
        </p:txBody>
      </p:sp>
      <p:sp>
        <p:nvSpPr>
          <p:cNvPr id="14586" name="Rectangle 4"/>
          <p:cNvSpPr>
            <a:spLocks noChangeArrowheads="1"/>
          </p:cNvSpPr>
          <p:nvPr/>
        </p:nvSpPr>
        <p:spPr bwMode="auto">
          <a:xfrm>
            <a:off x="7861300" y="4883924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87" name="Rectangle 4"/>
          <p:cNvSpPr>
            <a:spLocks noChangeArrowheads="1"/>
          </p:cNvSpPr>
          <p:nvPr/>
        </p:nvSpPr>
        <p:spPr bwMode="auto">
          <a:xfrm>
            <a:off x="8094497" y="4883924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88" name="Rectangle 4"/>
          <p:cNvSpPr>
            <a:spLocks noChangeArrowheads="1"/>
          </p:cNvSpPr>
          <p:nvPr/>
        </p:nvSpPr>
        <p:spPr bwMode="auto">
          <a:xfrm>
            <a:off x="8333384" y="4883924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89" name="TextBox 3"/>
          <p:cNvSpPr txBox="1"/>
          <p:nvPr/>
        </p:nvSpPr>
        <p:spPr>
          <a:xfrm>
            <a:off x="8594496" y="4855121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</a:t>
            </a:r>
            <a:endParaRPr lang="en-US" dirty="0"/>
          </a:p>
        </p:txBody>
      </p:sp>
      <p:sp>
        <p:nvSpPr>
          <p:cNvPr id="14590" name="Rectangle 4"/>
          <p:cNvSpPr>
            <a:spLocks noChangeArrowheads="1"/>
          </p:cNvSpPr>
          <p:nvPr/>
        </p:nvSpPr>
        <p:spPr bwMode="auto">
          <a:xfrm>
            <a:off x="878255" y="5161686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91" name="TextBox 3"/>
          <p:cNvSpPr txBox="1"/>
          <p:nvPr/>
        </p:nvSpPr>
        <p:spPr>
          <a:xfrm>
            <a:off x="827455" y="513288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8471240</a:t>
            </a:r>
            <a:endParaRPr lang="en-US" dirty="0"/>
          </a:p>
        </p:txBody>
      </p:sp>
      <p:sp>
        <p:nvSpPr>
          <p:cNvPr id="14592" name="Rectangle 4"/>
          <p:cNvSpPr>
            <a:spLocks noChangeArrowheads="1"/>
          </p:cNvSpPr>
          <p:nvPr/>
        </p:nvSpPr>
        <p:spPr bwMode="auto">
          <a:xfrm>
            <a:off x="1365758" y="5161686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93" name="TextBox 3"/>
          <p:cNvSpPr txBox="1"/>
          <p:nvPr/>
        </p:nvSpPr>
        <p:spPr>
          <a:xfrm>
            <a:off x="1314958" y="5132883"/>
            <a:ext cx="8893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Student</a:t>
            </a:r>
            <a:endParaRPr lang="en-US" dirty="0"/>
          </a:p>
        </p:txBody>
      </p:sp>
      <p:sp>
        <p:nvSpPr>
          <p:cNvPr id="14594" name="TextBox 3"/>
          <p:cNvSpPr txBox="1"/>
          <p:nvPr/>
        </p:nvSpPr>
        <p:spPr>
          <a:xfrm>
            <a:off x="1314958" y="5250332"/>
            <a:ext cx="561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Success</a:t>
            </a:r>
            <a:endParaRPr lang="en-US" dirty="0"/>
          </a:p>
        </p:txBody>
      </p:sp>
      <p:sp>
        <p:nvSpPr>
          <p:cNvPr id="14595" name="Rectangle 4"/>
          <p:cNvSpPr>
            <a:spLocks noChangeArrowheads="1"/>
          </p:cNvSpPr>
          <p:nvPr/>
        </p:nvSpPr>
        <p:spPr bwMode="auto">
          <a:xfrm>
            <a:off x="2163546" y="5161686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96" name="TextBox 3"/>
          <p:cNvSpPr txBox="1"/>
          <p:nvPr/>
        </p:nvSpPr>
        <p:spPr>
          <a:xfrm>
            <a:off x="2112746" y="513288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14597" name="Rectangle 4"/>
          <p:cNvSpPr>
            <a:spLocks noChangeArrowheads="1"/>
          </p:cNvSpPr>
          <p:nvPr/>
        </p:nvSpPr>
        <p:spPr bwMode="auto">
          <a:xfrm>
            <a:off x="2622702" y="5161686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598" name="TextBox 3"/>
          <p:cNvSpPr txBox="1"/>
          <p:nvPr/>
        </p:nvSpPr>
        <p:spPr>
          <a:xfrm>
            <a:off x="2571902" y="5132883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14599" name="TextBox 3"/>
          <p:cNvSpPr txBox="1"/>
          <p:nvPr/>
        </p:nvSpPr>
        <p:spPr>
          <a:xfrm>
            <a:off x="2571902" y="5250332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14600" name="Rectangle 4"/>
          <p:cNvSpPr>
            <a:spLocks noChangeArrowheads="1"/>
          </p:cNvSpPr>
          <p:nvPr/>
        </p:nvSpPr>
        <p:spPr bwMode="auto">
          <a:xfrm>
            <a:off x="3680282" y="5161686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01" name="TextBox 3"/>
          <p:cNvSpPr txBox="1"/>
          <p:nvPr/>
        </p:nvSpPr>
        <p:spPr>
          <a:xfrm>
            <a:off x="3629482" y="513288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847.8471240.1.416110.000000.847001.100178</a:t>
            </a:r>
            <a:endParaRPr lang="en-US" dirty="0"/>
          </a:p>
        </p:txBody>
      </p:sp>
      <p:sp>
        <p:nvSpPr>
          <p:cNvPr id="14602" name="Rectangle 4"/>
          <p:cNvSpPr>
            <a:spLocks noChangeArrowheads="1"/>
          </p:cNvSpPr>
          <p:nvPr/>
        </p:nvSpPr>
        <p:spPr bwMode="auto">
          <a:xfrm>
            <a:off x="5918962" y="516168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03" name="TextBox 3"/>
          <p:cNvSpPr txBox="1"/>
          <p:nvPr/>
        </p:nvSpPr>
        <p:spPr>
          <a:xfrm>
            <a:off x="6072225" y="513288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109,210</a:t>
            </a:r>
            <a:endParaRPr lang="en-US" dirty="0"/>
          </a:p>
        </p:txBody>
      </p:sp>
      <p:sp>
        <p:nvSpPr>
          <p:cNvPr id="14604" name="Rectangle 4"/>
          <p:cNvSpPr>
            <a:spLocks noChangeArrowheads="1"/>
          </p:cNvSpPr>
          <p:nvPr/>
        </p:nvSpPr>
        <p:spPr bwMode="auto">
          <a:xfrm>
            <a:off x="6566408" y="516168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05" name="TextBox 3"/>
          <p:cNvSpPr txBox="1"/>
          <p:nvPr/>
        </p:nvSpPr>
        <p:spPr>
          <a:xfrm>
            <a:off x="6776161" y="513288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72,050</a:t>
            </a:r>
            <a:endParaRPr lang="en-US" dirty="0"/>
          </a:p>
        </p:txBody>
      </p:sp>
      <p:sp>
        <p:nvSpPr>
          <p:cNvPr id="14606" name="Rectangle 4"/>
          <p:cNvSpPr>
            <a:spLocks noChangeArrowheads="1"/>
          </p:cNvSpPr>
          <p:nvPr/>
        </p:nvSpPr>
        <p:spPr bwMode="auto">
          <a:xfrm>
            <a:off x="7213854" y="516168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07" name="TextBox 3"/>
          <p:cNvSpPr txBox="1"/>
          <p:nvPr/>
        </p:nvSpPr>
        <p:spPr>
          <a:xfrm>
            <a:off x="7423607" y="513288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72,050</a:t>
            </a:r>
            <a:endParaRPr lang="en-US" dirty="0"/>
          </a:p>
        </p:txBody>
      </p:sp>
      <p:sp>
        <p:nvSpPr>
          <p:cNvPr id="14608" name="Rectangle 4"/>
          <p:cNvSpPr>
            <a:spLocks noChangeArrowheads="1"/>
          </p:cNvSpPr>
          <p:nvPr/>
        </p:nvSpPr>
        <p:spPr bwMode="auto">
          <a:xfrm>
            <a:off x="7861300" y="5161686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09" name="Rectangle 4"/>
          <p:cNvSpPr>
            <a:spLocks noChangeArrowheads="1"/>
          </p:cNvSpPr>
          <p:nvPr/>
        </p:nvSpPr>
        <p:spPr bwMode="auto">
          <a:xfrm>
            <a:off x="8094497" y="5161686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10" name="Rectangle 4"/>
          <p:cNvSpPr>
            <a:spLocks noChangeArrowheads="1"/>
          </p:cNvSpPr>
          <p:nvPr/>
        </p:nvSpPr>
        <p:spPr bwMode="auto">
          <a:xfrm>
            <a:off x="8333384" y="5161686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11" name="TextBox 3"/>
          <p:cNvSpPr txBox="1"/>
          <p:nvPr/>
        </p:nvSpPr>
        <p:spPr>
          <a:xfrm>
            <a:off x="8650986" y="513288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4612" name="Rectangle 4"/>
          <p:cNvSpPr>
            <a:spLocks noChangeArrowheads="1"/>
          </p:cNvSpPr>
          <p:nvPr/>
        </p:nvSpPr>
        <p:spPr bwMode="auto">
          <a:xfrm>
            <a:off x="878255" y="5439448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13" name="TextBox 3"/>
          <p:cNvSpPr txBox="1"/>
          <p:nvPr/>
        </p:nvSpPr>
        <p:spPr>
          <a:xfrm>
            <a:off x="827455" y="541064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8471240</a:t>
            </a:r>
            <a:endParaRPr lang="en-US" dirty="0"/>
          </a:p>
        </p:txBody>
      </p:sp>
      <p:sp>
        <p:nvSpPr>
          <p:cNvPr id="14614" name="Rectangle 4"/>
          <p:cNvSpPr>
            <a:spLocks noChangeArrowheads="1"/>
          </p:cNvSpPr>
          <p:nvPr/>
        </p:nvSpPr>
        <p:spPr bwMode="auto">
          <a:xfrm>
            <a:off x="1365758" y="5439448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15" name="TextBox 3"/>
          <p:cNvSpPr txBox="1"/>
          <p:nvPr/>
        </p:nvSpPr>
        <p:spPr>
          <a:xfrm>
            <a:off x="1314958" y="5410644"/>
            <a:ext cx="8893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Student</a:t>
            </a:r>
            <a:endParaRPr lang="en-US" dirty="0"/>
          </a:p>
        </p:txBody>
      </p:sp>
      <p:sp>
        <p:nvSpPr>
          <p:cNvPr id="14616" name="TextBox 3"/>
          <p:cNvSpPr txBox="1"/>
          <p:nvPr/>
        </p:nvSpPr>
        <p:spPr>
          <a:xfrm>
            <a:off x="1314958" y="5528094"/>
            <a:ext cx="561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Success</a:t>
            </a:r>
            <a:endParaRPr lang="en-US" dirty="0"/>
          </a:p>
        </p:txBody>
      </p:sp>
      <p:sp>
        <p:nvSpPr>
          <p:cNvPr id="14617" name="Rectangle 4"/>
          <p:cNvSpPr>
            <a:spLocks noChangeArrowheads="1"/>
          </p:cNvSpPr>
          <p:nvPr/>
        </p:nvSpPr>
        <p:spPr bwMode="auto">
          <a:xfrm>
            <a:off x="2163546" y="5439448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18" name="TextBox 3"/>
          <p:cNvSpPr txBox="1"/>
          <p:nvPr/>
        </p:nvSpPr>
        <p:spPr>
          <a:xfrm>
            <a:off x="2112746" y="541064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14619" name="Rectangle 4"/>
          <p:cNvSpPr>
            <a:spLocks noChangeArrowheads="1"/>
          </p:cNvSpPr>
          <p:nvPr/>
        </p:nvSpPr>
        <p:spPr bwMode="auto">
          <a:xfrm>
            <a:off x="2622702" y="5439448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20" name="TextBox 3"/>
          <p:cNvSpPr txBox="1"/>
          <p:nvPr/>
        </p:nvSpPr>
        <p:spPr>
          <a:xfrm>
            <a:off x="2571902" y="5410644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14621" name="TextBox 3"/>
          <p:cNvSpPr txBox="1"/>
          <p:nvPr/>
        </p:nvSpPr>
        <p:spPr>
          <a:xfrm>
            <a:off x="2571902" y="5528094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14622" name="Rectangle 4"/>
          <p:cNvSpPr>
            <a:spLocks noChangeArrowheads="1"/>
          </p:cNvSpPr>
          <p:nvPr/>
        </p:nvSpPr>
        <p:spPr bwMode="auto">
          <a:xfrm>
            <a:off x="3680282" y="5439448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23" name="TextBox 3"/>
          <p:cNvSpPr txBox="1"/>
          <p:nvPr/>
        </p:nvSpPr>
        <p:spPr>
          <a:xfrm>
            <a:off x="3629482" y="541064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847.8471240.1.416310.000000.847001.100178</a:t>
            </a:r>
            <a:endParaRPr lang="en-US" dirty="0"/>
          </a:p>
        </p:txBody>
      </p:sp>
      <p:sp>
        <p:nvSpPr>
          <p:cNvPr id="14624" name="Rectangle 4"/>
          <p:cNvSpPr>
            <a:spLocks noChangeArrowheads="1"/>
          </p:cNvSpPr>
          <p:nvPr/>
        </p:nvSpPr>
        <p:spPr bwMode="auto">
          <a:xfrm>
            <a:off x="5918962" y="543944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25" name="TextBox 3"/>
          <p:cNvSpPr txBox="1"/>
          <p:nvPr/>
        </p:nvSpPr>
        <p:spPr>
          <a:xfrm>
            <a:off x="6072225" y="541064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141,656</a:t>
            </a:r>
            <a:endParaRPr lang="en-US" dirty="0"/>
          </a:p>
        </p:txBody>
      </p:sp>
      <p:sp>
        <p:nvSpPr>
          <p:cNvPr id="14626" name="Rectangle 4"/>
          <p:cNvSpPr>
            <a:spLocks noChangeArrowheads="1"/>
          </p:cNvSpPr>
          <p:nvPr/>
        </p:nvSpPr>
        <p:spPr bwMode="auto">
          <a:xfrm>
            <a:off x="6566408" y="543944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27" name="TextBox 3"/>
          <p:cNvSpPr txBox="1"/>
          <p:nvPr/>
        </p:nvSpPr>
        <p:spPr>
          <a:xfrm>
            <a:off x="6776161" y="541064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70,306</a:t>
            </a:r>
            <a:endParaRPr lang="en-US" dirty="0"/>
          </a:p>
        </p:txBody>
      </p:sp>
      <p:sp>
        <p:nvSpPr>
          <p:cNvPr id="14628" name="Rectangle 4"/>
          <p:cNvSpPr>
            <a:spLocks noChangeArrowheads="1"/>
          </p:cNvSpPr>
          <p:nvPr/>
        </p:nvSpPr>
        <p:spPr bwMode="auto">
          <a:xfrm>
            <a:off x="7213854" y="543944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29" name="TextBox 3"/>
          <p:cNvSpPr txBox="1"/>
          <p:nvPr/>
        </p:nvSpPr>
        <p:spPr>
          <a:xfrm>
            <a:off x="7423607" y="541064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70,301</a:t>
            </a:r>
            <a:endParaRPr lang="en-US" dirty="0"/>
          </a:p>
        </p:txBody>
      </p:sp>
      <p:sp>
        <p:nvSpPr>
          <p:cNvPr id="14630" name="Rectangle 4"/>
          <p:cNvSpPr>
            <a:spLocks noChangeArrowheads="1"/>
          </p:cNvSpPr>
          <p:nvPr/>
        </p:nvSpPr>
        <p:spPr bwMode="auto">
          <a:xfrm>
            <a:off x="7861300" y="5439448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31" name="Rectangle 4"/>
          <p:cNvSpPr>
            <a:spLocks noChangeArrowheads="1"/>
          </p:cNvSpPr>
          <p:nvPr/>
        </p:nvSpPr>
        <p:spPr bwMode="auto">
          <a:xfrm>
            <a:off x="8094497" y="5439448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32" name="Rectangle 4"/>
          <p:cNvSpPr>
            <a:spLocks noChangeArrowheads="1"/>
          </p:cNvSpPr>
          <p:nvPr/>
        </p:nvSpPr>
        <p:spPr bwMode="auto">
          <a:xfrm>
            <a:off x="8333384" y="5439448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33" name="TextBox 3"/>
          <p:cNvSpPr txBox="1"/>
          <p:nvPr/>
        </p:nvSpPr>
        <p:spPr>
          <a:xfrm>
            <a:off x="8650986" y="541064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</a:t>
            </a:r>
            <a:endParaRPr lang="en-US" dirty="0"/>
          </a:p>
        </p:txBody>
      </p:sp>
      <p:sp>
        <p:nvSpPr>
          <p:cNvPr id="14634" name="Rectangle 4"/>
          <p:cNvSpPr>
            <a:spLocks noChangeArrowheads="1"/>
          </p:cNvSpPr>
          <p:nvPr/>
        </p:nvSpPr>
        <p:spPr bwMode="auto">
          <a:xfrm>
            <a:off x="878255" y="5717209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635" name="TextBox 3"/>
          <p:cNvSpPr txBox="1"/>
          <p:nvPr/>
        </p:nvSpPr>
        <p:spPr>
          <a:xfrm>
            <a:off x="827455" y="568840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8471240</a:t>
            </a:r>
            <a:endParaRPr lang="en-US" dirty="0"/>
          </a:p>
        </p:txBody>
      </p:sp>
      <p:sp>
        <p:nvSpPr>
          <p:cNvPr id="14636" name="TextBox 3"/>
          <p:cNvSpPr txBox="1"/>
          <p:nvPr/>
        </p:nvSpPr>
        <p:spPr>
          <a:xfrm>
            <a:off x="827455" y="5805855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4637" name="Rectangle 4"/>
          <p:cNvSpPr>
            <a:spLocks noChangeArrowheads="1"/>
          </p:cNvSpPr>
          <p:nvPr/>
        </p:nvSpPr>
        <p:spPr bwMode="auto">
          <a:xfrm>
            <a:off x="1365758" y="5717209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638" name="Rectangle 4"/>
          <p:cNvSpPr>
            <a:spLocks noChangeArrowheads="1"/>
          </p:cNvSpPr>
          <p:nvPr/>
        </p:nvSpPr>
        <p:spPr bwMode="auto">
          <a:xfrm>
            <a:off x="2163546" y="5717209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639" name="Rectangle 4"/>
          <p:cNvSpPr>
            <a:spLocks noChangeArrowheads="1"/>
          </p:cNvSpPr>
          <p:nvPr/>
        </p:nvSpPr>
        <p:spPr bwMode="auto">
          <a:xfrm>
            <a:off x="2622702" y="5717209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640" name="Rectangle 4"/>
          <p:cNvSpPr>
            <a:spLocks noChangeArrowheads="1"/>
          </p:cNvSpPr>
          <p:nvPr/>
        </p:nvSpPr>
        <p:spPr bwMode="auto">
          <a:xfrm>
            <a:off x="3680282" y="5717209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641" name="Rectangle 4"/>
          <p:cNvSpPr>
            <a:spLocks noChangeArrowheads="1"/>
          </p:cNvSpPr>
          <p:nvPr/>
        </p:nvSpPr>
        <p:spPr bwMode="auto">
          <a:xfrm>
            <a:off x="5918962" y="5717209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642" name="TextBox 3"/>
          <p:cNvSpPr txBox="1"/>
          <p:nvPr/>
        </p:nvSpPr>
        <p:spPr>
          <a:xfrm>
            <a:off x="5987491" y="568840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5,328,714</a:t>
            </a:r>
            <a:endParaRPr lang="en-US" dirty="0"/>
          </a:p>
        </p:txBody>
      </p:sp>
      <p:sp>
        <p:nvSpPr>
          <p:cNvPr id="14643" name="Rectangle 4"/>
          <p:cNvSpPr>
            <a:spLocks noChangeArrowheads="1"/>
          </p:cNvSpPr>
          <p:nvPr/>
        </p:nvSpPr>
        <p:spPr bwMode="auto">
          <a:xfrm>
            <a:off x="6566408" y="5717209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644" name="TextBox 3"/>
          <p:cNvSpPr txBox="1"/>
          <p:nvPr/>
        </p:nvSpPr>
        <p:spPr>
          <a:xfrm>
            <a:off x="6634937" y="568840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5,625,538</a:t>
            </a:r>
            <a:endParaRPr lang="en-US" dirty="0"/>
          </a:p>
        </p:txBody>
      </p:sp>
      <p:sp>
        <p:nvSpPr>
          <p:cNvPr id="14645" name="Rectangle 4"/>
          <p:cNvSpPr>
            <a:spLocks noChangeArrowheads="1"/>
          </p:cNvSpPr>
          <p:nvPr/>
        </p:nvSpPr>
        <p:spPr bwMode="auto">
          <a:xfrm>
            <a:off x="7213854" y="5717209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646" name="TextBox 3"/>
          <p:cNvSpPr txBox="1"/>
          <p:nvPr/>
        </p:nvSpPr>
        <p:spPr>
          <a:xfrm>
            <a:off x="7282383" y="568840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5,625,322</a:t>
            </a:r>
            <a:endParaRPr lang="en-US" dirty="0"/>
          </a:p>
        </p:txBody>
      </p:sp>
      <p:sp>
        <p:nvSpPr>
          <p:cNvPr id="14647" name="Rectangle 4"/>
          <p:cNvSpPr>
            <a:spLocks noChangeArrowheads="1"/>
          </p:cNvSpPr>
          <p:nvPr/>
        </p:nvSpPr>
        <p:spPr bwMode="auto">
          <a:xfrm>
            <a:off x="7861300" y="5717209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648" name="Rectangle 4"/>
          <p:cNvSpPr>
            <a:spLocks noChangeArrowheads="1"/>
          </p:cNvSpPr>
          <p:nvPr/>
        </p:nvSpPr>
        <p:spPr bwMode="auto">
          <a:xfrm>
            <a:off x="8094497" y="5717209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649" name="Rectangle 4"/>
          <p:cNvSpPr>
            <a:spLocks noChangeArrowheads="1"/>
          </p:cNvSpPr>
          <p:nvPr/>
        </p:nvSpPr>
        <p:spPr bwMode="auto">
          <a:xfrm>
            <a:off x="8333384" y="5717209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650" name="TextBox 3"/>
          <p:cNvSpPr txBox="1"/>
          <p:nvPr/>
        </p:nvSpPr>
        <p:spPr>
          <a:xfrm>
            <a:off x="8538006" y="5688406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216</a:t>
            </a:r>
            <a:endParaRPr lang="en-US" dirty="0"/>
          </a:p>
        </p:txBody>
      </p:sp>
      <p:sp>
        <p:nvSpPr>
          <p:cNvPr id="14651" name="Rectangle 4"/>
          <p:cNvSpPr>
            <a:spLocks noChangeArrowheads="1"/>
          </p:cNvSpPr>
          <p:nvPr/>
        </p:nvSpPr>
        <p:spPr bwMode="auto">
          <a:xfrm>
            <a:off x="878255" y="5994972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52" name="TextBox 3"/>
          <p:cNvSpPr txBox="1"/>
          <p:nvPr/>
        </p:nvSpPr>
        <p:spPr>
          <a:xfrm>
            <a:off x="827455" y="596616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8471250</a:t>
            </a:r>
            <a:endParaRPr lang="en-US" dirty="0"/>
          </a:p>
        </p:txBody>
      </p:sp>
      <p:sp>
        <p:nvSpPr>
          <p:cNvPr id="14653" name="Rectangle 4"/>
          <p:cNvSpPr>
            <a:spLocks noChangeArrowheads="1"/>
          </p:cNvSpPr>
          <p:nvPr/>
        </p:nvSpPr>
        <p:spPr bwMode="auto">
          <a:xfrm>
            <a:off x="1365758" y="5994972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54" name="TextBox 3"/>
          <p:cNvSpPr txBox="1"/>
          <p:nvPr/>
        </p:nvSpPr>
        <p:spPr>
          <a:xfrm>
            <a:off x="1314958" y="5966168"/>
            <a:ext cx="87782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Career </a:t>
            </a:r>
            <a:endParaRPr lang="en-US" dirty="0"/>
          </a:p>
        </p:txBody>
      </p:sp>
      <p:sp>
        <p:nvSpPr>
          <p:cNvPr id="14655" name="TextBox 3"/>
          <p:cNvSpPr txBox="1"/>
          <p:nvPr/>
        </p:nvSpPr>
        <p:spPr>
          <a:xfrm>
            <a:off x="1314958" y="6083617"/>
            <a:ext cx="5673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Services</a:t>
            </a:r>
            <a:endParaRPr lang="en-US" dirty="0"/>
          </a:p>
        </p:txBody>
      </p:sp>
      <p:sp>
        <p:nvSpPr>
          <p:cNvPr id="14656" name="Rectangle 4"/>
          <p:cNvSpPr>
            <a:spLocks noChangeArrowheads="1"/>
          </p:cNvSpPr>
          <p:nvPr/>
        </p:nvSpPr>
        <p:spPr bwMode="auto">
          <a:xfrm>
            <a:off x="2163546" y="5994972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57" name="TextBox 3"/>
          <p:cNvSpPr txBox="1"/>
          <p:nvPr/>
        </p:nvSpPr>
        <p:spPr>
          <a:xfrm>
            <a:off x="2112746" y="596616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14658" name="Rectangle 4"/>
          <p:cNvSpPr>
            <a:spLocks noChangeArrowheads="1"/>
          </p:cNvSpPr>
          <p:nvPr/>
        </p:nvSpPr>
        <p:spPr bwMode="auto">
          <a:xfrm>
            <a:off x="2622702" y="5994972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59" name="TextBox 3"/>
          <p:cNvSpPr txBox="1"/>
          <p:nvPr/>
        </p:nvSpPr>
        <p:spPr>
          <a:xfrm>
            <a:off x="2571902" y="5966168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14660" name="TextBox 3"/>
          <p:cNvSpPr txBox="1"/>
          <p:nvPr/>
        </p:nvSpPr>
        <p:spPr>
          <a:xfrm>
            <a:off x="2571902" y="6083617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14661" name="Rectangle 4"/>
          <p:cNvSpPr>
            <a:spLocks noChangeArrowheads="1"/>
          </p:cNvSpPr>
          <p:nvPr/>
        </p:nvSpPr>
        <p:spPr bwMode="auto">
          <a:xfrm>
            <a:off x="3680282" y="5994972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62" name="TextBox 3"/>
          <p:cNvSpPr txBox="1"/>
          <p:nvPr/>
        </p:nvSpPr>
        <p:spPr>
          <a:xfrm>
            <a:off x="3629482" y="596616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847.8471250.1.412121.000000.847001.100178</a:t>
            </a:r>
            <a:endParaRPr lang="en-US" dirty="0"/>
          </a:p>
        </p:txBody>
      </p:sp>
      <p:sp>
        <p:nvSpPr>
          <p:cNvPr id="14663" name="Rectangle 4"/>
          <p:cNvSpPr>
            <a:spLocks noChangeArrowheads="1"/>
          </p:cNvSpPr>
          <p:nvPr/>
        </p:nvSpPr>
        <p:spPr bwMode="auto">
          <a:xfrm>
            <a:off x="5918962" y="599497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64" name="TextBox 3"/>
          <p:cNvSpPr txBox="1"/>
          <p:nvPr/>
        </p:nvSpPr>
        <p:spPr>
          <a:xfrm>
            <a:off x="5987491" y="5966168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1,086,819</a:t>
            </a:r>
            <a:endParaRPr lang="en-US" dirty="0"/>
          </a:p>
        </p:txBody>
      </p:sp>
      <p:sp>
        <p:nvSpPr>
          <p:cNvPr id="14665" name="Rectangle 4"/>
          <p:cNvSpPr>
            <a:spLocks noChangeArrowheads="1"/>
          </p:cNvSpPr>
          <p:nvPr/>
        </p:nvSpPr>
        <p:spPr bwMode="auto">
          <a:xfrm>
            <a:off x="6566408" y="599497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66" name="TextBox 3"/>
          <p:cNvSpPr txBox="1"/>
          <p:nvPr/>
        </p:nvSpPr>
        <p:spPr>
          <a:xfrm>
            <a:off x="6719671" y="596616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949,939</a:t>
            </a:r>
            <a:endParaRPr lang="en-US" dirty="0"/>
          </a:p>
        </p:txBody>
      </p:sp>
      <p:sp>
        <p:nvSpPr>
          <p:cNvPr id="14667" name="Rectangle 4"/>
          <p:cNvSpPr>
            <a:spLocks noChangeArrowheads="1"/>
          </p:cNvSpPr>
          <p:nvPr/>
        </p:nvSpPr>
        <p:spPr bwMode="auto">
          <a:xfrm>
            <a:off x="7213854" y="599497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68" name="TextBox 3"/>
          <p:cNvSpPr txBox="1"/>
          <p:nvPr/>
        </p:nvSpPr>
        <p:spPr>
          <a:xfrm>
            <a:off x="7367118" y="596616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949,938</a:t>
            </a:r>
            <a:endParaRPr lang="en-US" dirty="0"/>
          </a:p>
        </p:txBody>
      </p:sp>
      <p:sp>
        <p:nvSpPr>
          <p:cNvPr id="14669" name="Rectangle 4"/>
          <p:cNvSpPr>
            <a:spLocks noChangeArrowheads="1"/>
          </p:cNvSpPr>
          <p:nvPr/>
        </p:nvSpPr>
        <p:spPr bwMode="auto">
          <a:xfrm>
            <a:off x="7861300" y="5994972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70" name="Rectangle 4"/>
          <p:cNvSpPr>
            <a:spLocks noChangeArrowheads="1"/>
          </p:cNvSpPr>
          <p:nvPr/>
        </p:nvSpPr>
        <p:spPr bwMode="auto">
          <a:xfrm>
            <a:off x="8094497" y="5994972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71" name="Rectangle 4"/>
          <p:cNvSpPr>
            <a:spLocks noChangeArrowheads="1"/>
          </p:cNvSpPr>
          <p:nvPr/>
        </p:nvSpPr>
        <p:spPr bwMode="auto">
          <a:xfrm>
            <a:off x="8333384" y="5994972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72" name="TextBox 3"/>
          <p:cNvSpPr txBox="1"/>
          <p:nvPr/>
        </p:nvSpPr>
        <p:spPr>
          <a:xfrm>
            <a:off x="8650986" y="596616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4673" name="Rectangle 4"/>
          <p:cNvSpPr>
            <a:spLocks noChangeArrowheads="1"/>
          </p:cNvSpPr>
          <p:nvPr/>
        </p:nvSpPr>
        <p:spPr bwMode="auto">
          <a:xfrm>
            <a:off x="878255" y="627273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74" name="TextBox 3"/>
          <p:cNvSpPr txBox="1"/>
          <p:nvPr/>
        </p:nvSpPr>
        <p:spPr>
          <a:xfrm>
            <a:off x="827455" y="624392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8471250</a:t>
            </a:r>
            <a:endParaRPr lang="en-US" dirty="0"/>
          </a:p>
        </p:txBody>
      </p:sp>
      <p:sp>
        <p:nvSpPr>
          <p:cNvPr id="14675" name="Rectangle 4"/>
          <p:cNvSpPr>
            <a:spLocks noChangeArrowheads="1"/>
          </p:cNvSpPr>
          <p:nvPr/>
        </p:nvSpPr>
        <p:spPr bwMode="auto">
          <a:xfrm>
            <a:off x="1365758" y="627273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76" name="TextBox 3"/>
          <p:cNvSpPr txBox="1"/>
          <p:nvPr/>
        </p:nvSpPr>
        <p:spPr>
          <a:xfrm>
            <a:off x="1314958" y="6243929"/>
            <a:ext cx="87782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Career </a:t>
            </a:r>
            <a:endParaRPr lang="en-US" dirty="0"/>
          </a:p>
        </p:txBody>
      </p:sp>
      <p:sp>
        <p:nvSpPr>
          <p:cNvPr id="14677" name="TextBox 3"/>
          <p:cNvSpPr txBox="1"/>
          <p:nvPr/>
        </p:nvSpPr>
        <p:spPr>
          <a:xfrm>
            <a:off x="1314958" y="6361378"/>
            <a:ext cx="5673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Services</a:t>
            </a:r>
            <a:endParaRPr lang="en-US" dirty="0"/>
          </a:p>
        </p:txBody>
      </p:sp>
      <p:sp>
        <p:nvSpPr>
          <p:cNvPr id="14678" name="Rectangle 4"/>
          <p:cNvSpPr>
            <a:spLocks noChangeArrowheads="1"/>
          </p:cNvSpPr>
          <p:nvPr/>
        </p:nvSpPr>
        <p:spPr bwMode="auto">
          <a:xfrm>
            <a:off x="2163546" y="627273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79" name="TextBox 3"/>
          <p:cNvSpPr txBox="1"/>
          <p:nvPr/>
        </p:nvSpPr>
        <p:spPr>
          <a:xfrm>
            <a:off x="2112746" y="624392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14680" name="Rectangle 4"/>
          <p:cNvSpPr>
            <a:spLocks noChangeArrowheads="1"/>
          </p:cNvSpPr>
          <p:nvPr/>
        </p:nvSpPr>
        <p:spPr bwMode="auto">
          <a:xfrm>
            <a:off x="2622702" y="627273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81" name="TextBox 3"/>
          <p:cNvSpPr txBox="1"/>
          <p:nvPr/>
        </p:nvSpPr>
        <p:spPr>
          <a:xfrm>
            <a:off x="2571902" y="6243929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14682" name="TextBox 3"/>
          <p:cNvSpPr txBox="1"/>
          <p:nvPr/>
        </p:nvSpPr>
        <p:spPr>
          <a:xfrm>
            <a:off x="2571902" y="6361378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14683" name="TextBox 3"/>
          <p:cNvSpPr txBox="1"/>
          <p:nvPr/>
        </p:nvSpPr>
        <p:spPr>
          <a:xfrm>
            <a:off x="2571902" y="6478828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14684" name="Rectangle 4"/>
          <p:cNvSpPr>
            <a:spLocks noChangeArrowheads="1"/>
          </p:cNvSpPr>
          <p:nvPr/>
        </p:nvSpPr>
        <p:spPr bwMode="auto">
          <a:xfrm>
            <a:off x="3680282" y="627273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85" name="TextBox 3"/>
          <p:cNvSpPr txBox="1"/>
          <p:nvPr/>
        </p:nvSpPr>
        <p:spPr>
          <a:xfrm>
            <a:off x="3629482" y="624392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847.8471250.1.412125.000000.847001.100178</a:t>
            </a:r>
            <a:endParaRPr lang="en-US" dirty="0"/>
          </a:p>
        </p:txBody>
      </p:sp>
      <p:sp>
        <p:nvSpPr>
          <p:cNvPr id="14686" name="Rectangle 4"/>
          <p:cNvSpPr>
            <a:spLocks noChangeArrowheads="1"/>
          </p:cNvSpPr>
          <p:nvPr/>
        </p:nvSpPr>
        <p:spPr bwMode="auto">
          <a:xfrm>
            <a:off x="5918962" y="627273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87" name="TextBox 3"/>
          <p:cNvSpPr txBox="1"/>
          <p:nvPr/>
        </p:nvSpPr>
        <p:spPr>
          <a:xfrm>
            <a:off x="5987491" y="624392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1,188,754</a:t>
            </a:r>
            <a:endParaRPr lang="en-US" dirty="0"/>
          </a:p>
        </p:txBody>
      </p:sp>
      <p:sp>
        <p:nvSpPr>
          <p:cNvPr id="14688" name="Rectangle 4"/>
          <p:cNvSpPr>
            <a:spLocks noChangeArrowheads="1"/>
          </p:cNvSpPr>
          <p:nvPr/>
        </p:nvSpPr>
        <p:spPr bwMode="auto">
          <a:xfrm>
            <a:off x="6566408" y="627273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89" name="TextBox 3"/>
          <p:cNvSpPr txBox="1"/>
          <p:nvPr/>
        </p:nvSpPr>
        <p:spPr>
          <a:xfrm>
            <a:off x="6634937" y="624392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1,136,664</a:t>
            </a:r>
            <a:endParaRPr lang="en-US" dirty="0"/>
          </a:p>
        </p:txBody>
      </p:sp>
      <p:sp>
        <p:nvSpPr>
          <p:cNvPr id="14690" name="Rectangle 4"/>
          <p:cNvSpPr>
            <a:spLocks noChangeArrowheads="1"/>
          </p:cNvSpPr>
          <p:nvPr/>
        </p:nvSpPr>
        <p:spPr bwMode="auto">
          <a:xfrm>
            <a:off x="7213854" y="627273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91" name="TextBox 3"/>
          <p:cNvSpPr txBox="1"/>
          <p:nvPr/>
        </p:nvSpPr>
        <p:spPr>
          <a:xfrm>
            <a:off x="7282383" y="624392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1,136,358</a:t>
            </a:r>
            <a:endParaRPr lang="en-US" dirty="0"/>
          </a:p>
        </p:txBody>
      </p:sp>
      <p:sp>
        <p:nvSpPr>
          <p:cNvPr id="14692" name="Rectangle 4"/>
          <p:cNvSpPr>
            <a:spLocks noChangeArrowheads="1"/>
          </p:cNvSpPr>
          <p:nvPr/>
        </p:nvSpPr>
        <p:spPr bwMode="auto">
          <a:xfrm>
            <a:off x="7861300" y="627273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93" name="Rectangle 4"/>
          <p:cNvSpPr>
            <a:spLocks noChangeArrowheads="1"/>
          </p:cNvSpPr>
          <p:nvPr/>
        </p:nvSpPr>
        <p:spPr bwMode="auto">
          <a:xfrm>
            <a:off x="8094497" y="627273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94" name="Rectangle 4"/>
          <p:cNvSpPr>
            <a:spLocks noChangeArrowheads="1"/>
          </p:cNvSpPr>
          <p:nvPr/>
        </p:nvSpPr>
        <p:spPr bwMode="auto">
          <a:xfrm>
            <a:off x="8333384" y="627273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95" name="TextBox 3"/>
          <p:cNvSpPr txBox="1"/>
          <p:nvPr/>
        </p:nvSpPr>
        <p:spPr>
          <a:xfrm>
            <a:off x="8538006" y="6243929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306</a:t>
            </a:r>
            <a:endParaRPr lang="en-US" dirty="0"/>
          </a:p>
        </p:txBody>
      </p:sp>
      <p:sp>
        <p:nvSpPr>
          <p:cNvPr id="14696" name="Rectangle 4"/>
          <p:cNvSpPr>
            <a:spLocks noChangeArrowheads="1"/>
          </p:cNvSpPr>
          <p:nvPr/>
        </p:nvSpPr>
        <p:spPr bwMode="auto">
          <a:xfrm>
            <a:off x="878255" y="6667944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97" name="TextBox 3"/>
          <p:cNvSpPr txBox="1"/>
          <p:nvPr/>
        </p:nvSpPr>
        <p:spPr>
          <a:xfrm>
            <a:off x="827455" y="663914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8471250</a:t>
            </a:r>
            <a:endParaRPr lang="en-US" dirty="0"/>
          </a:p>
        </p:txBody>
      </p:sp>
      <p:sp>
        <p:nvSpPr>
          <p:cNvPr id="14698" name="Rectangle 4"/>
          <p:cNvSpPr>
            <a:spLocks noChangeArrowheads="1"/>
          </p:cNvSpPr>
          <p:nvPr/>
        </p:nvSpPr>
        <p:spPr bwMode="auto">
          <a:xfrm>
            <a:off x="1365758" y="6667944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699" name="TextBox 3"/>
          <p:cNvSpPr txBox="1"/>
          <p:nvPr/>
        </p:nvSpPr>
        <p:spPr>
          <a:xfrm>
            <a:off x="1314958" y="6639140"/>
            <a:ext cx="87782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Career </a:t>
            </a:r>
            <a:endParaRPr lang="en-US" dirty="0"/>
          </a:p>
        </p:txBody>
      </p:sp>
      <p:sp>
        <p:nvSpPr>
          <p:cNvPr id="14700" name="TextBox 3"/>
          <p:cNvSpPr txBox="1"/>
          <p:nvPr/>
        </p:nvSpPr>
        <p:spPr>
          <a:xfrm>
            <a:off x="1314958" y="6756590"/>
            <a:ext cx="5673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Services</a:t>
            </a:r>
            <a:endParaRPr lang="en-US" dirty="0"/>
          </a:p>
        </p:txBody>
      </p:sp>
      <p:sp>
        <p:nvSpPr>
          <p:cNvPr id="14701" name="Rectangle 4"/>
          <p:cNvSpPr>
            <a:spLocks noChangeArrowheads="1"/>
          </p:cNvSpPr>
          <p:nvPr/>
        </p:nvSpPr>
        <p:spPr bwMode="auto">
          <a:xfrm>
            <a:off x="2163546" y="6667944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702" name="TextBox 3"/>
          <p:cNvSpPr txBox="1"/>
          <p:nvPr/>
        </p:nvSpPr>
        <p:spPr>
          <a:xfrm>
            <a:off x="2112746" y="663914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14703" name="Rectangle 4"/>
          <p:cNvSpPr>
            <a:spLocks noChangeArrowheads="1"/>
          </p:cNvSpPr>
          <p:nvPr/>
        </p:nvSpPr>
        <p:spPr bwMode="auto">
          <a:xfrm>
            <a:off x="2622702" y="6667944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704" name="TextBox 3"/>
          <p:cNvSpPr txBox="1"/>
          <p:nvPr/>
        </p:nvSpPr>
        <p:spPr>
          <a:xfrm>
            <a:off x="2571902" y="6639140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14705" name="TextBox 3"/>
          <p:cNvSpPr txBox="1"/>
          <p:nvPr/>
        </p:nvSpPr>
        <p:spPr>
          <a:xfrm>
            <a:off x="2571902" y="6756590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14706" name="Rectangle 4"/>
          <p:cNvSpPr>
            <a:spLocks noChangeArrowheads="1"/>
          </p:cNvSpPr>
          <p:nvPr/>
        </p:nvSpPr>
        <p:spPr bwMode="auto">
          <a:xfrm>
            <a:off x="3680282" y="6667944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707" name="TextBox 3"/>
          <p:cNvSpPr txBox="1"/>
          <p:nvPr/>
        </p:nvSpPr>
        <p:spPr>
          <a:xfrm>
            <a:off x="3629482" y="663914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847.8471250.1.412534.000000.847001.100178</a:t>
            </a:r>
            <a:endParaRPr lang="en-US" dirty="0"/>
          </a:p>
        </p:txBody>
      </p:sp>
      <p:sp>
        <p:nvSpPr>
          <p:cNvPr id="14708" name="Rectangle 4"/>
          <p:cNvSpPr>
            <a:spLocks noChangeArrowheads="1"/>
          </p:cNvSpPr>
          <p:nvPr/>
        </p:nvSpPr>
        <p:spPr bwMode="auto">
          <a:xfrm>
            <a:off x="5918962" y="666794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709" name="TextBox 3"/>
          <p:cNvSpPr txBox="1"/>
          <p:nvPr/>
        </p:nvSpPr>
        <p:spPr>
          <a:xfrm>
            <a:off x="6382918" y="663914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4710" name="Rectangle 4"/>
          <p:cNvSpPr>
            <a:spLocks noChangeArrowheads="1"/>
          </p:cNvSpPr>
          <p:nvPr/>
        </p:nvSpPr>
        <p:spPr bwMode="auto">
          <a:xfrm>
            <a:off x="6566408" y="666794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711" name="TextBox 3"/>
          <p:cNvSpPr txBox="1"/>
          <p:nvPr/>
        </p:nvSpPr>
        <p:spPr>
          <a:xfrm>
            <a:off x="6776161" y="663914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61,450</a:t>
            </a:r>
            <a:endParaRPr lang="en-US" dirty="0"/>
          </a:p>
        </p:txBody>
      </p:sp>
      <p:sp>
        <p:nvSpPr>
          <p:cNvPr id="14712" name="Rectangle 4"/>
          <p:cNvSpPr>
            <a:spLocks noChangeArrowheads="1"/>
          </p:cNvSpPr>
          <p:nvPr/>
        </p:nvSpPr>
        <p:spPr bwMode="auto">
          <a:xfrm>
            <a:off x="7213854" y="666794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713" name="TextBox 3"/>
          <p:cNvSpPr txBox="1"/>
          <p:nvPr/>
        </p:nvSpPr>
        <p:spPr>
          <a:xfrm>
            <a:off x="7423607" y="663914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61,442</a:t>
            </a:r>
            <a:endParaRPr lang="en-US" dirty="0"/>
          </a:p>
        </p:txBody>
      </p:sp>
      <p:sp>
        <p:nvSpPr>
          <p:cNvPr id="14714" name="Rectangle 4"/>
          <p:cNvSpPr>
            <a:spLocks noChangeArrowheads="1"/>
          </p:cNvSpPr>
          <p:nvPr/>
        </p:nvSpPr>
        <p:spPr bwMode="auto">
          <a:xfrm>
            <a:off x="7861300" y="6667944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715" name="Rectangle 4"/>
          <p:cNvSpPr>
            <a:spLocks noChangeArrowheads="1"/>
          </p:cNvSpPr>
          <p:nvPr/>
        </p:nvSpPr>
        <p:spPr bwMode="auto">
          <a:xfrm>
            <a:off x="8094497" y="6667944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716" name="Rectangle 4"/>
          <p:cNvSpPr>
            <a:spLocks noChangeArrowheads="1"/>
          </p:cNvSpPr>
          <p:nvPr/>
        </p:nvSpPr>
        <p:spPr bwMode="auto">
          <a:xfrm>
            <a:off x="8333384" y="6667944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717" name="TextBox 3"/>
          <p:cNvSpPr txBox="1"/>
          <p:nvPr/>
        </p:nvSpPr>
        <p:spPr>
          <a:xfrm>
            <a:off x="8650986" y="663914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</a:t>
            </a:r>
            <a:endParaRPr lang="en-US" dirty="0"/>
          </a:p>
        </p:txBody>
      </p:sp>
      <p:sp>
        <p:nvSpPr>
          <p:cNvPr id="14718" name="Rectangle 4"/>
          <p:cNvSpPr>
            <a:spLocks noChangeArrowheads="1"/>
          </p:cNvSpPr>
          <p:nvPr/>
        </p:nvSpPr>
        <p:spPr bwMode="auto">
          <a:xfrm>
            <a:off x="878255" y="6945706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719" name="TextBox 3"/>
          <p:cNvSpPr txBox="1"/>
          <p:nvPr/>
        </p:nvSpPr>
        <p:spPr>
          <a:xfrm>
            <a:off x="827455" y="691690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8471250</a:t>
            </a:r>
            <a:endParaRPr lang="en-US" dirty="0"/>
          </a:p>
        </p:txBody>
      </p:sp>
      <p:sp>
        <p:nvSpPr>
          <p:cNvPr id="14720" name="Rectangle 4"/>
          <p:cNvSpPr>
            <a:spLocks noChangeArrowheads="1"/>
          </p:cNvSpPr>
          <p:nvPr/>
        </p:nvSpPr>
        <p:spPr bwMode="auto">
          <a:xfrm>
            <a:off x="1365758" y="6945706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721" name="TextBox 3"/>
          <p:cNvSpPr txBox="1"/>
          <p:nvPr/>
        </p:nvSpPr>
        <p:spPr>
          <a:xfrm>
            <a:off x="1314958" y="6916903"/>
            <a:ext cx="87782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Career </a:t>
            </a:r>
            <a:endParaRPr lang="en-US" dirty="0"/>
          </a:p>
        </p:txBody>
      </p:sp>
      <p:sp>
        <p:nvSpPr>
          <p:cNvPr id="14722" name="TextBox 3"/>
          <p:cNvSpPr txBox="1"/>
          <p:nvPr/>
        </p:nvSpPr>
        <p:spPr>
          <a:xfrm>
            <a:off x="1314958" y="7034352"/>
            <a:ext cx="5673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Services</a:t>
            </a:r>
            <a:endParaRPr lang="en-US" dirty="0"/>
          </a:p>
        </p:txBody>
      </p:sp>
      <p:sp>
        <p:nvSpPr>
          <p:cNvPr id="14723" name="Rectangle 4"/>
          <p:cNvSpPr>
            <a:spLocks noChangeArrowheads="1"/>
          </p:cNvSpPr>
          <p:nvPr/>
        </p:nvSpPr>
        <p:spPr bwMode="auto">
          <a:xfrm>
            <a:off x="2163546" y="6945706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724" name="TextBox 3"/>
          <p:cNvSpPr txBox="1"/>
          <p:nvPr/>
        </p:nvSpPr>
        <p:spPr>
          <a:xfrm>
            <a:off x="2112746" y="691690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14725" name="Rectangle 4"/>
          <p:cNvSpPr>
            <a:spLocks noChangeArrowheads="1"/>
          </p:cNvSpPr>
          <p:nvPr/>
        </p:nvSpPr>
        <p:spPr bwMode="auto">
          <a:xfrm>
            <a:off x="2622702" y="6945706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726" name="TextBox 3"/>
          <p:cNvSpPr txBox="1"/>
          <p:nvPr/>
        </p:nvSpPr>
        <p:spPr>
          <a:xfrm>
            <a:off x="2571902" y="6916903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14727" name="Rectangle 4"/>
          <p:cNvSpPr>
            <a:spLocks noChangeArrowheads="1"/>
          </p:cNvSpPr>
          <p:nvPr/>
        </p:nvSpPr>
        <p:spPr bwMode="auto">
          <a:xfrm>
            <a:off x="3680282" y="6945706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728" name="TextBox 3"/>
          <p:cNvSpPr txBox="1"/>
          <p:nvPr/>
        </p:nvSpPr>
        <p:spPr>
          <a:xfrm>
            <a:off x="3629482" y="691690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847.8471250.1.412546.000000.847001.100178</a:t>
            </a:r>
            <a:endParaRPr lang="en-US" dirty="0"/>
          </a:p>
        </p:txBody>
      </p:sp>
      <p:sp>
        <p:nvSpPr>
          <p:cNvPr id="14729" name="Rectangle 4"/>
          <p:cNvSpPr>
            <a:spLocks noChangeArrowheads="1"/>
          </p:cNvSpPr>
          <p:nvPr/>
        </p:nvSpPr>
        <p:spPr bwMode="auto">
          <a:xfrm>
            <a:off x="5918962" y="694570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730" name="TextBox 3"/>
          <p:cNvSpPr txBox="1"/>
          <p:nvPr/>
        </p:nvSpPr>
        <p:spPr>
          <a:xfrm>
            <a:off x="6128715" y="691690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48,605</a:t>
            </a:r>
            <a:endParaRPr lang="en-US" dirty="0"/>
          </a:p>
        </p:txBody>
      </p:sp>
      <p:sp>
        <p:nvSpPr>
          <p:cNvPr id="14731" name="Rectangle 4"/>
          <p:cNvSpPr>
            <a:spLocks noChangeArrowheads="1"/>
          </p:cNvSpPr>
          <p:nvPr/>
        </p:nvSpPr>
        <p:spPr bwMode="auto">
          <a:xfrm>
            <a:off x="6566408" y="694570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732" name="TextBox 3"/>
          <p:cNvSpPr txBox="1"/>
          <p:nvPr/>
        </p:nvSpPr>
        <p:spPr>
          <a:xfrm>
            <a:off x="6776161" y="691690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42,972</a:t>
            </a:r>
            <a:endParaRPr lang="en-US" dirty="0"/>
          </a:p>
        </p:txBody>
      </p:sp>
      <p:sp>
        <p:nvSpPr>
          <p:cNvPr id="14733" name="Rectangle 4"/>
          <p:cNvSpPr>
            <a:spLocks noChangeArrowheads="1"/>
          </p:cNvSpPr>
          <p:nvPr/>
        </p:nvSpPr>
        <p:spPr bwMode="auto">
          <a:xfrm>
            <a:off x="7213854" y="694570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734" name="TextBox 3"/>
          <p:cNvSpPr txBox="1"/>
          <p:nvPr/>
        </p:nvSpPr>
        <p:spPr>
          <a:xfrm>
            <a:off x="7423607" y="691690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42,972</a:t>
            </a:r>
            <a:endParaRPr lang="en-US" dirty="0"/>
          </a:p>
        </p:txBody>
      </p:sp>
      <p:sp>
        <p:nvSpPr>
          <p:cNvPr id="14735" name="Rectangle 4"/>
          <p:cNvSpPr>
            <a:spLocks noChangeArrowheads="1"/>
          </p:cNvSpPr>
          <p:nvPr/>
        </p:nvSpPr>
        <p:spPr bwMode="auto">
          <a:xfrm>
            <a:off x="7861300" y="6945706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736" name="Rectangle 4"/>
          <p:cNvSpPr>
            <a:spLocks noChangeArrowheads="1"/>
          </p:cNvSpPr>
          <p:nvPr/>
        </p:nvSpPr>
        <p:spPr bwMode="auto">
          <a:xfrm>
            <a:off x="8094497" y="6945706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737" name="Rectangle 4"/>
          <p:cNvSpPr>
            <a:spLocks noChangeArrowheads="1"/>
          </p:cNvSpPr>
          <p:nvPr/>
        </p:nvSpPr>
        <p:spPr bwMode="auto">
          <a:xfrm>
            <a:off x="8333384" y="6945706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738" name="TextBox 3"/>
          <p:cNvSpPr txBox="1"/>
          <p:nvPr/>
        </p:nvSpPr>
        <p:spPr>
          <a:xfrm>
            <a:off x="8650986" y="691690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4739" name="Rectangle 4"/>
          <p:cNvSpPr>
            <a:spLocks noChangeArrowheads="1"/>
          </p:cNvSpPr>
          <p:nvPr/>
        </p:nvSpPr>
        <p:spPr bwMode="auto">
          <a:xfrm>
            <a:off x="466725" y="920673"/>
            <a:ext cx="6350" cy="6305969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4740" name="Rectangle 4"/>
          <p:cNvSpPr>
            <a:spLocks noChangeArrowheads="1"/>
          </p:cNvSpPr>
          <p:nvPr/>
        </p:nvSpPr>
        <p:spPr bwMode="auto">
          <a:xfrm>
            <a:off x="7213854" y="571244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41" name="Rectangle 4"/>
          <p:cNvSpPr>
            <a:spLocks noChangeArrowheads="1"/>
          </p:cNvSpPr>
          <p:nvPr/>
        </p:nvSpPr>
        <p:spPr bwMode="auto">
          <a:xfrm>
            <a:off x="878255" y="571244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42" name="Rectangle 4"/>
          <p:cNvSpPr>
            <a:spLocks noChangeArrowheads="1"/>
          </p:cNvSpPr>
          <p:nvPr/>
        </p:nvSpPr>
        <p:spPr bwMode="auto">
          <a:xfrm>
            <a:off x="7213854" y="487916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43" name="Rectangle 4"/>
          <p:cNvSpPr>
            <a:spLocks noChangeArrowheads="1"/>
          </p:cNvSpPr>
          <p:nvPr/>
        </p:nvSpPr>
        <p:spPr bwMode="auto">
          <a:xfrm>
            <a:off x="878255" y="487916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44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45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46" name="Rectangle 4"/>
          <p:cNvSpPr>
            <a:spLocks noChangeArrowheads="1"/>
          </p:cNvSpPr>
          <p:nvPr/>
        </p:nvSpPr>
        <p:spPr bwMode="auto">
          <a:xfrm>
            <a:off x="7213854" y="325545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47" name="Rectangle 4"/>
          <p:cNvSpPr>
            <a:spLocks noChangeArrowheads="1"/>
          </p:cNvSpPr>
          <p:nvPr/>
        </p:nvSpPr>
        <p:spPr bwMode="auto">
          <a:xfrm>
            <a:off x="878255" y="325545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48" name="Rectangle 4"/>
          <p:cNvSpPr>
            <a:spLocks noChangeArrowheads="1"/>
          </p:cNvSpPr>
          <p:nvPr/>
        </p:nvSpPr>
        <p:spPr bwMode="auto">
          <a:xfrm>
            <a:off x="469900" y="7223467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49" name="Rectangle 4"/>
          <p:cNvSpPr>
            <a:spLocks noChangeArrowheads="1"/>
          </p:cNvSpPr>
          <p:nvPr/>
        </p:nvSpPr>
        <p:spPr bwMode="auto">
          <a:xfrm>
            <a:off x="7213854" y="242216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50" name="Rectangle 4"/>
          <p:cNvSpPr>
            <a:spLocks noChangeArrowheads="1"/>
          </p:cNvSpPr>
          <p:nvPr/>
        </p:nvSpPr>
        <p:spPr bwMode="auto">
          <a:xfrm>
            <a:off x="878255" y="242216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51" name="Rectangle 4"/>
          <p:cNvSpPr>
            <a:spLocks noChangeArrowheads="1"/>
          </p:cNvSpPr>
          <p:nvPr/>
        </p:nvSpPr>
        <p:spPr bwMode="auto">
          <a:xfrm>
            <a:off x="7213854" y="694094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52" name="Rectangle 4"/>
          <p:cNvSpPr>
            <a:spLocks noChangeArrowheads="1"/>
          </p:cNvSpPr>
          <p:nvPr/>
        </p:nvSpPr>
        <p:spPr bwMode="auto">
          <a:xfrm>
            <a:off x="878255" y="694094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53" name="Rectangle 4"/>
          <p:cNvSpPr>
            <a:spLocks noChangeArrowheads="1"/>
          </p:cNvSpPr>
          <p:nvPr/>
        </p:nvSpPr>
        <p:spPr bwMode="auto">
          <a:xfrm>
            <a:off x="7213854" y="119367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54" name="Rectangle 4"/>
          <p:cNvSpPr>
            <a:spLocks noChangeArrowheads="1"/>
          </p:cNvSpPr>
          <p:nvPr/>
        </p:nvSpPr>
        <p:spPr bwMode="auto">
          <a:xfrm>
            <a:off x="878255" y="119367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55" name="Rectangle 4"/>
          <p:cNvSpPr>
            <a:spLocks noChangeArrowheads="1"/>
          </p:cNvSpPr>
          <p:nvPr/>
        </p:nvSpPr>
        <p:spPr bwMode="auto">
          <a:xfrm>
            <a:off x="7213854" y="420618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56" name="Rectangle 4"/>
          <p:cNvSpPr>
            <a:spLocks noChangeArrowheads="1"/>
          </p:cNvSpPr>
          <p:nvPr/>
        </p:nvSpPr>
        <p:spPr bwMode="auto">
          <a:xfrm>
            <a:off x="878255" y="420618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57" name="Rectangle 4"/>
          <p:cNvSpPr>
            <a:spLocks noChangeArrowheads="1"/>
          </p:cNvSpPr>
          <p:nvPr/>
        </p:nvSpPr>
        <p:spPr bwMode="auto">
          <a:xfrm>
            <a:off x="7213854" y="599020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58" name="Rectangle 4"/>
          <p:cNvSpPr>
            <a:spLocks noChangeArrowheads="1"/>
          </p:cNvSpPr>
          <p:nvPr/>
        </p:nvSpPr>
        <p:spPr bwMode="auto">
          <a:xfrm>
            <a:off x="878255" y="599020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59" name="Rectangle 4"/>
          <p:cNvSpPr>
            <a:spLocks noChangeArrowheads="1"/>
          </p:cNvSpPr>
          <p:nvPr/>
        </p:nvSpPr>
        <p:spPr bwMode="auto">
          <a:xfrm>
            <a:off x="7213854" y="515692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60" name="Rectangle 4"/>
          <p:cNvSpPr>
            <a:spLocks noChangeArrowheads="1"/>
          </p:cNvSpPr>
          <p:nvPr/>
        </p:nvSpPr>
        <p:spPr bwMode="auto">
          <a:xfrm>
            <a:off x="878255" y="515692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61" name="Rectangle 4"/>
          <p:cNvSpPr>
            <a:spLocks noChangeArrowheads="1"/>
          </p:cNvSpPr>
          <p:nvPr/>
        </p:nvSpPr>
        <p:spPr bwMode="auto">
          <a:xfrm>
            <a:off x="7213854" y="353321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62" name="Rectangle 4"/>
          <p:cNvSpPr>
            <a:spLocks noChangeArrowheads="1"/>
          </p:cNvSpPr>
          <p:nvPr/>
        </p:nvSpPr>
        <p:spPr bwMode="auto">
          <a:xfrm>
            <a:off x="878255" y="353321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63" name="Rectangle 4"/>
          <p:cNvSpPr>
            <a:spLocks noChangeArrowheads="1"/>
          </p:cNvSpPr>
          <p:nvPr/>
        </p:nvSpPr>
        <p:spPr bwMode="auto">
          <a:xfrm>
            <a:off x="466725" y="7220292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4764" name="Rectangle 4"/>
          <p:cNvSpPr>
            <a:spLocks noChangeArrowheads="1"/>
          </p:cNvSpPr>
          <p:nvPr/>
        </p:nvSpPr>
        <p:spPr bwMode="auto">
          <a:xfrm>
            <a:off x="7213854" y="297769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65" name="Rectangle 4"/>
          <p:cNvSpPr>
            <a:spLocks noChangeArrowheads="1"/>
          </p:cNvSpPr>
          <p:nvPr/>
        </p:nvSpPr>
        <p:spPr bwMode="auto">
          <a:xfrm>
            <a:off x="878255" y="297769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66" name="Rectangle 4"/>
          <p:cNvSpPr>
            <a:spLocks noChangeArrowheads="1"/>
          </p:cNvSpPr>
          <p:nvPr/>
        </p:nvSpPr>
        <p:spPr bwMode="auto">
          <a:xfrm>
            <a:off x="7213854" y="214440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67" name="Rectangle 4"/>
          <p:cNvSpPr>
            <a:spLocks noChangeArrowheads="1"/>
          </p:cNvSpPr>
          <p:nvPr/>
        </p:nvSpPr>
        <p:spPr bwMode="auto">
          <a:xfrm>
            <a:off x="878255" y="214440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68" name="Rectangle 4"/>
          <p:cNvSpPr>
            <a:spLocks noChangeArrowheads="1"/>
          </p:cNvSpPr>
          <p:nvPr/>
        </p:nvSpPr>
        <p:spPr bwMode="auto">
          <a:xfrm>
            <a:off x="7213854" y="147143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69" name="Rectangle 4"/>
          <p:cNvSpPr>
            <a:spLocks noChangeArrowheads="1"/>
          </p:cNvSpPr>
          <p:nvPr/>
        </p:nvSpPr>
        <p:spPr bwMode="auto">
          <a:xfrm>
            <a:off x="878255" y="147143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70" name="Rectangle 4"/>
          <p:cNvSpPr>
            <a:spLocks noChangeArrowheads="1"/>
          </p:cNvSpPr>
          <p:nvPr/>
        </p:nvSpPr>
        <p:spPr bwMode="auto">
          <a:xfrm>
            <a:off x="7213854" y="174919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71" name="Rectangle 4"/>
          <p:cNvSpPr>
            <a:spLocks noChangeArrowheads="1"/>
          </p:cNvSpPr>
          <p:nvPr/>
        </p:nvSpPr>
        <p:spPr bwMode="auto">
          <a:xfrm>
            <a:off x="878255" y="174919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72" name="Rectangle 4"/>
          <p:cNvSpPr>
            <a:spLocks noChangeArrowheads="1"/>
          </p:cNvSpPr>
          <p:nvPr/>
        </p:nvSpPr>
        <p:spPr bwMode="auto">
          <a:xfrm>
            <a:off x="7213854" y="666318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73" name="Rectangle 4"/>
          <p:cNvSpPr>
            <a:spLocks noChangeArrowheads="1"/>
          </p:cNvSpPr>
          <p:nvPr/>
        </p:nvSpPr>
        <p:spPr bwMode="auto">
          <a:xfrm>
            <a:off x="878255" y="666318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74" name="Rectangle 4"/>
          <p:cNvSpPr>
            <a:spLocks noChangeArrowheads="1"/>
          </p:cNvSpPr>
          <p:nvPr/>
        </p:nvSpPr>
        <p:spPr bwMode="auto">
          <a:xfrm>
            <a:off x="7213854" y="448395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75" name="Rectangle 4"/>
          <p:cNvSpPr>
            <a:spLocks noChangeArrowheads="1"/>
          </p:cNvSpPr>
          <p:nvPr/>
        </p:nvSpPr>
        <p:spPr bwMode="auto">
          <a:xfrm>
            <a:off x="878255" y="448395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76" name="Rectangle 4"/>
          <p:cNvSpPr>
            <a:spLocks noChangeArrowheads="1"/>
          </p:cNvSpPr>
          <p:nvPr/>
        </p:nvSpPr>
        <p:spPr bwMode="auto">
          <a:xfrm>
            <a:off x="7213854" y="543468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77" name="Rectangle 4"/>
          <p:cNvSpPr>
            <a:spLocks noChangeArrowheads="1"/>
          </p:cNvSpPr>
          <p:nvPr/>
        </p:nvSpPr>
        <p:spPr bwMode="auto">
          <a:xfrm>
            <a:off x="878255" y="543468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78" name="Rectangle 4"/>
          <p:cNvSpPr>
            <a:spLocks noChangeArrowheads="1"/>
          </p:cNvSpPr>
          <p:nvPr/>
        </p:nvSpPr>
        <p:spPr bwMode="auto">
          <a:xfrm>
            <a:off x="7213854" y="626797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79" name="Rectangle 4"/>
          <p:cNvSpPr>
            <a:spLocks noChangeArrowheads="1"/>
          </p:cNvSpPr>
          <p:nvPr/>
        </p:nvSpPr>
        <p:spPr bwMode="auto">
          <a:xfrm>
            <a:off x="878255" y="626797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80" name="Rectangle 4"/>
          <p:cNvSpPr>
            <a:spLocks noChangeArrowheads="1"/>
          </p:cNvSpPr>
          <p:nvPr/>
        </p:nvSpPr>
        <p:spPr bwMode="auto">
          <a:xfrm>
            <a:off x="7213854" y="269993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81" name="Rectangle 4"/>
          <p:cNvSpPr>
            <a:spLocks noChangeArrowheads="1"/>
          </p:cNvSpPr>
          <p:nvPr/>
        </p:nvSpPr>
        <p:spPr bwMode="auto">
          <a:xfrm>
            <a:off x="878255" y="269993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82" name="Rectangle 4"/>
          <p:cNvSpPr>
            <a:spLocks noChangeArrowheads="1"/>
          </p:cNvSpPr>
          <p:nvPr/>
        </p:nvSpPr>
        <p:spPr bwMode="auto">
          <a:xfrm>
            <a:off x="7213854" y="721870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83" name="Rectangle 4"/>
          <p:cNvSpPr>
            <a:spLocks noChangeArrowheads="1"/>
          </p:cNvSpPr>
          <p:nvPr/>
        </p:nvSpPr>
        <p:spPr bwMode="auto">
          <a:xfrm>
            <a:off x="878255" y="721870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84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85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86" name="Rectangle 4"/>
          <p:cNvSpPr>
            <a:spLocks noChangeArrowheads="1"/>
          </p:cNvSpPr>
          <p:nvPr/>
        </p:nvSpPr>
        <p:spPr bwMode="auto">
          <a:xfrm>
            <a:off x="7213854" y="392842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87" name="Rectangle 4"/>
          <p:cNvSpPr>
            <a:spLocks noChangeArrowheads="1"/>
          </p:cNvSpPr>
          <p:nvPr/>
        </p:nvSpPr>
        <p:spPr bwMode="auto">
          <a:xfrm>
            <a:off x="878255" y="392842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8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789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14790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14791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792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14793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14794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4795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796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14797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14798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799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14800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4801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802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14803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804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14805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806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14807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4808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809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14810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4811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812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14813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14814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815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14816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817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14818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819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14820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14821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30279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22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23" name="TextBox 3"/>
          <p:cNvSpPr txBox="1"/>
          <p:nvPr/>
        </p:nvSpPr>
        <p:spPr>
          <a:xfrm>
            <a:off x="827455" y="89187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8471250</a:t>
            </a:r>
            <a:endParaRPr lang="en-US" dirty="0"/>
          </a:p>
        </p:txBody>
      </p:sp>
      <p:sp>
        <p:nvSpPr>
          <p:cNvPr id="14824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25" name="TextBox 3"/>
          <p:cNvSpPr txBox="1"/>
          <p:nvPr/>
        </p:nvSpPr>
        <p:spPr>
          <a:xfrm>
            <a:off x="1314958" y="891870"/>
            <a:ext cx="87782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Career </a:t>
            </a:r>
            <a:endParaRPr lang="en-US" dirty="0"/>
          </a:p>
        </p:txBody>
      </p:sp>
      <p:sp>
        <p:nvSpPr>
          <p:cNvPr id="14826" name="TextBox 3"/>
          <p:cNvSpPr txBox="1"/>
          <p:nvPr/>
        </p:nvSpPr>
        <p:spPr>
          <a:xfrm>
            <a:off x="1314958" y="1009319"/>
            <a:ext cx="5673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Services</a:t>
            </a:r>
            <a:endParaRPr lang="en-US" dirty="0"/>
          </a:p>
        </p:txBody>
      </p:sp>
      <p:sp>
        <p:nvSpPr>
          <p:cNvPr id="14827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28" name="TextBox 3"/>
          <p:cNvSpPr txBox="1"/>
          <p:nvPr/>
        </p:nvSpPr>
        <p:spPr>
          <a:xfrm>
            <a:off x="2112746" y="89187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14829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30" name="TextBox 3"/>
          <p:cNvSpPr txBox="1"/>
          <p:nvPr/>
        </p:nvSpPr>
        <p:spPr>
          <a:xfrm>
            <a:off x="2571902" y="891870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14831" name="TextBox 3"/>
          <p:cNvSpPr txBox="1"/>
          <p:nvPr/>
        </p:nvSpPr>
        <p:spPr>
          <a:xfrm>
            <a:off x="2571902" y="1009319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14832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33" name="TextBox 3"/>
          <p:cNvSpPr txBox="1"/>
          <p:nvPr/>
        </p:nvSpPr>
        <p:spPr>
          <a:xfrm>
            <a:off x="3629482" y="89187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847.8471250.1.415110.000000.847001.100178</a:t>
            </a:r>
            <a:endParaRPr lang="en-US" dirty="0"/>
          </a:p>
        </p:txBody>
      </p:sp>
      <p:sp>
        <p:nvSpPr>
          <p:cNvPr id="14834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35" name="TextBox 3"/>
          <p:cNvSpPr txBox="1"/>
          <p:nvPr/>
        </p:nvSpPr>
        <p:spPr>
          <a:xfrm>
            <a:off x="6072225" y="89187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219,495</a:t>
            </a:r>
            <a:endParaRPr lang="en-US" dirty="0"/>
          </a:p>
        </p:txBody>
      </p:sp>
      <p:sp>
        <p:nvSpPr>
          <p:cNvPr id="14836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37" name="TextBox 3"/>
          <p:cNvSpPr txBox="1"/>
          <p:nvPr/>
        </p:nvSpPr>
        <p:spPr>
          <a:xfrm>
            <a:off x="6719671" y="89187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197,212</a:t>
            </a:r>
            <a:endParaRPr lang="en-US" dirty="0"/>
          </a:p>
        </p:txBody>
      </p:sp>
      <p:sp>
        <p:nvSpPr>
          <p:cNvPr id="14838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39" name="TextBox 3"/>
          <p:cNvSpPr txBox="1"/>
          <p:nvPr/>
        </p:nvSpPr>
        <p:spPr>
          <a:xfrm>
            <a:off x="7367118" y="89187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195,946</a:t>
            </a:r>
            <a:endParaRPr lang="en-US" dirty="0"/>
          </a:p>
        </p:txBody>
      </p:sp>
      <p:sp>
        <p:nvSpPr>
          <p:cNvPr id="14840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41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42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43" name="TextBox 3"/>
          <p:cNvSpPr txBox="1"/>
          <p:nvPr/>
        </p:nvSpPr>
        <p:spPr>
          <a:xfrm>
            <a:off x="8453272" y="891870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1,266</a:t>
            </a:r>
            <a:endParaRPr lang="en-US" dirty="0"/>
          </a:p>
        </p:txBody>
      </p:sp>
      <p:sp>
        <p:nvSpPr>
          <p:cNvPr id="14844" name="Rectangle 4"/>
          <p:cNvSpPr>
            <a:spLocks noChangeArrowheads="1"/>
          </p:cNvSpPr>
          <p:nvPr/>
        </p:nvSpPr>
        <p:spPr bwMode="auto">
          <a:xfrm>
            <a:off x="878255" y="1198435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45" name="TextBox 3"/>
          <p:cNvSpPr txBox="1"/>
          <p:nvPr/>
        </p:nvSpPr>
        <p:spPr>
          <a:xfrm>
            <a:off x="827455" y="116963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8471250</a:t>
            </a:r>
            <a:endParaRPr lang="en-US" dirty="0"/>
          </a:p>
        </p:txBody>
      </p:sp>
      <p:sp>
        <p:nvSpPr>
          <p:cNvPr id="14846" name="Rectangle 4"/>
          <p:cNvSpPr>
            <a:spLocks noChangeArrowheads="1"/>
          </p:cNvSpPr>
          <p:nvPr/>
        </p:nvSpPr>
        <p:spPr bwMode="auto">
          <a:xfrm>
            <a:off x="1365758" y="1198435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47" name="TextBox 3"/>
          <p:cNvSpPr txBox="1"/>
          <p:nvPr/>
        </p:nvSpPr>
        <p:spPr>
          <a:xfrm>
            <a:off x="1314958" y="1169631"/>
            <a:ext cx="87782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Career </a:t>
            </a:r>
            <a:endParaRPr lang="en-US" dirty="0"/>
          </a:p>
        </p:txBody>
      </p:sp>
      <p:sp>
        <p:nvSpPr>
          <p:cNvPr id="14848" name="TextBox 3"/>
          <p:cNvSpPr txBox="1"/>
          <p:nvPr/>
        </p:nvSpPr>
        <p:spPr>
          <a:xfrm>
            <a:off x="1314958" y="1287081"/>
            <a:ext cx="5673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Services</a:t>
            </a:r>
            <a:endParaRPr lang="en-US" dirty="0"/>
          </a:p>
        </p:txBody>
      </p:sp>
      <p:sp>
        <p:nvSpPr>
          <p:cNvPr id="14849" name="Rectangle 4"/>
          <p:cNvSpPr>
            <a:spLocks noChangeArrowheads="1"/>
          </p:cNvSpPr>
          <p:nvPr/>
        </p:nvSpPr>
        <p:spPr bwMode="auto">
          <a:xfrm>
            <a:off x="2163546" y="1198435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50" name="TextBox 3"/>
          <p:cNvSpPr txBox="1"/>
          <p:nvPr/>
        </p:nvSpPr>
        <p:spPr>
          <a:xfrm>
            <a:off x="2112746" y="116963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14851" name="Rectangle 4"/>
          <p:cNvSpPr>
            <a:spLocks noChangeArrowheads="1"/>
          </p:cNvSpPr>
          <p:nvPr/>
        </p:nvSpPr>
        <p:spPr bwMode="auto">
          <a:xfrm>
            <a:off x="2622702" y="1198435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52" name="TextBox 3"/>
          <p:cNvSpPr txBox="1"/>
          <p:nvPr/>
        </p:nvSpPr>
        <p:spPr>
          <a:xfrm>
            <a:off x="2571902" y="1169631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14853" name="TextBox 3"/>
          <p:cNvSpPr txBox="1"/>
          <p:nvPr/>
        </p:nvSpPr>
        <p:spPr>
          <a:xfrm>
            <a:off x="2571902" y="1287081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14854" name="Rectangle 4"/>
          <p:cNvSpPr>
            <a:spLocks noChangeArrowheads="1"/>
          </p:cNvSpPr>
          <p:nvPr/>
        </p:nvSpPr>
        <p:spPr bwMode="auto">
          <a:xfrm>
            <a:off x="3680282" y="1198435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55" name="TextBox 3"/>
          <p:cNvSpPr txBox="1"/>
          <p:nvPr/>
        </p:nvSpPr>
        <p:spPr>
          <a:xfrm>
            <a:off x="3629482" y="116963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847.8471250.1.416310.000000.847001.100178</a:t>
            </a:r>
            <a:endParaRPr lang="en-US" dirty="0"/>
          </a:p>
        </p:txBody>
      </p:sp>
      <p:sp>
        <p:nvSpPr>
          <p:cNvPr id="14856" name="Rectangle 4"/>
          <p:cNvSpPr>
            <a:spLocks noChangeArrowheads="1"/>
          </p:cNvSpPr>
          <p:nvPr/>
        </p:nvSpPr>
        <p:spPr bwMode="auto">
          <a:xfrm>
            <a:off x="5918962" y="119843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57" name="TextBox 3"/>
          <p:cNvSpPr txBox="1"/>
          <p:nvPr/>
        </p:nvSpPr>
        <p:spPr>
          <a:xfrm>
            <a:off x="6128715" y="1169631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26,000</a:t>
            </a:r>
            <a:endParaRPr lang="en-US" dirty="0"/>
          </a:p>
        </p:txBody>
      </p:sp>
      <p:sp>
        <p:nvSpPr>
          <p:cNvPr id="14858" name="Rectangle 4"/>
          <p:cNvSpPr>
            <a:spLocks noChangeArrowheads="1"/>
          </p:cNvSpPr>
          <p:nvPr/>
        </p:nvSpPr>
        <p:spPr bwMode="auto">
          <a:xfrm>
            <a:off x="6566408" y="119843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59" name="TextBox 3"/>
          <p:cNvSpPr txBox="1"/>
          <p:nvPr/>
        </p:nvSpPr>
        <p:spPr>
          <a:xfrm>
            <a:off x="6832651" y="1169631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4,336</a:t>
            </a:r>
            <a:endParaRPr lang="en-US" dirty="0"/>
          </a:p>
        </p:txBody>
      </p:sp>
      <p:sp>
        <p:nvSpPr>
          <p:cNvPr id="14860" name="Rectangle 4"/>
          <p:cNvSpPr>
            <a:spLocks noChangeArrowheads="1"/>
          </p:cNvSpPr>
          <p:nvPr/>
        </p:nvSpPr>
        <p:spPr bwMode="auto">
          <a:xfrm>
            <a:off x="7213854" y="119843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61" name="TextBox 3"/>
          <p:cNvSpPr txBox="1"/>
          <p:nvPr/>
        </p:nvSpPr>
        <p:spPr>
          <a:xfrm>
            <a:off x="7480096" y="1169631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4,335</a:t>
            </a:r>
            <a:endParaRPr lang="en-US" dirty="0"/>
          </a:p>
        </p:txBody>
      </p:sp>
      <p:sp>
        <p:nvSpPr>
          <p:cNvPr id="14862" name="Rectangle 4"/>
          <p:cNvSpPr>
            <a:spLocks noChangeArrowheads="1"/>
          </p:cNvSpPr>
          <p:nvPr/>
        </p:nvSpPr>
        <p:spPr bwMode="auto">
          <a:xfrm>
            <a:off x="7861300" y="1198435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63" name="Rectangle 4"/>
          <p:cNvSpPr>
            <a:spLocks noChangeArrowheads="1"/>
          </p:cNvSpPr>
          <p:nvPr/>
        </p:nvSpPr>
        <p:spPr bwMode="auto">
          <a:xfrm>
            <a:off x="8094497" y="1198435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64" name="Rectangle 4"/>
          <p:cNvSpPr>
            <a:spLocks noChangeArrowheads="1"/>
          </p:cNvSpPr>
          <p:nvPr/>
        </p:nvSpPr>
        <p:spPr bwMode="auto">
          <a:xfrm>
            <a:off x="8333384" y="1198435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65" name="TextBox 3"/>
          <p:cNvSpPr txBox="1"/>
          <p:nvPr/>
        </p:nvSpPr>
        <p:spPr>
          <a:xfrm>
            <a:off x="8650986" y="116963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4866" name="Rectangle 4"/>
          <p:cNvSpPr>
            <a:spLocks noChangeArrowheads="1"/>
          </p:cNvSpPr>
          <p:nvPr/>
        </p:nvSpPr>
        <p:spPr bwMode="auto">
          <a:xfrm>
            <a:off x="878255" y="1476197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867" name="TextBox 3"/>
          <p:cNvSpPr txBox="1"/>
          <p:nvPr/>
        </p:nvSpPr>
        <p:spPr>
          <a:xfrm>
            <a:off x="827455" y="144739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8471250</a:t>
            </a:r>
            <a:endParaRPr lang="en-US" dirty="0"/>
          </a:p>
        </p:txBody>
      </p:sp>
      <p:sp>
        <p:nvSpPr>
          <p:cNvPr id="14868" name="TextBox 3"/>
          <p:cNvSpPr txBox="1"/>
          <p:nvPr/>
        </p:nvSpPr>
        <p:spPr>
          <a:xfrm>
            <a:off x="827455" y="1564843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4869" name="Rectangle 4"/>
          <p:cNvSpPr>
            <a:spLocks noChangeArrowheads="1"/>
          </p:cNvSpPr>
          <p:nvPr/>
        </p:nvSpPr>
        <p:spPr bwMode="auto">
          <a:xfrm>
            <a:off x="1365758" y="1476197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870" name="Rectangle 4"/>
          <p:cNvSpPr>
            <a:spLocks noChangeArrowheads="1"/>
          </p:cNvSpPr>
          <p:nvPr/>
        </p:nvSpPr>
        <p:spPr bwMode="auto">
          <a:xfrm>
            <a:off x="2163546" y="1476197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871" name="Rectangle 4"/>
          <p:cNvSpPr>
            <a:spLocks noChangeArrowheads="1"/>
          </p:cNvSpPr>
          <p:nvPr/>
        </p:nvSpPr>
        <p:spPr bwMode="auto">
          <a:xfrm>
            <a:off x="2622702" y="1476197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872" name="Rectangle 4"/>
          <p:cNvSpPr>
            <a:spLocks noChangeArrowheads="1"/>
          </p:cNvSpPr>
          <p:nvPr/>
        </p:nvSpPr>
        <p:spPr bwMode="auto">
          <a:xfrm>
            <a:off x="3680282" y="1476197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873" name="Rectangle 4"/>
          <p:cNvSpPr>
            <a:spLocks noChangeArrowheads="1"/>
          </p:cNvSpPr>
          <p:nvPr/>
        </p:nvSpPr>
        <p:spPr bwMode="auto">
          <a:xfrm>
            <a:off x="5918962" y="147619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874" name="TextBox 3"/>
          <p:cNvSpPr txBox="1"/>
          <p:nvPr/>
        </p:nvSpPr>
        <p:spPr>
          <a:xfrm>
            <a:off x="5987491" y="144739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2,569,673</a:t>
            </a:r>
            <a:endParaRPr lang="en-US" dirty="0"/>
          </a:p>
        </p:txBody>
      </p:sp>
      <p:sp>
        <p:nvSpPr>
          <p:cNvPr id="14875" name="Rectangle 4"/>
          <p:cNvSpPr>
            <a:spLocks noChangeArrowheads="1"/>
          </p:cNvSpPr>
          <p:nvPr/>
        </p:nvSpPr>
        <p:spPr bwMode="auto">
          <a:xfrm>
            <a:off x="6566408" y="147619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876" name="TextBox 3"/>
          <p:cNvSpPr txBox="1"/>
          <p:nvPr/>
        </p:nvSpPr>
        <p:spPr>
          <a:xfrm>
            <a:off x="6634937" y="144739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2,392,573</a:t>
            </a:r>
            <a:endParaRPr lang="en-US" dirty="0"/>
          </a:p>
        </p:txBody>
      </p:sp>
      <p:sp>
        <p:nvSpPr>
          <p:cNvPr id="14877" name="Rectangle 4"/>
          <p:cNvSpPr>
            <a:spLocks noChangeArrowheads="1"/>
          </p:cNvSpPr>
          <p:nvPr/>
        </p:nvSpPr>
        <p:spPr bwMode="auto">
          <a:xfrm>
            <a:off x="7213854" y="1476197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878" name="TextBox 3"/>
          <p:cNvSpPr txBox="1"/>
          <p:nvPr/>
        </p:nvSpPr>
        <p:spPr>
          <a:xfrm>
            <a:off x="7282383" y="144739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2,390,992</a:t>
            </a:r>
            <a:endParaRPr lang="en-US" dirty="0"/>
          </a:p>
        </p:txBody>
      </p:sp>
      <p:sp>
        <p:nvSpPr>
          <p:cNvPr id="14879" name="Rectangle 4"/>
          <p:cNvSpPr>
            <a:spLocks noChangeArrowheads="1"/>
          </p:cNvSpPr>
          <p:nvPr/>
        </p:nvSpPr>
        <p:spPr bwMode="auto">
          <a:xfrm>
            <a:off x="7861300" y="1476197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880" name="Rectangle 4"/>
          <p:cNvSpPr>
            <a:spLocks noChangeArrowheads="1"/>
          </p:cNvSpPr>
          <p:nvPr/>
        </p:nvSpPr>
        <p:spPr bwMode="auto">
          <a:xfrm>
            <a:off x="8094497" y="1476197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881" name="Rectangle 4"/>
          <p:cNvSpPr>
            <a:spLocks noChangeArrowheads="1"/>
          </p:cNvSpPr>
          <p:nvPr/>
        </p:nvSpPr>
        <p:spPr bwMode="auto">
          <a:xfrm>
            <a:off x="8333384" y="1476197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4882" name="TextBox 3"/>
          <p:cNvSpPr txBox="1"/>
          <p:nvPr/>
        </p:nvSpPr>
        <p:spPr>
          <a:xfrm>
            <a:off x="8453272" y="1447393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1,581</a:t>
            </a:r>
            <a:endParaRPr lang="en-US" dirty="0"/>
          </a:p>
        </p:txBody>
      </p:sp>
      <p:sp>
        <p:nvSpPr>
          <p:cNvPr id="14883" name="Rectangle 4"/>
          <p:cNvSpPr>
            <a:spLocks noChangeArrowheads="1"/>
          </p:cNvSpPr>
          <p:nvPr/>
        </p:nvSpPr>
        <p:spPr bwMode="auto">
          <a:xfrm>
            <a:off x="878255" y="1753958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84" name="TextBox 3"/>
          <p:cNvSpPr txBox="1"/>
          <p:nvPr/>
        </p:nvSpPr>
        <p:spPr>
          <a:xfrm>
            <a:off x="827455" y="172515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8471260</a:t>
            </a:r>
            <a:endParaRPr lang="en-US" dirty="0"/>
          </a:p>
        </p:txBody>
      </p:sp>
      <p:sp>
        <p:nvSpPr>
          <p:cNvPr id="14885" name="Rectangle 4"/>
          <p:cNvSpPr>
            <a:spLocks noChangeArrowheads="1"/>
          </p:cNvSpPr>
          <p:nvPr/>
        </p:nvSpPr>
        <p:spPr bwMode="auto">
          <a:xfrm>
            <a:off x="1365758" y="1753958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86" name="TextBox 3"/>
          <p:cNvSpPr txBox="1"/>
          <p:nvPr/>
        </p:nvSpPr>
        <p:spPr>
          <a:xfrm>
            <a:off x="1314958" y="1725155"/>
            <a:ext cx="8893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Student</a:t>
            </a:r>
            <a:endParaRPr lang="en-US" dirty="0"/>
          </a:p>
        </p:txBody>
      </p:sp>
      <p:sp>
        <p:nvSpPr>
          <p:cNvPr id="14887" name="TextBox 3"/>
          <p:cNvSpPr txBox="1"/>
          <p:nvPr/>
        </p:nvSpPr>
        <p:spPr>
          <a:xfrm>
            <a:off x="1314958" y="1842605"/>
            <a:ext cx="3415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Life</a:t>
            </a:r>
            <a:endParaRPr lang="en-US" dirty="0"/>
          </a:p>
        </p:txBody>
      </p:sp>
      <p:sp>
        <p:nvSpPr>
          <p:cNvPr id="14888" name="Rectangle 4"/>
          <p:cNvSpPr>
            <a:spLocks noChangeArrowheads="1"/>
          </p:cNvSpPr>
          <p:nvPr/>
        </p:nvSpPr>
        <p:spPr bwMode="auto">
          <a:xfrm>
            <a:off x="2163546" y="1753958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89" name="TextBox 3"/>
          <p:cNvSpPr txBox="1"/>
          <p:nvPr/>
        </p:nvSpPr>
        <p:spPr>
          <a:xfrm>
            <a:off x="2112746" y="172515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14890" name="Rectangle 4"/>
          <p:cNvSpPr>
            <a:spLocks noChangeArrowheads="1"/>
          </p:cNvSpPr>
          <p:nvPr/>
        </p:nvSpPr>
        <p:spPr bwMode="auto">
          <a:xfrm>
            <a:off x="2622702" y="1753958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91" name="TextBox 3"/>
          <p:cNvSpPr txBox="1"/>
          <p:nvPr/>
        </p:nvSpPr>
        <p:spPr>
          <a:xfrm>
            <a:off x="2571902" y="1725155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14892" name="TextBox 3"/>
          <p:cNvSpPr txBox="1"/>
          <p:nvPr/>
        </p:nvSpPr>
        <p:spPr>
          <a:xfrm>
            <a:off x="2571902" y="1842605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14893" name="Rectangle 4"/>
          <p:cNvSpPr>
            <a:spLocks noChangeArrowheads="1"/>
          </p:cNvSpPr>
          <p:nvPr/>
        </p:nvSpPr>
        <p:spPr bwMode="auto">
          <a:xfrm>
            <a:off x="3680282" y="1753958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94" name="TextBox 3"/>
          <p:cNvSpPr txBox="1"/>
          <p:nvPr/>
        </p:nvSpPr>
        <p:spPr>
          <a:xfrm>
            <a:off x="3629482" y="172515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847.8471260.1.412121.000000.847001.100178</a:t>
            </a:r>
            <a:endParaRPr lang="en-US" dirty="0"/>
          </a:p>
        </p:txBody>
      </p:sp>
      <p:sp>
        <p:nvSpPr>
          <p:cNvPr id="14895" name="Rectangle 4"/>
          <p:cNvSpPr>
            <a:spLocks noChangeArrowheads="1"/>
          </p:cNvSpPr>
          <p:nvPr/>
        </p:nvSpPr>
        <p:spPr bwMode="auto">
          <a:xfrm>
            <a:off x="5918962" y="175395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96" name="TextBox 3"/>
          <p:cNvSpPr txBox="1"/>
          <p:nvPr/>
        </p:nvSpPr>
        <p:spPr>
          <a:xfrm>
            <a:off x="5987491" y="172515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2,325,987</a:t>
            </a:r>
            <a:endParaRPr lang="en-US" dirty="0"/>
          </a:p>
        </p:txBody>
      </p:sp>
      <p:sp>
        <p:nvSpPr>
          <p:cNvPr id="14897" name="Rectangle 4"/>
          <p:cNvSpPr>
            <a:spLocks noChangeArrowheads="1"/>
          </p:cNvSpPr>
          <p:nvPr/>
        </p:nvSpPr>
        <p:spPr bwMode="auto">
          <a:xfrm>
            <a:off x="6566408" y="175395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898" name="TextBox 3"/>
          <p:cNvSpPr txBox="1"/>
          <p:nvPr/>
        </p:nvSpPr>
        <p:spPr>
          <a:xfrm>
            <a:off x="6634937" y="172515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2,842,825</a:t>
            </a:r>
            <a:endParaRPr lang="en-US" dirty="0"/>
          </a:p>
        </p:txBody>
      </p:sp>
      <p:sp>
        <p:nvSpPr>
          <p:cNvPr id="14899" name="Rectangle 4"/>
          <p:cNvSpPr>
            <a:spLocks noChangeArrowheads="1"/>
          </p:cNvSpPr>
          <p:nvPr/>
        </p:nvSpPr>
        <p:spPr bwMode="auto">
          <a:xfrm>
            <a:off x="7213854" y="175395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00" name="TextBox 3"/>
          <p:cNvSpPr txBox="1"/>
          <p:nvPr/>
        </p:nvSpPr>
        <p:spPr>
          <a:xfrm>
            <a:off x="7282383" y="172515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2,842,825</a:t>
            </a:r>
            <a:endParaRPr lang="en-US" dirty="0"/>
          </a:p>
        </p:txBody>
      </p:sp>
      <p:sp>
        <p:nvSpPr>
          <p:cNvPr id="14901" name="Rectangle 4"/>
          <p:cNvSpPr>
            <a:spLocks noChangeArrowheads="1"/>
          </p:cNvSpPr>
          <p:nvPr/>
        </p:nvSpPr>
        <p:spPr bwMode="auto">
          <a:xfrm>
            <a:off x="7861300" y="1753958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02" name="Rectangle 4"/>
          <p:cNvSpPr>
            <a:spLocks noChangeArrowheads="1"/>
          </p:cNvSpPr>
          <p:nvPr/>
        </p:nvSpPr>
        <p:spPr bwMode="auto">
          <a:xfrm>
            <a:off x="8094497" y="1753958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03" name="Rectangle 4"/>
          <p:cNvSpPr>
            <a:spLocks noChangeArrowheads="1"/>
          </p:cNvSpPr>
          <p:nvPr/>
        </p:nvSpPr>
        <p:spPr bwMode="auto">
          <a:xfrm>
            <a:off x="8333384" y="1753958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04" name="TextBox 3"/>
          <p:cNvSpPr txBox="1"/>
          <p:nvPr/>
        </p:nvSpPr>
        <p:spPr>
          <a:xfrm>
            <a:off x="8650986" y="172515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4905" name="Rectangle 4"/>
          <p:cNvSpPr>
            <a:spLocks noChangeArrowheads="1"/>
          </p:cNvSpPr>
          <p:nvPr/>
        </p:nvSpPr>
        <p:spPr bwMode="auto">
          <a:xfrm>
            <a:off x="878255" y="2031720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06" name="TextBox 3"/>
          <p:cNvSpPr txBox="1"/>
          <p:nvPr/>
        </p:nvSpPr>
        <p:spPr>
          <a:xfrm>
            <a:off x="827455" y="200291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8471260</a:t>
            </a:r>
            <a:endParaRPr lang="en-US" dirty="0"/>
          </a:p>
        </p:txBody>
      </p:sp>
      <p:sp>
        <p:nvSpPr>
          <p:cNvPr id="14907" name="Rectangle 4"/>
          <p:cNvSpPr>
            <a:spLocks noChangeArrowheads="1"/>
          </p:cNvSpPr>
          <p:nvPr/>
        </p:nvSpPr>
        <p:spPr bwMode="auto">
          <a:xfrm>
            <a:off x="1365758" y="2031720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08" name="TextBox 3"/>
          <p:cNvSpPr txBox="1"/>
          <p:nvPr/>
        </p:nvSpPr>
        <p:spPr>
          <a:xfrm>
            <a:off x="1314958" y="2002917"/>
            <a:ext cx="8893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Student</a:t>
            </a:r>
            <a:endParaRPr lang="en-US" dirty="0"/>
          </a:p>
        </p:txBody>
      </p:sp>
      <p:sp>
        <p:nvSpPr>
          <p:cNvPr id="14909" name="TextBox 3"/>
          <p:cNvSpPr txBox="1"/>
          <p:nvPr/>
        </p:nvSpPr>
        <p:spPr>
          <a:xfrm>
            <a:off x="1314958" y="2120366"/>
            <a:ext cx="3415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Life</a:t>
            </a:r>
            <a:endParaRPr lang="en-US" dirty="0"/>
          </a:p>
        </p:txBody>
      </p:sp>
      <p:sp>
        <p:nvSpPr>
          <p:cNvPr id="14910" name="Rectangle 4"/>
          <p:cNvSpPr>
            <a:spLocks noChangeArrowheads="1"/>
          </p:cNvSpPr>
          <p:nvPr/>
        </p:nvSpPr>
        <p:spPr bwMode="auto">
          <a:xfrm>
            <a:off x="2163546" y="2031720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11" name="TextBox 3"/>
          <p:cNvSpPr txBox="1"/>
          <p:nvPr/>
        </p:nvSpPr>
        <p:spPr>
          <a:xfrm>
            <a:off x="2112746" y="200291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14912" name="Rectangle 4"/>
          <p:cNvSpPr>
            <a:spLocks noChangeArrowheads="1"/>
          </p:cNvSpPr>
          <p:nvPr/>
        </p:nvSpPr>
        <p:spPr bwMode="auto">
          <a:xfrm>
            <a:off x="2622702" y="2031720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13" name="TextBox 3"/>
          <p:cNvSpPr txBox="1"/>
          <p:nvPr/>
        </p:nvSpPr>
        <p:spPr>
          <a:xfrm>
            <a:off x="2571902" y="2002917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14914" name="TextBox 3"/>
          <p:cNvSpPr txBox="1"/>
          <p:nvPr/>
        </p:nvSpPr>
        <p:spPr>
          <a:xfrm>
            <a:off x="2571902" y="2120366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14915" name="TextBox 3"/>
          <p:cNvSpPr txBox="1"/>
          <p:nvPr/>
        </p:nvSpPr>
        <p:spPr>
          <a:xfrm>
            <a:off x="2571902" y="2237816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14916" name="Rectangle 4"/>
          <p:cNvSpPr>
            <a:spLocks noChangeArrowheads="1"/>
          </p:cNvSpPr>
          <p:nvPr/>
        </p:nvSpPr>
        <p:spPr bwMode="auto">
          <a:xfrm>
            <a:off x="3680282" y="2031720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17" name="TextBox 3"/>
          <p:cNvSpPr txBox="1"/>
          <p:nvPr/>
        </p:nvSpPr>
        <p:spPr>
          <a:xfrm>
            <a:off x="3629482" y="200291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847.8471260.1.412125.000000.847001.100178</a:t>
            </a:r>
            <a:endParaRPr lang="en-US" dirty="0"/>
          </a:p>
        </p:txBody>
      </p:sp>
      <p:sp>
        <p:nvSpPr>
          <p:cNvPr id="14918" name="Rectangle 4"/>
          <p:cNvSpPr>
            <a:spLocks noChangeArrowheads="1"/>
          </p:cNvSpPr>
          <p:nvPr/>
        </p:nvSpPr>
        <p:spPr bwMode="auto">
          <a:xfrm>
            <a:off x="5918962" y="203172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19" name="TextBox 3"/>
          <p:cNvSpPr txBox="1"/>
          <p:nvPr/>
        </p:nvSpPr>
        <p:spPr>
          <a:xfrm>
            <a:off x="5987491" y="200291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3,313,326</a:t>
            </a:r>
            <a:endParaRPr lang="en-US" dirty="0"/>
          </a:p>
        </p:txBody>
      </p:sp>
      <p:sp>
        <p:nvSpPr>
          <p:cNvPr id="14920" name="Rectangle 4"/>
          <p:cNvSpPr>
            <a:spLocks noChangeArrowheads="1"/>
          </p:cNvSpPr>
          <p:nvPr/>
        </p:nvSpPr>
        <p:spPr bwMode="auto">
          <a:xfrm>
            <a:off x="6566408" y="203172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21" name="TextBox 3"/>
          <p:cNvSpPr txBox="1"/>
          <p:nvPr/>
        </p:nvSpPr>
        <p:spPr>
          <a:xfrm>
            <a:off x="6634937" y="200291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4,464,046</a:t>
            </a:r>
            <a:endParaRPr lang="en-US" dirty="0"/>
          </a:p>
        </p:txBody>
      </p:sp>
      <p:sp>
        <p:nvSpPr>
          <p:cNvPr id="14922" name="Rectangle 4"/>
          <p:cNvSpPr>
            <a:spLocks noChangeArrowheads="1"/>
          </p:cNvSpPr>
          <p:nvPr/>
        </p:nvSpPr>
        <p:spPr bwMode="auto">
          <a:xfrm>
            <a:off x="7213854" y="2031720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23" name="TextBox 3"/>
          <p:cNvSpPr txBox="1"/>
          <p:nvPr/>
        </p:nvSpPr>
        <p:spPr>
          <a:xfrm>
            <a:off x="7282383" y="2002917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4,464,046</a:t>
            </a:r>
            <a:endParaRPr lang="en-US" dirty="0"/>
          </a:p>
        </p:txBody>
      </p:sp>
      <p:sp>
        <p:nvSpPr>
          <p:cNvPr id="14924" name="Rectangle 4"/>
          <p:cNvSpPr>
            <a:spLocks noChangeArrowheads="1"/>
          </p:cNvSpPr>
          <p:nvPr/>
        </p:nvSpPr>
        <p:spPr bwMode="auto">
          <a:xfrm>
            <a:off x="7861300" y="2031720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25" name="Rectangle 4"/>
          <p:cNvSpPr>
            <a:spLocks noChangeArrowheads="1"/>
          </p:cNvSpPr>
          <p:nvPr/>
        </p:nvSpPr>
        <p:spPr bwMode="auto">
          <a:xfrm>
            <a:off x="8094497" y="2031720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26" name="Rectangle 4"/>
          <p:cNvSpPr>
            <a:spLocks noChangeArrowheads="1"/>
          </p:cNvSpPr>
          <p:nvPr/>
        </p:nvSpPr>
        <p:spPr bwMode="auto">
          <a:xfrm>
            <a:off x="8333384" y="2031720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27" name="TextBox 3"/>
          <p:cNvSpPr txBox="1"/>
          <p:nvPr/>
        </p:nvSpPr>
        <p:spPr>
          <a:xfrm>
            <a:off x="8650986" y="200291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4928" name="Rectangle 4"/>
          <p:cNvSpPr>
            <a:spLocks noChangeArrowheads="1"/>
          </p:cNvSpPr>
          <p:nvPr/>
        </p:nvSpPr>
        <p:spPr bwMode="auto">
          <a:xfrm>
            <a:off x="878255" y="2426932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29" name="TextBox 3"/>
          <p:cNvSpPr txBox="1"/>
          <p:nvPr/>
        </p:nvSpPr>
        <p:spPr>
          <a:xfrm>
            <a:off x="827455" y="239812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8471260</a:t>
            </a:r>
            <a:endParaRPr lang="en-US" dirty="0"/>
          </a:p>
        </p:txBody>
      </p:sp>
      <p:sp>
        <p:nvSpPr>
          <p:cNvPr id="14930" name="Rectangle 4"/>
          <p:cNvSpPr>
            <a:spLocks noChangeArrowheads="1"/>
          </p:cNvSpPr>
          <p:nvPr/>
        </p:nvSpPr>
        <p:spPr bwMode="auto">
          <a:xfrm>
            <a:off x="1365758" y="2426932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31" name="TextBox 3"/>
          <p:cNvSpPr txBox="1"/>
          <p:nvPr/>
        </p:nvSpPr>
        <p:spPr>
          <a:xfrm>
            <a:off x="1314958" y="2398128"/>
            <a:ext cx="8893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Student</a:t>
            </a:r>
            <a:endParaRPr lang="en-US" dirty="0"/>
          </a:p>
        </p:txBody>
      </p:sp>
      <p:sp>
        <p:nvSpPr>
          <p:cNvPr id="14932" name="TextBox 3"/>
          <p:cNvSpPr txBox="1"/>
          <p:nvPr/>
        </p:nvSpPr>
        <p:spPr>
          <a:xfrm>
            <a:off x="1314958" y="2515578"/>
            <a:ext cx="3415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Life</a:t>
            </a:r>
            <a:endParaRPr lang="en-US" dirty="0"/>
          </a:p>
        </p:txBody>
      </p:sp>
      <p:sp>
        <p:nvSpPr>
          <p:cNvPr id="14933" name="Rectangle 4"/>
          <p:cNvSpPr>
            <a:spLocks noChangeArrowheads="1"/>
          </p:cNvSpPr>
          <p:nvPr/>
        </p:nvSpPr>
        <p:spPr bwMode="auto">
          <a:xfrm>
            <a:off x="2163546" y="2426932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34" name="TextBox 3"/>
          <p:cNvSpPr txBox="1"/>
          <p:nvPr/>
        </p:nvSpPr>
        <p:spPr>
          <a:xfrm>
            <a:off x="2112746" y="239812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412521</a:t>
            </a:r>
            <a:endParaRPr lang="en-US" dirty="0"/>
          </a:p>
        </p:txBody>
      </p:sp>
      <p:sp>
        <p:nvSpPr>
          <p:cNvPr id="14935" name="Rectangle 4"/>
          <p:cNvSpPr>
            <a:spLocks noChangeArrowheads="1"/>
          </p:cNvSpPr>
          <p:nvPr/>
        </p:nvSpPr>
        <p:spPr bwMode="auto">
          <a:xfrm>
            <a:off x="2622702" y="2426932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36" name="TextBox 3"/>
          <p:cNvSpPr txBox="1"/>
          <p:nvPr/>
        </p:nvSpPr>
        <p:spPr>
          <a:xfrm>
            <a:off x="2571902" y="2398128"/>
            <a:ext cx="8496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 </a:t>
            </a:r>
            <a:endParaRPr lang="en-US" dirty="0"/>
          </a:p>
        </p:txBody>
      </p:sp>
      <p:sp>
        <p:nvSpPr>
          <p:cNvPr id="14937" name="TextBox 3"/>
          <p:cNvSpPr txBox="1"/>
          <p:nvPr/>
        </p:nvSpPr>
        <p:spPr>
          <a:xfrm>
            <a:off x="2571902" y="2515578"/>
            <a:ext cx="1120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 (including </a:t>
            </a:r>
            <a:endParaRPr lang="en-US" dirty="0"/>
          </a:p>
        </p:txBody>
      </p:sp>
      <p:sp>
        <p:nvSpPr>
          <p:cNvPr id="14938" name="TextBox 3"/>
          <p:cNvSpPr txBox="1"/>
          <p:nvPr/>
        </p:nvSpPr>
        <p:spPr>
          <a:xfrm>
            <a:off x="2571902" y="2633027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Mansab)</a:t>
            </a:r>
            <a:endParaRPr lang="en-US" dirty="0"/>
          </a:p>
        </p:txBody>
      </p:sp>
      <p:sp>
        <p:nvSpPr>
          <p:cNvPr id="14939" name="Rectangle 4"/>
          <p:cNvSpPr>
            <a:spLocks noChangeArrowheads="1"/>
          </p:cNvSpPr>
          <p:nvPr/>
        </p:nvSpPr>
        <p:spPr bwMode="auto">
          <a:xfrm>
            <a:off x="3680282" y="2426932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40" name="TextBox 3"/>
          <p:cNvSpPr txBox="1"/>
          <p:nvPr/>
        </p:nvSpPr>
        <p:spPr>
          <a:xfrm>
            <a:off x="3629482" y="239812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847.8471260.1.412521.000000.847001.100178</a:t>
            </a:r>
            <a:endParaRPr lang="en-US" dirty="0"/>
          </a:p>
        </p:txBody>
      </p:sp>
      <p:sp>
        <p:nvSpPr>
          <p:cNvPr id="14941" name="Rectangle 4"/>
          <p:cNvSpPr>
            <a:spLocks noChangeArrowheads="1"/>
          </p:cNvSpPr>
          <p:nvPr/>
        </p:nvSpPr>
        <p:spPr bwMode="auto">
          <a:xfrm>
            <a:off x="5918962" y="242693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42" name="TextBox 3"/>
          <p:cNvSpPr txBox="1"/>
          <p:nvPr/>
        </p:nvSpPr>
        <p:spPr>
          <a:xfrm>
            <a:off x="6382918" y="239812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4943" name="Rectangle 4"/>
          <p:cNvSpPr>
            <a:spLocks noChangeArrowheads="1"/>
          </p:cNvSpPr>
          <p:nvPr/>
        </p:nvSpPr>
        <p:spPr bwMode="auto">
          <a:xfrm>
            <a:off x="6566408" y="242693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44" name="TextBox 3"/>
          <p:cNvSpPr txBox="1"/>
          <p:nvPr/>
        </p:nvSpPr>
        <p:spPr>
          <a:xfrm>
            <a:off x="6776161" y="239812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31,115</a:t>
            </a:r>
            <a:endParaRPr lang="en-US" dirty="0"/>
          </a:p>
        </p:txBody>
      </p:sp>
      <p:sp>
        <p:nvSpPr>
          <p:cNvPr id="14945" name="Rectangle 4"/>
          <p:cNvSpPr>
            <a:spLocks noChangeArrowheads="1"/>
          </p:cNvSpPr>
          <p:nvPr/>
        </p:nvSpPr>
        <p:spPr bwMode="auto">
          <a:xfrm>
            <a:off x="7213854" y="242693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46" name="TextBox 3"/>
          <p:cNvSpPr txBox="1"/>
          <p:nvPr/>
        </p:nvSpPr>
        <p:spPr>
          <a:xfrm>
            <a:off x="7423607" y="239812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28,623</a:t>
            </a:r>
            <a:endParaRPr lang="en-US" dirty="0"/>
          </a:p>
        </p:txBody>
      </p:sp>
      <p:sp>
        <p:nvSpPr>
          <p:cNvPr id="14947" name="Rectangle 4"/>
          <p:cNvSpPr>
            <a:spLocks noChangeArrowheads="1"/>
          </p:cNvSpPr>
          <p:nvPr/>
        </p:nvSpPr>
        <p:spPr bwMode="auto">
          <a:xfrm>
            <a:off x="7861300" y="2426932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48" name="Rectangle 4"/>
          <p:cNvSpPr>
            <a:spLocks noChangeArrowheads="1"/>
          </p:cNvSpPr>
          <p:nvPr/>
        </p:nvSpPr>
        <p:spPr bwMode="auto">
          <a:xfrm>
            <a:off x="8094497" y="2426932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49" name="Rectangle 4"/>
          <p:cNvSpPr>
            <a:spLocks noChangeArrowheads="1"/>
          </p:cNvSpPr>
          <p:nvPr/>
        </p:nvSpPr>
        <p:spPr bwMode="auto">
          <a:xfrm>
            <a:off x="8333384" y="2426932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50" name="TextBox 3"/>
          <p:cNvSpPr txBox="1"/>
          <p:nvPr/>
        </p:nvSpPr>
        <p:spPr>
          <a:xfrm>
            <a:off x="8453272" y="2398128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2,492</a:t>
            </a:r>
            <a:endParaRPr lang="en-US" dirty="0"/>
          </a:p>
        </p:txBody>
      </p:sp>
      <p:sp>
        <p:nvSpPr>
          <p:cNvPr id="14951" name="Rectangle 4"/>
          <p:cNvSpPr>
            <a:spLocks noChangeArrowheads="1"/>
          </p:cNvSpPr>
          <p:nvPr/>
        </p:nvSpPr>
        <p:spPr bwMode="auto">
          <a:xfrm>
            <a:off x="878255" y="2822143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52" name="TextBox 3"/>
          <p:cNvSpPr txBox="1"/>
          <p:nvPr/>
        </p:nvSpPr>
        <p:spPr>
          <a:xfrm>
            <a:off x="827455" y="279333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8471260</a:t>
            </a:r>
            <a:endParaRPr lang="en-US" dirty="0"/>
          </a:p>
        </p:txBody>
      </p:sp>
      <p:sp>
        <p:nvSpPr>
          <p:cNvPr id="14953" name="Rectangle 4"/>
          <p:cNvSpPr>
            <a:spLocks noChangeArrowheads="1"/>
          </p:cNvSpPr>
          <p:nvPr/>
        </p:nvSpPr>
        <p:spPr bwMode="auto">
          <a:xfrm>
            <a:off x="1365758" y="2822143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54" name="TextBox 3"/>
          <p:cNvSpPr txBox="1"/>
          <p:nvPr/>
        </p:nvSpPr>
        <p:spPr>
          <a:xfrm>
            <a:off x="1314958" y="2793339"/>
            <a:ext cx="8893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Student</a:t>
            </a:r>
            <a:endParaRPr lang="en-US" dirty="0"/>
          </a:p>
        </p:txBody>
      </p:sp>
      <p:sp>
        <p:nvSpPr>
          <p:cNvPr id="14955" name="TextBox 3"/>
          <p:cNvSpPr txBox="1"/>
          <p:nvPr/>
        </p:nvSpPr>
        <p:spPr>
          <a:xfrm>
            <a:off x="1314958" y="2910789"/>
            <a:ext cx="3415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Life</a:t>
            </a:r>
            <a:endParaRPr lang="en-US" dirty="0"/>
          </a:p>
        </p:txBody>
      </p:sp>
      <p:sp>
        <p:nvSpPr>
          <p:cNvPr id="14956" name="Rectangle 4"/>
          <p:cNvSpPr>
            <a:spLocks noChangeArrowheads="1"/>
          </p:cNvSpPr>
          <p:nvPr/>
        </p:nvSpPr>
        <p:spPr bwMode="auto">
          <a:xfrm>
            <a:off x="2163546" y="2822143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57" name="TextBox 3"/>
          <p:cNvSpPr txBox="1"/>
          <p:nvPr/>
        </p:nvSpPr>
        <p:spPr>
          <a:xfrm>
            <a:off x="2112746" y="279333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14958" name="Rectangle 4"/>
          <p:cNvSpPr>
            <a:spLocks noChangeArrowheads="1"/>
          </p:cNvSpPr>
          <p:nvPr/>
        </p:nvSpPr>
        <p:spPr bwMode="auto">
          <a:xfrm>
            <a:off x="2622702" y="2822143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59" name="TextBox 3"/>
          <p:cNvSpPr txBox="1"/>
          <p:nvPr/>
        </p:nvSpPr>
        <p:spPr>
          <a:xfrm>
            <a:off x="2571902" y="2793339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14960" name="Rectangle 4"/>
          <p:cNvSpPr>
            <a:spLocks noChangeArrowheads="1"/>
          </p:cNvSpPr>
          <p:nvPr/>
        </p:nvSpPr>
        <p:spPr bwMode="auto">
          <a:xfrm>
            <a:off x="3680282" y="2822143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61" name="TextBox 3"/>
          <p:cNvSpPr txBox="1"/>
          <p:nvPr/>
        </p:nvSpPr>
        <p:spPr>
          <a:xfrm>
            <a:off x="3629482" y="279333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847.8471260.1.412523.000000.847001.100178</a:t>
            </a:r>
            <a:endParaRPr lang="en-US" dirty="0"/>
          </a:p>
        </p:txBody>
      </p:sp>
      <p:sp>
        <p:nvSpPr>
          <p:cNvPr id="14962" name="Rectangle 4"/>
          <p:cNvSpPr>
            <a:spLocks noChangeArrowheads="1"/>
          </p:cNvSpPr>
          <p:nvPr/>
        </p:nvSpPr>
        <p:spPr bwMode="auto">
          <a:xfrm>
            <a:off x="5918962" y="282214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63" name="TextBox 3"/>
          <p:cNvSpPr txBox="1"/>
          <p:nvPr/>
        </p:nvSpPr>
        <p:spPr>
          <a:xfrm>
            <a:off x="6128715" y="279333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72,000</a:t>
            </a:r>
            <a:endParaRPr lang="en-US" dirty="0"/>
          </a:p>
        </p:txBody>
      </p:sp>
      <p:sp>
        <p:nvSpPr>
          <p:cNvPr id="14964" name="Rectangle 4"/>
          <p:cNvSpPr>
            <a:spLocks noChangeArrowheads="1"/>
          </p:cNvSpPr>
          <p:nvPr/>
        </p:nvSpPr>
        <p:spPr bwMode="auto">
          <a:xfrm>
            <a:off x="6566408" y="282214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65" name="TextBox 3"/>
          <p:cNvSpPr txBox="1"/>
          <p:nvPr/>
        </p:nvSpPr>
        <p:spPr>
          <a:xfrm>
            <a:off x="6719671" y="279333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108,200</a:t>
            </a:r>
            <a:endParaRPr lang="en-US" dirty="0"/>
          </a:p>
        </p:txBody>
      </p:sp>
      <p:sp>
        <p:nvSpPr>
          <p:cNvPr id="14966" name="Rectangle 4"/>
          <p:cNvSpPr>
            <a:spLocks noChangeArrowheads="1"/>
          </p:cNvSpPr>
          <p:nvPr/>
        </p:nvSpPr>
        <p:spPr bwMode="auto">
          <a:xfrm>
            <a:off x="7213854" y="282214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67" name="TextBox 3"/>
          <p:cNvSpPr txBox="1"/>
          <p:nvPr/>
        </p:nvSpPr>
        <p:spPr>
          <a:xfrm>
            <a:off x="7367118" y="279333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108,200</a:t>
            </a:r>
            <a:endParaRPr lang="en-US" dirty="0"/>
          </a:p>
        </p:txBody>
      </p:sp>
      <p:sp>
        <p:nvSpPr>
          <p:cNvPr id="14968" name="Rectangle 4"/>
          <p:cNvSpPr>
            <a:spLocks noChangeArrowheads="1"/>
          </p:cNvSpPr>
          <p:nvPr/>
        </p:nvSpPr>
        <p:spPr bwMode="auto">
          <a:xfrm>
            <a:off x="7861300" y="2822143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69" name="Rectangle 4"/>
          <p:cNvSpPr>
            <a:spLocks noChangeArrowheads="1"/>
          </p:cNvSpPr>
          <p:nvPr/>
        </p:nvSpPr>
        <p:spPr bwMode="auto">
          <a:xfrm>
            <a:off x="8094497" y="2822143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70" name="Rectangle 4"/>
          <p:cNvSpPr>
            <a:spLocks noChangeArrowheads="1"/>
          </p:cNvSpPr>
          <p:nvPr/>
        </p:nvSpPr>
        <p:spPr bwMode="auto">
          <a:xfrm>
            <a:off x="8333384" y="2822143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71" name="TextBox 3"/>
          <p:cNvSpPr txBox="1"/>
          <p:nvPr/>
        </p:nvSpPr>
        <p:spPr>
          <a:xfrm>
            <a:off x="8650986" y="279333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4972" name="Rectangle 4"/>
          <p:cNvSpPr>
            <a:spLocks noChangeArrowheads="1"/>
          </p:cNvSpPr>
          <p:nvPr/>
        </p:nvSpPr>
        <p:spPr bwMode="auto">
          <a:xfrm>
            <a:off x="878255" y="3099905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73" name="TextBox 3"/>
          <p:cNvSpPr txBox="1"/>
          <p:nvPr/>
        </p:nvSpPr>
        <p:spPr>
          <a:xfrm>
            <a:off x="827455" y="307110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8471260</a:t>
            </a:r>
            <a:endParaRPr lang="en-US" dirty="0"/>
          </a:p>
        </p:txBody>
      </p:sp>
      <p:sp>
        <p:nvSpPr>
          <p:cNvPr id="14974" name="Rectangle 4"/>
          <p:cNvSpPr>
            <a:spLocks noChangeArrowheads="1"/>
          </p:cNvSpPr>
          <p:nvPr/>
        </p:nvSpPr>
        <p:spPr bwMode="auto">
          <a:xfrm>
            <a:off x="1365758" y="3099905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75" name="TextBox 3"/>
          <p:cNvSpPr txBox="1"/>
          <p:nvPr/>
        </p:nvSpPr>
        <p:spPr>
          <a:xfrm>
            <a:off x="1314958" y="3071101"/>
            <a:ext cx="8893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Student</a:t>
            </a:r>
            <a:endParaRPr lang="en-US" dirty="0"/>
          </a:p>
        </p:txBody>
      </p:sp>
      <p:sp>
        <p:nvSpPr>
          <p:cNvPr id="14976" name="TextBox 3"/>
          <p:cNvSpPr txBox="1"/>
          <p:nvPr/>
        </p:nvSpPr>
        <p:spPr>
          <a:xfrm>
            <a:off x="1314958" y="3188551"/>
            <a:ext cx="3415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Life</a:t>
            </a:r>
            <a:endParaRPr lang="en-US" dirty="0"/>
          </a:p>
        </p:txBody>
      </p:sp>
      <p:sp>
        <p:nvSpPr>
          <p:cNvPr id="14977" name="Rectangle 4"/>
          <p:cNvSpPr>
            <a:spLocks noChangeArrowheads="1"/>
          </p:cNvSpPr>
          <p:nvPr/>
        </p:nvSpPr>
        <p:spPr bwMode="auto">
          <a:xfrm>
            <a:off x="2163546" y="3099905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78" name="TextBox 3"/>
          <p:cNvSpPr txBox="1"/>
          <p:nvPr/>
        </p:nvSpPr>
        <p:spPr>
          <a:xfrm>
            <a:off x="2112746" y="307110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14979" name="Rectangle 4"/>
          <p:cNvSpPr>
            <a:spLocks noChangeArrowheads="1"/>
          </p:cNvSpPr>
          <p:nvPr/>
        </p:nvSpPr>
        <p:spPr bwMode="auto">
          <a:xfrm>
            <a:off x="2622702" y="3099905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80" name="TextBox 3"/>
          <p:cNvSpPr txBox="1"/>
          <p:nvPr/>
        </p:nvSpPr>
        <p:spPr>
          <a:xfrm>
            <a:off x="2571902" y="3071101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14981" name="TextBox 3"/>
          <p:cNvSpPr txBox="1"/>
          <p:nvPr/>
        </p:nvSpPr>
        <p:spPr>
          <a:xfrm>
            <a:off x="2571902" y="3188551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14982" name="Rectangle 4"/>
          <p:cNvSpPr>
            <a:spLocks noChangeArrowheads="1"/>
          </p:cNvSpPr>
          <p:nvPr/>
        </p:nvSpPr>
        <p:spPr bwMode="auto">
          <a:xfrm>
            <a:off x="3680282" y="3099905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83" name="TextBox 3"/>
          <p:cNvSpPr txBox="1"/>
          <p:nvPr/>
        </p:nvSpPr>
        <p:spPr>
          <a:xfrm>
            <a:off x="3629482" y="307110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847.8471260.1.412534.000000.847001.100178</a:t>
            </a:r>
            <a:endParaRPr lang="en-US" dirty="0"/>
          </a:p>
        </p:txBody>
      </p:sp>
      <p:sp>
        <p:nvSpPr>
          <p:cNvPr id="14984" name="Rectangle 4"/>
          <p:cNvSpPr>
            <a:spLocks noChangeArrowheads="1"/>
          </p:cNvSpPr>
          <p:nvPr/>
        </p:nvSpPr>
        <p:spPr bwMode="auto">
          <a:xfrm>
            <a:off x="5918962" y="309990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85" name="TextBox 3"/>
          <p:cNvSpPr txBox="1"/>
          <p:nvPr/>
        </p:nvSpPr>
        <p:spPr>
          <a:xfrm>
            <a:off x="6072225" y="307110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240,105</a:t>
            </a:r>
            <a:endParaRPr lang="en-US" dirty="0"/>
          </a:p>
        </p:txBody>
      </p:sp>
      <p:sp>
        <p:nvSpPr>
          <p:cNvPr id="14986" name="Rectangle 4"/>
          <p:cNvSpPr>
            <a:spLocks noChangeArrowheads="1"/>
          </p:cNvSpPr>
          <p:nvPr/>
        </p:nvSpPr>
        <p:spPr bwMode="auto">
          <a:xfrm>
            <a:off x="6566408" y="309990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87" name="TextBox 3"/>
          <p:cNvSpPr txBox="1"/>
          <p:nvPr/>
        </p:nvSpPr>
        <p:spPr>
          <a:xfrm>
            <a:off x="6719671" y="307110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343,505</a:t>
            </a:r>
            <a:endParaRPr lang="en-US" dirty="0"/>
          </a:p>
        </p:txBody>
      </p:sp>
      <p:sp>
        <p:nvSpPr>
          <p:cNvPr id="14988" name="Rectangle 4"/>
          <p:cNvSpPr>
            <a:spLocks noChangeArrowheads="1"/>
          </p:cNvSpPr>
          <p:nvPr/>
        </p:nvSpPr>
        <p:spPr bwMode="auto">
          <a:xfrm>
            <a:off x="7213854" y="309990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89" name="TextBox 3"/>
          <p:cNvSpPr txBox="1"/>
          <p:nvPr/>
        </p:nvSpPr>
        <p:spPr>
          <a:xfrm>
            <a:off x="7367118" y="3071101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343,422</a:t>
            </a:r>
            <a:endParaRPr lang="en-US" dirty="0"/>
          </a:p>
        </p:txBody>
      </p:sp>
      <p:sp>
        <p:nvSpPr>
          <p:cNvPr id="14990" name="Rectangle 4"/>
          <p:cNvSpPr>
            <a:spLocks noChangeArrowheads="1"/>
          </p:cNvSpPr>
          <p:nvPr/>
        </p:nvSpPr>
        <p:spPr bwMode="auto">
          <a:xfrm>
            <a:off x="7861300" y="3099905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91" name="Rectangle 4"/>
          <p:cNvSpPr>
            <a:spLocks noChangeArrowheads="1"/>
          </p:cNvSpPr>
          <p:nvPr/>
        </p:nvSpPr>
        <p:spPr bwMode="auto">
          <a:xfrm>
            <a:off x="8094497" y="3099905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92" name="Rectangle 4"/>
          <p:cNvSpPr>
            <a:spLocks noChangeArrowheads="1"/>
          </p:cNvSpPr>
          <p:nvPr/>
        </p:nvSpPr>
        <p:spPr bwMode="auto">
          <a:xfrm>
            <a:off x="8333384" y="3099905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93" name="TextBox 3"/>
          <p:cNvSpPr txBox="1"/>
          <p:nvPr/>
        </p:nvSpPr>
        <p:spPr>
          <a:xfrm>
            <a:off x="8594496" y="3071101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</a:t>
            </a:r>
            <a:endParaRPr lang="en-US" dirty="0"/>
          </a:p>
        </p:txBody>
      </p:sp>
      <p:sp>
        <p:nvSpPr>
          <p:cNvPr id="14994" name="Rectangle 4"/>
          <p:cNvSpPr>
            <a:spLocks noChangeArrowheads="1"/>
          </p:cNvSpPr>
          <p:nvPr/>
        </p:nvSpPr>
        <p:spPr bwMode="auto">
          <a:xfrm>
            <a:off x="878255" y="3377666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95" name="TextBox 3"/>
          <p:cNvSpPr txBox="1"/>
          <p:nvPr/>
        </p:nvSpPr>
        <p:spPr>
          <a:xfrm>
            <a:off x="827455" y="334886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8471260</a:t>
            </a:r>
            <a:endParaRPr lang="en-US" dirty="0"/>
          </a:p>
        </p:txBody>
      </p:sp>
      <p:sp>
        <p:nvSpPr>
          <p:cNvPr id="14996" name="Rectangle 4"/>
          <p:cNvSpPr>
            <a:spLocks noChangeArrowheads="1"/>
          </p:cNvSpPr>
          <p:nvPr/>
        </p:nvSpPr>
        <p:spPr bwMode="auto">
          <a:xfrm>
            <a:off x="1365758" y="3377666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4997" name="TextBox 3"/>
          <p:cNvSpPr txBox="1"/>
          <p:nvPr/>
        </p:nvSpPr>
        <p:spPr>
          <a:xfrm>
            <a:off x="1314958" y="3348863"/>
            <a:ext cx="8893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Student</a:t>
            </a:r>
            <a:endParaRPr lang="en-US" dirty="0"/>
          </a:p>
        </p:txBody>
      </p:sp>
      <p:sp>
        <p:nvSpPr>
          <p:cNvPr id="14998" name="TextBox 3"/>
          <p:cNvSpPr txBox="1"/>
          <p:nvPr/>
        </p:nvSpPr>
        <p:spPr>
          <a:xfrm>
            <a:off x="1314958" y="3466312"/>
            <a:ext cx="3415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Life</a:t>
            </a:r>
            <a:endParaRPr lang="en-US" dirty="0"/>
          </a:p>
        </p:txBody>
      </p:sp>
      <p:sp>
        <p:nvSpPr>
          <p:cNvPr id="14999" name="Rectangle 4"/>
          <p:cNvSpPr>
            <a:spLocks noChangeArrowheads="1"/>
          </p:cNvSpPr>
          <p:nvPr/>
        </p:nvSpPr>
        <p:spPr bwMode="auto">
          <a:xfrm>
            <a:off x="2163546" y="3377666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00" name="TextBox 3"/>
          <p:cNvSpPr txBox="1"/>
          <p:nvPr/>
        </p:nvSpPr>
        <p:spPr>
          <a:xfrm>
            <a:off x="2112746" y="334886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15001" name="Rectangle 4"/>
          <p:cNvSpPr>
            <a:spLocks noChangeArrowheads="1"/>
          </p:cNvSpPr>
          <p:nvPr/>
        </p:nvSpPr>
        <p:spPr bwMode="auto">
          <a:xfrm>
            <a:off x="2622702" y="3377666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02" name="TextBox 3"/>
          <p:cNvSpPr txBox="1"/>
          <p:nvPr/>
        </p:nvSpPr>
        <p:spPr>
          <a:xfrm>
            <a:off x="2571902" y="3348863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15003" name="Rectangle 4"/>
          <p:cNvSpPr>
            <a:spLocks noChangeArrowheads="1"/>
          </p:cNvSpPr>
          <p:nvPr/>
        </p:nvSpPr>
        <p:spPr bwMode="auto">
          <a:xfrm>
            <a:off x="3680282" y="3377666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04" name="TextBox 3"/>
          <p:cNvSpPr txBox="1"/>
          <p:nvPr/>
        </p:nvSpPr>
        <p:spPr>
          <a:xfrm>
            <a:off x="3629482" y="334886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847.8471260.1.412546.000000.847001.100178</a:t>
            </a:r>
            <a:endParaRPr lang="en-US" dirty="0"/>
          </a:p>
        </p:txBody>
      </p:sp>
      <p:sp>
        <p:nvSpPr>
          <p:cNvPr id="15005" name="Rectangle 4"/>
          <p:cNvSpPr>
            <a:spLocks noChangeArrowheads="1"/>
          </p:cNvSpPr>
          <p:nvPr/>
        </p:nvSpPr>
        <p:spPr bwMode="auto">
          <a:xfrm>
            <a:off x="5918962" y="337766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06" name="TextBox 3"/>
          <p:cNvSpPr txBox="1"/>
          <p:nvPr/>
        </p:nvSpPr>
        <p:spPr>
          <a:xfrm>
            <a:off x="6072225" y="334886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160,506</a:t>
            </a:r>
            <a:endParaRPr lang="en-US" dirty="0"/>
          </a:p>
        </p:txBody>
      </p:sp>
      <p:sp>
        <p:nvSpPr>
          <p:cNvPr id="15007" name="Rectangle 4"/>
          <p:cNvSpPr>
            <a:spLocks noChangeArrowheads="1"/>
          </p:cNvSpPr>
          <p:nvPr/>
        </p:nvSpPr>
        <p:spPr bwMode="auto">
          <a:xfrm>
            <a:off x="6566408" y="337766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08" name="TextBox 3"/>
          <p:cNvSpPr txBox="1"/>
          <p:nvPr/>
        </p:nvSpPr>
        <p:spPr>
          <a:xfrm>
            <a:off x="6719671" y="334886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207,566</a:t>
            </a:r>
            <a:endParaRPr lang="en-US" dirty="0"/>
          </a:p>
        </p:txBody>
      </p:sp>
      <p:sp>
        <p:nvSpPr>
          <p:cNvPr id="15009" name="Rectangle 4"/>
          <p:cNvSpPr>
            <a:spLocks noChangeArrowheads="1"/>
          </p:cNvSpPr>
          <p:nvPr/>
        </p:nvSpPr>
        <p:spPr bwMode="auto">
          <a:xfrm>
            <a:off x="7213854" y="337766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10" name="TextBox 3"/>
          <p:cNvSpPr txBox="1"/>
          <p:nvPr/>
        </p:nvSpPr>
        <p:spPr>
          <a:xfrm>
            <a:off x="7367118" y="334886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207,565</a:t>
            </a:r>
            <a:endParaRPr lang="en-US" dirty="0"/>
          </a:p>
        </p:txBody>
      </p:sp>
      <p:sp>
        <p:nvSpPr>
          <p:cNvPr id="15011" name="Rectangle 4"/>
          <p:cNvSpPr>
            <a:spLocks noChangeArrowheads="1"/>
          </p:cNvSpPr>
          <p:nvPr/>
        </p:nvSpPr>
        <p:spPr bwMode="auto">
          <a:xfrm>
            <a:off x="7861300" y="3377666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12" name="Rectangle 4"/>
          <p:cNvSpPr>
            <a:spLocks noChangeArrowheads="1"/>
          </p:cNvSpPr>
          <p:nvPr/>
        </p:nvSpPr>
        <p:spPr bwMode="auto">
          <a:xfrm>
            <a:off x="8094497" y="3377666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13" name="Rectangle 4"/>
          <p:cNvSpPr>
            <a:spLocks noChangeArrowheads="1"/>
          </p:cNvSpPr>
          <p:nvPr/>
        </p:nvSpPr>
        <p:spPr bwMode="auto">
          <a:xfrm>
            <a:off x="8333384" y="3377666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14" name="TextBox 3"/>
          <p:cNvSpPr txBox="1"/>
          <p:nvPr/>
        </p:nvSpPr>
        <p:spPr>
          <a:xfrm>
            <a:off x="8650986" y="334886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5015" name="Rectangle 4"/>
          <p:cNvSpPr>
            <a:spLocks noChangeArrowheads="1"/>
          </p:cNvSpPr>
          <p:nvPr/>
        </p:nvSpPr>
        <p:spPr bwMode="auto">
          <a:xfrm>
            <a:off x="878255" y="3655428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16" name="TextBox 3"/>
          <p:cNvSpPr txBox="1"/>
          <p:nvPr/>
        </p:nvSpPr>
        <p:spPr>
          <a:xfrm>
            <a:off x="827455" y="362662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8471260</a:t>
            </a:r>
            <a:endParaRPr lang="en-US" dirty="0"/>
          </a:p>
        </p:txBody>
      </p:sp>
      <p:sp>
        <p:nvSpPr>
          <p:cNvPr id="15017" name="Rectangle 4"/>
          <p:cNvSpPr>
            <a:spLocks noChangeArrowheads="1"/>
          </p:cNvSpPr>
          <p:nvPr/>
        </p:nvSpPr>
        <p:spPr bwMode="auto">
          <a:xfrm>
            <a:off x="1365758" y="3655428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18" name="TextBox 3"/>
          <p:cNvSpPr txBox="1"/>
          <p:nvPr/>
        </p:nvSpPr>
        <p:spPr>
          <a:xfrm>
            <a:off x="1314958" y="3626624"/>
            <a:ext cx="8893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Student</a:t>
            </a:r>
            <a:endParaRPr lang="en-US" dirty="0"/>
          </a:p>
        </p:txBody>
      </p:sp>
      <p:sp>
        <p:nvSpPr>
          <p:cNvPr id="15019" name="TextBox 3"/>
          <p:cNvSpPr txBox="1"/>
          <p:nvPr/>
        </p:nvSpPr>
        <p:spPr>
          <a:xfrm>
            <a:off x="1314958" y="3744074"/>
            <a:ext cx="3415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Life</a:t>
            </a:r>
            <a:endParaRPr lang="en-US" dirty="0"/>
          </a:p>
        </p:txBody>
      </p:sp>
      <p:sp>
        <p:nvSpPr>
          <p:cNvPr id="15020" name="Rectangle 4"/>
          <p:cNvSpPr>
            <a:spLocks noChangeArrowheads="1"/>
          </p:cNvSpPr>
          <p:nvPr/>
        </p:nvSpPr>
        <p:spPr bwMode="auto">
          <a:xfrm>
            <a:off x="2163546" y="3655428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21" name="TextBox 3"/>
          <p:cNvSpPr txBox="1"/>
          <p:nvPr/>
        </p:nvSpPr>
        <p:spPr>
          <a:xfrm>
            <a:off x="2112746" y="362662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15022" name="Rectangle 4"/>
          <p:cNvSpPr>
            <a:spLocks noChangeArrowheads="1"/>
          </p:cNvSpPr>
          <p:nvPr/>
        </p:nvSpPr>
        <p:spPr bwMode="auto">
          <a:xfrm>
            <a:off x="2622702" y="3655428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23" name="TextBox 3"/>
          <p:cNvSpPr txBox="1"/>
          <p:nvPr/>
        </p:nvSpPr>
        <p:spPr>
          <a:xfrm>
            <a:off x="2571902" y="3626624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15024" name="TextBox 3"/>
          <p:cNvSpPr txBox="1"/>
          <p:nvPr/>
        </p:nvSpPr>
        <p:spPr>
          <a:xfrm>
            <a:off x="2571902" y="3744074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15025" name="Rectangle 4"/>
          <p:cNvSpPr>
            <a:spLocks noChangeArrowheads="1"/>
          </p:cNvSpPr>
          <p:nvPr/>
        </p:nvSpPr>
        <p:spPr bwMode="auto">
          <a:xfrm>
            <a:off x="3680282" y="3655428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26" name="TextBox 3"/>
          <p:cNvSpPr txBox="1"/>
          <p:nvPr/>
        </p:nvSpPr>
        <p:spPr>
          <a:xfrm>
            <a:off x="3629482" y="362662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847.8471260.1.415110.000000.847001.100178</a:t>
            </a:r>
            <a:endParaRPr lang="en-US" dirty="0"/>
          </a:p>
        </p:txBody>
      </p:sp>
      <p:sp>
        <p:nvSpPr>
          <p:cNvPr id="15027" name="Rectangle 4"/>
          <p:cNvSpPr>
            <a:spLocks noChangeArrowheads="1"/>
          </p:cNvSpPr>
          <p:nvPr/>
        </p:nvSpPr>
        <p:spPr bwMode="auto">
          <a:xfrm>
            <a:off x="5918962" y="365542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28" name="TextBox 3"/>
          <p:cNvSpPr txBox="1"/>
          <p:nvPr/>
        </p:nvSpPr>
        <p:spPr>
          <a:xfrm>
            <a:off x="6072225" y="362662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744,307</a:t>
            </a:r>
            <a:endParaRPr lang="en-US" dirty="0"/>
          </a:p>
        </p:txBody>
      </p:sp>
      <p:sp>
        <p:nvSpPr>
          <p:cNvPr id="15029" name="Rectangle 4"/>
          <p:cNvSpPr>
            <a:spLocks noChangeArrowheads="1"/>
          </p:cNvSpPr>
          <p:nvPr/>
        </p:nvSpPr>
        <p:spPr bwMode="auto">
          <a:xfrm>
            <a:off x="6566408" y="365542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30" name="TextBox 3"/>
          <p:cNvSpPr txBox="1"/>
          <p:nvPr/>
        </p:nvSpPr>
        <p:spPr>
          <a:xfrm>
            <a:off x="6719671" y="362662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977,357</a:t>
            </a:r>
            <a:endParaRPr lang="en-US" dirty="0"/>
          </a:p>
        </p:txBody>
      </p:sp>
      <p:sp>
        <p:nvSpPr>
          <p:cNvPr id="15031" name="Rectangle 4"/>
          <p:cNvSpPr>
            <a:spLocks noChangeArrowheads="1"/>
          </p:cNvSpPr>
          <p:nvPr/>
        </p:nvSpPr>
        <p:spPr bwMode="auto">
          <a:xfrm>
            <a:off x="7213854" y="365542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32" name="TextBox 3"/>
          <p:cNvSpPr txBox="1"/>
          <p:nvPr/>
        </p:nvSpPr>
        <p:spPr>
          <a:xfrm>
            <a:off x="7367118" y="362662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976,887</a:t>
            </a:r>
            <a:endParaRPr lang="en-US" dirty="0"/>
          </a:p>
        </p:txBody>
      </p:sp>
      <p:sp>
        <p:nvSpPr>
          <p:cNvPr id="15033" name="Rectangle 4"/>
          <p:cNvSpPr>
            <a:spLocks noChangeArrowheads="1"/>
          </p:cNvSpPr>
          <p:nvPr/>
        </p:nvSpPr>
        <p:spPr bwMode="auto">
          <a:xfrm>
            <a:off x="7861300" y="3655428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34" name="Rectangle 4"/>
          <p:cNvSpPr>
            <a:spLocks noChangeArrowheads="1"/>
          </p:cNvSpPr>
          <p:nvPr/>
        </p:nvSpPr>
        <p:spPr bwMode="auto">
          <a:xfrm>
            <a:off x="8094497" y="3655428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35" name="Rectangle 4"/>
          <p:cNvSpPr>
            <a:spLocks noChangeArrowheads="1"/>
          </p:cNvSpPr>
          <p:nvPr/>
        </p:nvSpPr>
        <p:spPr bwMode="auto">
          <a:xfrm>
            <a:off x="8333384" y="3655428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36" name="TextBox 3"/>
          <p:cNvSpPr txBox="1"/>
          <p:nvPr/>
        </p:nvSpPr>
        <p:spPr>
          <a:xfrm>
            <a:off x="8538006" y="3626624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470</a:t>
            </a:r>
            <a:endParaRPr lang="en-US" dirty="0"/>
          </a:p>
        </p:txBody>
      </p:sp>
      <p:sp>
        <p:nvSpPr>
          <p:cNvPr id="15037" name="Rectangle 4"/>
          <p:cNvSpPr>
            <a:spLocks noChangeArrowheads="1"/>
          </p:cNvSpPr>
          <p:nvPr/>
        </p:nvSpPr>
        <p:spPr bwMode="auto">
          <a:xfrm>
            <a:off x="878255" y="3933190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38" name="TextBox 3"/>
          <p:cNvSpPr txBox="1"/>
          <p:nvPr/>
        </p:nvSpPr>
        <p:spPr>
          <a:xfrm>
            <a:off x="827455" y="390438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8471260</a:t>
            </a:r>
            <a:endParaRPr lang="en-US" dirty="0"/>
          </a:p>
        </p:txBody>
      </p:sp>
      <p:sp>
        <p:nvSpPr>
          <p:cNvPr id="15039" name="Rectangle 4"/>
          <p:cNvSpPr>
            <a:spLocks noChangeArrowheads="1"/>
          </p:cNvSpPr>
          <p:nvPr/>
        </p:nvSpPr>
        <p:spPr bwMode="auto">
          <a:xfrm>
            <a:off x="1365758" y="3933190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40" name="TextBox 3"/>
          <p:cNvSpPr txBox="1"/>
          <p:nvPr/>
        </p:nvSpPr>
        <p:spPr>
          <a:xfrm>
            <a:off x="1314958" y="3904386"/>
            <a:ext cx="8893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Student</a:t>
            </a:r>
            <a:endParaRPr lang="en-US" dirty="0"/>
          </a:p>
        </p:txBody>
      </p:sp>
      <p:sp>
        <p:nvSpPr>
          <p:cNvPr id="15041" name="TextBox 3"/>
          <p:cNvSpPr txBox="1"/>
          <p:nvPr/>
        </p:nvSpPr>
        <p:spPr>
          <a:xfrm>
            <a:off x="1314958" y="4021835"/>
            <a:ext cx="3415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Life</a:t>
            </a:r>
            <a:endParaRPr lang="en-US" dirty="0"/>
          </a:p>
        </p:txBody>
      </p:sp>
      <p:sp>
        <p:nvSpPr>
          <p:cNvPr id="15042" name="Rectangle 4"/>
          <p:cNvSpPr>
            <a:spLocks noChangeArrowheads="1"/>
          </p:cNvSpPr>
          <p:nvPr/>
        </p:nvSpPr>
        <p:spPr bwMode="auto">
          <a:xfrm>
            <a:off x="2163546" y="3933190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43" name="TextBox 3"/>
          <p:cNvSpPr txBox="1"/>
          <p:nvPr/>
        </p:nvSpPr>
        <p:spPr>
          <a:xfrm>
            <a:off x="2112746" y="390438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15044" name="Rectangle 4"/>
          <p:cNvSpPr>
            <a:spLocks noChangeArrowheads="1"/>
          </p:cNvSpPr>
          <p:nvPr/>
        </p:nvSpPr>
        <p:spPr bwMode="auto">
          <a:xfrm>
            <a:off x="2622702" y="3933190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45" name="TextBox 3"/>
          <p:cNvSpPr txBox="1"/>
          <p:nvPr/>
        </p:nvSpPr>
        <p:spPr>
          <a:xfrm>
            <a:off x="2571902" y="3904386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15046" name="TextBox 3"/>
          <p:cNvSpPr txBox="1"/>
          <p:nvPr/>
        </p:nvSpPr>
        <p:spPr>
          <a:xfrm>
            <a:off x="2571902" y="4021835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15047" name="Rectangle 4"/>
          <p:cNvSpPr>
            <a:spLocks noChangeArrowheads="1"/>
          </p:cNvSpPr>
          <p:nvPr/>
        </p:nvSpPr>
        <p:spPr bwMode="auto">
          <a:xfrm>
            <a:off x="3680282" y="3933190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48" name="TextBox 3"/>
          <p:cNvSpPr txBox="1"/>
          <p:nvPr/>
        </p:nvSpPr>
        <p:spPr>
          <a:xfrm>
            <a:off x="3629482" y="390438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847.8471260.1.416110.000000.847001.100178</a:t>
            </a:r>
            <a:endParaRPr lang="en-US" dirty="0"/>
          </a:p>
        </p:txBody>
      </p:sp>
      <p:sp>
        <p:nvSpPr>
          <p:cNvPr id="15049" name="Rectangle 4"/>
          <p:cNvSpPr>
            <a:spLocks noChangeArrowheads="1"/>
          </p:cNvSpPr>
          <p:nvPr/>
        </p:nvSpPr>
        <p:spPr bwMode="auto">
          <a:xfrm>
            <a:off x="5918962" y="393319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50" name="TextBox 3"/>
          <p:cNvSpPr txBox="1"/>
          <p:nvPr/>
        </p:nvSpPr>
        <p:spPr>
          <a:xfrm>
            <a:off x="6382918" y="390438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5051" name="Rectangle 4"/>
          <p:cNvSpPr>
            <a:spLocks noChangeArrowheads="1"/>
          </p:cNvSpPr>
          <p:nvPr/>
        </p:nvSpPr>
        <p:spPr bwMode="auto">
          <a:xfrm>
            <a:off x="6566408" y="393319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52" name="TextBox 3"/>
          <p:cNvSpPr txBox="1"/>
          <p:nvPr/>
        </p:nvSpPr>
        <p:spPr>
          <a:xfrm>
            <a:off x="6776161" y="390438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39,500</a:t>
            </a:r>
            <a:endParaRPr lang="en-US" dirty="0"/>
          </a:p>
        </p:txBody>
      </p:sp>
      <p:sp>
        <p:nvSpPr>
          <p:cNvPr id="15053" name="Rectangle 4"/>
          <p:cNvSpPr>
            <a:spLocks noChangeArrowheads="1"/>
          </p:cNvSpPr>
          <p:nvPr/>
        </p:nvSpPr>
        <p:spPr bwMode="auto">
          <a:xfrm>
            <a:off x="7213854" y="3933190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54" name="TextBox 3"/>
          <p:cNvSpPr txBox="1"/>
          <p:nvPr/>
        </p:nvSpPr>
        <p:spPr>
          <a:xfrm>
            <a:off x="7423607" y="390438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39,500</a:t>
            </a:r>
            <a:endParaRPr lang="en-US" dirty="0"/>
          </a:p>
        </p:txBody>
      </p:sp>
      <p:sp>
        <p:nvSpPr>
          <p:cNvPr id="15055" name="Rectangle 4"/>
          <p:cNvSpPr>
            <a:spLocks noChangeArrowheads="1"/>
          </p:cNvSpPr>
          <p:nvPr/>
        </p:nvSpPr>
        <p:spPr bwMode="auto">
          <a:xfrm>
            <a:off x="7861300" y="3933190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56" name="Rectangle 4"/>
          <p:cNvSpPr>
            <a:spLocks noChangeArrowheads="1"/>
          </p:cNvSpPr>
          <p:nvPr/>
        </p:nvSpPr>
        <p:spPr bwMode="auto">
          <a:xfrm>
            <a:off x="8094497" y="3933190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57" name="Rectangle 4"/>
          <p:cNvSpPr>
            <a:spLocks noChangeArrowheads="1"/>
          </p:cNvSpPr>
          <p:nvPr/>
        </p:nvSpPr>
        <p:spPr bwMode="auto">
          <a:xfrm>
            <a:off x="8333384" y="3933190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58" name="TextBox 3"/>
          <p:cNvSpPr txBox="1"/>
          <p:nvPr/>
        </p:nvSpPr>
        <p:spPr>
          <a:xfrm>
            <a:off x="8650986" y="390438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5059" name="Rectangle 4"/>
          <p:cNvSpPr>
            <a:spLocks noChangeArrowheads="1"/>
          </p:cNvSpPr>
          <p:nvPr/>
        </p:nvSpPr>
        <p:spPr bwMode="auto">
          <a:xfrm>
            <a:off x="878255" y="4210952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60" name="TextBox 3"/>
          <p:cNvSpPr txBox="1"/>
          <p:nvPr/>
        </p:nvSpPr>
        <p:spPr>
          <a:xfrm>
            <a:off x="827455" y="418214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8471260</a:t>
            </a:r>
            <a:endParaRPr lang="en-US" dirty="0"/>
          </a:p>
        </p:txBody>
      </p:sp>
      <p:sp>
        <p:nvSpPr>
          <p:cNvPr id="15061" name="Rectangle 4"/>
          <p:cNvSpPr>
            <a:spLocks noChangeArrowheads="1"/>
          </p:cNvSpPr>
          <p:nvPr/>
        </p:nvSpPr>
        <p:spPr bwMode="auto">
          <a:xfrm>
            <a:off x="1365758" y="4210952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62" name="TextBox 3"/>
          <p:cNvSpPr txBox="1"/>
          <p:nvPr/>
        </p:nvSpPr>
        <p:spPr>
          <a:xfrm>
            <a:off x="1314958" y="4182148"/>
            <a:ext cx="8893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Student</a:t>
            </a:r>
            <a:endParaRPr lang="en-US" dirty="0"/>
          </a:p>
        </p:txBody>
      </p:sp>
      <p:sp>
        <p:nvSpPr>
          <p:cNvPr id="15063" name="TextBox 3"/>
          <p:cNvSpPr txBox="1"/>
          <p:nvPr/>
        </p:nvSpPr>
        <p:spPr>
          <a:xfrm>
            <a:off x="1314958" y="4299597"/>
            <a:ext cx="3415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Life</a:t>
            </a:r>
            <a:endParaRPr lang="en-US" dirty="0"/>
          </a:p>
        </p:txBody>
      </p:sp>
      <p:sp>
        <p:nvSpPr>
          <p:cNvPr id="15064" name="Rectangle 4"/>
          <p:cNvSpPr>
            <a:spLocks noChangeArrowheads="1"/>
          </p:cNvSpPr>
          <p:nvPr/>
        </p:nvSpPr>
        <p:spPr bwMode="auto">
          <a:xfrm>
            <a:off x="2163546" y="4210952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65" name="TextBox 3"/>
          <p:cNvSpPr txBox="1"/>
          <p:nvPr/>
        </p:nvSpPr>
        <p:spPr>
          <a:xfrm>
            <a:off x="2112746" y="418214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15066" name="Rectangle 4"/>
          <p:cNvSpPr>
            <a:spLocks noChangeArrowheads="1"/>
          </p:cNvSpPr>
          <p:nvPr/>
        </p:nvSpPr>
        <p:spPr bwMode="auto">
          <a:xfrm>
            <a:off x="2622702" y="4210952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67" name="TextBox 3"/>
          <p:cNvSpPr txBox="1"/>
          <p:nvPr/>
        </p:nvSpPr>
        <p:spPr>
          <a:xfrm>
            <a:off x="2571902" y="4182148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15068" name="TextBox 3"/>
          <p:cNvSpPr txBox="1"/>
          <p:nvPr/>
        </p:nvSpPr>
        <p:spPr>
          <a:xfrm>
            <a:off x="2571902" y="4299597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15069" name="Rectangle 4"/>
          <p:cNvSpPr>
            <a:spLocks noChangeArrowheads="1"/>
          </p:cNvSpPr>
          <p:nvPr/>
        </p:nvSpPr>
        <p:spPr bwMode="auto">
          <a:xfrm>
            <a:off x="3680282" y="4210952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70" name="TextBox 3"/>
          <p:cNvSpPr txBox="1"/>
          <p:nvPr/>
        </p:nvSpPr>
        <p:spPr>
          <a:xfrm>
            <a:off x="3629482" y="418214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847.8471260.1.416310.000000.847001.100178</a:t>
            </a:r>
            <a:endParaRPr lang="en-US" dirty="0"/>
          </a:p>
        </p:txBody>
      </p:sp>
      <p:sp>
        <p:nvSpPr>
          <p:cNvPr id="15071" name="Rectangle 4"/>
          <p:cNvSpPr>
            <a:spLocks noChangeArrowheads="1"/>
          </p:cNvSpPr>
          <p:nvPr/>
        </p:nvSpPr>
        <p:spPr bwMode="auto">
          <a:xfrm>
            <a:off x="5918962" y="421095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72" name="TextBox 3"/>
          <p:cNvSpPr txBox="1"/>
          <p:nvPr/>
        </p:nvSpPr>
        <p:spPr>
          <a:xfrm>
            <a:off x="6072225" y="418214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101,183</a:t>
            </a:r>
            <a:endParaRPr lang="en-US" dirty="0"/>
          </a:p>
        </p:txBody>
      </p:sp>
      <p:sp>
        <p:nvSpPr>
          <p:cNvPr id="15073" name="Rectangle 4"/>
          <p:cNvSpPr>
            <a:spLocks noChangeArrowheads="1"/>
          </p:cNvSpPr>
          <p:nvPr/>
        </p:nvSpPr>
        <p:spPr bwMode="auto">
          <a:xfrm>
            <a:off x="6566408" y="421095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74" name="TextBox 3"/>
          <p:cNvSpPr txBox="1"/>
          <p:nvPr/>
        </p:nvSpPr>
        <p:spPr>
          <a:xfrm>
            <a:off x="6776161" y="418214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69,453</a:t>
            </a:r>
            <a:endParaRPr lang="en-US" dirty="0"/>
          </a:p>
        </p:txBody>
      </p:sp>
      <p:sp>
        <p:nvSpPr>
          <p:cNvPr id="15075" name="Rectangle 4"/>
          <p:cNvSpPr>
            <a:spLocks noChangeArrowheads="1"/>
          </p:cNvSpPr>
          <p:nvPr/>
        </p:nvSpPr>
        <p:spPr bwMode="auto">
          <a:xfrm>
            <a:off x="7213854" y="421095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76" name="TextBox 3"/>
          <p:cNvSpPr txBox="1"/>
          <p:nvPr/>
        </p:nvSpPr>
        <p:spPr>
          <a:xfrm>
            <a:off x="7423607" y="4182148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69,449</a:t>
            </a:r>
            <a:endParaRPr lang="en-US" dirty="0"/>
          </a:p>
        </p:txBody>
      </p:sp>
      <p:sp>
        <p:nvSpPr>
          <p:cNvPr id="15077" name="Rectangle 4"/>
          <p:cNvSpPr>
            <a:spLocks noChangeArrowheads="1"/>
          </p:cNvSpPr>
          <p:nvPr/>
        </p:nvSpPr>
        <p:spPr bwMode="auto">
          <a:xfrm>
            <a:off x="7861300" y="4210952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78" name="Rectangle 4"/>
          <p:cNvSpPr>
            <a:spLocks noChangeArrowheads="1"/>
          </p:cNvSpPr>
          <p:nvPr/>
        </p:nvSpPr>
        <p:spPr bwMode="auto">
          <a:xfrm>
            <a:off x="8094497" y="4210952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79" name="Rectangle 4"/>
          <p:cNvSpPr>
            <a:spLocks noChangeArrowheads="1"/>
          </p:cNvSpPr>
          <p:nvPr/>
        </p:nvSpPr>
        <p:spPr bwMode="auto">
          <a:xfrm>
            <a:off x="8333384" y="4210952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80" name="TextBox 3"/>
          <p:cNvSpPr txBox="1"/>
          <p:nvPr/>
        </p:nvSpPr>
        <p:spPr>
          <a:xfrm>
            <a:off x="8650986" y="418214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</a:t>
            </a:r>
            <a:endParaRPr lang="en-US" dirty="0"/>
          </a:p>
        </p:txBody>
      </p:sp>
      <p:sp>
        <p:nvSpPr>
          <p:cNvPr id="15081" name="Rectangle 4"/>
          <p:cNvSpPr>
            <a:spLocks noChangeArrowheads="1"/>
          </p:cNvSpPr>
          <p:nvPr/>
        </p:nvSpPr>
        <p:spPr bwMode="auto">
          <a:xfrm>
            <a:off x="878255" y="4488713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082" name="TextBox 3"/>
          <p:cNvSpPr txBox="1"/>
          <p:nvPr/>
        </p:nvSpPr>
        <p:spPr>
          <a:xfrm>
            <a:off x="827455" y="445990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8471260</a:t>
            </a:r>
            <a:endParaRPr lang="en-US" dirty="0"/>
          </a:p>
        </p:txBody>
      </p:sp>
      <p:sp>
        <p:nvSpPr>
          <p:cNvPr id="15083" name="TextBox 3"/>
          <p:cNvSpPr txBox="1"/>
          <p:nvPr/>
        </p:nvSpPr>
        <p:spPr>
          <a:xfrm>
            <a:off x="827455" y="4577359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5084" name="Rectangle 4"/>
          <p:cNvSpPr>
            <a:spLocks noChangeArrowheads="1"/>
          </p:cNvSpPr>
          <p:nvPr/>
        </p:nvSpPr>
        <p:spPr bwMode="auto">
          <a:xfrm>
            <a:off x="1365758" y="4488713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085" name="Rectangle 4"/>
          <p:cNvSpPr>
            <a:spLocks noChangeArrowheads="1"/>
          </p:cNvSpPr>
          <p:nvPr/>
        </p:nvSpPr>
        <p:spPr bwMode="auto">
          <a:xfrm>
            <a:off x="2163546" y="4488713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086" name="Rectangle 4"/>
          <p:cNvSpPr>
            <a:spLocks noChangeArrowheads="1"/>
          </p:cNvSpPr>
          <p:nvPr/>
        </p:nvSpPr>
        <p:spPr bwMode="auto">
          <a:xfrm>
            <a:off x="2622702" y="4488713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087" name="Rectangle 4"/>
          <p:cNvSpPr>
            <a:spLocks noChangeArrowheads="1"/>
          </p:cNvSpPr>
          <p:nvPr/>
        </p:nvSpPr>
        <p:spPr bwMode="auto">
          <a:xfrm>
            <a:off x="3680282" y="4488713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088" name="Rectangle 4"/>
          <p:cNvSpPr>
            <a:spLocks noChangeArrowheads="1"/>
          </p:cNvSpPr>
          <p:nvPr/>
        </p:nvSpPr>
        <p:spPr bwMode="auto">
          <a:xfrm>
            <a:off x="5918962" y="4488713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089" name="TextBox 3"/>
          <p:cNvSpPr txBox="1"/>
          <p:nvPr/>
        </p:nvSpPr>
        <p:spPr>
          <a:xfrm>
            <a:off x="5987491" y="445990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6,957,414</a:t>
            </a:r>
            <a:endParaRPr lang="en-US" dirty="0"/>
          </a:p>
        </p:txBody>
      </p:sp>
      <p:sp>
        <p:nvSpPr>
          <p:cNvPr id="15090" name="Rectangle 4"/>
          <p:cNvSpPr>
            <a:spLocks noChangeArrowheads="1"/>
          </p:cNvSpPr>
          <p:nvPr/>
        </p:nvSpPr>
        <p:spPr bwMode="auto">
          <a:xfrm>
            <a:off x="6566408" y="4488713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091" name="TextBox 3"/>
          <p:cNvSpPr txBox="1"/>
          <p:nvPr/>
        </p:nvSpPr>
        <p:spPr>
          <a:xfrm>
            <a:off x="6634937" y="445990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9,083,567</a:t>
            </a:r>
            <a:endParaRPr lang="en-US" dirty="0"/>
          </a:p>
        </p:txBody>
      </p:sp>
      <p:sp>
        <p:nvSpPr>
          <p:cNvPr id="15092" name="Rectangle 4"/>
          <p:cNvSpPr>
            <a:spLocks noChangeArrowheads="1"/>
          </p:cNvSpPr>
          <p:nvPr/>
        </p:nvSpPr>
        <p:spPr bwMode="auto">
          <a:xfrm>
            <a:off x="7213854" y="4488713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093" name="TextBox 3"/>
          <p:cNvSpPr txBox="1"/>
          <p:nvPr/>
        </p:nvSpPr>
        <p:spPr>
          <a:xfrm>
            <a:off x="7282383" y="4459909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9,080,516</a:t>
            </a:r>
            <a:endParaRPr lang="en-US" dirty="0"/>
          </a:p>
        </p:txBody>
      </p:sp>
      <p:sp>
        <p:nvSpPr>
          <p:cNvPr id="15094" name="Rectangle 4"/>
          <p:cNvSpPr>
            <a:spLocks noChangeArrowheads="1"/>
          </p:cNvSpPr>
          <p:nvPr/>
        </p:nvSpPr>
        <p:spPr bwMode="auto">
          <a:xfrm>
            <a:off x="7861300" y="4488713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095" name="Rectangle 4"/>
          <p:cNvSpPr>
            <a:spLocks noChangeArrowheads="1"/>
          </p:cNvSpPr>
          <p:nvPr/>
        </p:nvSpPr>
        <p:spPr bwMode="auto">
          <a:xfrm>
            <a:off x="8094497" y="4488713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096" name="Rectangle 4"/>
          <p:cNvSpPr>
            <a:spLocks noChangeArrowheads="1"/>
          </p:cNvSpPr>
          <p:nvPr/>
        </p:nvSpPr>
        <p:spPr bwMode="auto">
          <a:xfrm>
            <a:off x="8333384" y="4488713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097" name="TextBox 3"/>
          <p:cNvSpPr txBox="1"/>
          <p:nvPr/>
        </p:nvSpPr>
        <p:spPr>
          <a:xfrm>
            <a:off x="8453272" y="4459909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3,051</a:t>
            </a:r>
            <a:endParaRPr lang="en-US" dirty="0"/>
          </a:p>
        </p:txBody>
      </p:sp>
      <p:sp>
        <p:nvSpPr>
          <p:cNvPr id="15098" name="Rectangle 4"/>
          <p:cNvSpPr>
            <a:spLocks noChangeArrowheads="1"/>
          </p:cNvSpPr>
          <p:nvPr/>
        </p:nvSpPr>
        <p:spPr bwMode="auto">
          <a:xfrm>
            <a:off x="878255" y="4766475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099" name="TextBox 3"/>
          <p:cNvSpPr txBox="1"/>
          <p:nvPr/>
        </p:nvSpPr>
        <p:spPr>
          <a:xfrm>
            <a:off x="827455" y="473767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8471270</a:t>
            </a:r>
            <a:endParaRPr lang="en-US" dirty="0"/>
          </a:p>
        </p:txBody>
      </p:sp>
      <p:sp>
        <p:nvSpPr>
          <p:cNvPr id="15100" name="Rectangle 4"/>
          <p:cNvSpPr>
            <a:spLocks noChangeArrowheads="1"/>
          </p:cNvSpPr>
          <p:nvPr/>
        </p:nvSpPr>
        <p:spPr bwMode="auto">
          <a:xfrm>
            <a:off x="1365758" y="4766475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01" name="TextBox 3"/>
          <p:cNvSpPr txBox="1"/>
          <p:nvPr/>
        </p:nvSpPr>
        <p:spPr>
          <a:xfrm>
            <a:off x="1314958" y="4737671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5102" name="TextBox 3"/>
          <p:cNvSpPr txBox="1"/>
          <p:nvPr/>
        </p:nvSpPr>
        <p:spPr>
          <a:xfrm>
            <a:off x="1314958" y="4855121"/>
            <a:ext cx="5673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Libraries</a:t>
            </a:r>
            <a:endParaRPr lang="en-US" dirty="0"/>
          </a:p>
        </p:txBody>
      </p:sp>
      <p:sp>
        <p:nvSpPr>
          <p:cNvPr id="15103" name="Rectangle 4"/>
          <p:cNvSpPr>
            <a:spLocks noChangeArrowheads="1"/>
          </p:cNvSpPr>
          <p:nvPr/>
        </p:nvSpPr>
        <p:spPr bwMode="auto">
          <a:xfrm>
            <a:off x="2163546" y="4766475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04" name="TextBox 3"/>
          <p:cNvSpPr txBox="1"/>
          <p:nvPr/>
        </p:nvSpPr>
        <p:spPr>
          <a:xfrm>
            <a:off x="2112746" y="473767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15105" name="Rectangle 4"/>
          <p:cNvSpPr>
            <a:spLocks noChangeArrowheads="1"/>
          </p:cNvSpPr>
          <p:nvPr/>
        </p:nvSpPr>
        <p:spPr bwMode="auto">
          <a:xfrm>
            <a:off x="2622702" y="4766475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06" name="TextBox 3"/>
          <p:cNvSpPr txBox="1"/>
          <p:nvPr/>
        </p:nvSpPr>
        <p:spPr>
          <a:xfrm>
            <a:off x="2571902" y="4737671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15107" name="TextBox 3"/>
          <p:cNvSpPr txBox="1"/>
          <p:nvPr/>
        </p:nvSpPr>
        <p:spPr>
          <a:xfrm>
            <a:off x="2571902" y="4855121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15108" name="Rectangle 4"/>
          <p:cNvSpPr>
            <a:spLocks noChangeArrowheads="1"/>
          </p:cNvSpPr>
          <p:nvPr/>
        </p:nvSpPr>
        <p:spPr bwMode="auto">
          <a:xfrm>
            <a:off x="3680282" y="4766475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09" name="TextBox 3"/>
          <p:cNvSpPr txBox="1"/>
          <p:nvPr/>
        </p:nvSpPr>
        <p:spPr>
          <a:xfrm>
            <a:off x="3629482" y="473767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847.8471270.1.412121.000000.847001.100178</a:t>
            </a:r>
            <a:endParaRPr lang="en-US" dirty="0"/>
          </a:p>
        </p:txBody>
      </p:sp>
      <p:sp>
        <p:nvSpPr>
          <p:cNvPr id="15110" name="Rectangle 4"/>
          <p:cNvSpPr>
            <a:spLocks noChangeArrowheads="1"/>
          </p:cNvSpPr>
          <p:nvPr/>
        </p:nvSpPr>
        <p:spPr bwMode="auto">
          <a:xfrm>
            <a:off x="5918962" y="476647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11" name="TextBox 3"/>
          <p:cNvSpPr txBox="1"/>
          <p:nvPr/>
        </p:nvSpPr>
        <p:spPr>
          <a:xfrm>
            <a:off x="5987491" y="473767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2,705,475</a:t>
            </a:r>
            <a:endParaRPr lang="en-US" dirty="0"/>
          </a:p>
        </p:txBody>
      </p:sp>
      <p:sp>
        <p:nvSpPr>
          <p:cNvPr id="15112" name="Rectangle 4"/>
          <p:cNvSpPr>
            <a:spLocks noChangeArrowheads="1"/>
          </p:cNvSpPr>
          <p:nvPr/>
        </p:nvSpPr>
        <p:spPr bwMode="auto">
          <a:xfrm>
            <a:off x="6566408" y="476647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13" name="TextBox 3"/>
          <p:cNvSpPr txBox="1"/>
          <p:nvPr/>
        </p:nvSpPr>
        <p:spPr>
          <a:xfrm>
            <a:off x="6634937" y="473767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2,815,385</a:t>
            </a:r>
            <a:endParaRPr lang="en-US" dirty="0"/>
          </a:p>
        </p:txBody>
      </p:sp>
      <p:sp>
        <p:nvSpPr>
          <p:cNvPr id="15114" name="Rectangle 4"/>
          <p:cNvSpPr>
            <a:spLocks noChangeArrowheads="1"/>
          </p:cNvSpPr>
          <p:nvPr/>
        </p:nvSpPr>
        <p:spPr bwMode="auto">
          <a:xfrm>
            <a:off x="7213854" y="476647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15" name="TextBox 3"/>
          <p:cNvSpPr txBox="1"/>
          <p:nvPr/>
        </p:nvSpPr>
        <p:spPr>
          <a:xfrm>
            <a:off x="7282383" y="473767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2,815,380</a:t>
            </a:r>
            <a:endParaRPr lang="en-US" dirty="0"/>
          </a:p>
        </p:txBody>
      </p:sp>
      <p:sp>
        <p:nvSpPr>
          <p:cNvPr id="15116" name="Rectangle 4"/>
          <p:cNvSpPr>
            <a:spLocks noChangeArrowheads="1"/>
          </p:cNvSpPr>
          <p:nvPr/>
        </p:nvSpPr>
        <p:spPr bwMode="auto">
          <a:xfrm>
            <a:off x="7861300" y="4766475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17" name="Rectangle 4"/>
          <p:cNvSpPr>
            <a:spLocks noChangeArrowheads="1"/>
          </p:cNvSpPr>
          <p:nvPr/>
        </p:nvSpPr>
        <p:spPr bwMode="auto">
          <a:xfrm>
            <a:off x="8094497" y="4766475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18" name="Rectangle 4"/>
          <p:cNvSpPr>
            <a:spLocks noChangeArrowheads="1"/>
          </p:cNvSpPr>
          <p:nvPr/>
        </p:nvSpPr>
        <p:spPr bwMode="auto">
          <a:xfrm>
            <a:off x="8333384" y="4766475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19" name="TextBox 3"/>
          <p:cNvSpPr txBox="1"/>
          <p:nvPr/>
        </p:nvSpPr>
        <p:spPr>
          <a:xfrm>
            <a:off x="8650986" y="4737671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</a:t>
            </a:r>
            <a:endParaRPr lang="en-US" dirty="0"/>
          </a:p>
        </p:txBody>
      </p:sp>
      <p:sp>
        <p:nvSpPr>
          <p:cNvPr id="15120" name="Rectangle 4"/>
          <p:cNvSpPr>
            <a:spLocks noChangeArrowheads="1"/>
          </p:cNvSpPr>
          <p:nvPr/>
        </p:nvSpPr>
        <p:spPr bwMode="auto">
          <a:xfrm>
            <a:off x="878255" y="5044236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21" name="TextBox 3"/>
          <p:cNvSpPr txBox="1"/>
          <p:nvPr/>
        </p:nvSpPr>
        <p:spPr>
          <a:xfrm>
            <a:off x="827455" y="501543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8471270</a:t>
            </a:r>
            <a:endParaRPr lang="en-US" dirty="0"/>
          </a:p>
        </p:txBody>
      </p:sp>
      <p:sp>
        <p:nvSpPr>
          <p:cNvPr id="15122" name="Rectangle 4"/>
          <p:cNvSpPr>
            <a:spLocks noChangeArrowheads="1"/>
          </p:cNvSpPr>
          <p:nvPr/>
        </p:nvSpPr>
        <p:spPr bwMode="auto">
          <a:xfrm>
            <a:off x="1365758" y="5044236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23" name="TextBox 3"/>
          <p:cNvSpPr txBox="1"/>
          <p:nvPr/>
        </p:nvSpPr>
        <p:spPr>
          <a:xfrm>
            <a:off x="1314958" y="501543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5124" name="TextBox 3"/>
          <p:cNvSpPr txBox="1"/>
          <p:nvPr/>
        </p:nvSpPr>
        <p:spPr>
          <a:xfrm>
            <a:off x="1314958" y="5132883"/>
            <a:ext cx="5673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Libraries</a:t>
            </a:r>
            <a:endParaRPr lang="en-US" dirty="0"/>
          </a:p>
        </p:txBody>
      </p:sp>
      <p:sp>
        <p:nvSpPr>
          <p:cNvPr id="15125" name="Rectangle 4"/>
          <p:cNvSpPr>
            <a:spLocks noChangeArrowheads="1"/>
          </p:cNvSpPr>
          <p:nvPr/>
        </p:nvSpPr>
        <p:spPr bwMode="auto">
          <a:xfrm>
            <a:off x="2163546" y="5044236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26" name="TextBox 3"/>
          <p:cNvSpPr txBox="1"/>
          <p:nvPr/>
        </p:nvSpPr>
        <p:spPr>
          <a:xfrm>
            <a:off x="2112746" y="501543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15127" name="Rectangle 4"/>
          <p:cNvSpPr>
            <a:spLocks noChangeArrowheads="1"/>
          </p:cNvSpPr>
          <p:nvPr/>
        </p:nvSpPr>
        <p:spPr bwMode="auto">
          <a:xfrm>
            <a:off x="2622702" y="5044236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28" name="TextBox 3"/>
          <p:cNvSpPr txBox="1"/>
          <p:nvPr/>
        </p:nvSpPr>
        <p:spPr>
          <a:xfrm>
            <a:off x="2571902" y="5015433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15129" name="TextBox 3"/>
          <p:cNvSpPr txBox="1"/>
          <p:nvPr/>
        </p:nvSpPr>
        <p:spPr>
          <a:xfrm>
            <a:off x="2571902" y="5132883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15130" name="TextBox 3"/>
          <p:cNvSpPr txBox="1"/>
          <p:nvPr/>
        </p:nvSpPr>
        <p:spPr>
          <a:xfrm>
            <a:off x="2571902" y="5250332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15131" name="Rectangle 4"/>
          <p:cNvSpPr>
            <a:spLocks noChangeArrowheads="1"/>
          </p:cNvSpPr>
          <p:nvPr/>
        </p:nvSpPr>
        <p:spPr bwMode="auto">
          <a:xfrm>
            <a:off x="3680282" y="5044236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32" name="TextBox 3"/>
          <p:cNvSpPr txBox="1"/>
          <p:nvPr/>
        </p:nvSpPr>
        <p:spPr>
          <a:xfrm>
            <a:off x="3629482" y="501543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847.8471270.1.412125.000000.847001.100178</a:t>
            </a:r>
            <a:endParaRPr lang="en-US" dirty="0"/>
          </a:p>
        </p:txBody>
      </p:sp>
      <p:sp>
        <p:nvSpPr>
          <p:cNvPr id="15133" name="Rectangle 4"/>
          <p:cNvSpPr>
            <a:spLocks noChangeArrowheads="1"/>
          </p:cNvSpPr>
          <p:nvPr/>
        </p:nvSpPr>
        <p:spPr bwMode="auto">
          <a:xfrm>
            <a:off x="5918962" y="504423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34" name="TextBox 3"/>
          <p:cNvSpPr txBox="1"/>
          <p:nvPr/>
        </p:nvSpPr>
        <p:spPr>
          <a:xfrm>
            <a:off x="5987491" y="501543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3,770,669</a:t>
            </a:r>
            <a:endParaRPr lang="en-US" dirty="0"/>
          </a:p>
        </p:txBody>
      </p:sp>
      <p:sp>
        <p:nvSpPr>
          <p:cNvPr id="15135" name="Rectangle 4"/>
          <p:cNvSpPr>
            <a:spLocks noChangeArrowheads="1"/>
          </p:cNvSpPr>
          <p:nvPr/>
        </p:nvSpPr>
        <p:spPr bwMode="auto">
          <a:xfrm>
            <a:off x="6566408" y="504423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36" name="TextBox 3"/>
          <p:cNvSpPr txBox="1"/>
          <p:nvPr/>
        </p:nvSpPr>
        <p:spPr>
          <a:xfrm>
            <a:off x="6634937" y="501543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3,984,369</a:t>
            </a:r>
            <a:endParaRPr lang="en-US" dirty="0"/>
          </a:p>
        </p:txBody>
      </p:sp>
      <p:sp>
        <p:nvSpPr>
          <p:cNvPr id="15137" name="Rectangle 4"/>
          <p:cNvSpPr>
            <a:spLocks noChangeArrowheads="1"/>
          </p:cNvSpPr>
          <p:nvPr/>
        </p:nvSpPr>
        <p:spPr bwMode="auto">
          <a:xfrm>
            <a:off x="7213854" y="5044236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38" name="TextBox 3"/>
          <p:cNvSpPr txBox="1"/>
          <p:nvPr/>
        </p:nvSpPr>
        <p:spPr>
          <a:xfrm>
            <a:off x="7282383" y="5015433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3,984,307</a:t>
            </a:r>
            <a:endParaRPr lang="en-US" dirty="0"/>
          </a:p>
        </p:txBody>
      </p:sp>
      <p:sp>
        <p:nvSpPr>
          <p:cNvPr id="15139" name="Rectangle 4"/>
          <p:cNvSpPr>
            <a:spLocks noChangeArrowheads="1"/>
          </p:cNvSpPr>
          <p:nvPr/>
        </p:nvSpPr>
        <p:spPr bwMode="auto">
          <a:xfrm>
            <a:off x="7861300" y="5044236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40" name="Rectangle 4"/>
          <p:cNvSpPr>
            <a:spLocks noChangeArrowheads="1"/>
          </p:cNvSpPr>
          <p:nvPr/>
        </p:nvSpPr>
        <p:spPr bwMode="auto">
          <a:xfrm>
            <a:off x="8094497" y="5044236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41" name="Rectangle 4"/>
          <p:cNvSpPr>
            <a:spLocks noChangeArrowheads="1"/>
          </p:cNvSpPr>
          <p:nvPr/>
        </p:nvSpPr>
        <p:spPr bwMode="auto">
          <a:xfrm>
            <a:off x="8333384" y="5044236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42" name="TextBox 3"/>
          <p:cNvSpPr txBox="1"/>
          <p:nvPr/>
        </p:nvSpPr>
        <p:spPr>
          <a:xfrm>
            <a:off x="8594496" y="5015433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62</a:t>
            </a:r>
            <a:endParaRPr lang="en-US" dirty="0"/>
          </a:p>
        </p:txBody>
      </p:sp>
      <p:sp>
        <p:nvSpPr>
          <p:cNvPr id="15143" name="Rectangle 4"/>
          <p:cNvSpPr>
            <a:spLocks noChangeArrowheads="1"/>
          </p:cNvSpPr>
          <p:nvPr/>
        </p:nvSpPr>
        <p:spPr bwMode="auto">
          <a:xfrm>
            <a:off x="878255" y="5439448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44" name="TextBox 3"/>
          <p:cNvSpPr txBox="1"/>
          <p:nvPr/>
        </p:nvSpPr>
        <p:spPr>
          <a:xfrm>
            <a:off x="827455" y="541064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8471270</a:t>
            </a:r>
            <a:endParaRPr lang="en-US" dirty="0"/>
          </a:p>
        </p:txBody>
      </p:sp>
      <p:sp>
        <p:nvSpPr>
          <p:cNvPr id="15145" name="Rectangle 4"/>
          <p:cNvSpPr>
            <a:spLocks noChangeArrowheads="1"/>
          </p:cNvSpPr>
          <p:nvPr/>
        </p:nvSpPr>
        <p:spPr bwMode="auto">
          <a:xfrm>
            <a:off x="1365758" y="5439448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46" name="TextBox 3"/>
          <p:cNvSpPr txBox="1"/>
          <p:nvPr/>
        </p:nvSpPr>
        <p:spPr>
          <a:xfrm>
            <a:off x="1314958" y="5410644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5147" name="TextBox 3"/>
          <p:cNvSpPr txBox="1"/>
          <p:nvPr/>
        </p:nvSpPr>
        <p:spPr>
          <a:xfrm>
            <a:off x="1314958" y="5528094"/>
            <a:ext cx="5673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Libraries</a:t>
            </a:r>
            <a:endParaRPr lang="en-US" dirty="0"/>
          </a:p>
        </p:txBody>
      </p:sp>
      <p:sp>
        <p:nvSpPr>
          <p:cNvPr id="15148" name="Rectangle 4"/>
          <p:cNvSpPr>
            <a:spLocks noChangeArrowheads="1"/>
          </p:cNvSpPr>
          <p:nvPr/>
        </p:nvSpPr>
        <p:spPr bwMode="auto">
          <a:xfrm>
            <a:off x="2163546" y="5439448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49" name="TextBox 3"/>
          <p:cNvSpPr txBox="1"/>
          <p:nvPr/>
        </p:nvSpPr>
        <p:spPr>
          <a:xfrm>
            <a:off x="2112746" y="541064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412523</a:t>
            </a:r>
            <a:endParaRPr lang="en-US" dirty="0"/>
          </a:p>
        </p:txBody>
      </p:sp>
      <p:sp>
        <p:nvSpPr>
          <p:cNvPr id="15150" name="Rectangle 4"/>
          <p:cNvSpPr>
            <a:spLocks noChangeArrowheads="1"/>
          </p:cNvSpPr>
          <p:nvPr/>
        </p:nvSpPr>
        <p:spPr bwMode="auto">
          <a:xfrm>
            <a:off x="2622702" y="5439448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51" name="TextBox 3"/>
          <p:cNvSpPr txBox="1"/>
          <p:nvPr/>
        </p:nvSpPr>
        <p:spPr>
          <a:xfrm>
            <a:off x="2571902" y="5410644"/>
            <a:ext cx="8892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Child allowance</a:t>
            </a:r>
            <a:endParaRPr lang="en-US" dirty="0"/>
          </a:p>
        </p:txBody>
      </p:sp>
      <p:sp>
        <p:nvSpPr>
          <p:cNvPr id="15152" name="Rectangle 4"/>
          <p:cNvSpPr>
            <a:spLocks noChangeArrowheads="1"/>
          </p:cNvSpPr>
          <p:nvPr/>
        </p:nvSpPr>
        <p:spPr bwMode="auto">
          <a:xfrm>
            <a:off x="3680282" y="5439448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53" name="TextBox 3"/>
          <p:cNvSpPr txBox="1"/>
          <p:nvPr/>
        </p:nvSpPr>
        <p:spPr>
          <a:xfrm>
            <a:off x="3629482" y="541064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847.8471270.1.412523.000000.847001.100178</a:t>
            </a:r>
            <a:endParaRPr lang="en-US" dirty="0"/>
          </a:p>
        </p:txBody>
      </p:sp>
      <p:sp>
        <p:nvSpPr>
          <p:cNvPr id="15154" name="Rectangle 4"/>
          <p:cNvSpPr>
            <a:spLocks noChangeArrowheads="1"/>
          </p:cNvSpPr>
          <p:nvPr/>
        </p:nvSpPr>
        <p:spPr bwMode="auto">
          <a:xfrm>
            <a:off x="5918962" y="543944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55" name="TextBox 3"/>
          <p:cNvSpPr txBox="1"/>
          <p:nvPr/>
        </p:nvSpPr>
        <p:spPr>
          <a:xfrm>
            <a:off x="6128715" y="541064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43,200</a:t>
            </a:r>
            <a:endParaRPr lang="en-US" dirty="0"/>
          </a:p>
        </p:txBody>
      </p:sp>
      <p:sp>
        <p:nvSpPr>
          <p:cNvPr id="15156" name="Rectangle 4"/>
          <p:cNvSpPr>
            <a:spLocks noChangeArrowheads="1"/>
          </p:cNvSpPr>
          <p:nvPr/>
        </p:nvSpPr>
        <p:spPr bwMode="auto">
          <a:xfrm>
            <a:off x="6566408" y="543944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57" name="TextBox 3"/>
          <p:cNvSpPr txBox="1"/>
          <p:nvPr/>
        </p:nvSpPr>
        <p:spPr>
          <a:xfrm>
            <a:off x="6776161" y="541064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46,800</a:t>
            </a:r>
            <a:endParaRPr lang="en-US" dirty="0"/>
          </a:p>
        </p:txBody>
      </p:sp>
      <p:sp>
        <p:nvSpPr>
          <p:cNvPr id="15158" name="Rectangle 4"/>
          <p:cNvSpPr>
            <a:spLocks noChangeArrowheads="1"/>
          </p:cNvSpPr>
          <p:nvPr/>
        </p:nvSpPr>
        <p:spPr bwMode="auto">
          <a:xfrm>
            <a:off x="7213854" y="543944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59" name="TextBox 3"/>
          <p:cNvSpPr txBox="1"/>
          <p:nvPr/>
        </p:nvSpPr>
        <p:spPr>
          <a:xfrm>
            <a:off x="7423607" y="5410644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46,800</a:t>
            </a:r>
            <a:endParaRPr lang="en-US" dirty="0"/>
          </a:p>
        </p:txBody>
      </p:sp>
      <p:sp>
        <p:nvSpPr>
          <p:cNvPr id="15160" name="Rectangle 4"/>
          <p:cNvSpPr>
            <a:spLocks noChangeArrowheads="1"/>
          </p:cNvSpPr>
          <p:nvPr/>
        </p:nvSpPr>
        <p:spPr bwMode="auto">
          <a:xfrm>
            <a:off x="7861300" y="5439448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61" name="Rectangle 4"/>
          <p:cNvSpPr>
            <a:spLocks noChangeArrowheads="1"/>
          </p:cNvSpPr>
          <p:nvPr/>
        </p:nvSpPr>
        <p:spPr bwMode="auto">
          <a:xfrm>
            <a:off x="8094497" y="5439448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62" name="Rectangle 4"/>
          <p:cNvSpPr>
            <a:spLocks noChangeArrowheads="1"/>
          </p:cNvSpPr>
          <p:nvPr/>
        </p:nvSpPr>
        <p:spPr bwMode="auto">
          <a:xfrm>
            <a:off x="8333384" y="5439448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63" name="TextBox 3"/>
          <p:cNvSpPr txBox="1"/>
          <p:nvPr/>
        </p:nvSpPr>
        <p:spPr>
          <a:xfrm>
            <a:off x="8650986" y="541064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5164" name="Rectangle 4"/>
          <p:cNvSpPr>
            <a:spLocks noChangeArrowheads="1"/>
          </p:cNvSpPr>
          <p:nvPr/>
        </p:nvSpPr>
        <p:spPr bwMode="auto">
          <a:xfrm>
            <a:off x="878255" y="5717209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65" name="TextBox 3"/>
          <p:cNvSpPr txBox="1"/>
          <p:nvPr/>
        </p:nvSpPr>
        <p:spPr>
          <a:xfrm>
            <a:off x="827455" y="568840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8471270</a:t>
            </a:r>
            <a:endParaRPr lang="en-US" dirty="0"/>
          </a:p>
        </p:txBody>
      </p:sp>
      <p:sp>
        <p:nvSpPr>
          <p:cNvPr id="15166" name="Rectangle 4"/>
          <p:cNvSpPr>
            <a:spLocks noChangeArrowheads="1"/>
          </p:cNvSpPr>
          <p:nvPr/>
        </p:nvSpPr>
        <p:spPr bwMode="auto">
          <a:xfrm>
            <a:off x="1365758" y="5717209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67" name="TextBox 3"/>
          <p:cNvSpPr txBox="1"/>
          <p:nvPr/>
        </p:nvSpPr>
        <p:spPr>
          <a:xfrm>
            <a:off x="1314958" y="5688406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5168" name="TextBox 3"/>
          <p:cNvSpPr txBox="1"/>
          <p:nvPr/>
        </p:nvSpPr>
        <p:spPr>
          <a:xfrm>
            <a:off x="1314958" y="5805855"/>
            <a:ext cx="5673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Libraries</a:t>
            </a:r>
            <a:endParaRPr lang="en-US" dirty="0"/>
          </a:p>
        </p:txBody>
      </p:sp>
      <p:sp>
        <p:nvSpPr>
          <p:cNvPr id="15169" name="Rectangle 4"/>
          <p:cNvSpPr>
            <a:spLocks noChangeArrowheads="1"/>
          </p:cNvSpPr>
          <p:nvPr/>
        </p:nvSpPr>
        <p:spPr bwMode="auto">
          <a:xfrm>
            <a:off x="2163546" y="5717209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70" name="TextBox 3"/>
          <p:cNvSpPr txBox="1"/>
          <p:nvPr/>
        </p:nvSpPr>
        <p:spPr>
          <a:xfrm>
            <a:off x="2112746" y="568840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15171" name="Rectangle 4"/>
          <p:cNvSpPr>
            <a:spLocks noChangeArrowheads="1"/>
          </p:cNvSpPr>
          <p:nvPr/>
        </p:nvSpPr>
        <p:spPr bwMode="auto">
          <a:xfrm>
            <a:off x="2622702" y="5717209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72" name="TextBox 3"/>
          <p:cNvSpPr txBox="1"/>
          <p:nvPr/>
        </p:nvSpPr>
        <p:spPr>
          <a:xfrm>
            <a:off x="2571902" y="5688406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15173" name="TextBox 3"/>
          <p:cNvSpPr txBox="1"/>
          <p:nvPr/>
        </p:nvSpPr>
        <p:spPr>
          <a:xfrm>
            <a:off x="2571902" y="5805855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15174" name="Rectangle 4"/>
          <p:cNvSpPr>
            <a:spLocks noChangeArrowheads="1"/>
          </p:cNvSpPr>
          <p:nvPr/>
        </p:nvSpPr>
        <p:spPr bwMode="auto">
          <a:xfrm>
            <a:off x="3680282" y="5717209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75" name="TextBox 3"/>
          <p:cNvSpPr txBox="1"/>
          <p:nvPr/>
        </p:nvSpPr>
        <p:spPr>
          <a:xfrm>
            <a:off x="3629482" y="568840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847.8471270.1.412534.000000.847001.100178</a:t>
            </a:r>
            <a:endParaRPr lang="en-US" dirty="0"/>
          </a:p>
        </p:txBody>
      </p:sp>
      <p:sp>
        <p:nvSpPr>
          <p:cNvPr id="15176" name="Rectangle 4"/>
          <p:cNvSpPr>
            <a:spLocks noChangeArrowheads="1"/>
          </p:cNvSpPr>
          <p:nvPr/>
        </p:nvSpPr>
        <p:spPr bwMode="auto">
          <a:xfrm>
            <a:off x="5918962" y="571720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77" name="TextBox 3"/>
          <p:cNvSpPr txBox="1"/>
          <p:nvPr/>
        </p:nvSpPr>
        <p:spPr>
          <a:xfrm>
            <a:off x="6382918" y="568840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5178" name="Rectangle 4"/>
          <p:cNvSpPr>
            <a:spLocks noChangeArrowheads="1"/>
          </p:cNvSpPr>
          <p:nvPr/>
        </p:nvSpPr>
        <p:spPr bwMode="auto">
          <a:xfrm>
            <a:off x="6566408" y="571720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79" name="TextBox 3"/>
          <p:cNvSpPr txBox="1"/>
          <p:nvPr/>
        </p:nvSpPr>
        <p:spPr>
          <a:xfrm>
            <a:off x="6719671" y="568840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244,436</a:t>
            </a:r>
            <a:endParaRPr lang="en-US" dirty="0"/>
          </a:p>
        </p:txBody>
      </p:sp>
      <p:sp>
        <p:nvSpPr>
          <p:cNvPr id="15180" name="Rectangle 4"/>
          <p:cNvSpPr>
            <a:spLocks noChangeArrowheads="1"/>
          </p:cNvSpPr>
          <p:nvPr/>
        </p:nvSpPr>
        <p:spPr bwMode="auto">
          <a:xfrm>
            <a:off x="7213854" y="571720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81" name="TextBox 3"/>
          <p:cNvSpPr txBox="1"/>
          <p:nvPr/>
        </p:nvSpPr>
        <p:spPr>
          <a:xfrm>
            <a:off x="7367118" y="568840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244,428</a:t>
            </a:r>
            <a:endParaRPr lang="en-US" dirty="0"/>
          </a:p>
        </p:txBody>
      </p:sp>
      <p:sp>
        <p:nvSpPr>
          <p:cNvPr id="15182" name="Rectangle 4"/>
          <p:cNvSpPr>
            <a:spLocks noChangeArrowheads="1"/>
          </p:cNvSpPr>
          <p:nvPr/>
        </p:nvSpPr>
        <p:spPr bwMode="auto">
          <a:xfrm>
            <a:off x="7861300" y="5717209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83" name="Rectangle 4"/>
          <p:cNvSpPr>
            <a:spLocks noChangeArrowheads="1"/>
          </p:cNvSpPr>
          <p:nvPr/>
        </p:nvSpPr>
        <p:spPr bwMode="auto">
          <a:xfrm>
            <a:off x="8094497" y="5717209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84" name="Rectangle 4"/>
          <p:cNvSpPr>
            <a:spLocks noChangeArrowheads="1"/>
          </p:cNvSpPr>
          <p:nvPr/>
        </p:nvSpPr>
        <p:spPr bwMode="auto">
          <a:xfrm>
            <a:off x="8333384" y="5717209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85" name="TextBox 3"/>
          <p:cNvSpPr txBox="1"/>
          <p:nvPr/>
        </p:nvSpPr>
        <p:spPr>
          <a:xfrm>
            <a:off x="8650986" y="568840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</a:t>
            </a:r>
            <a:endParaRPr lang="en-US" dirty="0"/>
          </a:p>
        </p:txBody>
      </p:sp>
      <p:sp>
        <p:nvSpPr>
          <p:cNvPr id="15186" name="Rectangle 4"/>
          <p:cNvSpPr>
            <a:spLocks noChangeArrowheads="1"/>
          </p:cNvSpPr>
          <p:nvPr/>
        </p:nvSpPr>
        <p:spPr bwMode="auto">
          <a:xfrm>
            <a:off x="878255" y="5994972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87" name="TextBox 3"/>
          <p:cNvSpPr txBox="1"/>
          <p:nvPr/>
        </p:nvSpPr>
        <p:spPr>
          <a:xfrm>
            <a:off x="827455" y="596616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8471270</a:t>
            </a:r>
            <a:endParaRPr lang="en-US" dirty="0"/>
          </a:p>
        </p:txBody>
      </p:sp>
      <p:sp>
        <p:nvSpPr>
          <p:cNvPr id="15188" name="Rectangle 4"/>
          <p:cNvSpPr>
            <a:spLocks noChangeArrowheads="1"/>
          </p:cNvSpPr>
          <p:nvPr/>
        </p:nvSpPr>
        <p:spPr bwMode="auto">
          <a:xfrm>
            <a:off x="1365758" y="5994972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89" name="TextBox 3"/>
          <p:cNvSpPr txBox="1"/>
          <p:nvPr/>
        </p:nvSpPr>
        <p:spPr>
          <a:xfrm>
            <a:off x="1314958" y="5966168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5190" name="TextBox 3"/>
          <p:cNvSpPr txBox="1"/>
          <p:nvPr/>
        </p:nvSpPr>
        <p:spPr>
          <a:xfrm>
            <a:off x="1314958" y="6083617"/>
            <a:ext cx="5673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Libraries</a:t>
            </a:r>
            <a:endParaRPr lang="en-US" dirty="0"/>
          </a:p>
        </p:txBody>
      </p:sp>
      <p:sp>
        <p:nvSpPr>
          <p:cNvPr id="15191" name="Rectangle 4"/>
          <p:cNvSpPr>
            <a:spLocks noChangeArrowheads="1"/>
          </p:cNvSpPr>
          <p:nvPr/>
        </p:nvSpPr>
        <p:spPr bwMode="auto">
          <a:xfrm>
            <a:off x="2163546" y="5994972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92" name="TextBox 3"/>
          <p:cNvSpPr txBox="1"/>
          <p:nvPr/>
        </p:nvSpPr>
        <p:spPr>
          <a:xfrm>
            <a:off x="2112746" y="596616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15193" name="Rectangle 4"/>
          <p:cNvSpPr>
            <a:spLocks noChangeArrowheads="1"/>
          </p:cNvSpPr>
          <p:nvPr/>
        </p:nvSpPr>
        <p:spPr bwMode="auto">
          <a:xfrm>
            <a:off x="2622702" y="5994972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94" name="TextBox 3"/>
          <p:cNvSpPr txBox="1"/>
          <p:nvPr/>
        </p:nvSpPr>
        <p:spPr>
          <a:xfrm>
            <a:off x="2571902" y="5966168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15195" name="Rectangle 4"/>
          <p:cNvSpPr>
            <a:spLocks noChangeArrowheads="1"/>
          </p:cNvSpPr>
          <p:nvPr/>
        </p:nvSpPr>
        <p:spPr bwMode="auto">
          <a:xfrm>
            <a:off x="3680282" y="5994972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96" name="TextBox 3"/>
          <p:cNvSpPr txBox="1"/>
          <p:nvPr/>
        </p:nvSpPr>
        <p:spPr>
          <a:xfrm>
            <a:off x="3629482" y="596616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847.8471270.1.412546.000000.847001.100178</a:t>
            </a:r>
            <a:endParaRPr lang="en-US" dirty="0"/>
          </a:p>
        </p:txBody>
      </p:sp>
      <p:sp>
        <p:nvSpPr>
          <p:cNvPr id="15197" name="Rectangle 4"/>
          <p:cNvSpPr>
            <a:spLocks noChangeArrowheads="1"/>
          </p:cNvSpPr>
          <p:nvPr/>
        </p:nvSpPr>
        <p:spPr bwMode="auto">
          <a:xfrm>
            <a:off x="5918962" y="599497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198" name="TextBox 3"/>
          <p:cNvSpPr txBox="1"/>
          <p:nvPr/>
        </p:nvSpPr>
        <p:spPr>
          <a:xfrm>
            <a:off x="6072225" y="596616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161,361</a:t>
            </a:r>
            <a:endParaRPr lang="en-US" dirty="0"/>
          </a:p>
        </p:txBody>
      </p:sp>
      <p:sp>
        <p:nvSpPr>
          <p:cNvPr id="15199" name="Rectangle 4"/>
          <p:cNvSpPr>
            <a:spLocks noChangeArrowheads="1"/>
          </p:cNvSpPr>
          <p:nvPr/>
        </p:nvSpPr>
        <p:spPr bwMode="auto">
          <a:xfrm>
            <a:off x="6566408" y="599497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00" name="TextBox 3"/>
          <p:cNvSpPr txBox="1"/>
          <p:nvPr/>
        </p:nvSpPr>
        <p:spPr>
          <a:xfrm>
            <a:off x="6719671" y="596616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169,881</a:t>
            </a:r>
            <a:endParaRPr lang="en-US" dirty="0"/>
          </a:p>
        </p:txBody>
      </p:sp>
      <p:sp>
        <p:nvSpPr>
          <p:cNvPr id="15201" name="Rectangle 4"/>
          <p:cNvSpPr>
            <a:spLocks noChangeArrowheads="1"/>
          </p:cNvSpPr>
          <p:nvPr/>
        </p:nvSpPr>
        <p:spPr bwMode="auto">
          <a:xfrm>
            <a:off x="7213854" y="5994972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02" name="TextBox 3"/>
          <p:cNvSpPr txBox="1"/>
          <p:nvPr/>
        </p:nvSpPr>
        <p:spPr>
          <a:xfrm>
            <a:off x="7367118" y="596616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169,880</a:t>
            </a:r>
            <a:endParaRPr lang="en-US" dirty="0"/>
          </a:p>
        </p:txBody>
      </p:sp>
      <p:sp>
        <p:nvSpPr>
          <p:cNvPr id="15203" name="Rectangle 4"/>
          <p:cNvSpPr>
            <a:spLocks noChangeArrowheads="1"/>
          </p:cNvSpPr>
          <p:nvPr/>
        </p:nvSpPr>
        <p:spPr bwMode="auto">
          <a:xfrm>
            <a:off x="7861300" y="5994972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04" name="Rectangle 4"/>
          <p:cNvSpPr>
            <a:spLocks noChangeArrowheads="1"/>
          </p:cNvSpPr>
          <p:nvPr/>
        </p:nvSpPr>
        <p:spPr bwMode="auto">
          <a:xfrm>
            <a:off x="8094497" y="5994972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05" name="Rectangle 4"/>
          <p:cNvSpPr>
            <a:spLocks noChangeArrowheads="1"/>
          </p:cNvSpPr>
          <p:nvPr/>
        </p:nvSpPr>
        <p:spPr bwMode="auto">
          <a:xfrm>
            <a:off x="8333384" y="5994972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06" name="TextBox 3"/>
          <p:cNvSpPr txBox="1"/>
          <p:nvPr/>
        </p:nvSpPr>
        <p:spPr>
          <a:xfrm>
            <a:off x="8650986" y="5966168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5207" name="Rectangle 4"/>
          <p:cNvSpPr>
            <a:spLocks noChangeArrowheads="1"/>
          </p:cNvSpPr>
          <p:nvPr/>
        </p:nvSpPr>
        <p:spPr bwMode="auto">
          <a:xfrm>
            <a:off x="878255" y="627273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08" name="TextBox 3"/>
          <p:cNvSpPr txBox="1"/>
          <p:nvPr/>
        </p:nvSpPr>
        <p:spPr>
          <a:xfrm>
            <a:off x="827455" y="624392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8471270</a:t>
            </a:r>
            <a:endParaRPr lang="en-US" dirty="0"/>
          </a:p>
        </p:txBody>
      </p:sp>
      <p:sp>
        <p:nvSpPr>
          <p:cNvPr id="15209" name="Rectangle 4"/>
          <p:cNvSpPr>
            <a:spLocks noChangeArrowheads="1"/>
          </p:cNvSpPr>
          <p:nvPr/>
        </p:nvSpPr>
        <p:spPr bwMode="auto">
          <a:xfrm>
            <a:off x="1365758" y="627273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10" name="TextBox 3"/>
          <p:cNvSpPr txBox="1"/>
          <p:nvPr/>
        </p:nvSpPr>
        <p:spPr>
          <a:xfrm>
            <a:off x="1314958" y="6243929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5211" name="TextBox 3"/>
          <p:cNvSpPr txBox="1"/>
          <p:nvPr/>
        </p:nvSpPr>
        <p:spPr>
          <a:xfrm>
            <a:off x="1314958" y="6361378"/>
            <a:ext cx="5673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Libraries</a:t>
            </a:r>
            <a:endParaRPr lang="en-US" dirty="0"/>
          </a:p>
        </p:txBody>
      </p:sp>
      <p:sp>
        <p:nvSpPr>
          <p:cNvPr id="15212" name="Rectangle 4"/>
          <p:cNvSpPr>
            <a:spLocks noChangeArrowheads="1"/>
          </p:cNvSpPr>
          <p:nvPr/>
        </p:nvSpPr>
        <p:spPr bwMode="auto">
          <a:xfrm>
            <a:off x="2163546" y="627273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13" name="TextBox 3"/>
          <p:cNvSpPr txBox="1"/>
          <p:nvPr/>
        </p:nvSpPr>
        <p:spPr>
          <a:xfrm>
            <a:off x="2112746" y="624392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414120</a:t>
            </a:r>
            <a:endParaRPr lang="en-US" dirty="0"/>
          </a:p>
        </p:txBody>
      </p:sp>
      <p:sp>
        <p:nvSpPr>
          <p:cNvPr id="15214" name="Rectangle 4"/>
          <p:cNvSpPr>
            <a:spLocks noChangeArrowheads="1"/>
          </p:cNvSpPr>
          <p:nvPr/>
        </p:nvSpPr>
        <p:spPr bwMode="auto">
          <a:xfrm>
            <a:off x="2622702" y="627273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15" name="TextBox 3"/>
          <p:cNvSpPr txBox="1"/>
          <p:nvPr/>
        </p:nvSpPr>
        <p:spPr>
          <a:xfrm>
            <a:off x="2571902" y="6243929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Gratuity - Non-</a:t>
            </a:r>
            <a:endParaRPr lang="en-US" dirty="0"/>
          </a:p>
        </p:txBody>
      </p:sp>
      <p:sp>
        <p:nvSpPr>
          <p:cNvPr id="15216" name="TextBox 3"/>
          <p:cNvSpPr txBox="1"/>
          <p:nvPr/>
        </p:nvSpPr>
        <p:spPr>
          <a:xfrm>
            <a:off x="2571902" y="6361378"/>
            <a:ext cx="7538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pensionable </a:t>
            </a:r>
            <a:endParaRPr lang="en-US" dirty="0"/>
          </a:p>
        </p:txBody>
      </p:sp>
      <p:sp>
        <p:nvSpPr>
          <p:cNvPr id="15217" name="TextBox 3"/>
          <p:cNvSpPr txBox="1"/>
          <p:nvPr/>
        </p:nvSpPr>
        <p:spPr>
          <a:xfrm>
            <a:off x="2571902" y="6478828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15218" name="Rectangle 4"/>
          <p:cNvSpPr>
            <a:spLocks noChangeArrowheads="1"/>
          </p:cNvSpPr>
          <p:nvPr/>
        </p:nvSpPr>
        <p:spPr bwMode="auto">
          <a:xfrm>
            <a:off x="3680282" y="627273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19" name="TextBox 3"/>
          <p:cNvSpPr txBox="1"/>
          <p:nvPr/>
        </p:nvSpPr>
        <p:spPr>
          <a:xfrm>
            <a:off x="3629482" y="624392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847.8471270.1.414120.000000.847001.100178</a:t>
            </a:r>
            <a:endParaRPr lang="en-US" dirty="0"/>
          </a:p>
        </p:txBody>
      </p:sp>
      <p:sp>
        <p:nvSpPr>
          <p:cNvPr id="15220" name="Rectangle 4"/>
          <p:cNvSpPr>
            <a:spLocks noChangeArrowheads="1"/>
          </p:cNvSpPr>
          <p:nvPr/>
        </p:nvSpPr>
        <p:spPr bwMode="auto">
          <a:xfrm>
            <a:off x="5918962" y="627273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21" name="TextBox 3"/>
          <p:cNvSpPr txBox="1"/>
          <p:nvPr/>
        </p:nvSpPr>
        <p:spPr>
          <a:xfrm>
            <a:off x="6382918" y="624392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5222" name="Rectangle 4"/>
          <p:cNvSpPr>
            <a:spLocks noChangeArrowheads="1"/>
          </p:cNvSpPr>
          <p:nvPr/>
        </p:nvSpPr>
        <p:spPr bwMode="auto">
          <a:xfrm>
            <a:off x="6566408" y="627273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23" name="TextBox 3"/>
          <p:cNvSpPr txBox="1"/>
          <p:nvPr/>
        </p:nvSpPr>
        <p:spPr>
          <a:xfrm>
            <a:off x="6776161" y="624392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21,680</a:t>
            </a:r>
            <a:endParaRPr lang="en-US" dirty="0"/>
          </a:p>
        </p:txBody>
      </p:sp>
      <p:sp>
        <p:nvSpPr>
          <p:cNvPr id="15224" name="Rectangle 4"/>
          <p:cNvSpPr>
            <a:spLocks noChangeArrowheads="1"/>
          </p:cNvSpPr>
          <p:nvPr/>
        </p:nvSpPr>
        <p:spPr bwMode="auto">
          <a:xfrm>
            <a:off x="7213854" y="627273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25" name="TextBox 3"/>
          <p:cNvSpPr txBox="1"/>
          <p:nvPr/>
        </p:nvSpPr>
        <p:spPr>
          <a:xfrm>
            <a:off x="7423607" y="624392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21,680</a:t>
            </a:r>
            <a:endParaRPr lang="en-US" dirty="0"/>
          </a:p>
        </p:txBody>
      </p:sp>
      <p:sp>
        <p:nvSpPr>
          <p:cNvPr id="15226" name="Rectangle 4"/>
          <p:cNvSpPr>
            <a:spLocks noChangeArrowheads="1"/>
          </p:cNvSpPr>
          <p:nvPr/>
        </p:nvSpPr>
        <p:spPr bwMode="auto">
          <a:xfrm>
            <a:off x="7861300" y="627273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27" name="Rectangle 4"/>
          <p:cNvSpPr>
            <a:spLocks noChangeArrowheads="1"/>
          </p:cNvSpPr>
          <p:nvPr/>
        </p:nvSpPr>
        <p:spPr bwMode="auto">
          <a:xfrm>
            <a:off x="8094497" y="627273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28" name="Rectangle 4"/>
          <p:cNvSpPr>
            <a:spLocks noChangeArrowheads="1"/>
          </p:cNvSpPr>
          <p:nvPr/>
        </p:nvSpPr>
        <p:spPr bwMode="auto">
          <a:xfrm>
            <a:off x="8333384" y="627273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29" name="TextBox 3"/>
          <p:cNvSpPr txBox="1"/>
          <p:nvPr/>
        </p:nvSpPr>
        <p:spPr>
          <a:xfrm>
            <a:off x="8650986" y="624392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5230" name="Rectangle 4"/>
          <p:cNvSpPr>
            <a:spLocks noChangeArrowheads="1"/>
          </p:cNvSpPr>
          <p:nvPr/>
        </p:nvSpPr>
        <p:spPr bwMode="auto">
          <a:xfrm>
            <a:off x="878255" y="6667944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31" name="TextBox 3"/>
          <p:cNvSpPr txBox="1"/>
          <p:nvPr/>
        </p:nvSpPr>
        <p:spPr>
          <a:xfrm>
            <a:off x="827455" y="663914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8471270</a:t>
            </a:r>
            <a:endParaRPr lang="en-US" dirty="0"/>
          </a:p>
        </p:txBody>
      </p:sp>
      <p:sp>
        <p:nvSpPr>
          <p:cNvPr id="15232" name="Rectangle 4"/>
          <p:cNvSpPr>
            <a:spLocks noChangeArrowheads="1"/>
          </p:cNvSpPr>
          <p:nvPr/>
        </p:nvSpPr>
        <p:spPr bwMode="auto">
          <a:xfrm>
            <a:off x="1365758" y="6667944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33" name="TextBox 3"/>
          <p:cNvSpPr txBox="1"/>
          <p:nvPr/>
        </p:nvSpPr>
        <p:spPr>
          <a:xfrm>
            <a:off x="1314958" y="6639140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5234" name="TextBox 3"/>
          <p:cNvSpPr txBox="1"/>
          <p:nvPr/>
        </p:nvSpPr>
        <p:spPr>
          <a:xfrm>
            <a:off x="1314958" y="6756590"/>
            <a:ext cx="5673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Libraries</a:t>
            </a:r>
            <a:endParaRPr lang="en-US" dirty="0"/>
          </a:p>
        </p:txBody>
      </p:sp>
      <p:sp>
        <p:nvSpPr>
          <p:cNvPr id="15235" name="Rectangle 4"/>
          <p:cNvSpPr>
            <a:spLocks noChangeArrowheads="1"/>
          </p:cNvSpPr>
          <p:nvPr/>
        </p:nvSpPr>
        <p:spPr bwMode="auto">
          <a:xfrm>
            <a:off x="2163546" y="6667944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36" name="TextBox 3"/>
          <p:cNvSpPr txBox="1"/>
          <p:nvPr/>
        </p:nvSpPr>
        <p:spPr>
          <a:xfrm>
            <a:off x="2112746" y="663914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15237" name="Rectangle 4"/>
          <p:cNvSpPr>
            <a:spLocks noChangeArrowheads="1"/>
          </p:cNvSpPr>
          <p:nvPr/>
        </p:nvSpPr>
        <p:spPr bwMode="auto">
          <a:xfrm>
            <a:off x="2622702" y="6667944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38" name="TextBox 3"/>
          <p:cNvSpPr txBox="1"/>
          <p:nvPr/>
        </p:nvSpPr>
        <p:spPr>
          <a:xfrm>
            <a:off x="2571902" y="6639140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15239" name="TextBox 3"/>
          <p:cNvSpPr txBox="1"/>
          <p:nvPr/>
        </p:nvSpPr>
        <p:spPr>
          <a:xfrm>
            <a:off x="2571902" y="6756590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15240" name="Rectangle 4"/>
          <p:cNvSpPr>
            <a:spLocks noChangeArrowheads="1"/>
          </p:cNvSpPr>
          <p:nvPr/>
        </p:nvSpPr>
        <p:spPr bwMode="auto">
          <a:xfrm>
            <a:off x="3680282" y="6667944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41" name="TextBox 3"/>
          <p:cNvSpPr txBox="1"/>
          <p:nvPr/>
        </p:nvSpPr>
        <p:spPr>
          <a:xfrm>
            <a:off x="3629482" y="663914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847.8471270.1.415110.000000.847001.100178</a:t>
            </a:r>
            <a:endParaRPr lang="en-US" dirty="0"/>
          </a:p>
        </p:txBody>
      </p:sp>
      <p:sp>
        <p:nvSpPr>
          <p:cNvPr id="15242" name="Rectangle 4"/>
          <p:cNvSpPr>
            <a:spLocks noChangeArrowheads="1"/>
          </p:cNvSpPr>
          <p:nvPr/>
        </p:nvSpPr>
        <p:spPr bwMode="auto">
          <a:xfrm>
            <a:off x="5918962" y="666794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43" name="TextBox 3"/>
          <p:cNvSpPr txBox="1"/>
          <p:nvPr/>
        </p:nvSpPr>
        <p:spPr>
          <a:xfrm>
            <a:off x="6072225" y="663914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750,412</a:t>
            </a:r>
            <a:endParaRPr lang="en-US" dirty="0"/>
          </a:p>
        </p:txBody>
      </p:sp>
      <p:sp>
        <p:nvSpPr>
          <p:cNvPr id="15244" name="Rectangle 4"/>
          <p:cNvSpPr>
            <a:spLocks noChangeArrowheads="1"/>
          </p:cNvSpPr>
          <p:nvPr/>
        </p:nvSpPr>
        <p:spPr bwMode="auto">
          <a:xfrm>
            <a:off x="6566408" y="666794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45" name="TextBox 3"/>
          <p:cNvSpPr txBox="1"/>
          <p:nvPr/>
        </p:nvSpPr>
        <p:spPr>
          <a:xfrm>
            <a:off x="6719671" y="663914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790,362</a:t>
            </a:r>
            <a:endParaRPr lang="en-US" dirty="0"/>
          </a:p>
        </p:txBody>
      </p:sp>
      <p:sp>
        <p:nvSpPr>
          <p:cNvPr id="15246" name="Rectangle 4"/>
          <p:cNvSpPr>
            <a:spLocks noChangeArrowheads="1"/>
          </p:cNvSpPr>
          <p:nvPr/>
        </p:nvSpPr>
        <p:spPr bwMode="auto">
          <a:xfrm>
            <a:off x="7213854" y="666794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47" name="TextBox 3"/>
          <p:cNvSpPr txBox="1"/>
          <p:nvPr/>
        </p:nvSpPr>
        <p:spPr>
          <a:xfrm>
            <a:off x="7367118" y="663914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790,362</a:t>
            </a:r>
            <a:endParaRPr lang="en-US" dirty="0"/>
          </a:p>
        </p:txBody>
      </p:sp>
      <p:sp>
        <p:nvSpPr>
          <p:cNvPr id="15248" name="Rectangle 4"/>
          <p:cNvSpPr>
            <a:spLocks noChangeArrowheads="1"/>
          </p:cNvSpPr>
          <p:nvPr/>
        </p:nvSpPr>
        <p:spPr bwMode="auto">
          <a:xfrm>
            <a:off x="7861300" y="6667944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49" name="Rectangle 4"/>
          <p:cNvSpPr>
            <a:spLocks noChangeArrowheads="1"/>
          </p:cNvSpPr>
          <p:nvPr/>
        </p:nvSpPr>
        <p:spPr bwMode="auto">
          <a:xfrm>
            <a:off x="8094497" y="6667944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50" name="Rectangle 4"/>
          <p:cNvSpPr>
            <a:spLocks noChangeArrowheads="1"/>
          </p:cNvSpPr>
          <p:nvPr/>
        </p:nvSpPr>
        <p:spPr bwMode="auto">
          <a:xfrm>
            <a:off x="8333384" y="6667944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51" name="TextBox 3"/>
          <p:cNvSpPr txBox="1"/>
          <p:nvPr/>
        </p:nvSpPr>
        <p:spPr>
          <a:xfrm>
            <a:off x="8650986" y="663914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5252" name="Rectangle 4"/>
          <p:cNvSpPr>
            <a:spLocks noChangeArrowheads="1"/>
          </p:cNvSpPr>
          <p:nvPr/>
        </p:nvSpPr>
        <p:spPr bwMode="auto">
          <a:xfrm>
            <a:off x="878255" y="6945706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53" name="TextBox 3"/>
          <p:cNvSpPr txBox="1"/>
          <p:nvPr/>
        </p:nvSpPr>
        <p:spPr>
          <a:xfrm>
            <a:off x="827455" y="691690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8471270</a:t>
            </a:r>
            <a:endParaRPr lang="en-US" dirty="0"/>
          </a:p>
        </p:txBody>
      </p:sp>
      <p:sp>
        <p:nvSpPr>
          <p:cNvPr id="15254" name="Rectangle 4"/>
          <p:cNvSpPr>
            <a:spLocks noChangeArrowheads="1"/>
          </p:cNvSpPr>
          <p:nvPr/>
        </p:nvSpPr>
        <p:spPr bwMode="auto">
          <a:xfrm>
            <a:off x="1365758" y="6945706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55" name="TextBox 3"/>
          <p:cNvSpPr txBox="1"/>
          <p:nvPr/>
        </p:nvSpPr>
        <p:spPr>
          <a:xfrm>
            <a:off x="1314958" y="6916903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5256" name="TextBox 3"/>
          <p:cNvSpPr txBox="1"/>
          <p:nvPr/>
        </p:nvSpPr>
        <p:spPr>
          <a:xfrm>
            <a:off x="1314958" y="7034352"/>
            <a:ext cx="5673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Libraries</a:t>
            </a:r>
            <a:endParaRPr lang="en-US" dirty="0"/>
          </a:p>
        </p:txBody>
      </p:sp>
      <p:sp>
        <p:nvSpPr>
          <p:cNvPr id="15257" name="Rectangle 4"/>
          <p:cNvSpPr>
            <a:spLocks noChangeArrowheads="1"/>
          </p:cNvSpPr>
          <p:nvPr/>
        </p:nvSpPr>
        <p:spPr bwMode="auto">
          <a:xfrm>
            <a:off x="2163546" y="6945706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58" name="TextBox 3"/>
          <p:cNvSpPr txBox="1"/>
          <p:nvPr/>
        </p:nvSpPr>
        <p:spPr>
          <a:xfrm>
            <a:off x="2112746" y="691690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15259" name="Rectangle 4"/>
          <p:cNvSpPr>
            <a:spLocks noChangeArrowheads="1"/>
          </p:cNvSpPr>
          <p:nvPr/>
        </p:nvSpPr>
        <p:spPr bwMode="auto">
          <a:xfrm>
            <a:off x="2622702" y="6945706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60" name="TextBox 3"/>
          <p:cNvSpPr txBox="1"/>
          <p:nvPr/>
        </p:nvSpPr>
        <p:spPr>
          <a:xfrm>
            <a:off x="2571902" y="6916903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15261" name="TextBox 3"/>
          <p:cNvSpPr txBox="1"/>
          <p:nvPr/>
        </p:nvSpPr>
        <p:spPr>
          <a:xfrm>
            <a:off x="2571902" y="7034352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15262" name="Rectangle 4"/>
          <p:cNvSpPr>
            <a:spLocks noChangeArrowheads="1"/>
          </p:cNvSpPr>
          <p:nvPr/>
        </p:nvSpPr>
        <p:spPr bwMode="auto">
          <a:xfrm>
            <a:off x="3680282" y="6945706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63" name="TextBox 3"/>
          <p:cNvSpPr txBox="1"/>
          <p:nvPr/>
        </p:nvSpPr>
        <p:spPr>
          <a:xfrm>
            <a:off x="3629482" y="691690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847.8471270.1.416110.000000.847001.100178</a:t>
            </a:r>
            <a:endParaRPr lang="en-US" dirty="0"/>
          </a:p>
        </p:txBody>
      </p:sp>
      <p:sp>
        <p:nvSpPr>
          <p:cNvPr id="15264" name="Rectangle 4"/>
          <p:cNvSpPr>
            <a:spLocks noChangeArrowheads="1"/>
          </p:cNvSpPr>
          <p:nvPr/>
        </p:nvSpPr>
        <p:spPr bwMode="auto">
          <a:xfrm>
            <a:off x="5918962" y="694570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65" name="TextBox 3"/>
          <p:cNvSpPr txBox="1"/>
          <p:nvPr/>
        </p:nvSpPr>
        <p:spPr>
          <a:xfrm>
            <a:off x="6128715" y="691690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72,191</a:t>
            </a:r>
            <a:endParaRPr lang="en-US" dirty="0"/>
          </a:p>
        </p:txBody>
      </p:sp>
      <p:sp>
        <p:nvSpPr>
          <p:cNvPr id="15266" name="Rectangle 4"/>
          <p:cNvSpPr>
            <a:spLocks noChangeArrowheads="1"/>
          </p:cNvSpPr>
          <p:nvPr/>
        </p:nvSpPr>
        <p:spPr bwMode="auto">
          <a:xfrm>
            <a:off x="6566408" y="694570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67" name="TextBox 3"/>
          <p:cNvSpPr txBox="1"/>
          <p:nvPr/>
        </p:nvSpPr>
        <p:spPr>
          <a:xfrm>
            <a:off x="6776161" y="691690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48,000</a:t>
            </a:r>
            <a:endParaRPr lang="en-US" dirty="0"/>
          </a:p>
        </p:txBody>
      </p:sp>
      <p:sp>
        <p:nvSpPr>
          <p:cNvPr id="15268" name="Rectangle 4"/>
          <p:cNvSpPr>
            <a:spLocks noChangeArrowheads="1"/>
          </p:cNvSpPr>
          <p:nvPr/>
        </p:nvSpPr>
        <p:spPr bwMode="auto">
          <a:xfrm>
            <a:off x="7213854" y="694570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69" name="TextBox 3"/>
          <p:cNvSpPr txBox="1"/>
          <p:nvPr/>
        </p:nvSpPr>
        <p:spPr>
          <a:xfrm>
            <a:off x="7423607" y="6916903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48,000</a:t>
            </a:r>
            <a:endParaRPr lang="en-US" dirty="0"/>
          </a:p>
        </p:txBody>
      </p:sp>
      <p:sp>
        <p:nvSpPr>
          <p:cNvPr id="15270" name="Rectangle 4"/>
          <p:cNvSpPr>
            <a:spLocks noChangeArrowheads="1"/>
          </p:cNvSpPr>
          <p:nvPr/>
        </p:nvSpPr>
        <p:spPr bwMode="auto">
          <a:xfrm>
            <a:off x="7861300" y="6945706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71" name="Rectangle 4"/>
          <p:cNvSpPr>
            <a:spLocks noChangeArrowheads="1"/>
          </p:cNvSpPr>
          <p:nvPr/>
        </p:nvSpPr>
        <p:spPr bwMode="auto">
          <a:xfrm>
            <a:off x="8094497" y="6945706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72" name="Rectangle 4"/>
          <p:cNvSpPr>
            <a:spLocks noChangeArrowheads="1"/>
          </p:cNvSpPr>
          <p:nvPr/>
        </p:nvSpPr>
        <p:spPr bwMode="auto">
          <a:xfrm>
            <a:off x="8333384" y="6945706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273" name="TextBox 3"/>
          <p:cNvSpPr txBox="1"/>
          <p:nvPr/>
        </p:nvSpPr>
        <p:spPr>
          <a:xfrm>
            <a:off x="8650986" y="691690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5274" name="Rectangle 4"/>
          <p:cNvSpPr>
            <a:spLocks noChangeArrowheads="1"/>
          </p:cNvSpPr>
          <p:nvPr/>
        </p:nvSpPr>
        <p:spPr bwMode="auto">
          <a:xfrm>
            <a:off x="466725" y="920673"/>
            <a:ext cx="6350" cy="6305969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5275" name="Rectangle 4"/>
          <p:cNvSpPr>
            <a:spLocks noChangeArrowheads="1"/>
          </p:cNvSpPr>
          <p:nvPr/>
        </p:nvSpPr>
        <p:spPr bwMode="auto">
          <a:xfrm>
            <a:off x="7213854" y="571244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76" name="Rectangle 4"/>
          <p:cNvSpPr>
            <a:spLocks noChangeArrowheads="1"/>
          </p:cNvSpPr>
          <p:nvPr/>
        </p:nvSpPr>
        <p:spPr bwMode="auto">
          <a:xfrm>
            <a:off x="878255" y="571244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77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78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79" name="Rectangle 4"/>
          <p:cNvSpPr>
            <a:spLocks noChangeArrowheads="1"/>
          </p:cNvSpPr>
          <p:nvPr/>
        </p:nvSpPr>
        <p:spPr bwMode="auto">
          <a:xfrm>
            <a:off x="7213854" y="281738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80" name="Rectangle 4"/>
          <p:cNvSpPr>
            <a:spLocks noChangeArrowheads="1"/>
          </p:cNvSpPr>
          <p:nvPr/>
        </p:nvSpPr>
        <p:spPr bwMode="auto">
          <a:xfrm>
            <a:off x="878255" y="281738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81" name="Rectangle 4"/>
          <p:cNvSpPr>
            <a:spLocks noChangeArrowheads="1"/>
          </p:cNvSpPr>
          <p:nvPr/>
        </p:nvSpPr>
        <p:spPr bwMode="auto">
          <a:xfrm>
            <a:off x="469900" y="7223467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82" name="Rectangle 4"/>
          <p:cNvSpPr>
            <a:spLocks noChangeArrowheads="1"/>
          </p:cNvSpPr>
          <p:nvPr/>
        </p:nvSpPr>
        <p:spPr bwMode="auto">
          <a:xfrm>
            <a:off x="7213854" y="242216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83" name="Rectangle 4"/>
          <p:cNvSpPr>
            <a:spLocks noChangeArrowheads="1"/>
          </p:cNvSpPr>
          <p:nvPr/>
        </p:nvSpPr>
        <p:spPr bwMode="auto">
          <a:xfrm>
            <a:off x="878255" y="242216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84" name="Rectangle 4"/>
          <p:cNvSpPr>
            <a:spLocks noChangeArrowheads="1"/>
          </p:cNvSpPr>
          <p:nvPr/>
        </p:nvSpPr>
        <p:spPr bwMode="auto">
          <a:xfrm>
            <a:off x="7213854" y="202695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85" name="Rectangle 4"/>
          <p:cNvSpPr>
            <a:spLocks noChangeArrowheads="1"/>
          </p:cNvSpPr>
          <p:nvPr/>
        </p:nvSpPr>
        <p:spPr bwMode="auto">
          <a:xfrm>
            <a:off x="878255" y="202695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86" name="Rectangle 4"/>
          <p:cNvSpPr>
            <a:spLocks noChangeArrowheads="1"/>
          </p:cNvSpPr>
          <p:nvPr/>
        </p:nvSpPr>
        <p:spPr bwMode="auto">
          <a:xfrm>
            <a:off x="7213854" y="694094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87" name="Rectangle 4"/>
          <p:cNvSpPr>
            <a:spLocks noChangeArrowheads="1"/>
          </p:cNvSpPr>
          <p:nvPr/>
        </p:nvSpPr>
        <p:spPr bwMode="auto">
          <a:xfrm>
            <a:off x="878255" y="694094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88" name="Rectangle 4"/>
          <p:cNvSpPr>
            <a:spLocks noChangeArrowheads="1"/>
          </p:cNvSpPr>
          <p:nvPr/>
        </p:nvSpPr>
        <p:spPr bwMode="auto">
          <a:xfrm>
            <a:off x="7213854" y="119367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89" name="Rectangle 4"/>
          <p:cNvSpPr>
            <a:spLocks noChangeArrowheads="1"/>
          </p:cNvSpPr>
          <p:nvPr/>
        </p:nvSpPr>
        <p:spPr bwMode="auto">
          <a:xfrm>
            <a:off x="878255" y="119367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90" name="Rectangle 4"/>
          <p:cNvSpPr>
            <a:spLocks noChangeArrowheads="1"/>
          </p:cNvSpPr>
          <p:nvPr/>
        </p:nvSpPr>
        <p:spPr bwMode="auto">
          <a:xfrm>
            <a:off x="7213854" y="420618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91" name="Rectangle 4"/>
          <p:cNvSpPr>
            <a:spLocks noChangeArrowheads="1"/>
          </p:cNvSpPr>
          <p:nvPr/>
        </p:nvSpPr>
        <p:spPr bwMode="auto">
          <a:xfrm>
            <a:off x="878255" y="420618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92" name="Rectangle 4"/>
          <p:cNvSpPr>
            <a:spLocks noChangeArrowheads="1"/>
          </p:cNvSpPr>
          <p:nvPr/>
        </p:nvSpPr>
        <p:spPr bwMode="auto">
          <a:xfrm>
            <a:off x="7213854" y="503947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93" name="Rectangle 4"/>
          <p:cNvSpPr>
            <a:spLocks noChangeArrowheads="1"/>
          </p:cNvSpPr>
          <p:nvPr/>
        </p:nvSpPr>
        <p:spPr bwMode="auto">
          <a:xfrm>
            <a:off x="878255" y="503947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94" name="Rectangle 4"/>
          <p:cNvSpPr>
            <a:spLocks noChangeArrowheads="1"/>
          </p:cNvSpPr>
          <p:nvPr/>
        </p:nvSpPr>
        <p:spPr bwMode="auto">
          <a:xfrm>
            <a:off x="7213854" y="337290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95" name="Rectangle 4"/>
          <p:cNvSpPr>
            <a:spLocks noChangeArrowheads="1"/>
          </p:cNvSpPr>
          <p:nvPr/>
        </p:nvSpPr>
        <p:spPr bwMode="auto">
          <a:xfrm>
            <a:off x="878255" y="337290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96" name="Rectangle 4"/>
          <p:cNvSpPr>
            <a:spLocks noChangeArrowheads="1"/>
          </p:cNvSpPr>
          <p:nvPr/>
        </p:nvSpPr>
        <p:spPr bwMode="auto">
          <a:xfrm>
            <a:off x="7213854" y="599020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97" name="Rectangle 4"/>
          <p:cNvSpPr>
            <a:spLocks noChangeArrowheads="1"/>
          </p:cNvSpPr>
          <p:nvPr/>
        </p:nvSpPr>
        <p:spPr bwMode="auto">
          <a:xfrm>
            <a:off x="878255" y="599020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98" name="Rectangle 4"/>
          <p:cNvSpPr>
            <a:spLocks noChangeArrowheads="1"/>
          </p:cNvSpPr>
          <p:nvPr/>
        </p:nvSpPr>
        <p:spPr bwMode="auto">
          <a:xfrm>
            <a:off x="466725" y="7220292"/>
            <a:ext cx="411530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5299" name="Rectangle 4"/>
          <p:cNvSpPr>
            <a:spLocks noChangeArrowheads="1"/>
          </p:cNvSpPr>
          <p:nvPr/>
        </p:nvSpPr>
        <p:spPr bwMode="auto">
          <a:xfrm>
            <a:off x="7213854" y="147143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00" name="Rectangle 4"/>
          <p:cNvSpPr>
            <a:spLocks noChangeArrowheads="1"/>
          </p:cNvSpPr>
          <p:nvPr/>
        </p:nvSpPr>
        <p:spPr bwMode="auto">
          <a:xfrm>
            <a:off x="878255" y="147143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01" name="Rectangle 4"/>
          <p:cNvSpPr>
            <a:spLocks noChangeArrowheads="1"/>
          </p:cNvSpPr>
          <p:nvPr/>
        </p:nvSpPr>
        <p:spPr bwMode="auto">
          <a:xfrm>
            <a:off x="7213854" y="174919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02" name="Rectangle 4"/>
          <p:cNvSpPr>
            <a:spLocks noChangeArrowheads="1"/>
          </p:cNvSpPr>
          <p:nvPr/>
        </p:nvSpPr>
        <p:spPr bwMode="auto">
          <a:xfrm>
            <a:off x="878255" y="174919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03" name="Rectangle 4"/>
          <p:cNvSpPr>
            <a:spLocks noChangeArrowheads="1"/>
          </p:cNvSpPr>
          <p:nvPr/>
        </p:nvSpPr>
        <p:spPr bwMode="auto">
          <a:xfrm>
            <a:off x="7213854" y="666318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04" name="Rectangle 4"/>
          <p:cNvSpPr>
            <a:spLocks noChangeArrowheads="1"/>
          </p:cNvSpPr>
          <p:nvPr/>
        </p:nvSpPr>
        <p:spPr bwMode="auto">
          <a:xfrm>
            <a:off x="878255" y="666318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05" name="Rectangle 4"/>
          <p:cNvSpPr>
            <a:spLocks noChangeArrowheads="1"/>
          </p:cNvSpPr>
          <p:nvPr/>
        </p:nvSpPr>
        <p:spPr bwMode="auto">
          <a:xfrm>
            <a:off x="7213854" y="365066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06" name="Rectangle 4"/>
          <p:cNvSpPr>
            <a:spLocks noChangeArrowheads="1"/>
          </p:cNvSpPr>
          <p:nvPr/>
        </p:nvSpPr>
        <p:spPr bwMode="auto">
          <a:xfrm>
            <a:off x="878255" y="365066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07" name="Rectangle 4"/>
          <p:cNvSpPr>
            <a:spLocks noChangeArrowheads="1"/>
          </p:cNvSpPr>
          <p:nvPr/>
        </p:nvSpPr>
        <p:spPr bwMode="auto">
          <a:xfrm>
            <a:off x="7213854" y="448395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08" name="Rectangle 4"/>
          <p:cNvSpPr>
            <a:spLocks noChangeArrowheads="1"/>
          </p:cNvSpPr>
          <p:nvPr/>
        </p:nvSpPr>
        <p:spPr bwMode="auto">
          <a:xfrm>
            <a:off x="878255" y="448395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09" name="Rectangle 4"/>
          <p:cNvSpPr>
            <a:spLocks noChangeArrowheads="1"/>
          </p:cNvSpPr>
          <p:nvPr/>
        </p:nvSpPr>
        <p:spPr bwMode="auto">
          <a:xfrm>
            <a:off x="7213854" y="543468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10" name="Rectangle 4"/>
          <p:cNvSpPr>
            <a:spLocks noChangeArrowheads="1"/>
          </p:cNvSpPr>
          <p:nvPr/>
        </p:nvSpPr>
        <p:spPr bwMode="auto">
          <a:xfrm>
            <a:off x="878255" y="543468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11" name="Rectangle 4"/>
          <p:cNvSpPr>
            <a:spLocks noChangeArrowheads="1"/>
          </p:cNvSpPr>
          <p:nvPr/>
        </p:nvSpPr>
        <p:spPr bwMode="auto">
          <a:xfrm>
            <a:off x="7213854" y="626797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12" name="Rectangle 4"/>
          <p:cNvSpPr>
            <a:spLocks noChangeArrowheads="1"/>
          </p:cNvSpPr>
          <p:nvPr/>
        </p:nvSpPr>
        <p:spPr bwMode="auto">
          <a:xfrm>
            <a:off x="878255" y="626797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13" name="Rectangle 4"/>
          <p:cNvSpPr>
            <a:spLocks noChangeArrowheads="1"/>
          </p:cNvSpPr>
          <p:nvPr/>
        </p:nvSpPr>
        <p:spPr bwMode="auto">
          <a:xfrm>
            <a:off x="7213854" y="309514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14" name="Rectangle 4"/>
          <p:cNvSpPr>
            <a:spLocks noChangeArrowheads="1"/>
          </p:cNvSpPr>
          <p:nvPr/>
        </p:nvSpPr>
        <p:spPr bwMode="auto">
          <a:xfrm>
            <a:off x="878255" y="309514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15" name="Rectangle 4"/>
          <p:cNvSpPr>
            <a:spLocks noChangeArrowheads="1"/>
          </p:cNvSpPr>
          <p:nvPr/>
        </p:nvSpPr>
        <p:spPr bwMode="auto">
          <a:xfrm>
            <a:off x="7213854" y="721870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16" name="Rectangle 4"/>
          <p:cNvSpPr>
            <a:spLocks noChangeArrowheads="1"/>
          </p:cNvSpPr>
          <p:nvPr/>
        </p:nvSpPr>
        <p:spPr bwMode="auto">
          <a:xfrm>
            <a:off x="878255" y="721870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17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18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19" name="Rectangle 4"/>
          <p:cNvSpPr>
            <a:spLocks noChangeArrowheads="1"/>
          </p:cNvSpPr>
          <p:nvPr/>
        </p:nvSpPr>
        <p:spPr bwMode="auto">
          <a:xfrm>
            <a:off x="7213854" y="392842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20" name="Rectangle 4"/>
          <p:cNvSpPr>
            <a:spLocks noChangeArrowheads="1"/>
          </p:cNvSpPr>
          <p:nvPr/>
        </p:nvSpPr>
        <p:spPr bwMode="auto">
          <a:xfrm>
            <a:off x="878255" y="392842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21" name="Rectangle 4"/>
          <p:cNvSpPr>
            <a:spLocks noChangeArrowheads="1"/>
          </p:cNvSpPr>
          <p:nvPr/>
        </p:nvSpPr>
        <p:spPr bwMode="auto">
          <a:xfrm>
            <a:off x="7213854" y="476171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22" name="Rectangle 4"/>
          <p:cNvSpPr>
            <a:spLocks noChangeArrowheads="1"/>
          </p:cNvSpPr>
          <p:nvPr/>
        </p:nvSpPr>
        <p:spPr bwMode="auto">
          <a:xfrm>
            <a:off x="878255" y="476171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3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24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15325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15326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27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15328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15329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5330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31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15332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15333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34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15335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5336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37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15338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39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15340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41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15342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5343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44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15345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5346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47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15348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15349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50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15351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52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15353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54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15355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15356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6217069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357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358" name="TextBox 3"/>
          <p:cNvSpPr txBox="1"/>
          <p:nvPr/>
        </p:nvSpPr>
        <p:spPr>
          <a:xfrm>
            <a:off x="827455" y="89187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8471270</a:t>
            </a:r>
            <a:endParaRPr lang="en-US" dirty="0"/>
          </a:p>
        </p:txBody>
      </p:sp>
      <p:sp>
        <p:nvSpPr>
          <p:cNvPr id="15359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360" name="TextBox 3"/>
          <p:cNvSpPr txBox="1"/>
          <p:nvPr/>
        </p:nvSpPr>
        <p:spPr>
          <a:xfrm>
            <a:off x="1314958" y="891870"/>
            <a:ext cx="5390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</a:t>
            </a:r>
            <a:endParaRPr lang="en-US" dirty="0"/>
          </a:p>
        </p:txBody>
      </p:sp>
      <p:sp>
        <p:nvSpPr>
          <p:cNvPr id="15361" name="TextBox 3"/>
          <p:cNvSpPr txBox="1"/>
          <p:nvPr/>
        </p:nvSpPr>
        <p:spPr>
          <a:xfrm>
            <a:off x="1314958" y="1009319"/>
            <a:ext cx="5673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Libraries</a:t>
            </a:r>
            <a:endParaRPr lang="en-US" dirty="0"/>
          </a:p>
        </p:txBody>
      </p:sp>
      <p:sp>
        <p:nvSpPr>
          <p:cNvPr id="15362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363" name="TextBox 3"/>
          <p:cNvSpPr txBox="1"/>
          <p:nvPr/>
        </p:nvSpPr>
        <p:spPr>
          <a:xfrm>
            <a:off x="2112746" y="89187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365" name="TextBox 3"/>
          <p:cNvSpPr txBox="1"/>
          <p:nvPr/>
        </p:nvSpPr>
        <p:spPr>
          <a:xfrm>
            <a:off x="2571902" y="891870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15366" name="TextBox 3"/>
          <p:cNvSpPr txBox="1"/>
          <p:nvPr/>
        </p:nvSpPr>
        <p:spPr>
          <a:xfrm>
            <a:off x="2571902" y="1009319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15367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368" name="TextBox 3"/>
          <p:cNvSpPr txBox="1"/>
          <p:nvPr/>
        </p:nvSpPr>
        <p:spPr>
          <a:xfrm>
            <a:off x="3629482" y="89187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847.8471270.1.416310.000000.847001.100178</a:t>
            </a:r>
            <a:endParaRPr lang="en-US" dirty="0"/>
          </a:p>
        </p:txBody>
      </p:sp>
      <p:sp>
        <p:nvSpPr>
          <p:cNvPr id="15369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370" name="TextBox 3"/>
          <p:cNvSpPr txBox="1"/>
          <p:nvPr/>
        </p:nvSpPr>
        <p:spPr>
          <a:xfrm>
            <a:off x="6072225" y="89187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101,183</a:t>
            </a:r>
            <a:endParaRPr lang="en-US" dirty="0"/>
          </a:p>
        </p:txBody>
      </p:sp>
      <p:sp>
        <p:nvSpPr>
          <p:cNvPr id="15371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372" name="TextBox 3"/>
          <p:cNvSpPr txBox="1"/>
          <p:nvPr/>
        </p:nvSpPr>
        <p:spPr>
          <a:xfrm>
            <a:off x="6776161" y="89187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40,103</a:t>
            </a:r>
            <a:endParaRPr lang="en-US" dirty="0"/>
          </a:p>
        </p:txBody>
      </p:sp>
      <p:sp>
        <p:nvSpPr>
          <p:cNvPr id="15373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374" name="TextBox 3"/>
          <p:cNvSpPr txBox="1"/>
          <p:nvPr/>
        </p:nvSpPr>
        <p:spPr>
          <a:xfrm>
            <a:off x="7423607" y="891870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40,064</a:t>
            </a:r>
            <a:endParaRPr lang="en-US" dirty="0"/>
          </a:p>
        </p:txBody>
      </p:sp>
      <p:sp>
        <p:nvSpPr>
          <p:cNvPr id="15375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376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377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378" name="TextBox 3"/>
          <p:cNvSpPr txBox="1"/>
          <p:nvPr/>
        </p:nvSpPr>
        <p:spPr>
          <a:xfrm>
            <a:off x="8594496" y="891870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39</a:t>
            </a:r>
            <a:endParaRPr lang="en-US" dirty="0"/>
          </a:p>
        </p:txBody>
      </p:sp>
      <p:sp>
        <p:nvSpPr>
          <p:cNvPr id="15379" name="Rectangle 4"/>
          <p:cNvSpPr>
            <a:spLocks noChangeArrowheads="1"/>
          </p:cNvSpPr>
          <p:nvPr/>
        </p:nvSpPr>
        <p:spPr bwMode="auto">
          <a:xfrm>
            <a:off x="878255" y="1198435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80" name="TextBox 3"/>
          <p:cNvSpPr txBox="1"/>
          <p:nvPr/>
        </p:nvSpPr>
        <p:spPr>
          <a:xfrm>
            <a:off x="827455" y="116963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8471270</a:t>
            </a:r>
            <a:endParaRPr lang="en-US" dirty="0"/>
          </a:p>
        </p:txBody>
      </p:sp>
      <p:sp>
        <p:nvSpPr>
          <p:cNvPr id="15381" name="TextBox 3"/>
          <p:cNvSpPr txBox="1"/>
          <p:nvPr/>
        </p:nvSpPr>
        <p:spPr>
          <a:xfrm>
            <a:off x="827455" y="1287081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5382" name="Rectangle 4"/>
          <p:cNvSpPr>
            <a:spLocks noChangeArrowheads="1"/>
          </p:cNvSpPr>
          <p:nvPr/>
        </p:nvSpPr>
        <p:spPr bwMode="auto">
          <a:xfrm>
            <a:off x="1365758" y="1198435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83" name="Rectangle 4"/>
          <p:cNvSpPr>
            <a:spLocks noChangeArrowheads="1"/>
          </p:cNvSpPr>
          <p:nvPr/>
        </p:nvSpPr>
        <p:spPr bwMode="auto">
          <a:xfrm>
            <a:off x="2163546" y="1198435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84" name="Rectangle 4"/>
          <p:cNvSpPr>
            <a:spLocks noChangeArrowheads="1"/>
          </p:cNvSpPr>
          <p:nvPr/>
        </p:nvSpPr>
        <p:spPr bwMode="auto">
          <a:xfrm>
            <a:off x="2622702" y="1198435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85" name="Rectangle 4"/>
          <p:cNvSpPr>
            <a:spLocks noChangeArrowheads="1"/>
          </p:cNvSpPr>
          <p:nvPr/>
        </p:nvSpPr>
        <p:spPr bwMode="auto">
          <a:xfrm>
            <a:off x="3680282" y="1198435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86" name="Rectangle 4"/>
          <p:cNvSpPr>
            <a:spLocks noChangeArrowheads="1"/>
          </p:cNvSpPr>
          <p:nvPr/>
        </p:nvSpPr>
        <p:spPr bwMode="auto">
          <a:xfrm>
            <a:off x="5918962" y="1198435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87" name="TextBox 3"/>
          <p:cNvSpPr txBox="1"/>
          <p:nvPr/>
        </p:nvSpPr>
        <p:spPr>
          <a:xfrm>
            <a:off x="5987491" y="116963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7,604,491</a:t>
            </a:r>
            <a:endParaRPr lang="en-US" dirty="0"/>
          </a:p>
        </p:txBody>
      </p:sp>
      <p:sp>
        <p:nvSpPr>
          <p:cNvPr id="15388" name="Rectangle 4"/>
          <p:cNvSpPr>
            <a:spLocks noChangeArrowheads="1"/>
          </p:cNvSpPr>
          <p:nvPr/>
        </p:nvSpPr>
        <p:spPr bwMode="auto">
          <a:xfrm>
            <a:off x="6566408" y="1198435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89" name="TextBox 3"/>
          <p:cNvSpPr txBox="1"/>
          <p:nvPr/>
        </p:nvSpPr>
        <p:spPr>
          <a:xfrm>
            <a:off x="6634937" y="116963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8,161,016</a:t>
            </a:r>
            <a:endParaRPr lang="en-US" dirty="0"/>
          </a:p>
        </p:txBody>
      </p:sp>
      <p:sp>
        <p:nvSpPr>
          <p:cNvPr id="15390" name="Rectangle 4"/>
          <p:cNvSpPr>
            <a:spLocks noChangeArrowheads="1"/>
          </p:cNvSpPr>
          <p:nvPr/>
        </p:nvSpPr>
        <p:spPr bwMode="auto">
          <a:xfrm>
            <a:off x="7213854" y="1198435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91" name="TextBox 3"/>
          <p:cNvSpPr txBox="1"/>
          <p:nvPr/>
        </p:nvSpPr>
        <p:spPr>
          <a:xfrm>
            <a:off x="7282383" y="1169631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8,160,900</a:t>
            </a:r>
            <a:endParaRPr lang="en-US" dirty="0"/>
          </a:p>
        </p:txBody>
      </p:sp>
      <p:sp>
        <p:nvSpPr>
          <p:cNvPr id="15392" name="Rectangle 4"/>
          <p:cNvSpPr>
            <a:spLocks noChangeArrowheads="1"/>
          </p:cNvSpPr>
          <p:nvPr/>
        </p:nvSpPr>
        <p:spPr bwMode="auto">
          <a:xfrm>
            <a:off x="7861300" y="1198435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93" name="Rectangle 4"/>
          <p:cNvSpPr>
            <a:spLocks noChangeArrowheads="1"/>
          </p:cNvSpPr>
          <p:nvPr/>
        </p:nvSpPr>
        <p:spPr bwMode="auto">
          <a:xfrm>
            <a:off x="8094497" y="1198435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94" name="Rectangle 4"/>
          <p:cNvSpPr>
            <a:spLocks noChangeArrowheads="1"/>
          </p:cNvSpPr>
          <p:nvPr/>
        </p:nvSpPr>
        <p:spPr bwMode="auto">
          <a:xfrm>
            <a:off x="8333384" y="1198435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395" name="TextBox 3"/>
          <p:cNvSpPr txBox="1"/>
          <p:nvPr/>
        </p:nvSpPr>
        <p:spPr>
          <a:xfrm>
            <a:off x="8538006" y="1169631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116</a:t>
            </a:r>
            <a:endParaRPr lang="en-US" dirty="0"/>
          </a:p>
        </p:txBody>
      </p:sp>
      <p:sp>
        <p:nvSpPr>
          <p:cNvPr id="15396" name="Rectangle 4"/>
          <p:cNvSpPr>
            <a:spLocks noChangeArrowheads="1"/>
          </p:cNvSpPr>
          <p:nvPr/>
        </p:nvSpPr>
        <p:spPr bwMode="auto">
          <a:xfrm>
            <a:off x="878255" y="1476197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397" name="TextBox 3"/>
          <p:cNvSpPr txBox="1"/>
          <p:nvPr/>
        </p:nvSpPr>
        <p:spPr>
          <a:xfrm>
            <a:off x="827455" y="144739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8471280</a:t>
            </a:r>
            <a:endParaRPr lang="en-US" dirty="0"/>
          </a:p>
        </p:txBody>
      </p:sp>
      <p:sp>
        <p:nvSpPr>
          <p:cNvPr id="15398" name="Rectangle 4"/>
          <p:cNvSpPr>
            <a:spLocks noChangeArrowheads="1"/>
          </p:cNvSpPr>
          <p:nvPr/>
        </p:nvSpPr>
        <p:spPr bwMode="auto">
          <a:xfrm>
            <a:off x="1365758" y="1476197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399" name="TextBox 3"/>
          <p:cNvSpPr txBox="1"/>
          <p:nvPr/>
        </p:nvSpPr>
        <p:spPr>
          <a:xfrm>
            <a:off x="1314958" y="1447393"/>
            <a:ext cx="8722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Center </a:t>
            </a:r>
            <a:endParaRPr lang="en-US" dirty="0"/>
          </a:p>
        </p:txBody>
      </p:sp>
      <p:sp>
        <p:nvSpPr>
          <p:cNvPr id="15400" name="TextBox 3"/>
          <p:cNvSpPr txBox="1"/>
          <p:nvPr/>
        </p:nvSpPr>
        <p:spPr>
          <a:xfrm>
            <a:off x="1314958" y="1564843"/>
            <a:ext cx="866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for Teaching &amp; </a:t>
            </a:r>
            <a:endParaRPr lang="en-US" dirty="0"/>
          </a:p>
        </p:txBody>
      </p:sp>
      <p:sp>
        <p:nvSpPr>
          <p:cNvPr id="15401" name="TextBox 3"/>
          <p:cNvSpPr txBox="1"/>
          <p:nvPr/>
        </p:nvSpPr>
        <p:spPr>
          <a:xfrm>
            <a:off x="1314958" y="1682292"/>
            <a:ext cx="573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Learning</a:t>
            </a:r>
            <a:endParaRPr lang="en-US" dirty="0"/>
          </a:p>
        </p:txBody>
      </p:sp>
      <p:sp>
        <p:nvSpPr>
          <p:cNvPr id="15402" name="Rectangle 4"/>
          <p:cNvSpPr>
            <a:spLocks noChangeArrowheads="1"/>
          </p:cNvSpPr>
          <p:nvPr/>
        </p:nvSpPr>
        <p:spPr bwMode="auto">
          <a:xfrm>
            <a:off x="2163546" y="1476197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03" name="TextBox 3"/>
          <p:cNvSpPr txBox="1"/>
          <p:nvPr/>
        </p:nvSpPr>
        <p:spPr>
          <a:xfrm>
            <a:off x="2112746" y="144739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15404" name="Rectangle 4"/>
          <p:cNvSpPr>
            <a:spLocks noChangeArrowheads="1"/>
          </p:cNvSpPr>
          <p:nvPr/>
        </p:nvSpPr>
        <p:spPr bwMode="auto">
          <a:xfrm>
            <a:off x="2622702" y="1476197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05" name="TextBox 3"/>
          <p:cNvSpPr txBox="1"/>
          <p:nvPr/>
        </p:nvSpPr>
        <p:spPr>
          <a:xfrm>
            <a:off x="2571902" y="1447393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15406" name="TextBox 3"/>
          <p:cNvSpPr txBox="1"/>
          <p:nvPr/>
        </p:nvSpPr>
        <p:spPr>
          <a:xfrm>
            <a:off x="2571902" y="1564843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15407" name="Rectangle 4"/>
          <p:cNvSpPr>
            <a:spLocks noChangeArrowheads="1"/>
          </p:cNvSpPr>
          <p:nvPr/>
        </p:nvSpPr>
        <p:spPr bwMode="auto">
          <a:xfrm>
            <a:off x="3680282" y="1476197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08" name="TextBox 3"/>
          <p:cNvSpPr txBox="1"/>
          <p:nvPr/>
        </p:nvSpPr>
        <p:spPr>
          <a:xfrm>
            <a:off x="3629482" y="144739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847.8471280.1.412121.000000.847001.100178</a:t>
            </a:r>
            <a:endParaRPr lang="en-US" dirty="0"/>
          </a:p>
        </p:txBody>
      </p:sp>
      <p:sp>
        <p:nvSpPr>
          <p:cNvPr id="15409" name="Rectangle 4"/>
          <p:cNvSpPr>
            <a:spLocks noChangeArrowheads="1"/>
          </p:cNvSpPr>
          <p:nvPr/>
        </p:nvSpPr>
        <p:spPr bwMode="auto">
          <a:xfrm>
            <a:off x="5918962" y="147619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10" name="TextBox 3"/>
          <p:cNvSpPr txBox="1"/>
          <p:nvPr/>
        </p:nvSpPr>
        <p:spPr>
          <a:xfrm>
            <a:off x="6072225" y="144739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566,493</a:t>
            </a:r>
            <a:endParaRPr lang="en-US" dirty="0"/>
          </a:p>
        </p:txBody>
      </p:sp>
      <p:sp>
        <p:nvSpPr>
          <p:cNvPr id="15411" name="Rectangle 4"/>
          <p:cNvSpPr>
            <a:spLocks noChangeArrowheads="1"/>
          </p:cNvSpPr>
          <p:nvPr/>
        </p:nvSpPr>
        <p:spPr bwMode="auto">
          <a:xfrm>
            <a:off x="6566408" y="147619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12" name="TextBox 3"/>
          <p:cNvSpPr txBox="1"/>
          <p:nvPr/>
        </p:nvSpPr>
        <p:spPr>
          <a:xfrm>
            <a:off x="6719671" y="144739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785,493</a:t>
            </a:r>
            <a:endParaRPr lang="en-US" dirty="0"/>
          </a:p>
        </p:txBody>
      </p:sp>
      <p:sp>
        <p:nvSpPr>
          <p:cNvPr id="15413" name="Rectangle 4"/>
          <p:cNvSpPr>
            <a:spLocks noChangeArrowheads="1"/>
          </p:cNvSpPr>
          <p:nvPr/>
        </p:nvSpPr>
        <p:spPr bwMode="auto">
          <a:xfrm>
            <a:off x="7213854" y="147619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14" name="TextBox 3"/>
          <p:cNvSpPr txBox="1"/>
          <p:nvPr/>
        </p:nvSpPr>
        <p:spPr>
          <a:xfrm>
            <a:off x="7367118" y="1447393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785,441</a:t>
            </a:r>
            <a:endParaRPr lang="en-US" dirty="0"/>
          </a:p>
        </p:txBody>
      </p:sp>
      <p:sp>
        <p:nvSpPr>
          <p:cNvPr id="15415" name="Rectangle 4"/>
          <p:cNvSpPr>
            <a:spLocks noChangeArrowheads="1"/>
          </p:cNvSpPr>
          <p:nvPr/>
        </p:nvSpPr>
        <p:spPr bwMode="auto">
          <a:xfrm>
            <a:off x="7861300" y="1476197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16" name="Rectangle 4"/>
          <p:cNvSpPr>
            <a:spLocks noChangeArrowheads="1"/>
          </p:cNvSpPr>
          <p:nvPr/>
        </p:nvSpPr>
        <p:spPr bwMode="auto">
          <a:xfrm>
            <a:off x="8094497" y="1476197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17" name="Rectangle 4"/>
          <p:cNvSpPr>
            <a:spLocks noChangeArrowheads="1"/>
          </p:cNvSpPr>
          <p:nvPr/>
        </p:nvSpPr>
        <p:spPr bwMode="auto">
          <a:xfrm>
            <a:off x="8333384" y="1476197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18" name="TextBox 3"/>
          <p:cNvSpPr txBox="1"/>
          <p:nvPr/>
        </p:nvSpPr>
        <p:spPr>
          <a:xfrm>
            <a:off x="8594496" y="1447393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52</a:t>
            </a:r>
            <a:endParaRPr lang="en-US" dirty="0"/>
          </a:p>
        </p:txBody>
      </p:sp>
      <p:sp>
        <p:nvSpPr>
          <p:cNvPr id="15419" name="Rectangle 4"/>
          <p:cNvSpPr>
            <a:spLocks noChangeArrowheads="1"/>
          </p:cNvSpPr>
          <p:nvPr/>
        </p:nvSpPr>
        <p:spPr bwMode="auto">
          <a:xfrm>
            <a:off x="878255" y="1871408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20" name="TextBox 3"/>
          <p:cNvSpPr txBox="1"/>
          <p:nvPr/>
        </p:nvSpPr>
        <p:spPr>
          <a:xfrm>
            <a:off x="827455" y="184260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8471280</a:t>
            </a:r>
            <a:endParaRPr lang="en-US" dirty="0"/>
          </a:p>
        </p:txBody>
      </p:sp>
      <p:sp>
        <p:nvSpPr>
          <p:cNvPr id="15421" name="Rectangle 4"/>
          <p:cNvSpPr>
            <a:spLocks noChangeArrowheads="1"/>
          </p:cNvSpPr>
          <p:nvPr/>
        </p:nvSpPr>
        <p:spPr bwMode="auto">
          <a:xfrm>
            <a:off x="1365758" y="1871408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22" name="TextBox 3"/>
          <p:cNvSpPr txBox="1"/>
          <p:nvPr/>
        </p:nvSpPr>
        <p:spPr>
          <a:xfrm>
            <a:off x="1314958" y="1842605"/>
            <a:ext cx="8722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Center </a:t>
            </a:r>
            <a:endParaRPr lang="en-US" dirty="0"/>
          </a:p>
        </p:txBody>
      </p:sp>
      <p:sp>
        <p:nvSpPr>
          <p:cNvPr id="15423" name="TextBox 3"/>
          <p:cNvSpPr txBox="1"/>
          <p:nvPr/>
        </p:nvSpPr>
        <p:spPr>
          <a:xfrm>
            <a:off x="1314958" y="1960054"/>
            <a:ext cx="866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for Teaching &amp; </a:t>
            </a:r>
            <a:endParaRPr lang="en-US" dirty="0"/>
          </a:p>
        </p:txBody>
      </p:sp>
      <p:sp>
        <p:nvSpPr>
          <p:cNvPr id="15424" name="TextBox 3"/>
          <p:cNvSpPr txBox="1"/>
          <p:nvPr/>
        </p:nvSpPr>
        <p:spPr>
          <a:xfrm>
            <a:off x="1314958" y="2077504"/>
            <a:ext cx="573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Learning</a:t>
            </a:r>
            <a:endParaRPr lang="en-US" dirty="0"/>
          </a:p>
        </p:txBody>
      </p:sp>
      <p:sp>
        <p:nvSpPr>
          <p:cNvPr id="15425" name="Rectangle 4"/>
          <p:cNvSpPr>
            <a:spLocks noChangeArrowheads="1"/>
          </p:cNvSpPr>
          <p:nvPr/>
        </p:nvSpPr>
        <p:spPr bwMode="auto">
          <a:xfrm>
            <a:off x="2163546" y="1871408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26" name="TextBox 3"/>
          <p:cNvSpPr txBox="1"/>
          <p:nvPr/>
        </p:nvSpPr>
        <p:spPr>
          <a:xfrm>
            <a:off x="2112746" y="184260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15427" name="Rectangle 4"/>
          <p:cNvSpPr>
            <a:spLocks noChangeArrowheads="1"/>
          </p:cNvSpPr>
          <p:nvPr/>
        </p:nvSpPr>
        <p:spPr bwMode="auto">
          <a:xfrm>
            <a:off x="2622702" y="1871408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28" name="TextBox 3"/>
          <p:cNvSpPr txBox="1"/>
          <p:nvPr/>
        </p:nvSpPr>
        <p:spPr>
          <a:xfrm>
            <a:off x="2571902" y="1842605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15429" name="TextBox 3"/>
          <p:cNvSpPr txBox="1"/>
          <p:nvPr/>
        </p:nvSpPr>
        <p:spPr>
          <a:xfrm>
            <a:off x="2571902" y="1960054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15430" name="TextBox 3"/>
          <p:cNvSpPr txBox="1"/>
          <p:nvPr/>
        </p:nvSpPr>
        <p:spPr>
          <a:xfrm>
            <a:off x="2571902" y="2077504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15431" name="Rectangle 4"/>
          <p:cNvSpPr>
            <a:spLocks noChangeArrowheads="1"/>
          </p:cNvSpPr>
          <p:nvPr/>
        </p:nvSpPr>
        <p:spPr bwMode="auto">
          <a:xfrm>
            <a:off x="3680282" y="1871408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32" name="TextBox 3"/>
          <p:cNvSpPr txBox="1"/>
          <p:nvPr/>
        </p:nvSpPr>
        <p:spPr>
          <a:xfrm>
            <a:off x="3629482" y="184260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847.8471280.1.412125.000000.847001.100178</a:t>
            </a:r>
            <a:endParaRPr lang="en-US" dirty="0"/>
          </a:p>
        </p:txBody>
      </p:sp>
      <p:sp>
        <p:nvSpPr>
          <p:cNvPr id="15433" name="Rectangle 4"/>
          <p:cNvSpPr>
            <a:spLocks noChangeArrowheads="1"/>
          </p:cNvSpPr>
          <p:nvPr/>
        </p:nvSpPr>
        <p:spPr bwMode="auto">
          <a:xfrm>
            <a:off x="5918962" y="187140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34" name="TextBox 3"/>
          <p:cNvSpPr txBox="1"/>
          <p:nvPr/>
        </p:nvSpPr>
        <p:spPr>
          <a:xfrm>
            <a:off x="6072225" y="184260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349,501</a:t>
            </a:r>
            <a:endParaRPr lang="en-US" dirty="0"/>
          </a:p>
        </p:txBody>
      </p:sp>
      <p:sp>
        <p:nvSpPr>
          <p:cNvPr id="15435" name="Rectangle 4"/>
          <p:cNvSpPr>
            <a:spLocks noChangeArrowheads="1"/>
          </p:cNvSpPr>
          <p:nvPr/>
        </p:nvSpPr>
        <p:spPr bwMode="auto">
          <a:xfrm>
            <a:off x="6566408" y="187140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36" name="TextBox 3"/>
          <p:cNvSpPr txBox="1"/>
          <p:nvPr/>
        </p:nvSpPr>
        <p:spPr>
          <a:xfrm>
            <a:off x="6719671" y="184260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592,501</a:t>
            </a:r>
            <a:endParaRPr lang="en-US" dirty="0"/>
          </a:p>
        </p:txBody>
      </p:sp>
      <p:sp>
        <p:nvSpPr>
          <p:cNvPr id="15437" name="Rectangle 4"/>
          <p:cNvSpPr>
            <a:spLocks noChangeArrowheads="1"/>
          </p:cNvSpPr>
          <p:nvPr/>
        </p:nvSpPr>
        <p:spPr bwMode="auto">
          <a:xfrm>
            <a:off x="7213854" y="187140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38" name="TextBox 3"/>
          <p:cNvSpPr txBox="1"/>
          <p:nvPr/>
        </p:nvSpPr>
        <p:spPr>
          <a:xfrm>
            <a:off x="7367118" y="184260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591,527</a:t>
            </a:r>
            <a:endParaRPr lang="en-US" dirty="0"/>
          </a:p>
        </p:txBody>
      </p:sp>
      <p:sp>
        <p:nvSpPr>
          <p:cNvPr id="15439" name="Rectangle 4"/>
          <p:cNvSpPr>
            <a:spLocks noChangeArrowheads="1"/>
          </p:cNvSpPr>
          <p:nvPr/>
        </p:nvSpPr>
        <p:spPr bwMode="auto">
          <a:xfrm>
            <a:off x="7861300" y="1871408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40" name="Rectangle 4"/>
          <p:cNvSpPr>
            <a:spLocks noChangeArrowheads="1"/>
          </p:cNvSpPr>
          <p:nvPr/>
        </p:nvSpPr>
        <p:spPr bwMode="auto">
          <a:xfrm>
            <a:off x="8094497" y="1871408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41" name="Rectangle 4"/>
          <p:cNvSpPr>
            <a:spLocks noChangeArrowheads="1"/>
          </p:cNvSpPr>
          <p:nvPr/>
        </p:nvSpPr>
        <p:spPr bwMode="auto">
          <a:xfrm>
            <a:off x="8333384" y="1871408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42" name="TextBox 3"/>
          <p:cNvSpPr txBox="1"/>
          <p:nvPr/>
        </p:nvSpPr>
        <p:spPr>
          <a:xfrm>
            <a:off x="8538006" y="1842605"/>
            <a:ext cx="3472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974</a:t>
            </a:r>
            <a:endParaRPr lang="en-US" dirty="0"/>
          </a:p>
        </p:txBody>
      </p:sp>
      <p:sp>
        <p:nvSpPr>
          <p:cNvPr id="15443" name="Rectangle 4"/>
          <p:cNvSpPr>
            <a:spLocks noChangeArrowheads="1"/>
          </p:cNvSpPr>
          <p:nvPr/>
        </p:nvSpPr>
        <p:spPr bwMode="auto">
          <a:xfrm>
            <a:off x="878255" y="2266619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44" name="TextBox 3"/>
          <p:cNvSpPr txBox="1"/>
          <p:nvPr/>
        </p:nvSpPr>
        <p:spPr>
          <a:xfrm>
            <a:off x="827455" y="223781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8471280</a:t>
            </a:r>
            <a:endParaRPr lang="en-US" dirty="0"/>
          </a:p>
        </p:txBody>
      </p:sp>
      <p:sp>
        <p:nvSpPr>
          <p:cNvPr id="15445" name="Rectangle 4"/>
          <p:cNvSpPr>
            <a:spLocks noChangeArrowheads="1"/>
          </p:cNvSpPr>
          <p:nvPr/>
        </p:nvSpPr>
        <p:spPr bwMode="auto">
          <a:xfrm>
            <a:off x="1365758" y="2266619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46" name="TextBox 3"/>
          <p:cNvSpPr txBox="1"/>
          <p:nvPr/>
        </p:nvSpPr>
        <p:spPr>
          <a:xfrm>
            <a:off x="1314958" y="2237816"/>
            <a:ext cx="8722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Center </a:t>
            </a:r>
            <a:endParaRPr lang="en-US" dirty="0"/>
          </a:p>
        </p:txBody>
      </p:sp>
      <p:sp>
        <p:nvSpPr>
          <p:cNvPr id="15447" name="TextBox 3"/>
          <p:cNvSpPr txBox="1"/>
          <p:nvPr/>
        </p:nvSpPr>
        <p:spPr>
          <a:xfrm>
            <a:off x="1314958" y="2355266"/>
            <a:ext cx="866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for Teaching &amp; </a:t>
            </a:r>
            <a:endParaRPr lang="en-US" dirty="0"/>
          </a:p>
        </p:txBody>
      </p:sp>
      <p:sp>
        <p:nvSpPr>
          <p:cNvPr id="15448" name="TextBox 3"/>
          <p:cNvSpPr txBox="1"/>
          <p:nvPr/>
        </p:nvSpPr>
        <p:spPr>
          <a:xfrm>
            <a:off x="1314958" y="2472715"/>
            <a:ext cx="573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Learning</a:t>
            </a:r>
            <a:endParaRPr lang="en-US" dirty="0"/>
          </a:p>
        </p:txBody>
      </p:sp>
      <p:sp>
        <p:nvSpPr>
          <p:cNvPr id="15449" name="Rectangle 4"/>
          <p:cNvSpPr>
            <a:spLocks noChangeArrowheads="1"/>
          </p:cNvSpPr>
          <p:nvPr/>
        </p:nvSpPr>
        <p:spPr bwMode="auto">
          <a:xfrm>
            <a:off x="2163546" y="2266619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50" name="TextBox 3"/>
          <p:cNvSpPr txBox="1"/>
          <p:nvPr/>
        </p:nvSpPr>
        <p:spPr>
          <a:xfrm>
            <a:off x="2112746" y="223781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15451" name="Rectangle 4"/>
          <p:cNvSpPr>
            <a:spLocks noChangeArrowheads="1"/>
          </p:cNvSpPr>
          <p:nvPr/>
        </p:nvSpPr>
        <p:spPr bwMode="auto">
          <a:xfrm>
            <a:off x="2622702" y="2266619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52" name="TextBox 3"/>
          <p:cNvSpPr txBox="1"/>
          <p:nvPr/>
        </p:nvSpPr>
        <p:spPr>
          <a:xfrm>
            <a:off x="2571902" y="2237816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15453" name="TextBox 3"/>
          <p:cNvSpPr txBox="1"/>
          <p:nvPr/>
        </p:nvSpPr>
        <p:spPr>
          <a:xfrm>
            <a:off x="2571902" y="2355266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15454" name="Rectangle 4"/>
          <p:cNvSpPr>
            <a:spLocks noChangeArrowheads="1"/>
          </p:cNvSpPr>
          <p:nvPr/>
        </p:nvSpPr>
        <p:spPr bwMode="auto">
          <a:xfrm>
            <a:off x="3680282" y="2266619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55" name="TextBox 3"/>
          <p:cNvSpPr txBox="1"/>
          <p:nvPr/>
        </p:nvSpPr>
        <p:spPr>
          <a:xfrm>
            <a:off x="3629482" y="223781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847.8471280.1.412534.000000.847001.100178</a:t>
            </a:r>
            <a:endParaRPr lang="en-US" dirty="0"/>
          </a:p>
        </p:txBody>
      </p:sp>
      <p:sp>
        <p:nvSpPr>
          <p:cNvPr id="15456" name="Rectangle 4"/>
          <p:cNvSpPr>
            <a:spLocks noChangeArrowheads="1"/>
          </p:cNvSpPr>
          <p:nvPr/>
        </p:nvSpPr>
        <p:spPr bwMode="auto">
          <a:xfrm>
            <a:off x="5918962" y="226661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57" name="TextBox 3"/>
          <p:cNvSpPr txBox="1"/>
          <p:nvPr/>
        </p:nvSpPr>
        <p:spPr>
          <a:xfrm>
            <a:off x="6382918" y="223781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5458" name="Rectangle 4"/>
          <p:cNvSpPr>
            <a:spLocks noChangeArrowheads="1"/>
          </p:cNvSpPr>
          <p:nvPr/>
        </p:nvSpPr>
        <p:spPr bwMode="auto">
          <a:xfrm>
            <a:off x="6566408" y="226661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59" name="TextBox 3"/>
          <p:cNvSpPr txBox="1"/>
          <p:nvPr/>
        </p:nvSpPr>
        <p:spPr>
          <a:xfrm>
            <a:off x="6776161" y="223781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90,000</a:t>
            </a:r>
            <a:endParaRPr lang="en-US" dirty="0"/>
          </a:p>
        </p:txBody>
      </p:sp>
      <p:sp>
        <p:nvSpPr>
          <p:cNvPr id="15460" name="Rectangle 4"/>
          <p:cNvSpPr>
            <a:spLocks noChangeArrowheads="1"/>
          </p:cNvSpPr>
          <p:nvPr/>
        </p:nvSpPr>
        <p:spPr bwMode="auto">
          <a:xfrm>
            <a:off x="7213854" y="2266619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61" name="TextBox 3"/>
          <p:cNvSpPr txBox="1"/>
          <p:nvPr/>
        </p:nvSpPr>
        <p:spPr>
          <a:xfrm>
            <a:off x="7423607" y="2237816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90,000</a:t>
            </a:r>
            <a:endParaRPr lang="en-US" dirty="0"/>
          </a:p>
        </p:txBody>
      </p:sp>
      <p:sp>
        <p:nvSpPr>
          <p:cNvPr id="15462" name="Rectangle 4"/>
          <p:cNvSpPr>
            <a:spLocks noChangeArrowheads="1"/>
          </p:cNvSpPr>
          <p:nvPr/>
        </p:nvSpPr>
        <p:spPr bwMode="auto">
          <a:xfrm>
            <a:off x="7861300" y="2266619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63" name="Rectangle 4"/>
          <p:cNvSpPr>
            <a:spLocks noChangeArrowheads="1"/>
          </p:cNvSpPr>
          <p:nvPr/>
        </p:nvSpPr>
        <p:spPr bwMode="auto">
          <a:xfrm>
            <a:off x="8094497" y="2266619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64" name="Rectangle 4"/>
          <p:cNvSpPr>
            <a:spLocks noChangeArrowheads="1"/>
          </p:cNvSpPr>
          <p:nvPr/>
        </p:nvSpPr>
        <p:spPr bwMode="auto">
          <a:xfrm>
            <a:off x="8333384" y="2266619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65" name="TextBox 3"/>
          <p:cNvSpPr txBox="1"/>
          <p:nvPr/>
        </p:nvSpPr>
        <p:spPr>
          <a:xfrm>
            <a:off x="8650986" y="223781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5466" name="Rectangle 4"/>
          <p:cNvSpPr>
            <a:spLocks noChangeArrowheads="1"/>
          </p:cNvSpPr>
          <p:nvPr/>
        </p:nvSpPr>
        <p:spPr bwMode="auto">
          <a:xfrm>
            <a:off x="878255" y="2661831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67" name="TextBox 3"/>
          <p:cNvSpPr txBox="1"/>
          <p:nvPr/>
        </p:nvSpPr>
        <p:spPr>
          <a:xfrm>
            <a:off x="827455" y="2633027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8471280</a:t>
            </a:r>
            <a:endParaRPr lang="en-US" dirty="0"/>
          </a:p>
        </p:txBody>
      </p:sp>
      <p:sp>
        <p:nvSpPr>
          <p:cNvPr id="15468" name="Rectangle 4"/>
          <p:cNvSpPr>
            <a:spLocks noChangeArrowheads="1"/>
          </p:cNvSpPr>
          <p:nvPr/>
        </p:nvSpPr>
        <p:spPr bwMode="auto">
          <a:xfrm>
            <a:off x="1365758" y="2661831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69" name="TextBox 3"/>
          <p:cNvSpPr txBox="1"/>
          <p:nvPr/>
        </p:nvSpPr>
        <p:spPr>
          <a:xfrm>
            <a:off x="1314958" y="2633027"/>
            <a:ext cx="8722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Center </a:t>
            </a:r>
            <a:endParaRPr lang="en-US" dirty="0"/>
          </a:p>
        </p:txBody>
      </p:sp>
      <p:sp>
        <p:nvSpPr>
          <p:cNvPr id="15470" name="TextBox 3"/>
          <p:cNvSpPr txBox="1"/>
          <p:nvPr/>
        </p:nvSpPr>
        <p:spPr>
          <a:xfrm>
            <a:off x="1314958" y="2750477"/>
            <a:ext cx="866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for Teaching &amp; </a:t>
            </a:r>
            <a:endParaRPr lang="en-US" dirty="0"/>
          </a:p>
        </p:txBody>
      </p:sp>
      <p:sp>
        <p:nvSpPr>
          <p:cNvPr id="15471" name="TextBox 3"/>
          <p:cNvSpPr txBox="1"/>
          <p:nvPr/>
        </p:nvSpPr>
        <p:spPr>
          <a:xfrm>
            <a:off x="1314958" y="2867927"/>
            <a:ext cx="573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Learning</a:t>
            </a:r>
            <a:endParaRPr lang="en-US" dirty="0"/>
          </a:p>
        </p:txBody>
      </p:sp>
      <p:sp>
        <p:nvSpPr>
          <p:cNvPr id="15472" name="Rectangle 4"/>
          <p:cNvSpPr>
            <a:spLocks noChangeArrowheads="1"/>
          </p:cNvSpPr>
          <p:nvPr/>
        </p:nvSpPr>
        <p:spPr bwMode="auto">
          <a:xfrm>
            <a:off x="2163546" y="2661831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73" name="TextBox 3"/>
          <p:cNvSpPr txBox="1"/>
          <p:nvPr/>
        </p:nvSpPr>
        <p:spPr>
          <a:xfrm>
            <a:off x="2112746" y="2633027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15474" name="Rectangle 4"/>
          <p:cNvSpPr>
            <a:spLocks noChangeArrowheads="1"/>
          </p:cNvSpPr>
          <p:nvPr/>
        </p:nvSpPr>
        <p:spPr bwMode="auto">
          <a:xfrm>
            <a:off x="2622702" y="2661831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75" name="TextBox 3"/>
          <p:cNvSpPr txBox="1"/>
          <p:nvPr/>
        </p:nvSpPr>
        <p:spPr>
          <a:xfrm>
            <a:off x="2571902" y="2633027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15476" name="TextBox 3"/>
          <p:cNvSpPr txBox="1"/>
          <p:nvPr/>
        </p:nvSpPr>
        <p:spPr>
          <a:xfrm>
            <a:off x="2571902" y="2750477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15477" name="Rectangle 4"/>
          <p:cNvSpPr>
            <a:spLocks noChangeArrowheads="1"/>
          </p:cNvSpPr>
          <p:nvPr/>
        </p:nvSpPr>
        <p:spPr bwMode="auto">
          <a:xfrm>
            <a:off x="3680282" y="2661831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78" name="TextBox 3"/>
          <p:cNvSpPr txBox="1"/>
          <p:nvPr/>
        </p:nvSpPr>
        <p:spPr>
          <a:xfrm>
            <a:off x="3629482" y="2633027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847.8471280.1.416110.000000.847001.100178</a:t>
            </a:r>
            <a:endParaRPr lang="en-US" dirty="0"/>
          </a:p>
        </p:txBody>
      </p:sp>
      <p:sp>
        <p:nvSpPr>
          <p:cNvPr id="15479" name="Rectangle 4"/>
          <p:cNvSpPr>
            <a:spLocks noChangeArrowheads="1"/>
          </p:cNvSpPr>
          <p:nvPr/>
        </p:nvSpPr>
        <p:spPr bwMode="auto">
          <a:xfrm>
            <a:off x="5918962" y="266183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80" name="TextBox 3"/>
          <p:cNvSpPr txBox="1"/>
          <p:nvPr/>
        </p:nvSpPr>
        <p:spPr>
          <a:xfrm>
            <a:off x="6382918" y="263302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5481" name="Rectangle 4"/>
          <p:cNvSpPr>
            <a:spLocks noChangeArrowheads="1"/>
          </p:cNvSpPr>
          <p:nvPr/>
        </p:nvSpPr>
        <p:spPr bwMode="auto">
          <a:xfrm>
            <a:off x="6566408" y="266183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82" name="TextBox 3"/>
          <p:cNvSpPr txBox="1"/>
          <p:nvPr/>
        </p:nvSpPr>
        <p:spPr>
          <a:xfrm>
            <a:off x="6776161" y="263302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15,750</a:t>
            </a:r>
            <a:endParaRPr lang="en-US" dirty="0"/>
          </a:p>
        </p:txBody>
      </p:sp>
      <p:sp>
        <p:nvSpPr>
          <p:cNvPr id="15483" name="Rectangle 4"/>
          <p:cNvSpPr>
            <a:spLocks noChangeArrowheads="1"/>
          </p:cNvSpPr>
          <p:nvPr/>
        </p:nvSpPr>
        <p:spPr bwMode="auto">
          <a:xfrm>
            <a:off x="7213854" y="2661831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84" name="TextBox 3"/>
          <p:cNvSpPr txBox="1"/>
          <p:nvPr/>
        </p:nvSpPr>
        <p:spPr>
          <a:xfrm>
            <a:off x="7423607" y="2633027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15,750</a:t>
            </a:r>
            <a:endParaRPr lang="en-US" dirty="0"/>
          </a:p>
        </p:txBody>
      </p:sp>
      <p:sp>
        <p:nvSpPr>
          <p:cNvPr id="15485" name="Rectangle 4"/>
          <p:cNvSpPr>
            <a:spLocks noChangeArrowheads="1"/>
          </p:cNvSpPr>
          <p:nvPr/>
        </p:nvSpPr>
        <p:spPr bwMode="auto">
          <a:xfrm>
            <a:off x="7861300" y="2661831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86" name="Rectangle 4"/>
          <p:cNvSpPr>
            <a:spLocks noChangeArrowheads="1"/>
          </p:cNvSpPr>
          <p:nvPr/>
        </p:nvSpPr>
        <p:spPr bwMode="auto">
          <a:xfrm>
            <a:off x="8094497" y="2661831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87" name="Rectangle 4"/>
          <p:cNvSpPr>
            <a:spLocks noChangeArrowheads="1"/>
          </p:cNvSpPr>
          <p:nvPr/>
        </p:nvSpPr>
        <p:spPr bwMode="auto">
          <a:xfrm>
            <a:off x="8333384" y="2661831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88" name="TextBox 3"/>
          <p:cNvSpPr txBox="1"/>
          <p:nvPr/>
        </p:nvSpPr>
        <p:spPr>
          <a:xfrm>
            <a:off x="8650986" y="2633027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5489" name="Rectangle 4"/>
          <p:cNvSpPr>
            <a:spLocks noChangeArrowheads="1"/>
          </p:cNvSpPr>
          <p:nvPr/>
        </p:nvSpPr>
        <p:spPr bwMode="auto">
          <a:xfrm>
            <a:off x="878255" y="3057042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90" name="TextBox 3"/>
          <p:cNvSpPr txBox="1"/>
          <p:nvPr/>
        </p:nvSpPr>
        <p:spPr>
          <a:xfrm>
            <a:off x="827455" y="302823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8471280</a:t>
            </a:r>
            <a:endParaRPr lang="en-US" dirty="0"/>
          </a:p>
        </p:txBody>
      </p:sp>
      <p:sp>
        <p:nvSpPr>
          <p:cNvPr id="15491" name="Rectangle 4"/>
          <p:cNvSpPr>
            <a:spLocks noChangeArrowheads="1"/>
          </p:cNvSpPr>
          <p:nvPr/>
        </p:nvSpPr>
        <p:spPr bwMode="auto">
          <a:xfrm>
            <a:off x="1365758" y="3057042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92" name="TextBox 3"/>
          <p:cNvSpPr txBox="1"/>
          <p:nvPr/>
        </p:nvSpPr>
        <p:spPr>
          <a:xfrm>
            <a:off x="1314958" y="3028239"/>
            <a:ext cx="8722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Center </a:t>
            </a:r>
            <a:endParaRPr lang="en-US" dirty="0"/>
          </a:p>
        </p:txBody>
      </p:sp>
      <p:sp>
        <p:nvSpPr>
          <p:cNvPr id="15493" name="TextBox 3"/>
          <p:cNvSpPr txBox="1"/>
          <p:nvPr/>
        </p:nvSpPr>
        <p:spPr>
          <a:xfrm>
            <a:off x="1314958" y="3145688"/>
            <a:ext cx="866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for Teaching &amp; </a:t>
            </a:r>
            <a:endParaRPr lang="en-US" dirty="0"/>
          </a:p>
        </p:txBody>
      </p:sp>
      <p:sp>
        <p:nvSpPr>
          <p:cNvPr id="15494" name="TextBox 3"/>
          <p:cNvSpPr txBox="1"/>
          <p:nvPr/>
        </p:nvSpPr>
        <p:spPr>
          <a:xfrm>
            <a:off x="1314958" y="3263138"/>
            <a:ext cx="5731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Learning</a:t>
            </a:r>
            <a:endParaRPr lang="en-US" dirty="0"/>
          </a:p>
        </p:txBody>
      </p:sp>
      <p:sp>
        <p:nvSpPr>
          <p:cNvPr id="15495" name="Rectangle 4"/>
          <p:cNvSpPr>
            <a:spLocks noChangeArrowheads="1"/>
          </p:cNvSpPr>
          <p:nvPr/>
        </p:nvSpPr>
        <p:spPr bwMode="auto">
          <a:xfrm>
            <a:off x="2163546" y="3057042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96" name="TextBox 3"/>
          <p:cNvSpPr txBox="1"/>
          <p:nvPr/>
        </p:nvSpPr>
        <p:spPr>
          <a:xfrm>
            <a:off x="2112746" y="302823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15497" name="Rectangle 4"/>
          <p:cNvSpPr>
            <a:spLocks noChangeArrowheads="1"/>
          </p:cNvSpPr>
          <p:nvPr/>
        </p:nvSpPr>
        <p:spPr bwMode="auto">
          <a:xfrm>
            <a:off x="2622702" y="3057042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498" name="TextBox 3"/>
          <p:cNvSpPr txBox="1"/>
          <p:nvPr/>
        </p:nvSpPr>
        <p:spPr>
          <a:xfrm>
            <a:off x="2571902" y="3028239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15499" name="TextBox 3"/>
          <p:cNvSpPr txBox="1"/>
          <p:nvPr/>
        </p:nvSpPr>
        <p:spPr>
          <a:xfrm>
            <a:off x="2571902" y="3145688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15500" name="Rectangle 4"/>
          <p:cNvSpPr>
            <a:spLocks noChangeArrowheads="1"/>
          </p:cNvSpPr>
          <p:nvPr/>
        </p:nvSpPr>
        <p:spPr bwMode="auto">
          <a:xfrm>
            <a:off x="3680282" y="3057042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01" name="TextBox 3"/>
          <p:cNvSpPr txBox="1"/>
          <p:nvPr/>
        </p:nvSpPr>
        <p:spPr>
          <a:xfrm>
            <a:off x="3629482" y="302823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847.8471280.1.416310.000000.847001.100178</a:t>
            </a:r>
            <a:endParaRPr lang="en-US" dirty="0"/>
          </a:p>
        </p:txBody>
      </p:sp>
      <p:sp>
        <p:nvSpPr>
          <p:cNvPr id="15502" name="Rectangle 4"/>
          <p:cNvSpPr>
            <a:spLocks noChangeArrowheads="1"/>
          </p:cNvSpPr>
          <p:nvPr/>
        </p:nvSpPr>
        <p:spPr bwMode="auto">
          <a:xfrm>
            <a:off x="5918962" y="305704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03" name="TextBox 3"/>
          <p:cNvSpPr txBox="1"/>
          <p:nvPr/>
        </p:nvSpPr>
        <p:spPr>
          <a:xfrm>
            <a:off x="6128715" y="302823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20,237</a:t>
            </a:r>
            <a:endParaRPr lang="en-US" dirty="0"/>
          </a:p>
        </p:txBody>
      </p:sp>
      <p:sp>
        <p:nvSpPr>
          <p:cNvPr id="15504" name="Rectangle 4"/>
          <p:cNvSpPr>
            <a:spLocks noChangeArrowheads="1"/>
          </p:cNvSpPr>
          <p:nvPr/>
        </p:nvSpPr>
        <p:spPr bwMode="auto">
          <a:xfrm>
            <a:off x="6566408" y="305704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05" name="TextBox 3"/>
          <p:cNvSpPr txBox="1"/>
          <p:nvPr/>
        </p:nvSpPr>
        <p:spPr>
          <a:xfrm>
            <a:off x="6776161" y="302823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28,336</a:t>
            </a:r>
            <a:endParaRPr lang="en-US" dirty="0"/>
          </a:p>
        </p:txBody>
      </p:sp>
      <p:sp>
        <p:nvSpPr>
          <p:cNvPr id="15506" name="Rectangle 4"/>
          <p:cNvSpPr>
            <a:spLocks noChangeArrowheads="1"/>
          </p:cNvSpPr>
          <p:nvPr/>
        </p:nvSpPr>
        <p:spPr bwMode="auto">
          <a:xfrm>
            <a:off x="7213854" y="3057042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07" name="TextBox 3"/>
          <p:cNvSpPr txBox="1"/>
          <p:nvPr/>
        </p:nvSpPr>
        <p:spPr>
          <a:xfrm>
            <a:off x="7423607" y="3028239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28,336</a:t>
            </a:r>
            <a:endParaRPr lang="en-US" dirty="0"/>
          </a:p>
        </p:txBody>
      </p:sp>
      <p:sp>
        <p:nvSpPr>
          <p:cNvPr id="15508" name="Rectangle 4"/>
          <p:cNvSpPr>
            <a:spLocks noChangeArrowheads="1"/>
          </p:cNvSpPr>
          <p:nvPr/>
        </p:nvSpPr>
        <p:spPr bwMode="auto">
          <a:xfrm>
            <a:off x="7861300" y="3057042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09" name="Rectangle 4"/>
          <p:cNvSpPr>
            <a:spLocks noChangeArrowheads="1"/>
          </p:cNvSpPr>
          <p:nvPr/>
        </p:nvSpPr>
        <p:spPr bwMode="auto">
          <a:xfrm>
            <a:off x="8094497" y="3057042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10" name="Rectangle 4"/>
          <p:cNvSpPr>
            <a:spLocks noChangeArrowheads="1"/>
          </p:cNvSpPr>
          <p:nvPr/>
        </p:nvSpPr>
        <p:spPr bwMode="auto">
          <a:xfrm>
            <a:off x="8333384" y="3057042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11" name="TextBox 3"/>
          <p:cNvSpPr txBox="1"/>
          <p:nvPr/>
        </p:nvSpPr>
        <p:spPr>
          <a:xfrm>
            <a:off x="8650986" y="302823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5512" name="Rectangle 4"/>
          <p:cNvSpPr>
            <a:spLocks noChangeArrowheads="1"/>
          </p:cNvSpPr>
          <p:nvPr/>
        </p:nvSpPr>
        <p:spPr bwMode="auto">
          <a:xfrm>
            <a:off x="878255" y="3452253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513" name="TextBox 3"/>
          <p:cNvSpPr txBox="1"/>
          <p:nvPr/>
        </p:nvSpPr>
        <p:spPr>
          <a:xfrm>
            <a:off x="827455" y="342345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8471280</a:t>
            </a:r>
            <a:endParaRPr lang="en-US" dirty="0"/>
          </a:p>
        </p:txBody>
      </p:sp>
      <p:sp>
        <p:nvSpPr>
          <p:cNvPr id="15514" name="TextBox 3"/>
          <p:cNvSpPr txBox="1"/>
          <p:nvPr/>
        </p:nvSpPr>
        <p:spPr>
          <a:xfrm>
            <a:off x="827455" y="3540899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5515" name="Rectangle 4"/>
          <p:cNvSpPr>
            <a:spLocks noChangeArrowheads="1"/>
          </p:cNvSpPr>
          <p:nvPr/>
        </p:nvSpPr>
        <p:spPr bwMode="auto">
          <a:xfrm>
            <a:off x="1365758" y="3452253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516" name="Rectangle 4"/>
          <p:cNvSpPr>
            <a:spLocks noChangeArrowheads="1"/>
          </p:cNvSpPr>
          <p:nvPr/>
        </p:nvSpPr>
        <p:spPr bwMode="auto">
          <a:xfrm>
            <a:off x="2163546" y="3452253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517" name="Rectangle 4"/>
          <p:cNvSpPr>
            <a:spLocks noChangeArrowheads="1"/>
          </p:cNvSpPr>
          <p:nvPr/>
        </p:nvSpPr>
        <p:spPr bwMode="auto">
          <a:xfrm>
            <a:off x="2622702" y="3452253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518" name="Rectangle 4"/>
          <p:cNvSpPr>
            <a:spLocks noChangeArrowheads="1"/>
          </p:cNvSpPr>
          <p:nvPr/>
        </p:nvSpPr>
        <p:spPr bwMode="auto">
          <a:xfrm>
            <a:off x="3680282" y="3452253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519" name="Rectangle 4"/>
          <p:cNvSpPr>
            <a:spLocks noChangeArrowheads="1"/>
          </p:cNvSpPr>
          <p:nvPr/>
        </p:nvSpPr>
        <p:spPr bwMode="auto">
          <a:xfrm>
            <a:off x="5918962" y="3452253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520" name="TextBox 3"/>
          <p:cNvSpPr txBox="1"/>
          <p:nvPr/>
        </p:nvSpPr>
        <p:spPr>
          <a:xfrm>
            <a:off x="6072225" y="342345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936,231</a:t>
            </a:r>
            <a:endParaRPr lang="en-US" dirty="0"/>
          </a:p>
        </p:txBody>
      </p:sp>
      <p:sp>
        <p:nvSpPr>
          <p:cNvPr id="15521" name="Rectangle 4"/>
          <p:cNvSpPr>
            <a:spLocks noChangeArrowheads="1"/>
          </p:cNvSpPr>
          <p:nvPr/>
        </p:nvSpPr>
        <p:spPr bwMode="auto">
          <a:xfrm>
            <a:off x="6566408" y="3452253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522" name="TextBox 3"/>
          <p:cNvSpPr txBox="1"/>
          <p:nvPr/>
        </p:nvSpPr>
        <p:spPr>
          <a:xfrm>
            <a:off x="6634937" y="342345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1,512,080</a:t>
            </a:r>
            <a:endParaRPr lang="en-US" dirty="0"/>
          </a:p>
        </p:txBody>
      </p:sp>
      <p:sp>
        <p:nvSpPr>
          <p:cNvPr id="15523" name="Rectangle 4"/>
          <p:cNvSpPr>
            <a:spLocks noChangeArrowheads="1"/>
          </p:cNvSpPr>
          <p:nvPr/>
        </p:nvSpPr>
        <p:spPr bwMode="auto">
          <a:xfrm>
            <a:off x="7213854" y="3452253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524" name="TextBox 3"/>
          <p:cNvSpPr txBox="1"/>
          <p:nvPr/>
        </p:nvSpPr>
        <p:spPr>
          <a:xfrm>
            <a:off x="7282383" y="3423450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1,511,054</a:t>
            </a:r>
            <a:endParaRPr lang="en-US" dirty="0"/>
          </a:p>
        </p:txBody>
      </p:sp>
      <p:sp>
        <p:nvSpPr>
          <p:cNvPr id="15525" name="Rectangle 4"/>
          <p:cNvSpPr>
            <a:spLocks noChangeArrowheads="1"/>
          </p:cNvSpPr>
          <p:nvPr/>
        </p:nvSpPr>
        <p:spPr bwMode="auto">
          <a:xfrm>
            <a:off x="7861300" y="3452253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526" name="Rectangle 4"/>
          <p:cNvSpPr>
            <a:spLocks noChangeArrowheads="1"/>
          </p:cNvSpPr>
          <p:nvPr/>
        </p:nvSpPr>
        <p:spPr bwMode="auto">
          <a:xfrm>
            <a:off x="8094497" y="3452253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527" name="Rectangle 4"/>
          <p:cNvSpPr>
            <a:spLocks noChangeArrowheads="1"/>
          </p:cNvSpPr>
          <p:nvPr/>
        </p:nvSpPr>
        <p:spPr bwMode="auto">
          <a:xfrm>
            <a:off x="8333384" y="3452253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528" name="TextBox 3"/>
          <p:cNvSpPr txBox="1"/>
          <p:nvPr/>
        </p:nvSpPr>
        <p:spPr>
          <a:xfrm>
            <a:off x="8453272" y="3423450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1,026</a:t>
            </a:r>
            <a:endParaRPr lang="en-US" dirty="0"/>
          </a:p>
        </p:txBody>
      </p:sp>
      <p:sp>
        <p:nvSpPr>
          <p:cNvPr id="15529" name="Rectangle 4"/>
          <p:cNvSpPr>
            <a:spLocks noChangeArrowheads="1"/>
          </p:cNvSpPr>
          <p:nvPr/>
        </p:nvSpPr>
        <p:spPr bwMode="auto">
          <a:xfrm>
            <a:off x="878255" y="3730015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30" name="TextBox 3"/>
          <p:cNvSpPr txBox="1"/>
          <p:nvPr/>
        </p:nvSpPr>
        <p:spPr>
          <a:xfrm>
            <a:off x="827455" y="3701211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8471305</a:t>
            </a:r>
            <a:endParaRPr lang="en-US" dirty="0"/>
          </a:p>
        </p:txBody>
      </p:sp>
      <p:sp>
        <p:nvSpPr>
          <p:cNvPr id="15531" name="Rectangle 4"/>
          <p:cNvSpPr>
            <a:spLocks noChangeArrowheads="1"/>
          </p:cNvSpPr>
          <p:nvPr/>
        </p:nvSpPr>
        <p:spPr bwMode="auto">
          <a:xfrm>
            <a:off x="1365758" y="3730015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32" name="TextBox 3"/>
          <p:cNvSpPr txBox="1"/>
          <p:nvPr/>
        </p:nvSpPr>
        <p:spPr>
          <a:xfrm>
            <a:off x="1314958" y="3701211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Dean </a:t>
            </a:r>
            <a:endParaRPr lang="en-US" dirty="0"/>
          </a:p>
        </p:txBody>
      </p:sp>
      <p:sp>
        <p:nvSpPr>
          <p:cNvPr id="15533" name="TextBox 3"/>
          <p:cNvSpPr txBox="1"/>
          <p:nvPr/>
        </p:nvSpPr>
        <p:spPr>
          <a:xfrm>
            <a:off x="1314958" y="3818661"/>
            <a:ext cx="7198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Medicine</a:t>
            </a:r>
            <a:endParaRPr lang="en-US" dirty="0"/>
          </a:p>
        </p:txBody>
      </p:sp>
      <p:sp>
        <p:nvSpPr>
          <p:cNvPr id="15534" name="Rectangle 4"/>
          <p:cNvSpPr>
            <a:spLocks noChangeArrowheads="1"/>
          </p:cNvSpPr>
          <p:nvPr/>
        </p:nvSpPr>
        <p:spPr bwMode="auto">
          <a:xfrm>
            <a:off x="2163546" y="3730015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35" name="TextBox 3"/>
          <p:cNvSpPr txBox="1"/>
          <p:nvPr/>
        </p:nvSpPr>
        <p:spPr>
          <a:xfrm>
            <a:off x="2112746" y="3701211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412121</a:t>
            </a:r>
            <a:endParaRPr lang="en-US" dirty="0"/>
          </a:p>
        </p:txBody>
      </p:sp>
      <p:sp>
        <p:nvSpPr>
          <p:cNvPr id="15536" name="Rectangle 4"/>
          <p:cNvSpPr>
            <a:spLocks noChangeArrowheads="1"/>
          </p:cNvSpPr>
          <p:nvPr/>
        </p:nvSpPr>
        <p:spPr bwMode="auto">
          <a:xfrm>
            <a:off x="2622702" y="3730015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37" name="TextBox 3"/>
          <p:cNvSpPr txBox="1"/>
          <p:nvPr/>
        </p:nvSpPr>
        <p:spPr>
          <a:xfrm>
            <a:off x="2571902" y="3701211"/>
            <a:ext cx="8157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Basic salary - </a:t>
            </a:r>
            <a:endParaRPr lang="en-US" dirty="0"/>
          </a:p>
        </p:txBody>
      </p:sp>
      <p:sp>
        <p:nvSpPr>
          <p:cNvPr id="15538" name="TextBox 3"/>
          <p:cNvSpPr txBox="1"/>
          <p:nvPr/>
        </p:nvSpPr>
        <p:spPr>
          <a:xfrm>
            <a:off x="2571902" y="3818661"/>
            <a:ext cx="1052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Regular employees</a:t>
            </a:r>
            <a:endParaRPr lang="en-US" dirty="0"/>
          </a:p>
        </p:txBody>
      </p:sp>
      <p:sp>
        <p:nvSpPr>
          <p:cNvPr id="15539" name="Rectangle 4"/>
          <p:cNvSpPr>
            <a:spLocks noChangeArrowheads="1"/>
          </p:cNvSpPr>
          <p:nvPr/>
        </p:nvSpPr>
        <p:spPr bwMode="auto">
          <a:xfrm>
            <a:off x="3680282" y="3730015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40" name="TextBox 3"/>
          <p:cNvSpPr txBox="1"/>
          <p:nvPr/>
        </p:nvSpPr>
        <p:spPr>
          <a:xfrm>
            <a:off x="3629482" y="3701211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847.8471305.1.412121.000000.847001.100178</a:t>
            </a:r>
            <a:endParaRPr lang="en-US" dirty="0"/>
          </a:p>
        </p:txBody>
      </p:sp>
      <p:sp>
        <p:nvSpPr>
          <p:cNvPr id="15541" name="Rectangle 4"/>
          <p:cNvSpPr>
            <a:spLocks noChangeArrowheads="1"/>
          </p:cNvSpPr>
          <p:nvPr/>
        </p:nvSpPr>
        <p:spPr bwMode="auto">
          <a:xfrm>
            <a:off x="5918962" y="373001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42" name="TextBox 3"/>
          <p:cNvSpPr txBox="1"/>
          <p:nvPr/>
        </p:nvSpPr>
        <p:spPr>
          <a:xfrm>
            <a:off x="5931001" y="3701211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20,000,000</a:t>
            </a:r>
            <a:endParaRPr lang="en-US" dirty="0"/>
          </a:p>
        </p:txBody>
      </p:sp>
      <p:sp>
        <p:nvSpPr>
          <p:cNvPr id="15543" name="Rectangle 4"/>
          <p:cNvSpPr>
            <a:spLocks noChangeArrowheads="1"/>
          </p:cNvSpPr>
          <p:nvPr/>
        </p:nvSpPr>
        <p:spPr bwMode="auto">
          <a:xfrm>
            <a:off x="6566408" y="373001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44" name="TextBox 3"/>
          <p:cNvSpPr txBox="1"/>
          <p:nvPr/>
        </p:nvSpPr>
        <p:spPr>
          <a:xfrm>
            <a:off x="6578447" y="3701211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19,482,030</a:t>
            </a:r>
            <a:endParaRPr lang="en-US" dirty="0"/>
          </a:p>
        </p:txBody>
      </p:sp>
      <p:sp>
        <p:nvSpPr>
          <p:cNvPr id="15545" name="Rectangle 4"/>
          <p:cNvSpPr>
            <a:spLocks noChangeArrowheads="1"/>
          </p:cNvSpPr>
          <p:nvPr/>
        </p:nvSpPr>
        <p:spPr bwMode="auto">
          <a:xfrm>
            <a:off x="7213854" y="3730015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46" name="TextBox 3"/>
          <p:cNvSpPr txBox="1"/>
          <p:nvPr/>
        </p:nvSpPr>
        <p:spPr>
          <a:xfrm>
            <a:off x="7225894" y="3701211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19,481,938</a:t>
            </a:r>
            <a:endParaRPr lang="en-US" dirty="0"/>
          </a:p>
        </p:txBody>
      </p:sp>
      <p:sp>
        <p:nvSpPr>
          <p:cNvPr id="15547" name="Rectangle 4"/>
          <p:cNvSpPr>
            <a:spLocks noChangeArrowheads="1"/>
          </p:cNvSpPr>
          <p:nvPr/>
        </p:nvSpPr>
        <p:spPr bwMode="auto">
          <a:xfrm>
            <a:off x="7861300" y="3730015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48" name="Rectangle 4"/>
          <p:cNvSpPr>
            <a:spLocks noChangeArrowheads="1"/>
          </p:cNvSpPr>
          <p:nvPr/>
        </p:nvSpPr>
        <p:spPr bwMode="auto">
          <a:xfrm>
            <a:off x="8094497" y="3730015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49" name="Rectangle 4"/>
          <p:cNvSpPr>
            <a:spLocks noChangeArrowheads="1"/>
          </p:cNvSpPr>
          <p:nvPr/>
        </p:nvSpPr>
        <p:spPr bwMode="auto">
          <a:xfrm>
            <a:off x="8333384" y="3730015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50" name="TextBox 3"/>
          <p:cNvSpPr txBox="1"/>
          <p:nvPr/>
        </p:nvSpPr>
        <p:spPr>
          <a:xfrm>
            <a:off x="8594496" y="3701211"/>
            <a:ext cx="29077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92</a:t>
            </a:r>
            <a:endParaRPr lang="en-US" dirty="0"/>
          </a:p>
        </p:txBody>
      </p:sp>
      <p:sp>
        <p:nvSpPr>
          <p:cNvPr id="15551" name="Rectangle 4"/>
          <p:cNvSpPr>
            <a:spLocks noChangeArrowheads="1"/>
          </p:cNvSpPr>
          <p:nvPr/>
        </p:nvSpPr>
        <p:spPr bwMode="auto">
          <a:xfrm>
            <a:off x="878255" y="4007777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52" name="TextBox 3"/>
          <p:cNvSpPr txBox="1"/>
          <p:nvPr/>
        </p:nvSpPr>
        <p:spPr>
          <a:xfrm>
            <a:off x="827455" y="3978973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8471305</a:t>
            </a:r>
            <a:endParaRPr lang="en-US" dirty="0"/>
          </a:p>
        </p:txBody>
      </p:sp>
      <p:sp>
        <p:nvSpPr>
          <p:cNvPr id="15553" name="Rectangle 4"/>
          <p:cNvSpPr>
            <a:spLocks noChangeArrowheads="1"/>
          </p:cNvSpPr>
          <p:nvPr/>
        </p:nvSpPr>
        <p:spPr bwMode="auto">
          <a:xfrm>
            <a:off x="1365758" y="4007777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54" name="TextBox 3"/>
          <p:cNvSpPr txBox="1"/>
          <p:nvPr/>
        </p:nvSpPr>
        <p:spPr>
          <a:xfrm>
            <a:off x="1314958" y="3978973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Dean </a:t>
            </a:r>
            <a:endParaRPr lang="en-US" dirty="0"/>
          </a:p>
        </p:txBody>
      </p:sp>
      <p:sp>
        <p:nvSpPr>
          <p:cNvPr id="15555" name="TextBox 3"/>
          <p:cNvSpPr txBox="1"/>
          <p:nvPr/>
        </p:nvSpPr>
        <p:spPr>
          <a:xfrm>
            <a:off x="1314958" y="4096423"/>
            <a:ext cx="7198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Medicine</a:t>
            </a:r>
            <a:endParaRPr lang="en-US" dirty="0"/>
          </a:p>
        </p:txBody>
      </p:sp>
      <p:sp>
        <p:nvSpPr>
          <p:cNvPr id="15556" name="Rectangle 4"/>
          <p:cNvSpPr>
            <a:spLocks noChangeArrowheads="1"/>
          </p:cNvSpPr>
          <p:nvPr/>
        </p:nvSpPr>
        <p:spPr bwMode="auto">
          <a:xfrm>
            <a:off x="2163546" y="4007777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57" name="TextBox 3"/>
          <p:cNvSpPr txBox="1"/>
          <p:nvPr/>
        </p:nvSpPr>
        <p:spPr>
          <a:xfrm>
            <a:off x="2112746" y="3978973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412125</a:t>
            </a:r>
            <a:endParaRPr lang="en-US" dirty="0"/>
          </a:p>
        </p:txBody>
      </p:sp>
      <p:sp>
        <p:nvSpPr>
          <p:cNvPr id="15558" name="Rectangle 4"/>
          <p:cNvSpPr>
            <a:spLocks noChangeArrowheads="1"/>
          </p:cNvSpPr>
          <p:nvPr/>
        </p:nvSpPr>
        <p:spPr bwMode="auto">
          <a:xfrm>
            <a:off x="2622702" y="4007777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59" name="TextBox 3"/>
          <p:cNvSpPr txBox="1"/>
          <p:nvPr/>
        </p:nvSpPr>
        <p:spPr>
          <a:xfrm>
            <a:off x="2571902" y="3978973"/>
            <a:ext cx="7876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of living </a:t>
            </a:r>
            <a:endParaRPr lang="en-US" dirty="0"/>
          </a:p>
        </p:txBody>
      </p:sp>
      <p:sp>
        <p:nvSpPr>
          <p:cNvPr id="15560" name="TextBox 3"/>
          <p:cNvSpPr txBox="1"/>
          <p:nvPr/>
        </p:nvSpPr>
        <p:spPr>
          <a:xfrm>
            <a:off x="2571902" y="4096423"/>
            <a:ext cx="89499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adjustment pay </a:t>
            </a:r>
            <a:endParaRPr lang="en-US" dirty="0"/>
          </a:p>
        </p:txBody>
      </p:sp>
      <p:sp>
        <p:nvSpPr>
          <p:cNvPr id="15561" name="TextBox 3"/>
          <p:cNvSpPr txBox="1"/>
          <p:nvPr/>
        </p:nvSpPr>
        <p:spPr>
          <a:xfrm>
            <a:off x="2571902" y="4213872"/>
            <a:ext cx="5221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(COLA)</a:t>
            </a:r>
            <a:endParaRPr lang="en-US" dirty="0"/>
          </a:p>
        </p:txBody>
      </p:sp>
      <p:sp>
        <p:nvSpPr>
          <p:cNvPr id="15562" name="Rectangle 4"/>
          <p:cNvSpPr>
            <a:spLocks noChangeArrowheads="1"/>
          </p:cNvSpPr>
          <p:nvPr/>
        </p:nvSpPr>
        <p:spPr bwMode="auto">
          <a:xfrm>
            <a:off x="3680282" y="4007777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63" name="TextBox 3"/>
          <p:cNvSpPr txBox="1"/>
          <p:nvPr/>
        </p:nvSpPr>
        <p:spPr>
          <a:xfrm>
            <a:off x="3629482" y="3978973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847.8471305.1.412125.000000.847001.100178</a:t>
            </a:r>
            <a:endParaRPr lang="en-US" dirty="0"/>
          </a:p>
        </p:txBody>
      </p:sp>
      <p:sp>
        <p:nvSpPr>
          <p:cNvPr id="15564" name="Rectangle 4"/>
          <p:cNvSpPr>
            <a:spLocks noChangeArrowheads="1"/>
          </p:cNvSpPr>
          <p:nvPr/>
        </p:nvSpPr>
        <p:spPr bwMode="auto">
          <a:xfrm>
            <a:off x="5918962" y="400777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65" name="TextBox 3"/>
          <p:cNvSpPr txBox="1"/>
          <p:nvPr/>
        </p:nvSpPr>
        <p:spPr>
          <a:xfrm>
            <a:off x="5931001" y="3978973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19,000,000</a:t>
            </a:r>
            <a:endParaRPr lang="en-US" dirty="0"/>
          </a:p>
        </p:txBody>
      </p:sp>
      <p:sp>
        <p:nvSpPr>
          <p:cNvPr id="15566" name="Rectangle 4"/>
          <p:cNvSpPr>
            <a:spLocks noChangeArrowheads="1"/>
          </p:cNvSpPr>
          <p:nvPr/>
        </p:nvSpPr>
        <p:spPr bwMode="auto">
          <a:xfrm>
            <a:off x="6566408" y="400777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67" name="TextBox 3"/>
          <p:cNvSpPr txBox="1"/>
          <p:nvPr/>
        </p:nvSpPr>
        <p:spPr>
          <a:xfrm>
            <a:off x="6578447" y="3978973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20,011,370</a:t>
            </a:r>
            <a:endParaRPr lang="en-US" dirty="0"/>
          </a:p>
        </p:txBody>
      </p:sp>
      <p:sp>
        <p:nvSpPr>
          <p:cNvPr id="15568" name="Rectangle 4"/>
          <p:cNvSpPr>
            <a:spLocks noChangeArrowheads="1"/>
          </p:cNvSpPr>
          <p:nvPr/>
        </p:nvSpPr>
        <p:spPr bwMode="auto">
          <a:xfrm>
            <a:off x="7213854" y="4007777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69" name="TextBox 3"/>
          <p:cNvSpPr txBox="1"/>
          <p:nvPr/>
        </p:nvSpPr>
        <p:spPr>
          <a:xfrm>
            <a:off x="7225894" y="3978973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20,011,369</a:t>
            </a:r>
            <a:endParaRPr lang="en-US" dirty="0"/>
          </a:p>
        </p:txBody>
      </p:sp>
      <p:sp>
        <p:nvSpPr>
          <p:cNvPr id="15570" name="Rectangle 4"/>
          <p:cNvSpPr>
            <a:spLocks noChangeArrowheads="1"/>
          </p:cNvSpPr>
          <p:nvPr/>
        </p:nvSpPr>
        <p:spPr bwMode="auto">
          <a:xfrm>
            <a:off x="7861300" y="4007777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71" name="Rectangle 4"/>
          <p:cNvSpPr>
            <a:spLocks noChangeArrowheads="1"/>
          </p:cNvSpPr>
          <p:nvPr/>
        </p:nvSpPr>
        <p:spPr bwMode="auto">
          <a:xfrm>
            <a:off x="8094497" y="4007777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72" name="Rectangle 4"/>
          <p:cNvSpPr>
            <a:spLocks noChangeArrowheads="1"/>
          </p:cNvSpPr>
          <p:nvPr/>
        </p:nvSpPr>
        <p:spPr bwMode="auto">
          <a:xfrm>
            <a:off x="8333384" y="4007777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73" name="TextBox 3"/>
          <p:cNvSpPr txBox="1"/>
          <p:nvPr/>
        </p:nvSpPr>
        <p:spPr>
          <a:xfrm>
            <a:off x="8650986" y="3978973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5574" name="Rectangle 4"/>
          <p:cNvSpPr>
            <a:spLocks noChangeArrowheads="1"/>
          </p:cNvSpPr>
          <p:nvPr/>
        </p:nvSpPr>
        <p:spPr bwMode="auto">
          <a:xfrm>
            <a:off x="878255" y="4402988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75" name="TextBox 3"/>
          <p:cNvSpPr txBox="1"/>
          <p:nvPr/>
        </p:nvSpPr>
        <p:spPr>
          <a:xfrm>
            <a:off x="827455" y="437418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8471305</a:t>
            </a:r>
            <a:endParaRPr lang="en-US" dirty="0"/>
          </a:p>
        </p:txBody>
      </p:sp>
      <p:sp>
        <p:nvSpPr>
          <p:cNvPr id="15576" name="Rectangle 4"/>
          <p:cNvSpPr>
            <a:spLocks noChangeArrowheads="1"/>
          </p:cNvSpPr>
          <p:nvPr/>
        </p:nvSpPr>
        <p:spPr bwMode="auto">
          <a:xfrm>
            <a:off x="1365758" y="4402988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77" name="TextBox 3"/>
          <p:cNvSpPr txBox="1"/>
          <p:nvPr/>
        </p:nvSpPr>
        <p:spPr>
          <a:xfrm>
            <a:off x="1314958" y="4374184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Dean </a:t>
            </a:r>
            <a:endParaRPr lang="en-US" dirty="0"/>
          </a:p>
        </p:txBody>
      </p:sp>
      <p:sp>
        <p:nvSpPr>
          <p:cNvPr id="15578" name="TextBox 3"/>
          <p:cNvSpPr txBox="1"/>
          <p:nvPr/>
        </p:nvSpPr>
        <p:spPr>
          <a:xfrm>
            <a:off x="1314958" y="4491634"/>
            <a:ext cx="7198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Medicine</a:t>
            </a:r>
            <a:endParaRPr lang="en-US" dirty="0"/>
          </a:p>
        </p:txBody>
      </p:sp>
      <p:sp>
        <p:nvSpPr>
          <p:cNvPr id="15579" name="Rectangle 4"/>
          <p:cNvSpPr>
            <a:spLocks noChangeArrowheads="1"/>
          </p:cNvSpPr>
          <p:nvPr/>
        </p:nvSpPr>
        <p:spPr bwMode="auto">
          <a:xfrm>
            <a:off x="2163546" y="4402988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80" name="TextBox 3"/>
          <p:cNvSpPr txBox="1"/>
          <p:nvPr/>
        </p:nvSpPr>
        <p:spPr>
          <a:xfrm>
            <a:off x="2112746" y="437418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412521</a:t>
            </a:r>
            <a:endParaRPr lang="en-US" dirty="0"/>
          </a:p>
        </p:txBody>
      </p:sp>
      <p:sp>
        <p:nvSpPr>
          <p:cNvPr id="15581" name="Rectangle 4"/>
          <p:cNvSpPr>
            <a:spLocks noChangeArrowheads="1"/>
          </p:cNvSpPr>
          <p:nvPr/>
        </p:nvSpPr>
        <p:spPr bwMode="auto">
          <a:xfrm>
            <a:off x="2622702" y="4402988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82" name="TextBox 3"/>
          <p:cNvSpPr txBox="1"/>
          <p:nvPr/>
        </p:nvSpPr>
        <p:spPr>
          <a:xfrm>
            <a:off x="2571902" y="4374184"/>
            <a:ext cx="8496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Administration </a:t>
            </a:r>
            <a:endParaRPr lang="en-US" dirty="0"/>
          </a:p>
        </p:txBody>
      </p:sp>
      <p:sp>
        <p:nvSpPr>
          <p:cNvPr id="15583" name="TextBox 3"/>
          <p:cNvSpPr txBox="1"/>
          <p:nvPr/>
        </p:nvSpPr>
        <p:spPr>
          <a:xfrm>
            <a:off x="2571902" y="4491634"/>
            <a:ext cx="112074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allowance (including </a:t>
            </a:r>
            <a:endParaRPr lang="en-US" dirty="0"/>
          </a:p>
        </p:txBody>
      </p:sp>
      <p:sp>
        <p:nvSpPr>
          <p:cNvPr id="15584" name="TextBox 3"/>
          <p:cNvSpPr txBox="1"/>
          <p:nvPr/>
        </p:nvSpPr>
        <p:spPr>
          <a:xfrm>
            <a:off x="2571902" y="4609084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Mansab)</a:t>
            </a:r>
            <a:endParaRPr lang="en-US" dirty="0"/>
          </a:p>
        </p:txBody>
      </p:sp>
      <p:sp>
        <p:nvSpPr>
          <p:cNvPr id="15585" name="Rectangle 4"/>
          <p:cNvSpPr>
            <a:spLocks noChangeArrowheads="1"/>
          </p:cNvSpPr>
          <p:nvPr/>
        </p:nvSpPr>
        <p:spPr bwMode="auto">
          <a:xfrm>
            <a:off x="3680282" y="4402988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86" name="TextBox 3"/>
          <p:cNvSpPr txBox="1"/>
          <p:nvPr/>
        </p:nvSpPr>
        <p:spPr>
          <a:xfrm>
            <a:off x="3629482" y="437418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847.8471305.1.412521.000000.847001.100178</a:t>
            </a:r>
            <a:endParaRPr lang="en-US" dirty="0"/>
          </a:p>
        </p:txBody>
      </p:sp>
      <p:sp>
        <p:nvSpPr>
          <p:cNvPr id="15587" name="Rectangle 4"/>
          <p:cNvSpPr>
            <a:spLocks noChangeArrowheads="1"/>
          </p:cNvSpPr>
          <p:nvPr/>
        </p:nvSpPr>
        <p:spPr bwMode="auto">
          <a:xfrm>
            <a:off x="5918962" y="440298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88" name="TextBox 3"/>
          <p:cNvSpPr txBox="1"/>
          <p:nvPr/>
        </p:nvSpPr>
        <p:spPr>
          <a:xfrm>
            <a:off x="5987491" y="437418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1,396,947</a:t>
            </a:r>
            <a:endParaRPr lang="en-US" dirty="0"/>
          </a:p>
        </p:txBody>
      </p:sp>
      <p:sp>
        <p:nvSpPr>
          <p:cNvPr id="15589" name="Rectangle 4"/>
          <p:cNvSpPr>
            <a:spLocks noChangeArrowheads="1"/>
          </p:cNvSpPr>
          <p:nvPr/>
        </p:nvSpPr>
        <p:spPr bwMode="auto">
          <a:xfrm>
            <a:off x="6566408" y="440298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90" name="TextBox 3"/>
          <p:cNvSpPr txBox="1"/>
          <p:nvPr/>
        </p:nvSpPr>
        <p:spPr>
          <a:xfrm>
            <a:off x="6634937" y="437418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1,806,869</a:t>
            </a:r>
            <a:endParaRPr lang="en-US" dirty="0"/>
          </a:p>
        </p:txBody>
      </p:sp>
      <p:sp>
        <p:nvSpPr>
          <p:cNvPr id="15591" name="Rectangle 4"/>
          <p:cNvSpPr>
            <a:spLocks noChangeArrowheads="1"/>
          </p:cNvSpPr>
          <p:nvPr/>
        </p:nvSpPr>
        <p:spPr bwMode="auto">
          <a:xfrm>
            <a:off x="7213854" y="4402988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92" name="TextBox 3"/>
          <p:cNvSpPr txBox="1"/>
          <p:nvPr/>
        </p:nvSpPr>
        <p:spPr>
          <a:xfrm>
            <a:off x="7282383" y="437418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1,806,869</a:t>
            </a:r>
            <a:endParaRPr lang="en-US" dirty="0"/>
          </a:p>
        </p:txBody>
      </p:sp>
      <p:sp>
        <p:nvSpPr>
          <p:cNvPr id="15593" name="Rectangle 4"/>
          <p:cNvSpPr>
            <a:spLocks noChangeArrowheads="1"/>
          </p:cNvSpPr>
          <p:nvPr/>
        </p:nvSpPr>
        <p:spPr bwMode="auto">
          <a:xfrm>
            <a:off x="7861300" y="4402988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94" name="Rectangle 4"/>
          <p:cNvSpPr>
            <a:spLocks noChangeArrowheads="1"/>
          </p:cNvSpPr>
          <p:nvPr/>
        </p:nvSpPr>
        <p:spPr bwMode="auto">
          <a:xfrm>
            <a:off x="8094497" y="4402988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95" name="Rectangle 4"/>
          <p:cNvSpPr>
            <a:spLocks noChangeArrowheads="1"/>
          </p:cNvSpPr>
          <p:nvPr/>
        </p:nvSpPr>
        <p:spPr bwMode="auto">
          <a:xfrm>
            <a:off x="8333384" y="4402988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96" name="TextBox 3"/>
          <p:cNvSpPr txBox="1"/>
          <p:nvPr/>
        </p:nvSpPr>
        <p:spPr>
          <a:xfrm>
            <a:off x="8650986" y="437418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5597" name="Rectangle 4"/>
          <p:cNvSpPr>
            <a:spLocks noChangeArrowheads="1"/>
          </p:cNvSpPr>
          <p:nvPr/>
        </p:nvSpPr>
        <p:spPr bwMode="auto">
          <a:xfrm>
            <a:off x="878255" y="4798199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598" name="TextBox 3"/>
          <p:cNvSpPr txBox="1"/>
          <p:nvPr/>
        </p:nvSpPr>
        <p:spPr>
          <a:xfrm>
            <a:off x="827455" y="4769396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8471305</a:t>
            </a:r>
            <a:endParaRPr lang="en-US" dirty="0"/>
          </a:p>
        </p:txBody>
      </p:sp>
      <p:sp>
        <p:nvSpPr>
          <p:cNvPr id="15599" name="Rectangle 4"/>
          <p:cNvSpPr>
            <a:spLocks noChangeArrowheads="1"/>
          </p:cNvSpPr>
          <p:nvPr/>
        </p:nvSpPr>
        <p:spPr bwMode="auto">
          <a:xfrm>
            <a:off x="1365758" y="4798199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00" name="TextBox 3"/>
          <p:cNvSpPr txBox="1"/>
          <p:nvPr/>
        </p:nvSpPr>
        <p:spPr>
          <a:xfrm>
            <a:off x="1314958" y="4769396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Dean </a:t>
            </a:r>
            <a:endParaRPr lang="en-US" dirty="0"/>
          </a:p>
        </p:txBody>
      </p:sp>
      <p:sp>
        <p:nvSpPr>
          <p:cNvPr id="15601" name="TextBox 3"/>
          <p:cNvSpPr txBox="1"/>
          <p:nvPr/>
        </p:nvSpPr>
        <p:spPr>
          <a:xfrm>
            <a:off x="1314958" y="4886845"/>
            <a:ext cx="7198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Medicine</a:t>
            </a:r>
            <a:endParaRPr lang="en-US" dirty="0"/>
          </a:p>
        </p:txBody>
      </p:sp>
      <p:sp>
        <p:nvSpPr>
          <p:cNvPr id="15602" name="Rectangle 4"/>
          <p:cNvSpPr>
            <a:spLocks noChangeArrowheads="1"/>
          </p:cNvSpPr>
          <p:nvPr/>
        </p:nvSpPr>
        <p:spPr bwMode="auto">
          <a:xfrm>
            <a:off x="2163546" y="4798199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03" name="TextBox 3"/>
          <p:cNvSpPr txBox="1"/>
          <p:nvPr/>
        </p:nvSpPr>
        <p:spPr>
          <a:xfrm>
            <a:off x="2112746" y="4769396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412534</a:t>
            </a:r>
            <a:endParaRPr lang="en-US" dirty="0"/>
          </a:p>
        </p:txBody>
      </p:sp>
      <p:sp>
        <p:nvSpPr>
          <p:cNvPr id="15604" name="Rectangle 4"/>
          <p:cNvSpPr>
            <a:spLocks noChangeArrowheads="1"/>
          </p:cNvSpPr>
          <p:nvPr/>
        </p:nvSpPr>
        <p:spPr bwMode="auto">
          <a:xfrm>
            <a:off x="2622702" y="4798199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05" name="TextBox 3"/>
          <p:cNvSpPr txBox="1"/>
          <p:nvPr/>
        </p:nvSpPr>
        <p:spPr>
          <a:xfrm>
            <a:off x="2571902" y="4769396"/>
            <a:ext cx="6861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School fee </a:t>
            </a:r>
            <a:endParaRPr lang="en-US" dirty="0"/>
          </a:p>
        </p:txBody>
      </p:sp>
      <p:sp>
        <p:nvSpPr>
          <p:cNvPr id="15606" name="TextBox 3"/>
          <p:cNvSpPr txBox="1"/>
          <p:nvPr/>
        </p:nvSpPr>
        <p:spPr>
          <a:xfrm>
            <a:off x="2571902" y="4886845"/>
            <a:ext cx="90606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reimbursements</a:t>
            </a:r>
            <a:endParaRPr lang="en-US" dirty="0"/>
          </a:p>
        </p:txBody>
      </p:sp>
      <p:sp>
        <p:nvSpPr>
          <p:cNvPr id="15607" name="Rectangle 4"/>
          <p:cNvSpPr>
            <a:spLocks noChangeArrowheads="1"/>
          </p:cNvSpPr>
          <p:nvPr/>
        </p:nvSpPr>
        <p:spPr bwMode="auto">
          <a:xfrm>
            <a:off x="3680282" y="4798199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08" name="TextBox 3"/>
          <p:cNvSpPr txBox="1"/>
          <p:nvPr/>
        </p:nvSpPr>
        <p:spPr>
          <a:xfrm>
            <a:off x="3629482" y="4769396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847.8471305.1.412534.000000.847001.100178</a:t>
            </a:r>
            <a:endParaRPr lang="en-US" dirty="0"/>
          </a:p>
        </p:txBody>
      </p:sp>
      <p:sp>
        <p:nvSpPr>
          <p:cNvPr id="15609" name="Rectangle 4"/>
          <p:cNvSpPr>
            <a:spLocks noChangeArrowheads="1"/>
          </p:cNvSpPr>
          <p:nvPr/>
        </p:nvSpPr>
        <p:spPr bwMode="auto">
          <a:xfrm>
            <a:off x="5918962" y="479819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10" name="TextBox 3"/>
          <p:cNvSpPr txBox="1"/>
          <p:nvPr/>
        </p:nvSpPr>
        <p:spPr>
          <a:xfrm>
            <a:off x="6072225" y="4769396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309,285</a:t>
            </a:r>
            <a:endParaRPr lang="en-US" dirty="0"/>
          </a:p>
        </p:txBody>
      </p:sp>
      <p:sp>
        <p:nvSpPr>
          <p:cNvPr id="15611" name="Rectangle 4"/>
          <p:cNvSpPr>
            <a:spLocks noChangeArrowheads="1"/>
          </p:cNvSpPr>
          <p:nvPr/>
        </p:nvSpPr>
        <p:spPr bwMode="auto">
          <a:xfrm>
            <a:off x="6566408" y="479819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12" name="TextBox 3"/>
          <p:cNvSpPr txBox="1"/>
          <p:nvPr/>
        </p:nvSpPr>
        <p:spPr>
          <a:xfrm>
            <a:off x="6634937" y="476939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1,401,897</a:t>
            </a:r>
            <a:endParaRPr lang="en-US" dirty="0"/>
          </a:p>
        </p:txBody>
      </p:sp>
      <p:sp>
        <p:nvSpPr>
          <p:cNvPr id="15613" name="Rectangle 4"/>
          <p:cNvSpPr>
            <a:spLocks noChangeArrowheads="1"/>
          </p:cNvSpPr>
          <p:nvPr/>
        </p:nvSpPr>
        <p:spPr bwMode="auto">
          <a:xfrm>
            <a:off x="7213854" y="479819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14" name="TextBox 3"/>
          <p:cNvSpPr txBox="1"/>
          <p:nvPr/>
        </p:nvSpPr>
        <p:spPr>
          <a:xfrm>
            <a:off x="7282383" y="4769396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1,401,896</a:t>
            </a:r>
            <a:endParaRPr lang="en-US" dirty="0"/>
          </a:p>
        </p:txBody>
      </p:sp>
      <p:sp>
        <p:nvSpPr>
          <p:cNvPr id="15615" name="Rectangle 4"/>
          <p:cNvSpPr>
            <a:spLocks noChangeArrowheads="1"/>
          </p:cNvSpPr>
          <p:nvPr/>
        </p:nvSpPr>
        <p:spPr bwMode="auto">
          <a:xfrm>
            <a:off x="7861300" y="4798199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16" name="Rectangle 4"/>
          <p:cNvSpPr>
            <a:spLocks noChangeArrowheads="1"/>
          </p:cNvSpPr>
          <p:nvPr/>
        </p:nvSpPr>
        <p:spPr bwMode="auto">
          <a:xfrm>
            <a:off x="8094497" y="4798199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17" name="Rectangle 4"/>
          <p:cNvSpPr>
            <a:spLocks noChangeArrowheads="1"/>
          </p:cNvSpPr>
          <p:nvPr/>
        </p:nvSpPr>
        <p:spPr bwMode="auto">
          <a:xfrm>
            <a:off x="8333384" y="4798199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18" name="TextBox 3"/>
          <p:cNvSpPr txBox="1"/>
          <p:nvPr/>
        </p:nvSpPr>
        <p:spPr>
          <a:xfrm>
            <a:off x="8650986" y="4769396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5619" name="Rectangle 4"/>
          <p:cNvSpPr>
            <a:spLocks noChangeArrowheads="1"/>
          </p:cNvSpPr>
          <p:nvPr/>
        </p:nvSpPr>
        <p:spPr bwMode="auto">
          <a:xfrm>
            <a:off x="878255" y="5075961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20" name="TextBox 3"/>
          <p:cNvSpPr txBox="1"/>
          <p:nvPr/>
        </p:nvSpPr>
        <p:spPr>
          <a:xfrm>
            <a:off x="827455" y="504715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8471305</a:t>
            </a:r>
            <a:endParaRPr lang="en-US" dirty="0"/>
          </a:p>
        </p:txBody>
      </p:sp>
      <p:sp>
        <p:nvSpPr>
          <p:cNvPr id="15621" name="Rectangle 4"/>
          <p:cNvSpPr>
            <a:spLocks noChangeArrowheads="1"/>
          </p:cNvSpPr>
          <p:nvPr/>
        </p:nvSpPr>
        <p:spPr bwMode="auto">
          <a:xfrm>
            <a:off x="1365758" y="5075961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22" name="TextBox 3"/>
          <p:cNvSpPr txBox="1"/>
          <p:nvPr/>
        </p:nvSpPr>
        <p:spPr>
          <a:xfrm>
            <a:off x="1314958" y="5047158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Dean </a:t>
            </a:r>
            <a:endParaRPr lang="en-US" dirty="0"/>
          </a:p>
        </p:txBody>
      </p:sp>
      <p:sp>
        <p:nvSpPr>
          <p:cNvPr id="15623" name="TextBox 3"/>
          <p:cNvSpPr txBox="1"/>
          <p:nvPr/>
        </p:nvSpPr>
        <p:spPr>
          <a:xfrm>
            <a:off x="1314958" y="5164607"/>
            <a:ext cx="7198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Medicine</a:t>
            </a:r>
            <a:endParaRPr lang="en-US" dirty="0"/>
          </a:p>
        </p:txBody>
      </p:sp>
      <p:sp>
        <p:nvSpPr>
          <p:cNvPr id="15624" name="Rectangle 4"/>
          <p:cNvSpPr>
            <a:spLocks noChangeArrowheads="1"/>
          </p:cNvSpPr>
          <p:nvPr/>
        </p:nvSpPr>
        <p:spPr bwMode="auto">
          <a:xfrm>
            <a:off x="2163546" y="5075961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25" name="TextBox 3"/>
          <p:cNvSpPr txBox="1"/>
          <p:nvPr/>
        </p:nvSpPr>
        <p:spPr>
          <a:xfrm>
            <a:off x="2112746" y="5047158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412546</a:t>
            </a:r>
            <a:endParaRPr lang="en-US" dirty="0"/>
          </a:p>
        </p:txBody>
      </p:sp>
      <p:sp>
        <p:nvSpPr>
          <p:cNvPr id="15626" name="Rectangle 4"/>
          <p:cNvSpPr>
            <a:spLocks noChangeArrowheads="1"/>
          </p:cNvSpPr>
          <p:nvPr/>
        </p:nvSpPr>
        <p:spPr bwMode="auto">
          <a:xfrm>
            <a:off x="2622702" y="5075961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27" name="TextBox 3"/>
          <p:cNvSpPr txBox="1"/>
          <p:nvPr/>
        </p:nvSpPr>
        <p:spPr>
          <a:xfrm>
            <a:off x="2571902" y="5047158"/>
            <a:ext cx="940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Travel allowance</a:t>
            </a:r>
            <a:endParaRPr lang="en-US" dirty="0"/>
          </a:p>
        </p:txBody>
      </p:sp>
      <p:sp>
        <p:nvSpPr>
          <p:cNvPr id="15628" name="Rectangle 4"/>
          <p:cNvSpPr>
            <a:spLocks noChangeArrowheads="1"/>
          </p:cNvSpPr>
          <p:nvPr/>
        </p:nvSpPr>
        <p:spPr bwMode="auto">
          <a:xfrm>
            <a:off x="3680282" y="5075961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29" name="TextBox 3"/>
          <p:cNvSpPr txBox="1"/>
          <p:nvPr/>
        </p:nvSpPr>
        <p:spPr>
          <a:xfrm>
            <a:off x="3629482" y="5047158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847.8471305.1.412546.000000.847001.100178</a:t>
            </a:r>
            <a:endParaRPr lang="en-US" dirty="0"/>
          </a:p>
        </p:txBody>
      </p:sp>
      <p:sp>
        <p:nvSpPr>
          <p:cNvPr id="15630" name="Rectangle 4"/>
          <p:cNvSpPr>
            <a:spLocks noChangeArrowheads="1"/>
          </p:cNvSpPr>
          <p:nvPr/>
        </p:nvSpPr>
        <p:spPr bwMode="auto">
          <a:xfrm>
            <a:off x="5918962" y="507596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31" name="TextBox 3"/>
          <p:cNvSpPr txBox="1"/>
          <p:nvPr/>
        </p:nvSpPr>
        <p:spPr>
          <a:xfrm>
            <a:off x="6072225" y="504715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214,221</a:t>
            </a:r>
            <a:endParaRPr lang="en-US" dirty="0"/>
          </a:p>
        </p:txBody>
      </p:sp>
      <p:sp>
        <p:nvSpPr>
          <p:cNvPr id="15632" name="Rectangle 4"/>
          <p:cNvSpPr>
            <a:spLocks noChangeArrowheads="1"/>
          </p:cNvSpPr>
          <p:nvPr/>
        </p:nvSpPr>
        <p:spPr bwMode="auto">
          <a:xfrm>
            <a:off x="6566408" y="507596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33" name="TextBox 3"/>
          <p:cNvSpPr txBox="1"/>
          <p:nvPr/>
        </p:nvSpPr>
        <p:spPr>
          <a:xfrm>
            <a:off x="6719671" y="504715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202,100</a:t>
            </a:r>
            <a:endParaRPr lang="en-US" dirty="0"/>
          </a:p>
        </p:txBody>
      </p:sp>
      <p:sp>
        <p:nvSpPr>
          <p:cNvPr id="15634" name="Rectangle 4"/>
          <p:cNvSpPr>
            <a:spLocks noChangeArrowheads="1"/>
          </p:cNvSpPr>
          <p:nvPr/>
        </p:nvSpPr>
        <p:spPr bwMode="auto">
          <a:xfrm>
            <a:off x="7213854" y="5075961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35" name="TextBox 3"/>
          <p:cNvSpPr txBox="1"/>
          <p:nvPr/>
        </p:nvSpPr>
        <p:spPr>
          <a:xfrm>
            <a:off x="7367118" y="5047158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200,989</a:t>
            </a:r>
            <a:endParaRPr lang="en-US" dirty="0"/>
          </a:p>
        </p:txBody>
      </p:sp>
      <p:sp>
        <p:nvSpPr>
          <p:cNvPr id="15636" name="Rectangle 4"/>
          <p:cNvSpPr>
            <a:spLocks noChangeArrowheads="1"/>
          </p:cNvSpPr>
          <p:nvPr/>
        </p:nvSpPr>
        <p:spPr bwMode="auto">
          <a:xfrm>
            <a:off x="7861300" y="5075961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37" name="Rectangle 4"/>
          <p:cNvSpPr>
            <a:spLocks noChangeArrowheads="1"/>
          </p:cNvSpPr>
          <p:nvPr/>
        </p:nvSpPr>
        <p:spPr bwMode="auto">
          <a:xfrm>
            <a:off x="8094497" y="5075961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38" name="Rectangle 4"/>
          <p:cNvSpPr>
            <a:spLocks noChangeArrowheads="1"/>
          </p:cNvSpPr>
          <p:nvPr/>
        </p:nvSpPr>
        <p:spPr bwMode="auto">
          <a:xfrm>
            <a:off x="8333384" y="5075961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39" name="TextBox 3"/>
          <p:cNvSpPr txBox="1"/>
          <p:nvPr/>
        </p:nvSpPr>
        <p:spPr>
          <a:xfrm>
            <a:off x="8453272" y="5047158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1,111</a:t>
            </a:r>
            <a:endParaRPr lang="en-US" dirty="0"/>
          </a:p>
        </p:txBody>
      </p:sp>
      <p:sp>
        <p:nvSpPr>
          <p:cNvPr id="15640" name="Rectangle 4"/>
          <p:cNvSpPr>
            <a:spLocks noChangeArrowheads="1"/>
          </p:cNvSpPr>
          <p:nvPr/>
        </p:nvSpPr>
        <p:spPr bwMode="auto">
          <a:xfrm>
            <a:off x="878255" y="5353723"/>
            <a:ext cx="487502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41" name="TextBox 3"/>
          <p:cNvSpPr txBox="1"/>
          <p:nvPr/>
        </p:nvSpPr>
        <p:spPr>
          <a:xfrm>
            <a:off x="827455" y="5324919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8471305</a:t>
            </a:r>
            <a:endParaRPr lang="en-US" dirty="0"/>
          </a:p>
        </p:txBody>
      </p:sp>
      <p:sp>
        <p:nvSpPr>
          <p:cNvPr id="15642" name="Rectangle 4"/>
          <p:cNvSpPr>
            <a:spLocks noChangeArrowheads="1"/>
          </p:cNvSpPr>
          <p:nvPr/>
        </p:nvSpPr>
        <p:spPr bwMode="auto">
          <a:xfrm>
            <a:off x="1365758" y="5353723"/>
            <a:ext cx="797788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43" name="TextBox 3"/>
          <p:cNvSpPr txBox="1"/>
          <p:nvPr/>
        </p:nvSpPr>
        <p:spPr>
          <a:xfrm>
            <a:off x="1314958" y="5324919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Dean </a:t>
            </a:r>
            <a:endParaRPr lang="en-US" dirty="0"/>
          </a:p>
        </p:txBody>
      </p:sp>
      <p:sp>
        <p:nvSpPr>
          <p:cNvPr id="15644" name="TextBox 3"/>
          <p:cNvSpPr txBox="1"/>
          <p:nvPr/>
        </p:nvSpPr>
        <p:spPr>
          <a:xfrm>
            <a:off x="1314958" y="5442369"/>
            <a:ext cx="7198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Medicine</a:t>
            </a:r>
            <a:endParaRPr lang="en-US" dirty="0"/>
          </a:p>
        </p:txBody>
      </p:sp>
      <p:sp>
        <p:nvSpPr>
          <p:cNvPr id="15645" name="Rectangle 4"/>
          <p:cNvSpPr>
            <a:spLocks noChangeArrowheads="1"/>
          </p:cNvSpPr>
          <p:nvPr/>
        </p:nvSpPr>
        <p:spPr bwMode="auto">
          <a:xfrm>
            <a:off x="2163546" y="5353723"/>
            <a:ext cx="459155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46" name="TextBox 3"/>
          <p:cNvSpPr txBox="1"/>
          <p:nvPr/>
        </p:nvSpPr>
        <p:spPr>
          <a:xfrm>
            <a:off x="2112746" y="5324919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414120</a:t>
            </a:r>
            <a:endParaRPr lang="en-US" dirty="0"/>
          </a:p>
        </p:txBody>
      </p:sp>
      <p:sp>
        <p:nvSpPr>
          <p:cNvPr id="15647" name="Rectangle 4"/>
          <p:cNvSpPr>
            <a:spLocks noChangeArrowheads="1"/>
          </p:cNvSpPr>
          <p:nvPr/>
        </p:nvSpPr>
        <p:spPr bwMode="auto">
          <a:xfrm>
            <a:off x="2622702" y="5353723"/>
            <a:ext cx="10575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48" name="TextBox 3"/>
          <p:cNvSpPr txBox="1"/>
          <p:nvPr/>
        </p:nvSpPr>
        <p:spPr>
          <a:xfrm>
            <a:off x="2571902" y="5324919"/>
            <a:ext cx="843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Gratuity - Non-</a:t>
            </a:r>
            <a:endParaRPr lang="en-US" dirty="0"/>
          </a:p>
        </p:txBody>
      </p:sp>
      <p:sp>
        <p:nvSpPr>
          <p:cNvPr id="15649" name="TextBox 3"/>
          <p:cNvSpPr txBox="1"/>
          <p:nvPr/>
        </p:nvSpPr>
        <p:spPr>
          <a:xfrm>
            <a:off x="2571902" y="5442369"/>
            <a:ext cx="75387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pensionable </a:t>
            </a:r>
            <a:endParaRPr lang="en-US" dirty="0"/>
          </a:p>
        </p:txBody>
      </p:sp>
      <p:sp>
        <p:nvSpPr>
          <p:cNvPr id="15650" name="TextBox 3"/>
          <p:cNvSpPr txBox="1"/>
          <p:nvPr/>
        </p:nvSpPr>
        <p:spPr>
          <a:xfrm>
            <a:off x="2571902" y="5559819"/>
            <a:ext cx="6690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employees</a:t>
            </a:r>
            <a:endParaRPr lang="en-US" dirty="0"/>
          </a:p>
        </p:txBody>
      </p:sp>
      <p:sp>
        <p:nvSpPr>
          <p:cNvPr id="15651" name="Rectangle 4"/>
          <p:cNvSpPr>
            <a:spLocks noChangeArrowheads="1"/>
          </p:cNvSpPr>
          <p:nvPr/>
        </p:nvSpPr>
        <p:spPr bwMode="auto">
          <a:xfrm>
            <a:off x="3680282" y="5353723"/>
            <a:ext cx="2238679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52" name="TextBox 3"/>
          <p:cNvSpPr txBox="1"/>
          <p:nvPr/>
        </p:nvSpPr>
        <p:spPr>
          <a:xfrm>
            <a:off x="3629482" y="5324919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847.8471305.1.414120.000000.847001.100178</a:t>
            </a:r>
            <a:endParaRPr lang="en-US" dirty="0"/>
          </a:p>
        </p:txBody>
      </p:sp>
      <p:sp>
        <p:nvSpPr>
          <p:cNvPr id="15653" name="Rectangle 4"/>
          <p:cNvSpPr>
            <a:spLocks noChangeArrowheads="1"/>
          </p:cNvSpPr>
          <p:nvPr/>
        </p:nvSpPr>
        <p:spPr bwMode="auto">
          <a:xfrm>
            <a:off x="5918962" y="535372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54" name="TextBox 3"/>
          <p:cNvSpPr txBox="1"/>
          <p:nvPr/>
        </p:nvSpPr>
        <p:spPr>
          <a:xfrm>
            <a:off x="6072225" y="532491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273,651</a:t>
            </a:r>
            <a:endParaRPr lang="en-US" dirty="0"/>
          </a:p>
        </p:txBody>
      </p:sp>
      <p:sp>
        <p:nvSpPr>
          <p:cNvPr id="15655" name="Rectangle 4"/>
          <p:cNvSpPr>
            <a:spLocks noChangeArrowheads="1"/>
          </p:cNvSpPr>
          <p:nvPr/>
        </p:nvSpPr>
        <p:spPr bwMode="auto">
          <a:xfrm>
            <a:off x="6566408" y="535372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56" name="TextBox 3"/>
          <p:cNvSpPr txBox="1"/>
          <p:nvPr/>
        </p:nvSpPr>
        <p:spPr>
          <a:xfrm>
            <a:off x="6719671" y="532491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297,091</a:t>
            </a:r>
            <a:endParaRPr lang="en-US" dirty="0"/>
          </a:p>
        </p:txBody>
      </p:sp>
      <p:sp>
        <p:nvSpPr>
          <p:cNvPr id="15657" name="Rectangle 4"/>
          <p:cNvSpPr>
            <a:spLocks noChangeArrowheads="1"/>
          </p:cNvSpPr>
          <p:nvPr/>
        </p:nvSpPr>
        <p:spPr bwMode="auto">
          <a:xfrm>
            <a:off x="7213854" y="5353723"/>
            <a:ext cx="64744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58" name="TextBox 3"/>
          <p:cNvSpPr txBox="1"/>
          <p:nvPr/>
        </p:nvSpPr>
        <p:spPr>
          <a:xfrm>
            <a:off x="7367118" y="532491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297,087</a:t>
            </a:r>
            <a:endParaRPr lang="en-US" dirty="0"/>
          </a:p>
        </p:txBody>
      </p:sp>
      <p:sp>
        <p:nvSpPr>
          <p:cNvPr id="15659" name="Rectangle 4"/>
          <p:cNvSpPr>
            <a:spLocks noChangeArrowheads="1"/>
          </p:cNvSpPr>
          <p:nvPr/>
        </p:nvSpPr>
        <p:spPr bwMode="auto">
          <a:xfrm>
            <a:off x="7861300" y="5353723"/>
            <a:ext cx="233197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60" name="Rectangle 4"/>
          <p:cNvSpPr>
            <a:spLocks noChangeArrowheads="1"/>
          </p:cNvSpPr>
          <p:nvPr/>
        </p:nvSpPr>
        <p:spPr bwMode="auto">
          <a:xfrm>
            <a:off x="8094497" y="5353723"/>
            <a:ext cx="238886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61" name="Rectangle 4"/>
          <p:cNvSpPr>
            <a:spLocks noChangeArrowheads="1"/>
          </p:cNvSpPr>
          <p:nvPr/>
        </p:nvSpPr>
        <p:spPr bwMode="auto">
          <a:xfrm>
            <a:off x="8333384" y="5353723"/>
            <a:ext cx="501091" cy="3952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62" name="TextBox 3"/>
          <p:cNvSpPr txBox="1"/>
          <p:nvPr/>
        </p:nvSpPr>
        <p:spPr>
          <a:xfrm>
            <a:off x="8650986" y="532491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</a:t>
            </a:r>
            <a:endParaRPr lang="en-US" dirty="0"/>
          </a:p>
        </p:txBody>
      </p:sp>
      <p:sp>
        <p:nvSpPr>
          <p:cNvPr id="15663" name="Rectangle 4"/>
          <p:cNvSpPr>
            <a:spLocks noChangeArrowheads="1"/>
          </p:cNvSpPr>
          <p:nvPr/>
        </p:nvSpPr>
        <p:spPr bwMode="auto">
          <a:xfrm>
            <a:off x="878255" y="5748934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64" name="TextBox 3"/>
          <p:cNvSpPr txBox="1"/>
          <p:nvPr/>
        </p:nvSpPr>
        <p:spPr>
          <a:xfrm>
            <a:off x="827455" y="5720130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8471305</a:t>
            </a:r>
            <a:endParaRPr lang="en-US" dirty="0"/>
          </a:p>
        </p:txBody>
      </p:sp>
      <p:sp>
        <p:nvSpPr>
          <p:cNvPr id="15665" name="Rectangle 4"/>
          <p:cNvSpPr>
            <a:spLocks noChangeArrowheads="1"/>
          </p:cNvSpPr>
          <p:nvPr/>
        </p:nvSpPr>
        <p:spPr bwMode="auto">
          <a:xfrm>
            <a:off x="1365758" y="5748934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66" name="TextBox 3"/>
          <p:cNvSpPr txBox="1"/>
          <p:nvPr/>
        </p:nvSpPr>
        <p:spPr>
          <a:xfrm>
            <a:off x="1314958" y="5720130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Dean </a:t>
            </a:r>
            <a:endParaRPr lang="en-US" dirty="0"/>
          </a:p>
        </p:txBody>
      </p:sp>
      <p:sp>
        <p:nvSpPr>
          <p:cNvPr id="15667" name="TextBox 3"/>
          <p:cNvSpPr txBox="1"/>
          <p:nvPr/>
        </p:nvSpPr>
        <p:spPr>
          <a:xfrm>
            <a:off x="1314958" y="5837580"/>
            <a:ext cx="7198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Medicine</a:t>
            </a:r>
            <a:endParaRPr lang="en-US" dirty="0"/>
          </a:p>
        </p:txBody>
      </p:sp>
      <p:sp>
        <p:nvSpPr>
          <p:cNvPr id="15668" name="Rectangle 4"/>
          <p:cNvSpPr>
            <a:spLocks noChangeArrowheads="1"/>
          </p:cNvSpPr>
          <p:nvPr/>
        </p:nvSpPr>
        <p:spPr bwMode="auto">
          <a:xfrm>
            <a:off x="2163546" y="5748934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69" name="TextBox 3"/>
          <p:cNvSpPr txBox="1"/>
          <p:nvPr/>
        </p:nvSpPr>
        <p:spPr>
          <a:xfrm>
            <a:off x="2112746" y="5720130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415110</a:t>
            </a:r>
            <a:endParaRPr lang="en-US" dirty="0"/>
          </a:p>
        </p:txBody>
      </p:sp>
      <p:sp>
        <p:nvSpPr>
          <p:cNvPr id="15670" name="Rectangle 4"/>
          <p:cNvSpPr>
            <a:spLocks noChangeArrowheads="1"/>
          </p:cNvSpPr>
          <p:nvPr/>
        </p:nvSpPr>
        <p:spPr bwMode="auto">
          <a:xfrm>
            <a:off x="2622702" y="5748934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71" name="TextBox 3"/>
          <p:cNvSpPr txBox="1"/>
          <p:nvPr/>
        </p:nvSpPr>
        <p:spPr>
          <a:xfrm>
            <a:off x="2571902" y="5720130"/>
            <a:ext cx="7368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</a:t>
            </a:r>
            <a:endParaRPr lang="en-US" dirty="0"/>
          </a:p>
        </p:txBody>
      </p:sp>
      <p:sp>
        <p:nvSpPr>
          <p:cNvPr id="15672" name="TextBox 3"/>
          <p:cNvSpPr txBox="1"/>
          <p:nvPr/>
        </p:nvSpPr>
        <p:spPr>
          <a:xfrm>
            <a:off x="2571902" y="5837580"/>
            <a:ext cx="8948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ADRB&amp;Pension</a:t>
            </a:r>
            <a:endParaRPr lang="en-US" dirty="0"/>
          </a:p>
        </p:txBody>
      </p:sp>
      <p:sp>
        <p:nvSpPr>
          <p:cNvPr id="15673" name="Rectangle 4"/>
          <p:cNvSpPr>
            <a:spLocks noChangeArrowheads="1"/>
          </p:cNvSpPr>
          <p:nvPr/>
        </p:nvSpPr>
        <p:spPr bwMode="auto">
          <a:xfrm>
            <a:off x="3680282" y="5748934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74" name="TextBox 3"/>
          <p:cNvSpPr txBox="1"/>
          <p:nvPr/>
        </p:nvSpPr>
        <p:spPr>
          <a:xfrm>
            <a:off x="3629482" y="5720130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847.8471305.1.415110.000000.847001.100178</a:t>
            </a:r>
            <a:endParaRPr lang="en-US" dirty="0"/>
          </a:p>
        </p:txBody>
      </p:sp>
      <p:sp>
        <p:nvSpPr>
          <p:cNvPr id="15675" name="Rectangle 4"/>
          <p:cNvSpPr>
            <a:spLocks noChangeArrowheads="1"/>
          </p:cNvSpPr>
          <p:nvPr/>
        </p:nvSpPr>
        <p:spPr bwMode="auto">
          <a:xfrm>
            <a:off x="5918962" y="574893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76" name="TextBox 3"/>
          <p:cNvSpPr txBox="1"/>
          <p:nvPr/>
        </p:nvSpPr>
        <p:spPr>
          <a:xfrm>
            <a:off x="6072225" y="572013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865,449</a:t>
            </a:r>
            <a:endParaRPr lang="en-US" dirty="0"/>
          </a:p>
        </p:txBody>
      </p:sp>
      <p:sp>
        <p:nvSpPr>
          <p:cNvPr id="15677" name="Rectangle 4"/>
          <p:cNvSpPr>
            <a:spLocks noChangeArrowheads="1"/>
          </p:cNvSpPr>
          <p:nvPr/>
        </p:nvSpPr>
        <p:spPr bwMode="auto">
          <a:xfrm>
            <a:off x="6566408" y="574893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78" name="TextBox 3"/>
          <p:cNvSpPr txBox="1"/>
          <p:nvPr/>
        </p:nvSpPr>
        <p:spPr>
          <a:xfrm>
            <a:off x="6719671" y="572013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883,949</a:t>
            </a:r>
            <a:endParaRPr lang="en-US" dirty="0"/>
          </a:p>
        </p:txBody>
      </p:sp>
      <p:sp>
        <p:nvSpPr>
          <p:cNvPr id="15679" name="Rectangle 4"/>
          <p:cNvSpPr>
            <a:spLocks noChangeArrowheads="1"/>
          </p:cNvSpPr>
          <p:nvPr/>
        </p:nvSpPr>
        <p:spPr bwMode="auto">
          <a:xfrm>
            <a:off x="7213854" y="5748934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80" name="TextBox 3"/>
          <p:cNvSpPr txBox="1"/>
          <p:nvPr/>
        </p:nvSpPr>
        <p:spPr>
          <a:xfrm>
            <a:off x="7367118" y="5720130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883,943</a:t>
            </a:r>
            <a:endParaRPr lang="en-US" dirty="0"/>
          </a:p>
        </p:txBody>
      </p:sp>
      <p:sp>
        <p:nvSpPr>
          <p:cNvPr id="15681" name="Rectangle 4"/>
          <p:cNvSpPr>
            <a:spLocks noChangeArrowheads="1"/>
          </p:cNvSpPr>
          <p:nvPr/>
        </p:nvSpPr>
        <p:spPr bwMode="auto">
          <a:xfrm>
            <a:off x="7861300" y="5748934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82" name="Rectangle 4"/>
          <p:cNvSpPr>
            <a:spLocks noChangeArrowheads="1"/>
          </p:cNvSpPr>
          <p:nvPr/>
        </p:nvSpPr>
        <p:spPr bwMode="auto">
          <a:xfrm>
            <a:off x="8094497" y="5748934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83" name="Rectangle 4"/>
          <p:cNvSpPr>
            <a:spLocks noChangeArrowheads="1"/>
          </p:cNvSpPr>
          <p:nvPr/>
        </p:nvSpPr>
        <p:spPr bwMode="auto">
          <a:xfrm>
            <a:off x="8333384" y="5748934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84" name="TextBox 3"/>
          <p:cNvSpPr txBox="1"/>
          <p:nvPr/>
        </p:nvSpPr>
        <p:spPr>
          <a:xfrm>
            <a:off x="8650986" y="5720130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6</a:t>
            </a:r>
            <a:endParaRPr lang="en-US" dirty="0"/>
          </a:p>
        </p:txBody>
      </p:sp>
      <p:sp>
        <p:nvSpPr>
          <p:cNvPr id="15685" name="Rectangle 4"/>
          <p:cNvSpPr>
            <a:spLocks noChangeArrowheads="1"/>
          </p:cNvSpPr>
          <p:nvPr/>
        </p:nvSpPr>
        <p:spPr bwMode="auto">
          <a:xfrm>
            <a:off x="878255" y="6026696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86" name="TextBox 3"/>
          <p:cNvSpPr txBox="1"/>
          <p:nvPr/>
        </p:nvSpPr>
        <p:spPr>
          <a:xfrm>
            <a:off x="827455" y="5997892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8471305</a:t>
            </a:r>
            <a:endParaRPr lang="en-US" dirty="0"/>
          </a:p>
        </p:txBody>
      </p:sp>
      <p:sp>
        <p:nvSpPr>
          <p:cNvPr id="15687" name="Rectangle 4"/>
          <p:cNvSpPr>
            <a:spLocks noChangeArrowheads="1"/>
          </p:cNvSpPr>
          <p:nvPr/>
        </p:nvSpPr>
        <p:spPr bwMode="auto">
          <a:xfrm>
            <a:off x="1365758" y="6026696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88" name="TextBox 3"/>
          <p:cNvSpPr txBox="1"/>
          <p:nvPr/>
        </p:nvSpPr>
        <p:spPr>
          <a:xfrm>
            <a:off x="1314958" y="5997892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Dean </a:t>
            </a:r>
            <a:endParaRPr lang="en-US" dirty="0"/>
          </a:p>
        </p:txBody>
      </p:sp>
      <p:sp>
        <p:nvSpPr>
          <p:cNvPr id="15689" name="TextBox 3"/>
          <p:cNvSpPr txBox="1"/>
          <p:nvPr/>
        </p:nvSpPr>
        <p:spPr>
          <a:xfrm>
            <a:off x="1314958" y="6115341"/>
            <a:ext cx="7198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Medicine</a:t>
            </a:r>
            <a:endParaRPr lang="en-US" dirty="0"/>
          </a:p>
        </p:txBody>
      </p:sp>
      <p:sp>
        <p:nvSpPr>
          <p:cNvPr id="15690" name="Rectangle 4"/>
          <p:cNvSpPr>
            <a:spLocks noChangeArrowheads="1"/>
          </p:cNvSpPr>
          <p:nvPr/>
        </p:nvSpPr>
        <p:spPr bwMode="auto">
          <a:xfrm>
            <a:off x="2163546" y="6026696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91" name="TextBox 3"/>
          <p:cNvSpPr txBox="1"/>
          <p:nvPr/>
        </p:nvSpPr>
        <p:spPr>
          <a:xfrm>
            <a:off x="2112746" y="5997892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415181</a:t>
            </a:r>
            <a:endParaRPr lang="en-US" dirty="0"/>
          </a:p>
        </p:txBody>
      </p:sp>
      <p:sp>
        <p:nvSpPr>
          <p:cNvPr id="15692" name="Rectangle 4"/>
          <p:cNvSpPr>
            <a:spLocks noChangeArrowheads="1"/>
          </p:cNvSpPr>
          <p:nvPr/>
        </p:nvSpPr>
        <p:spPr bwMode="auto">
          <a:xfrm>
            <a:off x="2622702" y="6026696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93" name="TextBox 3"/>
          <p:cNvSpPr txBox="1"/>
          <p:nvPr/>
        </p:nvSpPr>
        <p:spPr>
          <a:xfrm>
            <a:off x="2571902" y="5997892"/>
            <a:ext cx="111516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Govt contr - Bahrain </a:t>
            </a:r>
            <a:endParaRPr lang="en-US" dirty="0"/>
          </a:p>
        </p:txBody>
      </p:sp>
      <p:sp>
        <p:nvSpPr>
          <p:cNvPr id="15694" name="TextBox 3"/>
          <p:cNvSpPr txBox="1"/>
          <p:nvPr/>
        </p:nvSpPr>
        <p:spPr>
          <a:xfrm>
            <a:off x="2571902" y="6115341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Pension</a:t>
            </a:r>
            <a:endParaRPr lang="en-US" dirty="0"/>
          </a:p>
        </p:txBody>
      </p:sp>
      <p:sp>
        <p:nvSpPr>
          <p:cNvPr id="15695" name="Rectangle 4"/>
          <p:cNvSpPr>
            <a:spLocks noChangeArrowheads="1"/>
          </p:cNvSpPr>
          <p:nvPr/>
        </p:nvSpPr>
        <p:spPr bwMode="auto">
          <a:xfrm>
            <a:off x="3680282" y="6026696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96" name="TextBox 3"/>
          <p:cNvSpPr txBox="1"/>
          <p:nvPr/>
        </p:nvSpPr>
        <p:spPr>
          <a:xfrm>
            <a:off x="3629482" y="5997892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847.8471305.1.415181.000000.847001.100178</a:t>
            </a:r>
            <a:endParaRPr lang="en-US" dirty="0"/>
          </a:p>
        </p:txBody>
      </p:sp>
      <p:sp>
        <p:nvSpPr>
          <p:cNvPr id="15697" name="Rectangle 4"/>
          <p:cNvSpPr>
            <a:spLocks noChangeArrowheads="1"/>
          </p:cNvSpPr>
          <p:nvPr/>
        </p:nvSpPr>
        <p:spPr bwMode="auto">
          <a:xfrm>
            <a:off x="5918962" y="602669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698" name="TextBox 3"/>
          <p:cNvSpPr txBox="1"/>
          <p:nvPr/>
        </p:nvSpPr>
        <p:spPr>
          <a:xfrm>
            <a:off x="6128715" y="599789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24,734</a:t>
            </a:r>
            <a:endParaRPr lang="en-US" dirty="0"/>
          </a:p>
        </p:txBody>
      </p:sp>
      <p:sp>
        <p:nvSpPr>
          <p:cNvPr id="15699" name="Rectangle 4"/>
          <p:cNvSpPr>
            <a:spLocks noChangeArrowheads="1"/>
          </p:cNvSpPr>
          <p:nvPr/>
        </p:nvSpPr>
        <p:spPr bwMode="auto">
          <a:xfrm>
            <a:off x="6566408" y="602669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00" name="TextBox 3"/>
          <p:cNvSpPr txBox="1"/>
          <p:nvPr/>
        </p:nvSpPr>
        <p:spPr>
          <a:xfrm>
            <a:off x="6776161" y="599789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16,419</a:t>
            </a:r>
            <a:endParaRPr lang="en-US" dirty="0"/>
          </a:p>
        </p:txBody>
      </p:sp>
      <p:sp>
        <p:nvSpPr>
          <p:cNvPr id="15701" name="Rectangle 4"/>
          <p:cNvSpPr>
            <a:spLocks noChangeArrowheads="1"/>
          </p:cNvSpPr>
          <p:nvPr/>
        </p:nvSpPr>
        <p:spPr bwMode="auto">
          <a:xfrm>
            <a:off x="7213854" y="6026696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02" name="TextBox 3"/>
          <p:cNvSpPr txBox="1"/>
          <p:nvPr/>
        </p:nvSpPr>
        <p:spPr>
          <a:xfrm>
            <a:off x="7423607" y="5997892"/>
            <a:ext cx="48849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16,418</a:t>
            </a:r>
            <a:endParaRPr lang="en-US" dirty="0"/>
          </a:p>
        </p:txBody>
      </p:sp>
      <p:sp>
        <p:nvSpPr>
          <p:cNvPr id="15703" name="Rectangle 4"/>
          <p:cNvSpPr>
            <a:spLocks noChangeArrowheads="1"/>
          </p:cNvSpPr>
          <p:nvPr/>
        </p:nvSpPr>
        <p:spPr bwMode="auto">
          <a:xfrm>
            <a:off x="7861300" y="6026696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04" name="Rectangle 4"/>
          <p:cNvSpPr>
            <a:spLocks noChangeArrowheads="1"/>
          </p:cNvSpPr>
          <p:nvPr/>
        </p:nvSpPr>
        <p:spPr bwMode="auto">
          <a:xfrm>
            <a:off x="8094497" y="6026696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05" name="Rectangle 4"/>
          <p:cNvSpPr>
            <a:spLocks noChangeArrowheads="1"/>
          </p:cNvSpPr>
          <p:nvPr/>
        </p:nvSpPr>
        <p:spPr bwMode="auto">
          <a:xfrm>
            <a:off x="8333384" y="6026696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06" name="TextBox 3"/>
          <p:cNvSpPr txBox="1"/>
          <p:nvPr/>
        </p:nvSpPr>
        <p:spPr>
          <a:xfrm>
            <a:off x="8650986" y="5997892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5707" name="Rectangle 4"/>
          <p:cNvSpPr>
            <a:spLocks noChangeArrowheads="1"/>
          </p:cNvSpPr>
          <p:nvPr/>
        </p:nvSpPr>
        <p:spPr bwMode="auto">
          <a:xfrm>
            <a:off x="878255" y="6304458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08" name="TextBox 3"/>
          <p:cNvSpPr txBox="1"/>
          <p:nvPr/>
        </p:nvSpPr>
        <p:spPr>
          <a:xfrm>
            <a:off x="827455" y="6275654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8471305</a:t>
            </a:r>
            <a:endParaRPr lang="en-US" dirty="0"/>
          </a:p>
        </p:txBody>
      </p:sp>
      <p:sp>
        <p:nvSpPr>
          <p:cNvPr id="15709" name="Rectangle 4"/>
          <p:cNvSpPr>
            <a:spLocks noChangeArrowheads="1"/>
          </p:cNvSpPr>
          <p:nvPr/>
        </p:nvSpPr>
        <p:spPr bwMode="auto">
          <a:xfrm>
            <a:off x="1365758" y="6304458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10" name="TextBox 3"/>
          <p:cNvSpPr txBox="1"/>
          <p:nvPr/>
        </p:nvSpPr>
        <p:spPr>
          <a:xfrm>
            <a:off x="1314958" y="6275654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Dean </a:t>
            </a:r>
            <a:endParaRPr lang="en-US" dirty="0"/>
          </a:p>
        </p:txBody>
      </p:sp>
      <p:sp>
        <p:nvSpPr>
          <p:cNvPr id="15711" name="TextBox 3"/>
          <p:cNvSpPr txBox="1"/>
          <p:nvPr/>
        </p:nvSpPr>
        <p:spPr>
          <a:xfrm>
            <a:off x="1314958" y="6393103"/>
            <a:ext cx="7198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Medicine</a:t>
            </a:r>
            <a:endParaRPr lang="en-US" dirty="0"/>
          </a:p>
        </p:txBody>
      </p:sp>
      <p:sp>
        <p:nvSpPr>
          <p:cNvPr id="15712" name="Rectangle 4"/>
          <p:cNvSpPr>
            <a:spLocks noChangeArrowheads="1"/>
          </p:cNvSpPr>
          <p:nvPr/>
        </p:nvSpPr>
        <p:spPr bwMode="auto">
          <a:xfrm>
            <a:off x="2163546" y="6304458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13" name="TextBox 3"/>
          <p:cNvSpPr txBox="1"/>
          <p:nvPr/>
        </p:nvSpPr>
        <p:spPr>
          <a:xfrm>
            <a:off x="2112746" y="6275654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416110</a:t>
            </a:r>
            <a:endParaRPr lang="en-US" dirty="0"/>
          </a:p>
        </p:txBody>
      </p:sp>
      <p:sp>
        <p:nvSpPr>
          <p:cNvPr id="15714" name="Rectangle 4"/>
          <p:cNvSpPr>
            <a:spLocks noChangeArrowheads="1"/>
          </p:cNvSpPr>
          <p:nvPr/>
        </p:nvSpPr>
        <p:spPr bwMode="auto">
          <a:xfrm>
            <a:off x="2622702" y="6304458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15" name="TextBox 3"/>
          <p:cNvSpPr txBox="1"/>
          <p:nvPr/>
        </p:nvSpPr>
        <p:spPr>
          <a:xfrm>
            <a:off x="2571902" y="6275654"/>
            <a:ext cx="93441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Employee travel </a:t>
            </a:r>
            <a:endParaRPr lang="en-US" dirty="0"/>
          </a:p>
        </p:txBody>
      </p:sp>
      <p:sp>
        <p:nvSpPr>
          <p:cNvPr id="15716" name="TextBox 3"/>
          <p:cNvSpPr txBox="1"/>
          <p:nvPr/>
        </p:nvSpPr>
        <p:spPr>
          <a:xfrm>
            <a:off x="2571902" y="6393103"/>
            <a:ext cx="764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costs - Fares</a:t>
            </a:r>
            <a:endParaRPr lang="en-US" dirty="0"/>
          </a:p>
        </p:txBody>
      </p:sp>
      <p:sp>
        <p:nvSpPr>
          <p:cNvPr id="15717" name="Rectangle 4"/>
          <p:cNvSpPr>
            <a:spLocks noChangeArrowheads="1"/>
          </p:cNvSpPr>
          <p:nvPr/>
        </p:nvSpPr>
        <p:spPr bwMode="auto">
          <a:xfrm>
            <a:off x="3680282" y="6304458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18" name="TextBox 3"/>
          <p:cNvSpPr txBox="1"/>
          <p:nvPr/>
        </p:nvSpPr>
        <p:spPr>
          <a:xfrm>
            <a:off x="3629482" y="6275654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847.8471305.1.416110.000000.847001.100178</a:t>
            </a:r>
            <a:endParaRPr lang="en-US" dirty="0"/>
          </a:p>
        </p:txBody>
      </p:sp>
      <p:sp>
        <p:nvSpPr>
          <p:cNvPr id="15719" name="Rectangle 4"/>
          <p:cNvSpPr>
            <a:spLocks noChangeArrowheads="1"/>
          </p:cNvSpPr>
          <p:nvPr/>
        </p:nvSpPr>
        <p:spPr bwMode="auto">
          <a:xfrm>
            <a:off x="5918962" y="630445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20" name="TextBox 3"/>
          <p:cNvSpPr txBox="1"/>
          <p:nvPr/>
        </p:nvSpPr>
        <p:spPr>
          <a:xfrm>
            <a:off x="5987491" y="6275654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1,285,515</a:t>
            </a:r>
            <a:endParaRPr lang="en-US" dirty="0"/>
          </a:p>
        </p:txBody>
      </p:sp>
      <p:sp>
        <p:nvSpPr>
          <p:cNvPr id="15721" name="Rectangle 4"/>
          <p:cNvSpPr>
            <a:spLocks noChangeArrowheads="1"/>
          </p:cNvSpPr>
          <p:nvPr/>
        </p:nvSpPr>
        <p:spPr bwMode="auto">
          <a:xfrm>
            <a:off x="6566408" y="630445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22" name="TextBox 3"/>
          <p:cNvSpPr txBox="1"/>
          <p:nvPr/>
        </p:nvSpPr>
        <p:spPr>
          <a:xfrm>
            <a:off x="6719671" y="627565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850,645</a:t>
            </a:r>
            <a:endParaRPr lang="en-US" dirty="0"/>
          </a:p>
        </p:txBody>
      </p:sp>
      <p:sp>
        <p:nvSpPr>
          <p:cNvPr id="15723" name="Rectangle 4"/>
          <p:cNvSpPr>
            <a:spLocks noChangeArrowheads="1"/>
          </p:cNvSpPr>
          <p:nvPr/>
        </p:nvSpPr>
        <p:spPr bwMode="auto">
          <a:xfrm>
            <a:off x="7213854" y="6304458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24" name="TextBox 3"/>
          <p:cNvSpPr txBox="1"/>
          <p:nvPr/>
        </p:nvSpPr>
        <p:spPr>
          <a:xfrm>
            <a:off x="7367118" y="6275654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850,644</a:t>
            </a:r>
            <a:endParaRPr lang="en-US" dirty="0"/>
          </a:p>
        </p:txBody>
      </p:sp>
      <p:sp>
        <p:nvSpPr>
          <p:cNvPr id="15725" name="Rectangle 4"/>
          <p:cNvSpPr>
            <a:spLocks noChangeArrowheads="1"/>
          </p:cNvSpPr>
          <p:nvPr/>
        </p:nvSpPr>
        <p:spPr bwMode="auto">
          <a:xfrm>
            <a:off x="7861300" y="6304458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26" name="Rectangle 4"/>
          <p:cNvSpPr>
            <a:spLocks noChangeArrowheads="1"/>
          </p:cNvSpPr>
          <p:nvPr/>
        </p:nvSpPr>
        <p:spPr bwMode="auto">
          <a:xfrm>
            <a:off x="8094497" y="6304458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27" name="Rectangle 4"/>
          <p:cNvSpPr>
            <a:spLocks noChangeArrowheads="1"/>
          </p:cNvSpPr>
          <p:nvPr/>
        </p:nvSpPr>
        <p:spPr bwMode="auto">
          <a:xfrm>
            <a:off x="8333384" y="6304458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28" name="TextBox 3"/>
          <p:cNvSpPr txBox="1"/>
          <p:nvPr/>
        </p:nvSpPr>
        <p:spPr>
          <a:xfrm>
            <a:off x="8650986" y="6275654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</a:t>
            </a:r>
            <a:endParaRPr lang="en-US" dirty="0"/>
          </a:p>
        </p:txBody>
      </p:sp>
      <p:sp>
        <p:nvSpPr>
          <p:cNvPr id="15729" name="Rectangle 4"/>
          <p:cNvSpPr>
            <a:spLocks noChangeArrowheads="1"/>
          </p:cNvSpPr>
          <p:nvPr/>
        </p:nvSpPr>
        <p:spPr bwMode="auto">
          <a:xfrm>
            <a:off x="878255" y="6582219"/>
            <a:ext cx="487502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30" name="TextBox 3"/>
          <p:cNvSpPr txBox="1"/>
          <p:nvPr/>
        </p:nvSpPr>
        <p:spPr>
          <a:xfrm>
            <a:off x="827455" y="6553415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8471305</a:t>
            </a:r>
            <a:endParaRPr lang="en-US" dirty="0"/>
          </a:p>
        </p:txBody>
      </p:sp>
      <p:sp>
        <p:nvSpPr>
          <p:cNvPr id="15731" name="Rectangle 4"/>
          <p:cNvSpPr>
            <a:spLocks noChangeArrowheads="1"/>
          </p:cNvSpPr>
          <p:nvPr/>
        </p:nvSpPr>
        <p:spPr bwMode="auto">
          <a:xfrm>
            <a:off x="1365758" y="6582219"/>
            <a:ext cx="797788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32" name="TextBox 3"/>
          <p:cNvSpPr txBox="1"/>
          <p:nvPr/>
        </p:nvSpPr>
        <p:spPr>
          <a:xfrm>
            <a:off x="1314958" y="6553415"/>
            <a:ext cx="810158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KUST - Dean </a:t>
            </a:r>
            <a:endParaRPr lang="en-US" dirty="0"/>
          </a:p>
        </p:txBody>
      </p:sp>
      <p:sp>
        <p:nvSpPr>
          <p:cNvPr id="15733" name="TextBox 3"/>
          <p:cNvSpPr txBox="1"/>
          <p:nvPr/>
        </p:nvSpPr>
        <p:spPr>
          <a:xfrm>
            <a:off x="1314958" y="6670865"/>
            <a:ext cx="71983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Of Medicine</a:t>
            </a:r>
            <a:endParaRPr lang="en-US" dirty="0"/>
          </a:p>
        </p:txBody>
      </p:sp>
      <p:sp>
        <p:nvSpPr>
          <p:cNvPr id="15734" name="Rectangle 4"/>
          <p:cNvSpPr>
            <a:spLocks noChangeArrowheads="1"/>
          </p:cNvSpPr>
          <p:nvPr/>
        </p:nvSpPr>
        <p:spPr bwMode="auto">
          <a:xfrm>
            <a:off x="2163546" y="6582219"/>
            <a:ext cx="459155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35" name="TextBox 3"/>
          <p:cNvSpPr txBox="1"/>
          <p:nvPr/>
        </p:nvSpPr>
        <p:spPr>
          <a:xfrm>
            <a:off x="2112746" y="6553415"/>
            <a:ext cx="516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416310</a:t>
            </a:r>
            <a:endParaRPr lang="en-US" dirty="0"/>
          </a:p>
        </p:txBody>
      </p:sp>
      <p:sp>
        <p:nvSpPr>
          <p:cNvPr id="15736" name="Rectangle 4"/>
          <p:cNvSpPr>
            <a:spLocks noChangeArrowheads="1"/>
          </p:cNvSpPr>
          <p:nvPr/>
        </p:nvSpPr>
        <p:spPr bwMode="auto">
          <a:xfrm>
            <a:off x="2622702" y="6582219"/>
            <a:ext cx="10575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37" name="TextBox 3"/>
          <p:cNvSpPr txBox="1"/>
          <p:nvPr/>
        </p:nvSpPr>
        <p:spPr>
          <a:xfrm>
            <a:off x="2571902" y="6553415"/>
            <a:ext cx="102473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Medical insurance </a:t>
            </a:r>
            <a:endParaRPr lang="en-US" dirty="0"/>
          </a:p>
        </p:txBody>
      </p:sp>
      <p:sp>
        <p:nvSpPr>
          <p:cNvPr id="15738" name="TextBox 3"/>
          <p:cNvSpPr txBox="1"/>
          <p:nvPr/>
        </p:nvSpPr>
        <p:spPr>
          <a:xfrm>
            <a:off x="2571902" y="6670865"/>
            <a:ext cx="572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premium</a:t>
            </a:r>
            <a:endParaRPr lang="en-US" dirty="0"/>
          </a:p>
        </p:txBody>
      </p:sp>
      <p:sp>
        <p:nvSpPr>
          <p:cNvPr id="15739" name="Rectangle 4"/>
          <p:cNvSpPr>
            <a:spLocks noChangeArrowheads="1"/>
          </p:cNvSpPr>
          <p:nvPr/>
        </p:nvSpPr>
        <p:spPr bwMode="auto">
          <a:xfrm>
            <a:off x="3680282" y="6582219"/>
            <a:ext cx="2238679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40" name="TextBox 3"/>
          <p:cNvSpPr txBox="1"/>
          <p:nvPr/>
        </p:nvSpPr>
        <p:spPr>
          <a:xfrm>
            <a:off x="3629482" y="6553415"/>
            <a:ext cx="232440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847.8471305.1.416310.000000.847001.100178</a:t>
            </a:r>
            <a:endParaRPr lang="en-US" dirty="0"/>
          </a:p>
        </p:txBody>
      </p:sp>
      <p:sp>
        <p:nvSpPr>
          <p:cNvPr id="15741" name="Rectangle 4"/>
          <p:cNvSpPr>
            <a:spLocks noChangeArrowheads="1"/>
          </p:cNvSpPr>
          <p:nvPr/>
        </p:nvSpPr>
        <p:spPr bwMode="auto">
          <a:xfrm>
            <a:off x="5918962" y="658221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42" name="TextBox 3"/>
          <p:cNvSpPr txBox="1"/>
          <p:nvPr/>
        </p:nvSpPr>
        <p:spPr>
          <a:xfrm>
            <a:off x="5987491" y="6553415"/>
            <a:ext cx="62971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1,122,702</a:t>
            </a:r>
            <a:endParaRPr lang="en-US" dirty="0"/>
          </a:p>
        </p:txBody>
      </p:sp>
      <p:sp>
        <p:nvSpPr>
          <p:cNvPr id="15743" name="Rectangle 4"/>
          <p:cNvSpPr>
            <a:spLocks noChangeArrowheads="1"/>
          </p:cNvSpPr>
          <p:nvPr/>
        </p:nvSpPr>
        <p:spPr bwMode="auto">
          <a:xfrm>
            <a:off x="6566408" y="658221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44" name="TextBox 3"/>
          <p:cNvSpPr txBox="1"/>
          <p:nvPr/>
        </p:nvSpPr>
        <p:spPr>
          <a:xfrm>
            <a:off x="6719671" y="655341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702,945</a:t>
            </a:r>
            <a:endParaRPr lang="en-US" dirty="0"/>
          </a:p>
        </p:txBody>
      </p:sp>
      <p:sp>
        <p:nvSpPr>
          <p:cNvPr id="15745" name="Rectangle 4"/>
          <p:cNvSpPr>
            <a:spLocks noChangeArrowheads="1"/>
          </p:cNvSpPr>
          <p:nvPr/>
        </p:nvSpPr>
        <p:spPr bwMode="auto">
          <a:xfrm>
            <a:off x="7213854" y="6582219"/>
            <a:ext cx="64744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46" name="TextBox 3"/>
          <p:cNvSpPr txBox="1"/>
          <p:nvPr/>
        </p:nvSpPr>
        <p:spPr>
          <a:xfrm>
            <a:off x="7367118" y="6553415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702,945</a:t>
            </a:r>
            <a:endParaRPr lang="en-US" dirty="0"/>
          </a:p>
        </p:txBody>
      </p:sp>
      <p:sp>
        <p:nvSpPr>
          <p:cNvPr id="15747" name="Rectangle 4"/>
          <p:cNvSpPr>
            <a:spLocks noChangeArrowheads="1"/>
          </p:cNvSpPr>
          <p:nvPr/>
        </p:nvSpPr>
        <p:spPr bwMode="auto">
          <a:xfrm>
            <a:off x="7861300" y="6582219"/>
            <a:ext cx="233197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48" name="Rectangle 4"/>
          <p:cNvSpPr>
            <a:spLocks noChangeArrowheads="1"/>
          </p:cNvSpPr>
          <p:nvPr/>
        </p:nvSpPr>
        <p:spPr bwMode="auto">
          <a:xfrm>
            <a:off x="8094497" y="6582219"/>
            <a:ext cx="238886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49" name="Rectangle 4"/>
          <p:cNvSpPr>
            <a:spLocks noChangeArrowheads="1"/>
          </p:cNvSpPr>
          <p:nvPr/>
        </p:nvSpPr>
        <p:spPr bwMode="auto">
          <a:xfrm>
            <a:off x="8333384" y="6582219"/>
            <a:ext cx="501091" cy="2777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sp>
      <p:sp>
        <p:nvSpPr>
          <p:cNvPr id="15750" name="TextBox 3"/>
          <p:cNvSpPr txBox="1"/>
          <p:nvPr/>
        </p:nvSpPr>
        <p:spPr>
          <a:xfrm>
            <a:off x="8650986" y="6553415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5751" name="Rectangle 4"/>
          <p:cNvSpPr>
            <a:spLocks noChangeArrowheads="1"/>
          </p:cNvSpPr>
          <p:nvPr/>
        </p:nvSpPr>
        <p:spPr bwMode="auto">
          <a:xfrm>
            <a:off x="878255" y="6859981"/>
            <a:ext cx="487502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752" name="TextBox 3"/>
          <p:cNvSpPr txBox="1"/>
          <p:nvPr/>
        </p:nvSpPr>
        <p:spPr>
          <a:xfrm>
            <a:off x="827455" y="6831178"/>
            <a:ext cx="573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8471305</a:t>
            </a:r>
            <a:endParaRPr lang="en-US" dirty="0"/>
          </a:p>
        </p:txBody>
      </p:sp>
      <p:sp>
        <p:nvSpPr>
          <p:cNvPr id="15753" name="TextBox 3"/>
          <p:cNvSpPr txBox="1"/>
          <p:nvPr/>
        </p:nvSpPr>
        <p:spPr>
          <a:xfrm>
            <a:off x="827455" y="6948627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5754" name="Rectangle 4"/>
          <p:cNvSpPr>
            <a:spLocks noChangeArrowheads="1"/>
          </p:cNvSpPr>
          <p:nvPr/>
        </p:nvSpPr>
        <p:spPr bwMode="auto">
          <a:xfrm>
            <a:off x="1365758" y="6859981"/>
            <a:ext cx="797788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755" name="Rectangle 4"/>
          <p:cNvSpPr>
            <a:spLocks noChangeArrowheads="1"/>
          </p:cNvSpPr>
          <p:nvPr/>
        </p:nvSpPr>
        <p:spPr bwMode="auto">
          <a:xfrm>
            <a:off x="2163546" y="6859981"/>
            <a:ext cx="459155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756" name="Rectangle 4"/>
          <p:cNvSpPr>
            <a:spLocks noChangeArrowheads="1"/>
          </p:cNvSpPr>
          <p:nvPr/>
        </p:nvSpPr>
        <p:spPr bwMode="auto">
          <a:xfrm>
            <a:off x="2622702" y="6859981"/>
            <a:ext cx="10575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757" name="Rectangle 4"/>
          <p:cNvSpPr>
            <a:spLocks noChangeArrowheads="1"/>
          </p:cNvSpPr>
          <p:nvPr/>
        </p:nvSpPr>
        <p:spPr bwMode="auto">
          <a:xfrm>
            <a:off x="3680282" y="6859981"/>
            <a:ext cx="2238679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758" name="Rectangle 4"/>
          <p:cNvSpPr>
            <a:spLocks noChangeArrowheads="1"/>
          </p:cNvSpPr>
          <p:nvPr/>
        </p:nvSpPr>
        <p:spPr bwMode="auto">
          <a:xfrm>
            <a:off x="5918962" y="6859981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759" name="TextBox 3"/>
          <p:cNvSpPr txBox="1"/>
          <p:nvPr/>
        </p:nvSpPr>
        <p:spPr>
          <a:xfrm>
            <a:off x="5931001" y="6831178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44,492,504</a:t>
            </a:r>
            <a:endParaRPr lang="en-US" dirty="0"/>
          </a:p>
        </p:txBody>
      </p:sp>
      <p:sp>
        <p:nvSpPr>
          <p:cNvPr id="15760" name="Rectangle 4"/>
          <p:cNvSpPr>
            <a:spLocks noChangeArrowheads="1"/>
          </p:cNvSpPr>
          <p:nvPr/>
        </p:nvSpPr>
        <p:spPr bwMode="auto">
          <a:xfrm>
            <a:off x="6566408" y="6859981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761" name="TextBox 3"/>
          <p:cNvSpPr txBox="1"/>
          <p:nvPr/>
        </p:nvSpPr>
        <p:spPr>
          <a:xfrm>
            <a:off x="6578447" y="6831178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45,655,315</a:t>
            </a:r>
            <a:endParaRPr lang="en-US" dirty="0"/>
          </a:p>
        </p:txBody>
      </p:sp>
      <p:sp>
        <p:nvSpPr>
          <p:cNvPr id="15762" name="Rectangle 4"/>
          <p:cNvSpPr>
            <a:spLocks noChangeArrowheads="1"/>
          </p:cNvSpPr>
          <p:nvPr/>
        </p:nvSpPr>
        <p:spPr bwMode="auto">
          <a:xfrm>
            <a:off x="7213854" y="6859981"/>
            <a:ext cx="64744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763" name="TextBox 3"/>
          <p:cNvSpPr txBox="1"/>
          <p:nvPr/>
        </p:nvSpPr>
        <p:spPr>
          <a:xfrm>
            <a:off x="7225894" y="6831178"/>
            <a:ext cx="68620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45,654,098</a:t>
            </a:r>
            <a:endParaRPr lang="en-US" dirty="0"/>
          </a:p>
        </p:txBody>
      </p:sp>
      <p:sp>
        <p:nvSpPr>
          <p:cNvPr id="15764" name="Rectangle 4"/>
          <p:cNvSpPr>
            <a:spLocks noChangeArrowheads="1"/>
          </p:cNvSpPr>
          <p:nvPr/>
        </p:nvSpPr>
        <p:spPr bwMode="auto">
          <a:xfrm>
            <a:off x="7861300" y="6859981"/>
            <a:ext cx="233197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765" name="Rectangle 4"/>
          <p:cNvSpPr>
            <a:spLocks noChangeArrowheads="1"/>
          </p:cNvSpPr>
          <p:nvPr/>
        </p:nvSpPr>
        <p:spPr bwMode="auto">
          <a:xfrm>
            <a:off x="8094497" y="6859981"/>
            <a:ext cx="238886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766" name="Rectangle 4"/>
          <p:cNvSpPr>
            <a:spLocks noChangeArrowheads="1"/>
          </p:cNvSpPr>
          <p:nvPr/>
        </p:nvSpPr>
        <p:spPr bwMode="auto">
          <a:xfrm>
            <a:off x="8333384" y="6859981"/>
            <a:ext cx="501091" cy="277761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767" name="TextBox 3"/>
          <p:cNvSpPr txBox="1"/>
          <p:nvPr/>
        </p:nvSpPr>
        <p:spPr>
          <a:xfrm>
            <a:off x="8453272" y="6831178"/>
            <a:ext cx="43200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1,217</a:t>
            </a:r>
            <a:endParaRPr lang="en-US" dirty="0"/>
          </a:p>
        </p:txBody>
      </p:sp>
      <p:sp>
        <p:nvSpPr>
          <p:cNvPr id="15768" name="Rectangle 4"/>
          <p:cNvSpPr>
            <a:spLocks noChangeArrowheads="1"/>
          </p:cNvSpPr>
          <p:nvPr/>
        </p:nvSpPr>
        <p:spPr bwMode="auto">
          <a:xfrm>
            <a:off x="469900" y="7137742"/>
            <a:ext cx="408355" cy="155549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769" name="TextBox 3"/>
          <p:cNvSpPr txBox="1"/>
          <p:nvPr/>
        </p:nvSpPr>
        <p:spPr>
          <a:xfrm>
            <a:off x="419100" y="7108939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Grand </a:t>
            </a:r>
            <a:endParaRPr lang="en-US" dirty="0"/>
          </a:p>
        </p:txBody>
      </p:sp>
      <p:sp>
        <p:nvSpPr>
          <p:cNvPr id="15770" name="Rectangle 4"/>
          <p:cNvSpPr>
            <a:spLocks noChangeArrowheads="1"/>
          </p:cNvSpPr>
          <p:nvPr/>
        </p:nvSpPr>
        <p:spPr bwMode="auto">
          <a:xfrm>
            <a:off x="878255" y="7137742"/>
            <a:ext cx="487502" cy="155549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771" name="Rectangle 4"/>
          <p:cNvSpPr>
            <a:spLocks noChangeArrowheads="1"/>
          </p:cNvSpPr>
          <p:nvPr/>
        </p:nvSpPr>
        <p:spPr bwMode="auto">
          <a:xfrm>
            <a:off x="1365758" y="7137742"/>
            <a:ext cx="797788" cy="155549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772" name="Rectangle 4"/>
          <p:cNvSpPr>
            <a:spLocks noChangeArrowheads="1"/>
          </p:cNvSpPr>
          <p:nvPr/>
        </p:nvSpPr>
        <p:spPr bwMode="auto">
          <a:xfrm>
            <a:off x="2163546" y="7137742"/>
            <a:ext cx="459155" cy="155549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773" name="Rectangle 4"/>
          <p:cNvSpPr>
            <a:spLocks noChangeArrowheads="1"/>
          </p:cNvSpPr>
          <p:nvPr/>
        </p:nvSpPr>
        <p:spPr bwMode="auto">
          <a:xfrm>
            <a:off x="2622702" y="7137742"/>
            <a:ext cx="1057579" cy="155549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774" name="Rectangle 4"/>
          <p:cNvSpPr>
            <a:spLocks noChangeArrowheads="1"/>
          </p:cNvSpPr>
          <p:nvPr/>
        </p:nvSpPr>
        <p:spPr bwMode="auto">
          <a:xfrm>
            <a:off x="3680282" y="7137742"/>
            <a:ext cx="2238679" cy="155549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775" name="Rectangle 4"/>
          <p:cNvSpPr>
            <a:spLocks noChangeArrowheads="1"/>
          </p:cNvSpPr>
          <p:nvPr/>
        </p:nvSpPr>
        <p:spPr bwMode="auto">
          <a:xfrm>
            <a:off x="5918962" y="7137742"/>
            <a:ext cx="647446" cy="155549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776" name="TextBox 3"/>
          <p:cNvSpPr txBox="1"/>
          <p:nvPr/>
        </p:nvSpPr>
        <p:spPr>
          <a:xfrm>
            <a:off x="5874512" y="7108939"/>
            <a:ext cx="74269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563,874,000</a:t>
            </a:r>
            <a:endParaRPr lang="en-US" dirty="0"/>
          </a:p>
        </p:txBody>
      </p:sp>
      <p:sp>
        <p:nvSpPr>
          <p:cNvPr id="15777" name="Rectangle 4"/>
          <p:cNvSpPr>
            <a:spLocks noChangeArrowheads="1"/>
          </p:cNvSpPr>
          <p:nvPr/>
        </p:nvSpPr>
        <p:spPr bwMode="auto">
          <a:xfrm>
            <a:off x="6566408" y="7137742"/>
            <a:ext cx="647446" cy="155549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778" name="TextBox 3"/>
          <p:cNvSpPr txBox="1"/>
          <p:nvPr/>
        </p:nvSpPr>
        <p:spPr>
          <a:xfrm>
            <a:off x="6521957" y="7108939"/>
            <a:ext cx="74269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584,088,560</a:t>
            </a:r>
            <a:endParaRPr lang="en-US" dirty="0"/>
          </a:p>
        </p:txBody>
      </p:sp>
      <p:sp>
        <p:nvSpPr>
          <p:cNvPr id="15779" name="Rectangle 4"/>
          <p:cNvSpPr>
            <a:spLocks noChangeArrowheads="1"/>
          </p:cNvSpPr>
          <p:nvPr/>
        </p:nvSpPr>
        <p:spPr bwMode="auto">
          <a:xfrm>
            <a:off x="7213854" y="7137742"/>
            <a:ext cx="647446" cy="155549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780" name="TextBox 3"/>
          <p:cNvSpPr txBox="1"/>
          <p:nvPr/>
        </p:nvSpPr>
        <p:spPr>
          <a:xfrm>
            <a:off x="7169404" y="7108939"/>
            <a:ext cx="74269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583,579,295</a:t>
            </a:r>
            <a:endParaRPr lang="en-US" dirty="0"/>
          </a:p>
        </p:txBody>
      </p:sp>
      <p:sp>
        <p:nvSpPr>
          <p:cNvPr id="15781" name="Rectangle 4"/>
          <p:cNvSpPr>
            <a:spLocks noChangeArrowheads="1"/>
          </p:cNvSpPr>
          <p:nvPr/>
        </p:nvSpPr>
        <p:spPr bwMode="auto">
          <a:xfrm>
            <a:off x="7861300" y="7137742"/>
            <a:ext cx="233197" cy="155549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782" name="TextBox 3"/>
          <p:cNvSpPr txBox="1"/>
          <p:nvPr/>
        </p:nvSpPr>
        <p:spPr>
          <a:xfrm>
            <a:off x="7911008" y="710893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5783" name="Rectangle 4"/>
          <p:cNvSpPr>
            <a:spLocks noChangeArrowheads="1"/>
          </p:cNvSpPr>
          <p:nvPr/>
        </p:nvSpPr>
        <p:spPr bwMode="auto">
          <a:xfrm>
            <a:off x="8094497" y="7137742"/>
            <a:ext cx="238886" cy="155549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784" name="TextBox 3"/>
          <p:cNvSpPr txBox="1"/>
          <p:nvPr/>
        </p:nvSpPr>
        <p:spPr>
          <a:xfrm>
            <a:off x="8149894" y="7108939"/>
            <a:ext cx="234289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0</a:t>
            </a:r>
            <a:endParaRPr lang="en-US" dirty="0"/>
          </a:p>
        </p:txBody>
      </p:sp>
      <p:sp>
        <p:nvSpPr>
          <p:cNvPr id="15785" name="Rectangle 4"/>
          <p:cNvSpPr>
            <a:spLocks noChangeArrowheads="1"/>
          </p:cNvSpPr>
          <p:nvPr/>
        </p:nvSpPr>
        <p:spPr bwMode="auto">
          <a:xfrm>
            <a:off x="8333384" y="7137742"/>
            <a:ext cx="501091" cy="155549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786" name="TextBox 3"/>
          <p:cNvSpPr txBox="1"/>
          <p:nvPr/>
        </p:nvSpPr>
        <p:spPr>
          <a:xfrm>
            <a:off x="8340293" y="7108939"/>
            <a:ext cx="54498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509,265</a:t>
            </a:r>
            <a:endParaRPr lang="en-US" dirty="0"/>
          </a:p>
        </p:txBody>
      </p:sp>
      <p:sp>
        <p:nvSpPr>
          <p:cNvPr id="15787" name="Rectangle 4"/>
          <p:cNvSpPr>
            <a:spLocks noChangeArrowheads="1"/>
          </p:cNvSpPr>
          <p:nvPr/>
        </p:nvSpPr>
        <p:spPr bwMode="auto">
          <a:xfrm>
            <a:off x="3677107" y="7134567"/>
            <a:ext cx="6350" cy="161899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5788" name="Rectangle 4"/>
          <p:cNvSpPr>
            <a:spLocks noChangeArrowheads="1"/>
          </p:cNvSpPr>
          <p:nvPr/>
        </p:nvSpPr>
        <p:spPr bwMode="auto">
          <a:xfrm>
            <a:off x="466725" y="920673"/>
            <a:ext cx="6350" cy="6220244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5789" name="Rectangle 4"/>
          <p:cNvSpPr>
            <a:spLocks noChangeArrowheads="1"/>
          </p:cNvSpPr>
          <p:nvPr/>
        </p:nvSpPr>
        <p:spPr bwMode="auto">
          <a:xfrm>
            <a:off x="1362583" y="7134567"/>
            <a:ext cx="6350" cy="161899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5790" name="Rectangle 4"/>
          <p:cNvSpPr>
            <a:spLocks noChangeArrowheads="1"/>
          </p:cNvSpPr>
          <p:nvPr/>
        </p:nvSpPr>
        <p:spPr bwMode="auto">
          <a:xfrm>
            <a:off x="875080" y="7134567"/>
            <a:ext cx="6350" cy="161899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5791" name="Rectangle 4"/>
          <p:cNvSpPr>
            <a:spLocks noChangeArrowheads="1"/>
          </p:cNvSpPr>
          <p:nvPr/>
        </p:nvSpPr>
        <p:spPr bwMode="auto">
          <a:xfrm>
            <a:off x="2619527" y="7134567"/>
            <a:ext cx="6350" cy="161899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5792" name="Rectangle 4"/>
          <p:cNvSpPr>
            <a:spLocks noChangeArrowheads="1"/>
          </p:cNvSpPr>
          <p:nvPr/>
        </p:nvSpPr>
        <p:spPr bwMode="auto">
          <a:xfrm>
            <a:off x="2160371" y="7134567"/>
            <a:ext cx="6350" cy="161899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5793" name="Rectangle 4"/>
          <p:cNvSpPr>
            <a:spLocks noChangeArrowheads="1"/>
          </p:cNvSpPr>
          <p:nvPr/>
        </p:nvSpPr>
        <p:spPr bwMode="auto">
          <a:xfrm>
            <a:off x="7213854" y="47934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794" name="Rectangle 4"/>
          <p:cNvSpPr>
            <a:spLocks noChangeArrowheads="1"/>
          </p:cNvSpPr>
          <p:nvPr/>
        </p:nvSpPr>
        <p:spPr bwMode="auto">
          <a:xfrm>
            <a:off x="878255" y="479343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795" name="Rectangle 4"/>
          <p:cNvSpPr>
            <a:spLocks noChangeArrowheads="1"/>
          </p:cNvSpPr>
          <p:nvPr/>
        </p:nvSpPr>
        <p:spPr bwMode="auto">
          <a:xfrm>
            <a:off x="7213854" y="400301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796" name="Rectangle 4"/>
          <p:cNvSpPr>
            <a:spLocks noChangeArrowheads="1"/>
          </p:cNvSpPr>
          <p:nvPr/>
        </p:nvSpPr>
        <p:spPr bwMode="auto">
          <a:xfrm>
            <a:off x="878255" y="400301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797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798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799" name="Rectangle 4"/>
          <p:cNvSpPr>
            <a:spLocks noChangeArrowheads="1"/>
          </p:cNvSpPr>
          <p:nvPr/>
        </p:nvSpPr>
        <p:spPr bwMode="auto">
          <a:xfrm>
            <a:off x="7213854" y="574417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00" name="Rectangle 4"/>
          <p:cNvSpPr>
            <a:spLocks noChangeArrowheads="1"/>
          </p:cNvSpPr>
          <p:nvPr/>
        </p:nvSpPr>
        <p:spPr bwMode="auto">
          <a:xfrm>
            <a:off x="878255" y="574417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01" name="Rectangle 4"/>
          <p:cNvSpPr>
            <a:spLocks noChangeArrowheads="1"/>
          </p:cNvSpPr>
          <p:nvPr/>
        </p:nvSpPr>
        <p:spPr bwMode="auto">
          <a:xfrm>
            <a:off x="7213854" y="685521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02" name="Rectangle 4"/>
          <p:cNvSpPr>
            <a:spLocks noChangeArrowheads="1"/>
          </p:cNvSpPr>
          <p:nvPr/>
        </p:nvSpPr>
        <p:spPr bwMode="auto">
          <a:xfrm>
            <a:off x="878255" y="685521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03" name="Rectangle 4"/>
          <p:cNvSpPr>
            <a:spLocks noChangeArrowheads="1"/>
          </p:cNvSpPr>
          <p:nvPr/>
        </p:nvSpPr>
        <p:spPr bwMode="auto">
          <a:xfrm>
            <a:off x="7213854" y="119367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04" name="Rectangle 4"/>
          <p:cNvSpPr>
            <a:spLocks noChangeArrowheads="1"/>
          </p:cNvSpPr>
          <p:nvPr/>
        </p:nvSpPr>
        <p:spPr bwMode="auto">
          <a:xfrm>
            <a:off x="878255" y="119367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05" name="Rectangle 4"/>
          <p:cNvSpPr>
            <a:spLocks noChangeArrowheads="1"/>
          </p:cNvSpPr>
          <p:nvPr/>
        </p:nvSpPr>
        <p:spPr bwMode="auto">
          <a:xfrm>
            <a:off x="7213854" y="5071199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06" name="Rectangle 4"/>
          <p:cNvSpPr>
            <a:spLocks noChangeArrowheads="1"/>
          </p:cNvSpPr>
          <p:nvPr/>
        </p:nvSpPr>
        <p:spPr bwMode="auto">
          <a:xfrm>
            <a:off x="878255" y="5071199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07" name="Rectangle 4"/>
          <p:cNvSpPr>
            <a:spLocks noChangeArrowheads="1"/>
          </p:cNvSpPr>
          <p:nvPr/>
        </p:nvSpPr>
        <p:spPr bwMode="auto">
          <a:xfrm>
            <a:off x="7213854" y="344749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08" name="Rectangle 4"/>
          <p:cNvSpPr>
            <a:spLocks noChangeArrowheads="1"/>
          </p:cNvSpPr>
          <p:nvPr/>
        </p:nvSpPr>
        <p:spPr bwMode="auto">
          <a:xfrm>
            <a:off x="878255" y="344749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09" name="Rectangle 4"/>
          <p:cNvSpPr>
            <a:spLocks noChangeArrowheads="1"/>
          </p:cNvSpPr>
          <p:nvPr/>
        </p:nvSpPr>
        <p:spPr bwMode="auto">
          <a:xfrm>
            <a:off x="469900" y="7293292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10" name="Rectangle 4"/>
          <p:cNvSpPr>
            <a:spLocks noChangeArrowheads="1"/>
          </p:cNvSpPr>
          <p:nvPr/>
        </p:nvSpPr>
        <p:spPr bwMode="auto">
          <a:xfrm>
            <a:off x="466725" y="7134567"/>
            <a:ext cx="5452237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5811" name="Rectangle 4"/>
          <p:cNvSpPr>
            <a:spLocks noChangeArrowheads="1"/>
          </p:cNvSpPr>
          <p:nvPr/>
        </p:nvSpPr>
        <p:spPr bwMode="auto">
          <a:xfrm>
            <a:off x="7213854" y="6021933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12" name="Rectangle 4"/>
          <p:cNvSpPr>
            <a:spLocks noChangeArrowheads="1"/>
          </p:cNvSpPr>
          <p:nvPr/>
        </p:nvSpPr>
        <p:spPr bwMode="auto">
          <a:xfrm>
            <a:off x="878255" y="6021933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13" name="Rectangle 4"/>
          <p:cNvSpPr>
            <a:spLocks noChangeArrowheads="1"/>
          </p:cNvSpPr>
          <p:nvPr/>
        </p:nvSpPr>
        <p:spPr bwMode="auto">
          <a:xfrm>
            <a:off x="7213854" y="6577456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14" name="Rectangle 4"/>
          <p:cNvSpPr>
            <a:spLocks noChangeArrowheads="1"/>
          </p:cNvSpPr>
          <p:nvPr/>
        </p:nvSpPr>
        <p:spPr bwMode="auto">
          <a:xfrm>
            <a:off x="878255" y="6577456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15" name="Rectangle 4"/>
          <p:cNvSpPr>
            <a:spLocks noChangeArrowheads="1"/>
          </p:cNvSpPr>
          <p:nvPr/>
        </p:nvSpPr>
        <p:spPr bwMode="auto">
          <a:xfrm>
            <a:off x="7213854" y="1471434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16" name="Rectangle 4"/>
          <p:cNvSpPr>
            <a:spLocks noChangeArrowheads="1"/>
          </p:cNvSpPr>
          <p:nvPr/>
        </p:nvSpPr>
        <p:spPr bwMode="auto">
          <a:xfrm>
            <a:off x="878255" y="1471434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17" name="Rectangle 4"/>
          <p:cNvSpPr>
            <a:spLocks noChangeArrowheads="1"/>
          </p:cNvSpPr>
          <p:nvPr/>
        </p:nvSpPr>
        <p:spPr bwMode="auto">
          <a:xfrm>
            <a:off x="7213854" y="439822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18" name="Rectangle 4"/>
          <p:cNvSpPr>
            <a:spLocks noChangeArrowheads="1"/>
          </p:cNvSpPr>
          <p:nvPr/>
        </p:nvSpPr>
        <p:spPr bwMode="auto">
          <a:xfrm>
            <a:off x="878255" y="439822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19" name="Rectangle 4"/>
          <p:cNvSpPr>
            <a:spLocks noChangeArrowheads="1"/>
          </p:cNvSpPr>
          <p:nvPr/>
        </p:nvSpPr>
        <p:spPr bwMode="auto">
          <a:xfrm>
            <a:off x="7213854" y="534896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20" name="Rectangle 4"/>
          <p:cNvSpPr>
            <a:spLocks noChangeArrowheads="1"/>
          </p:cNvSpPr>
          <p:nvPr/>
        </p:nvSpPr>
        <p:spPr bwMode="auto">
          <a:xfrm>
            <a:off x="878255" y="5348961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21" name="Rectangle 4"/>
          <p:cNvSpPr>
            <a:spLocks noChangeArrowheads="1"/>
          </p:cNvSpPr>
          <p:nvPr/>
        </p:nvSpPr>
        <p:spPr bwMode="auto">
          <a:xfrm>
            <a:off x="7213854" y="3725252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22" name="Rectangle 4"/>
          <p:cNvSpPr>
            <a:spLocks noChangeArrowheads="1"/>
          </p:cNvSpPr>
          <p:nvPr/>
        </p:nvSpPr>
        <p:spPr bwMode="auto">
          <a:xfrm>
            <a:off x="878255" y="3725252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23" name="Rectangle 4"/>
          <p:cNvSpPr>
            <a:spLocks noChangeArrowheads="1"/>
          </p:cNvSpPr>
          <p:nvPr/>
        </p:nvSpPr>
        <p:spPr bwMode="auto">
          <a:xfrm>
            <a:off x="875080" y="7290118"/>
            <a:ext cx="5043881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5824" name="Rectangle 4"/>
          <p:cNvSpPr>
            <a:spLocks noChangeArrowheads="1"/>
          </p:cNvSpPr>
          <p:nvPr/>
        </p:nvSpPr>
        <p:spPr bwMode="auto">
          <a:xfrm>
            <a:off x="7213854" y="305228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25" name="Rectangle 4"/>
          <p:cNvSpPr>
            <a:spLocks noChangeArrowheads="1"/>
          </p:cNvSpPr>
          <p:nvPr/>
        </p:nvSpPr>
        <p:spPr bwMode="auto">
          <a:xfrm>
            <a:off x="878255" y="305228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26" name="Rectangle 4"/>
          <p:cNvSpPr>
            <a:spLocks noChangeArrowheads="1"/>
          </p:cNvSpPr>
          <p:nvPr/>
        </p:nvSpPr>
        <p:spPr bwMode="auto">
          <a:xfrm>
            <a:off x="7213854" y="2657068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27" name="Rectangle 4"/>
          <p:cNvSpPr>
            <a:spLocks noChangeArrowheads="1"/>
          </p:cNvSpPr>
          <p:nvPr/>
        </p:nvSpPr>
        <p:spPr bwMode="auto">
          <a:xfrm>
            <a:off x="878255" y="2657068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28" name="Rectangle 4"/>
          <p:cNvSpPr>
            <a:spLocks noChangeArrowheads="1"/>
          </p:cNvSpPr>
          <p:nvPr/>
        </p:nvSpPr>
        <p:spPr bwMode="auto">
          <a:xfrm>
            <a:off x="7213854" y="226185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29" name="Rectangle 4"/>
          <p:cNvSpPr>
            <a:spLocks noChangeArrowheads="1"/>
          </p:cNvSpPr>
          <p:nvPr/>
        </p:nvSpPr>
        <p:spPr bwMode="auto">
          <a:xfrm>
            <a:off x="878255" y="2261857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30" name="Rectangle 4"/>
          <p:cNvSpPr>
            <a:spLocks noChangeArrowheads="1"/>
          </p:cNvSpPr>
          <p:nvPr/>
        </p:nvSpPr>
        <p:spPr bwMode="auto">
          <a:xfrm>
            <a:off x="7213854" y="629969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31" name="Rectangle 4"/>
          <p:cNvSpPr>
            <a:spLocks noChangeArrowheads="1"/>
          </p:cNvSpPr>
          <p:nvPr/>
        </p:nvSpPr>
        <p:spPr bwMode="auto">
          <a:xfrm>
            <a:off x="878255" y="629969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32" name="Rectangle 4"/>
          <p:cNvSpPr>
            <a:spLocks noChangeArrowheads="1"/>
          </p:cNvSpPr>
          <p:nvPr/>
        </p:nvSpPr>
        <p:spPr bwMode="auto">
          <a:xfrm>
            <a:off x="7213854" y="1866645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33" name="Rectangle 4"/>
          <p:cNvSpPr>
            <a:spLocks noChangeArrowheads="1"/>
          </p:cNvSpPr>
          <p:nvPr/>
        </p:nvSpPr>
        <p:spPr bwMode="auto">
          <a:xfrm>
            <a:off x="878255" y="1866645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34" name="Rectangle 4"/>
          <p:cNvSpPr>
            <a:spLocks noChangeArrowheads="1"/>
          </p:cNvSpPr>
          <p:nvPr/>
        </p:nvSpPr>
        <p:spPr bwMode="auto">
          <a:xfrm>
            <a:off x="7213854" y="7132980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35" name="Rectangle 4"/>
          <p:cNvSpPr>
            <a:spLocks noChangeArrowheads="1"/>
          </p:cNvSpPr>
          <p:nvPr/>
        </p:nvSpPr>
        <p:spPr bwMode="auto">
          <a:xfrm>
            <a:off x="878255" y="7132980"/>
            <a:ext cx="6335597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36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37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8" name="Rectangle 4"/>
          <p:cNvSpPr>
            <a:spLocks noChangeArrowheads="1"/>
          </p:cNvSpPr>
          <p:nvPr/>
        </p:nvSpPr>
        <p:spPr bwMode="auto">
          <a:xfrm>
            <a:off x="469900" y="520699"/>
            <a:ext cx="4083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839" name="TextBox 3"/>
          <p:cNvSpPr txBox="1"/>
          <p:nvPr/>
        </p:nvSpPr>
        <p:spPr>
          <a:xfrm>
            <a:off x="419100" y="496658"/>
            <a:ext cx="494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Ledger</a:t>
            </a:r>
            <a:endParaRPr lang="en-US" dirty="0"/>
          </a:p>
        </p:txBody>
      </p:sp>
      <p:sp>
        <p:nvSpPr>
          <p:cNvPr id="15840" name="TextBox 3"/>
          <p:cNvSpPr txBox="1"/>
          <p:nvPr/>
        </p:nvSpPr>
        <p:spPr>
          <a:xfrm>
            <a:off x="419100" y="614108"/>
            <a:ext cx="44876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Name</a:t>
            </a:r>
            <a:endParaRPr lang="en-US" dirty="0"/>
          </a:p>
        </p:txBody>
      </p:sp>
      <p:sp>
        <p:nvSpPr>
          <p:cNvPr id="15841" name="Rectangle 4"/>
          <p:cNvSpPr>
            <a:spLocks noChangeArrowheads="1"/>
          </p:cNvSpPr>
          <p:nvPr/>
        </p:nvSpPr>
        <p:spPr bwMode="auto">
          <a:xfrm>
            <a:off x="878255" y="520699"/>
            <a:ext cx="487502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842" name="TextBox 3"/>
          <p:cNvSpPr txBox="1"/>
          <p:nvPr/>
        </p:nvSpPr>
        <p:spPr>
          <a:xfrm>
            <a:off x="827455" y="496658"/>
            <a:ext cx="41493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</a:t>
            </a:r>
            <a:endParaRPr lang="en-US" dirty="0"/>
          </a:p>
        </p:txBody>
      </p:sp>
      <p:sp>
        <p:nvSpPr>
          <p:cNvPr id="15843" name="TextBox 3"/>
          <p:cNvSpPr txBox="1"/>
          <p:nvPr/>
        </p:nvSpPr>
        <p:spPr>
          <a:xfrm>
            <a:off x="827455" y="614108"/>
            <a:ext cx="51094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Center </a:t>
            </a:r>
            <a:endParaRPr lang="en-US" dirty="0"/>
          </a:p>
        </p:txBody>
      </p:sp>
      <p:sp>
        <p:nvSpPr>
          <p:cNvPr id="15844" name="TextBox 3"/>
          <p:cNvSpPr txBox="1"/>
          <p:nvPr/>
        </p:nvSpPr>
        <p:spPr>
          <a:xfrm>
            <a:off x="827455" y="73155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5845" name="Rectangle 4"/>
          <p:cNvSpPr>
            <a:spLocks noChangeArrowheads="1"/>
          </p:cNvSpPr>
          <p:nvPr/>
        </p:nvSpPr>
        <p:spPr bwMode="auto">
          <a:xfrm>
            <a:off x="1365758" y="520699"/>
            <a:ext cx="797788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846" name="TextBox 3"/>
          <p:cNvSpPr txBox="1"/>
          <p:nvPr/>
        </p:nvSpPr>
        <p:spPr>
          <a:xfrm>
            <a:off x="1314958" y="496658"/>
            <a:ext cx="7480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Cost Center </a:t>
            </a:r>
            <a:endParaRPr lang="en-US" dirty="0"/>
          </a:p>
        </p:txBody>
      </p:sp>
      <p:sp>
        <p:nvSpPr>
          <p:cNvPr id="15847" name="TextBox 3"/>
          <p:cNvSpPr txBox="1"/>
          <p:nvPr/>
        </p:nvSpPr>
        <p:spPr>
          <a:xfrm>
            <a:off x="1314958" y="614108"/>
            <a:ext cx="68590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Description</a:t>
            </a:r>
            <a:endParaRPr lang="en-US" dirty="0"/>
          </a:p>
        </p:txBody>
      </p:sp>
      <p:sp>
        <p:nvSpPr>
          <p:cNvPr id="15848" name="Rectangle 4"/>
          <p:cNvSpPr>
            <a:spLocks noChangeArrowheads="1"/>
          </p:cNvSpPr>
          <p:nvPr/>
        </p:nvSpPr>
        <p:spPr bwMode="auto">
          <a:xfrm>
            <a:off x="2163546" y="520699"/>
            <a:ext cx="459155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849" name="TextBox 3"/>
          <p:cNvSpPr txBox="1"/>
          <p:nvPr/>
        </p:nvSpPr>
        <p:spPr>
          <a:xfrm>
            <a:off x="2112746" y="496658"/>
            <a:ext cx="54488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</a:t>
            </a:r>
            <a:endParaRPr lang="en-US" dirty="0"/>
          </a:p>
        </p:txBody>
      </p:sp>
      <p:sp>
        <p:nvSpPr>
          <p:cNvPr id="15850" name="TextBox 3"/>
          <p:cNvSpPr txBox="1"/>
          <p:nvPr/>
        </p:nvSpPr>
        <p:spPr>
          <a:xfrm>
            <a:off x="2112746" y="614108"/>
            <a:ext cx="4206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Code</a:t>
            </a:r>
            <a:endParaRPr lang="en-US" dirty="0"/>
          </a:p>
        </p:txBody>
      </p:sp>
      <p:sp>
        <p:nvSpPr>
          <p:cNvPr id="15851" name="Rectangle 4"/>
          <p:cNvSpPr>
            <a:spLocks noChangeArrowheads="1"/>
          </p:cNvSpPr>
          <p:nvPr/>
        </p:nvSpPr>
        <p:spPr bwMode="auto">
          <a:xfrm>
            <a:off x="2622702" y="520699"/>
            <a:ext cx="10575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852" name="TextBox 3"/>
          <p:cNvSpPr txBox="1"/>
          <p:nvPr/>
        </p:nvSpPr>
        <p:spPr>
          <a:xfrm>
            <a:off x="2571902" y="496658"/>
            <a:ext cx="1081227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Account Description</a:t>
            </a:r>
            <a:endParaRPr lang="en-US" dirty="0"/>
          </a:p>
        </p:txBody>
      </p:sp>
      <p:sp>
        <p:nvSpPr>
          <p:cNvPr id="15853" name="Rectangle 4"/>
          <p:cNvSpPr>
            <a:spLocks noChangeArrowheads="1"/>
          </p:cNvSpPr>
          <p:nvPr/>
        </p:nvSpPr>
        <p:spPr bwMode="auto">
          <a:xfrm>
            <a:off x="3680282" y="520699"/>
            <a:ext cx="2238679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854" name="TextBox 3"/>
          <p:cNvSpPr txBox="1"/>
          <p:nvPr/>
        </p:nvSpPr>
        <p:spPr>
          <a:xfrm>
            <a:off x="3629482" y="496658"/>
            <a:ext cx="130718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GL Account Combination</a:t>
            </a:r>
            <a:endParaRPr lang="en-US" dirty="0"/>
          </a:p>
        </p:txBody>
      </p:sp>
      <p:sp>
        <p:nvSpPr>
          <p:cNvPr id="15855" name="Rectangle 4"/>
          <p:cNvSpPr>
            <a:spLocks noChangeArrowheads="1"/>
          </p:cNvSpPr>
          <p:nvPr/>
        </p:nvSpPr>
        <p:spPr bwMode="auto">
          <a:xfrm>
            <a:off x="5918962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856" name="TextBox 3"/>
          <p:cNvSpPr txBox="1"/>
          <p:nvPr/>
        </p:nvSpPr>
        <p:spPr>
          <a:xfrm>
            <a:off x="5868162" y="496658"/>
            <a:ext cx="522325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Annual </a:t>
            </a:r>
            <a:endParaRPr lang="en-US" dirty="0"/>
          </a:p>
        </p:txBody>
      </p:sp>
      <p:sp>
        <p:nvSpPr>
          <p:cNvPr id="15857" name="TextBox 3"/>
          <p:cNvSpPr txBox="1"/>
          <p:nvPr/>
        </p:nvSpPr>
        <p:spPr>
          <a:xfrm>
            <a:off x="5868162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5858" name="Rectangle 4"/>
          <p:cNvSpPr>
            <a:spLocks noChangeArrowheads="1"/>
          </p:cNvSpPr>
          <p:nvPr/>
        </p:nvSpPr>
        <p:spPr bwMode="auto">
          <a:xfrm>
            <a:off x="6566408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859" name="TextBox 3"/>
          <p:cNvSpPr txBox="1"/>
          <p:nvPr/>
        </p:nvSpPr>
        <p:spPr>
          <a:xfrm>
            <a:off x="6515607" y="496658"/>
            <a:ext cx="573024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Revised </a:t>
            </a:r>
            <a:endParaRPr lang="en-US" dirty="0"/>
          </a:p>
        </p:txBody>
      </p:sp>
      <p:sp>
        <p:nvSpPr>
          <p:cNvPr id="15860" name="TextBox 3"/>
          <p:cNvSpPr txBox="1"/>
          <p:nvPr/>
        </p:nvSpPr>
        <p:spPr>
          <a:xfrm>
            <a:off x="6515607" y="614108"/>
            <a:ext cx="499770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Budget</a:t>
            </a:r>
            <a:endParaRPr lang="en-US" dirty="0"/>
          </a:p>
        </p:txBody>
      </p:sp>
      <p:sp>
        <p:nvSpPr>
          <p:cNvPr id="15861" name="Rectangle 4"/>
          <p:cNvSpPr>
            <a:spLocks noChangeArrowheads="1"/>
          </p:cNvSpPr>
          <p:nvPr/>
        </p:nvSpPr>
        <p:spPr bwMode="auto">
          <a:xfrm>
            <a:off x="7213854" y="520699"/>
            <a:ext cx="64744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862" name="TextBox 3"/>
          <p:cNvSpPr txBox="1"/>
          <p:nvPr/>
        </p:nvSpPr>
        <p:spPr>
          <a:xfrm>
            <a:off x="7163054" y="496658"/>
            <a:ext cx="4883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Actual </a:t>
            </a:r>
            <a:endParaRPr lang="en-US" dirty="0"/>
          </a:p>
        </p:txBody>
      </p:sp>
      <p:sp>
        <p:nvSpPr>
          <p:cNvPr id="15863" name="TextBox 3"/>
          <p:cNvSpPr txBox="1"/>
          <p:nvPr/>
        </p:nvSpPr>
        <p:spPr>
          <a:xfrm>
            <a:off x="7163054" y="614108"/>
            <a:ext cx="527913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Amount</a:t>
            </a:r>
            <a:endParaRPr lang="en-US" dirty="0"/>
          </a:p>
        </p:txBody>
      </p:sp>
      <p:sp>
        <p:nvSpPr>
          <p:cNvPr id="15864" name="Rectangle 4"/>
          <p:cNvSpPr>
            <a:spLocks noChangeArrowheads="1"/>
          </p:cNvSpPr>
          <p:nvPr/>
        </p:nvSpPr>
        <p:spPr bwMode="auto">
          <a:xfrm>
            <a:off x="7861300" y="520699"/>
            <a:ext cx="233197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865" name="TextBox 3"/>
          <p:cNvSpPr txBox="1"/>
          <p:nvPr/>
        </p:nvSpPr>
        <p:spPr>
          <a:xfrm>
            <a:off x="7810500" y="496658"/>
            <a:ext cx="31892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PR</a:t>
            </a:r>
            <a:endParaRPr lang="en-US" dirty="0"/>
          </a:p>
        </p:txBody>
      </p:sp>
      <p:sp>
        <p:nvSpPr>
          <p:cNvPr id="15866" name="Rectangle 4"/>
          <p:cNvSpPr>
            <a:spLocks noChangeArrowheads="1"/>
          </p:cNvSpPr>
          <p:nvPr/>
        </p:nvSpPr>
        <p:spPr bwMode="auto">
          <a:xfrm>
            <a:off x="8094497" y="520699"/>
            <a:ext cx="238886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867" name="TextBox 3"/>
          <p:cNvSpPr txBox="1"/>
          <p:nvPr/>
        </p:nvSpPr>
        <p:spPr>
          <a:xfrm>
            <a:off x="8043697" y="496658"/>
            <a:ext cx="324612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PO</a:t>
            </a:r>
            <a:endParaRPr lang="en-US" dirty="0"/>
          </a:p>
        </p:txBody>
      </p:sp>
      <p:sp>
        <p:nvSpPr>
          <p:cNvPr id="15868" name="Rectangle 4"/>
          <p:cNvSpPr>
            <a:spLocks noChangeArrowheads="1"/>
          </p:cNvSpPr>
          <p:nvPr/>
        </p:nvSpPr>
        <p:spPr bwMode="auto">
          <a:xfrm>
            <a:off x="8333384" y="520699"/>
            <a:ext cx="501091" cy="399973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869" name="TextBox 3"/>
          <p:cNvSpPr txBox="1"/>
          <p:nvPr/>
        </p:nvSpPr>
        <p:spPr>
          <a:xfrm>
            <a:off x="8282584" y="496658"/>
            <a:ext cx="4375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Fund </a:t>
            </a:r>
            <a:endParaRPr lang="en-US" dirty="0"/>
          </a:p>
        </p:txBody>
      </p:sp>
      <p:sp>
        <p:nvSpPr>
          <p:cNvPr id="15870" name="TextBox 3"/>
          <p:cNvSpPr txBox="1"/>
          <p:nvPr/>
        </p:nvSpPr>
        <p:spPr>
          <a:xfrm>
            <a:off x="8282584" y="614108"/>
            <a:ext cx="589991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latin typeface="fallback"/>
                <a:cs typeface="fallback"/>
              </a:rPr>
              <a:t>Available</a:t>
            </a:r>
            <a:endParaRPr lang="en-US" dirty="0"/>
          </a:p>
        </p:txBody>
      </p:sp>
      <p:sp>
        <p:nvSpPr>
          <p:cNvPr id="15871" name="Rectangle 4"/>
          <p:cNvSpPr>
            <a:spLocks noChangeArrowheads="1"/>
          </p:cNvSpPr>
          <p:nvPr/>
        </p:nvSpPr>
        <p:spPr bwMode="auto">
          <a:xfrm>
            <a:off x="469900" y="920673"/>
            <a:ext cx="408355" cy="155549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872" name="TextBox 3"/>
          <p:cNvSpPr txBox="1"/>
          <p:nvPr/>
        </p:nvSpPr>
        <p:spPr>
          <a:xfrm>
            <a:off x="419100" y="891870"/>
            <a:ext cx="403656" cy="195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latin typeface="fallback"/>
                <a:cs typeface="fallback"/>
              </a:rPr>
              <a:t>Total</a:t>
            </a:r>
            <a:endParaRPr lang="en-US" dirty="0"/>
          </a:p>
        </p:txBody>
      </p:sp>
      <p:sp>
        <p:nvSpPr>
          <p:cNvPr id="15873" name="Rectangle 4"/>
          <p:cNvSpPr>
            <a:spLocks noChangeArrowheads="1"/>
          </p:cNvSpPr>
          <p:nvPr/>
        </p:nvSpPr>
        <p:spPr bwMode="auto">
          <a:xfrm>
            <a:off x="878255" y="920673"/>
            <a:ext cx="487502" cy="155549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874" name="Rectangle 4"/>
          <p:cNvSpPr>
            <a:spLocks noChangeArrowheads="1"/>
          </p:cNvSpPr>
          <p:nvPr/>
        </p:nvSpPr>
        <p:spPr bwMode="auto">
          <a:xfrm>
            <a:off x="1365758" y="920673"/>
            <a:ext cx="797788" cy="155549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875" name="Rectangle 4"/>
          <p:cNvSpPr>
            <a:spLocks noChangeArrowheads="1"/>
          </p:cNvSpPr>
          <p:nvPr/>
        </p:nvSpPr>
        <p:spPr bwMode="auto">
          <a:xfrm>
            <a:off x="2163546" y="920673"/>
            <a:ext cx="459155" cy="155549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876" name="Rectangle 4"/>
          <p:cNvSpPr>
            <a:spLocks noChangeArrowheads="1"/>
          </p:cNvSpPr>
          <p:nvPr/>
        </p:nvSpPr>
        <p:spPr bwMode="auto">
          <a:xfrm>
            <a:off x="2622702" y="920673"/>
            <a:ext cx="1057579" cy="155549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877" name="Rectangle 4"/>
          <p:cNvSpPr>
            <a:spLocks noChangeArrowheads="1"/>
          </p:cNvSpPr>
          <p:nvPr/>
        </p:nvSpPr>
        <p:spPr bwMode="auto">
          <a:xfrm>
            <a:off x="3680282" y="920673"/>
            <a:ext cx="2238679" cy="155549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878" name="Rectangle 4"/>
          <p:cNvSpPr>
            <a:spLocks noChangeArrowheads="1"/>
          </p:cNvSpPr>
          <p:nvPr/>
        </p:nvSpPr>
        <p:spPr bwMode="auto">
          <a:xfrm>
            <a:off x="5918962" y="920673"/>
            <a:ext cx="647446" cy="155549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879" name="Rectangle 4"/>
          <p:cNvSpPr>
            <a:spLocks noChangeArrowheads="1"/>
          </p:cNvSpPr>
          <p:nvPr/>
        </p:nvSpPr>
        <p:spPr bwMode="auto">
          <a:xfrm>
            <a:off x="6566408" y="920673"/>
            <a:ext cx="647446" cy="155549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880" name="Rectangle 4"/>
          <p:cNvSpPr>
            <a:spLocks noChangeArrowheads="1"/>
          </p:cNvSpPr>
          <p:nvPr/>
        </p:nvSpPr>
        <p:spPr bwMode="auto">
          <a:xfrm>
            <a:off x="7213854" y="920673"/>
            <a:ext cx="647446" cy="155549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881" name="Rectangle 4"/>
          <p:cNvSpPr>
            <a:spLocks noChangeArrowheads="1"/>
          </p:cNvSpPr>
          <p:nvPr/>
        </p:nvSpPr>
        <p:spPr bwMode="auto">
          <a:xfrm>
            <a:off x="7861300" y="920673"/>
            <a:ext cx="233197" cy="155549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882" name="Rectangle 4"/>
          <p:cNvSpPr>
            <a:spLocks noChangeArrowheads="1"/>
          </p:cNvSpPr>
          <p:nvPr/>
        </p:nvSpPr>
        <p:spPr bwMode="auto">
          <a:xfrm>
            <a:off x="8094497" y="920673"/>
            <a:ext cx="238886" cy="155549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883" name="Rectangle 4"/>
          <p:cNvSpPr>
            <a:spLocks noChangeArrowheads="1"/>
          </p:cNvSpPr>
          <p:nvPr/>
        </p:nvSpPr>
        <p:spPr bwMode="auto">
          <a:xfrm>
            <a:off x="8333384" y="920673"/>
            <a:ext cx="501091" cy="155549"/>
          </a:xfrm>
          <a:prstGeom prst="rect">
            <a:avLst/>
          </a:prstGeom>
          <a:solidFill>
            <a:srgbClr val="F0F4FA"/>
          </a:solidFill>
          <a:ln w="9525">
            <a:solidFill>
              <a:srgbClr val="F0F4FA"/>
            </a:solidFill>
            <a:miter lim="800000"/>
            <a:headEnd/>
            <a:tailEnd/>
          </a:ln>
        </p:spPr>
      </p:sp>
      <p:sp>
        <p:nvSpPr>
          <p:cNvPr id="15884" name="Rectangle 4"/>
          <p:cNvSpPr>
            <a:spLocks noChangeArrowheads="1"/>
          </p:cNvSpPr>
          <p:nvPr/>
        </p:nvSpPr>
        <p:spPr bwMode="auto">
          <a:xfrm>
            <a:off x="3677107" y="917498"/>
            <a:ext cx="6350" cy="161899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5885" name="Rectangle 4"/>
          <p:cNvSpPr>
            <a:spLocks noChangeArrowheads="1"/>
          </p:cNvSpPr>
          <p:nvPr/>
        </p:nvSpPr>
        <p:spPr bwMode="auto">
          <a:xfrm>
            <a:off x="1362583" y="917498"/>
            <a:ext cx="6350" cy="161899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5886" name="Rectangle 4"/>
          <p:cNvSpPr>
            <a:spLocks noChangeArrowheads="1"/>
          </p:cNvSpPr>
          <p:nvPr/>
        </p:nvSpPr>
        <p:spPr bwMode="auto">
          <a:xfrm>
            <a:off x="875080" y="917498"/>
            <a:ext cx="6350" cy="161899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5887" name="Rectangle 4"/>
          <p:cNvSpPr>
            <a:spLocks noChangeArrowheads="1"/>
          </p:cNvSpPr>
          <p:nvPr/>
        </p:nvSpPr>
        <p:spPr bwMode="auto">
          <a:xfrm>
            <a:off x="2619527" y="917498"/>
            <a:ext cx="6350" cy="161899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5888" name="Rectangle 4"/>
          <p:cNvSpPr>
            <a:spLocks noChangeArrowheads="1"/>
          </p:cNvSpPr>
          <p:nvPr/>
        </p:nvSpPr>
        <p:spPr bwMode="auto">
          <a:xfrm>
            <a:off x="2160371" y="917498"/>
            <a:ext cx="6350" cy="161899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5889" name="Rectangle 4"/>
          <p:cNvSpPr>
            <a:spLocks noChangeArrowheads="1"/>
          </p:cNvSpPr>
          <p:nvPr/>
        </p:nvSpPr>
        <p:spPr bwMode="auto">
          <a:xfrm>
            <a:off x="7213854" y="515937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90" name="Rectangle 4"/>
          <p:cNvSpPr>
            <a:spLocks noChangeArrowheads="1"/>
          </p:cNvSpPr>
          <p:nvPr/>
        </p:nvSpPr>
        <p:spPr bwMode="auto">
          <a:xfrm>
            <a:off x="469900" y="515937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91" name="Rectangle 4"/>
          <p:cNvSpPr>
            <a:spLocks noChangeArrowheads="1"/>
          </p:cNvSpPr>
          <p:nvPr/>
        </p:nvSpPr>
        <p:spPr bwMode="auto">
          <a:xfrm>
            <a:off x="875080" y="917498"/>
            <a:ext cx="5043881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  <p:sp>
        <p:nvSpPr>
          <p:cNvPr id="15892" name="Rectangle 4"/>
          <p:cNvSpPr>
            <a:spLocks noChangeArrowheads="1"/>
          </p:cNvSpPr>
          <p:nvPr/>
        </p:nvSpPr>
        <p:spPr bwMode="auto">
          <a:xfrm>
            <a:off x="469900" y="1076223"/>
            <a:ext cx="8364575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93" name="Rectangle 4"/>
          <p:cNvSpPr>
            <a:spLocks noChangeArrowheads="1"/>
          </p:cNvSpPr>
          <p:nvPr/>
        </p:nvSpPr>
        <p:spPr bwMode="auto">
          <a:xfrm>
            <a:off x="7213854" y="915911"/>
            <a:ext cx="1620621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94" name="Rectangle 4"/>
          <p:cNvSpPr>
            <a:spLocks noChangeArrowheads="1"/>
          </p:cNvSpPr>
          <p:nvPr/>
        </p:nvSpPr>
        <p:spPr bwMode="auto">
          <a:xfrm>
            <a:off x="469900" y="915911"/>
            <a:ext cx="6743953" cy="952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95" name="Rectangle 4"/>
          <p:cNvSpPr>
            <a:spLocks noChangeArrowheads="1"/>
          </p:cNvSpPr>
          <p:nvPr/>
        </p:nvSpPr>
        <p:spPr bwMode="auto">
          <a:xfrm>
            <a:off x="875080" y="1073048"/>
            <a:ext cx="5043881" cy="6350"/>
          </a:xfrm>
          <a:prstGeom prst="rect">
            <a:avLst/>
          </a:prstGeom>
          <a:solidFill>
            <a:srgbClr val="979991"/>
          </a:solidFill>
          <a:ln w="9525">
            <a:solidFill>
              <a:srgbClr val="979991"/>
            </a:solidFill>
            <a:miter lim="800000"/>
            <a:headEnd/>
            <a:tailEnd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On-screen Show (4:3)</PresentationFormat>
  <Paragraphs>1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Oracle BI Publisher 12.2.1.1.0</cp:lastModifiedBy>
  <dcterms:created xsi:type="dcterms:W3CDTF">2023-10-17T19:03:53Z</dcterms:created>
  <dcterms:modified xsi:type="dcterms:W3CDTF">2023-10-17T19:03:53Z</dcterms:modified>
</cp:coreProperties>
</file>