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61" r:id="rId3"/>
    <p:sldId id="292" r:id="rId4"/>
    <p:sldId id="283" r:id="rId5"/>
    <p:sldId id="284" r:id="rId6"/>
    <p:sldId id="297" r:id="rId7"/>
    <p:sldId id="298" r:id="rId8"/>
    <p:sldId id="289" r:id="rId9"/>
    <p:sldId id="286" r:id="rId10"/>
    <p:sldId id="287" r:id="rId11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86211" autoAdjust="0"/>
  </p:normalViewPr>
  <p:slideViewPr>
    <p:cSldViewPr snapToGrid="0" showGuides="1">
      <p:cViewPr varScale="1">
        <p:scale>
          <a:sx n="130" d="100"/>
          <a:sy n="130" d="100"/>
        </p:scale>
        <p:origin x="2424" y="1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2/14/21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January</a:t>
            </a:r>
            <a:r>
              <a:rPr lang="en-US" noProof="0" dirty="0"/>
              <a:t> 2021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Hardware has been delivered and processed in time!</a:t>
            </a:r>
          </a:p>
          <a:p>
            <a:pPr lvl="1"/>
            <a:r>
              <a:rPr lang="en-US" sz="2400" dirty="0"/>
              <a:t>Kick-off meeting taken with initial project plan and milestones</a:t>
            </a:r>
          </a:p>
          <a:p>
            <a:pPr lvl="1"/>
            <a:r>
              <a:rPr lang="en-US" sz="2400" dirty="0"/>
              <a:t>Hardware is currently being installed</a:t>
            </a:r>
          </a:p>
          <a:p>
            <a:pPr lvl="1"/>
            <a:r>
              <a:rPr lang="en-US" sz="2400" dirty="0"/>
              <a:t>Configuration expected to start mid-February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SAN HPC Cluster</a:t>
            </a:r>
          </a:p>
          <a:p>
            <a:pPr lvl="1"/>
            <a:r>
              <a:rPr lang="en-US" sz="2400" dirty="0"/>
              <a:t>SAN HPC cluster to be decommissioned by end of January 2021</a:t>
            </a:r>
          </a:p>
          <a:p>
            <a:pPr lvl="1"/>
            <a:r>
              <a:rPr lang="en-US" sz="2400" dirty="0"/>
              <a:t>Have received quote for the decommissioning of hardware.</a:t>
            </a:r>
          </a:p>
          <a:p>
            <a:pPr lvl="1"/>
            <a:r>
              <a:rPr lang="en-US" sz="2400" dirty="0"/>
              <a:t>Moving data is still in process.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3612F5D0-1AC2-5544-852D-93277CF30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9868"/>
            <a:ext cx="9906000" cy="527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6BBE1A6E-6A27-3341-AFA2-7C937F8ED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2248"/>
            <a:ext cx="9906000" cy="531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DD6E126F-D3AB-5447-8789-715BE3010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785"/>
            <a:ext cx="9906000" cy="543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715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January 2021.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Note that do not yet keep track of applications used automatically. This is a work in progress, and will be added to future reports.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B67348-9B0D-B64D-B486-0648A57D51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692243"/>
              </p:ext>
            </p:extLst>
          </p:nvPr>
        </p:nvGraphicFramePr>
        <p:xfrm>
          <a:off x="1130709" y="1711526"/>
          <a:ext cx="7263785" cy="4659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Worksheet" r:id="rId4" imgW="8928100" imgH="5727700" progId="Excel.Sheet.12">
                  <p:embed/>
                </p:oleObj>
              </mc:Choice>
              <mc:Fallback>
                <p:oleObj name="Worksheet" r:id="rId4" imgW="8928100" imgH="572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0709" y="1711526"/>
                        <a:ext cx="7263785" cy="4659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7AB33978-569A-5B49-B69F-C35B0964C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859"/>
            <a:ext cx="9906000" cy="544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204</Words>
  <Application>Microsoft Macintosh PowerPoint</Application>
  <PresentationFormat>A4 Paper (210x297 mm)</PresentationFormat>
  <Paragraphs>48</Paragraphs>
  <Slides>10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15</cp:revision>
  <dcterms:created xsi:type="dcterms:W3CDTF">2020-11-15T07:17:18Z</dcterms:created>
  <dcterms:modified xsi:type="dcterms:W3CDTF">2021-02-14T11:40:00Z</dcterms:modified>
</cp:coreProperties>
</file>