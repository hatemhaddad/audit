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Override1.xml" ContentType="application/vnd.openxmlformats-officedocument.themeOverr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86" r:id="rId3"/>
    <p:sldId id="293" r:id="rId4"/>
    <p:sldId id="288" r:id="rId5"/>
    <p:sldId id="289" r:id="rId6"/>
    <p:sldId id="290" r:id="rId7"/>
    <p:sldId id="291" r:id="rId8"/>
    <p:sldId id="294" r:id="rId9"/>
    <p:sldId id="292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FFD501"/>
    <a:srgbClr val="F60A0A"/>
    <a:srgbClr val="E2EC14"/>
    <a:srgbClr val="E1A01F"/>
    <a:srgbClr val="FF014A"/>
    <a:srgbClr val="000000"/>
    <a:srgbClr val="FFFFFF"/>
    <a:srgbClr val="D0CFCD"/>
    <a:srgbClr val="004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58" autoAdjust="0"/>
    <p:restoredTop sz="94613" autoAdjust="0"/>
  </p:normalViewPr>
  <p:slideViewPr>
    <p:cSldViewPr snapToGrid="0" showGuides="1">
      <p:cViewPr varScale="1">
        <p:scale>
          <a:sx n="70" d="100"/>
          <a:sy n="70" d="100"/>
        </p:scale>
        <p:origin x="704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2/10/2019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22" y="605643"/>
            <a:ext cx="10335345" cy="579052"/>
          </a:xfrm>
        </p:spPr>
        <p:txBody>
          <a:bodyPr>
            <a:normAutofit/>
          </a:bodyPr>
          <a:lstStyle>
            <a:lvl1pPr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23" y="1431985"/>
            <a:ext cx="10335345" cy="5141342"/>
          </a:xfrm>
        </p:spPr>
        <p:txBody>
          <a:bodyPr>
            <a:normAutofit/>
          </a:bodyPr>
          <a:lstStyle>
            <a:lvl1pPr marL="344488" indent="-344488">
              <a:buSzPct val="110000"/>
              <a:defRPr sz="2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27063" indent="-282575">
              <a:defRPr sz="28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857250" indent="-230188">
              <a:defRPr sz="24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087438" indent="-230188">
              <a:defRPr sz="240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258888" indent="-230188">
              <a:defRPr sz="2400"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5225" y="130567"/>
            <a:ext cx="523875" cy="24447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4" y="173244"/>
            <a:ext cx="2426683" cy="24818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xmlns="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xmlns="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xmlns="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xmlns="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xmlns="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xmlns="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xmlns="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718" y="593153"/>
            <a:ext cx="3776202" cy="8261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FAD5768-C7B0-4ABF-BE83-522BCD1F6FE5}"/>
              </a:ext>
            </a:extLst>
          </p:cNvPr>
          <p:cNvSpPr txBox="1"/>
          <p:nvPr userDrawn="1"/>
        </p:nvSpPr>
        <p:spPr>
          <a:xfrm>
            <a:off x="752475" y="2815114"/>
            <a:ext cx="10648950" cy="12311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8000" b="1" spc="-100" baseline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US" sz="8000" b="1" spc="-100" baseline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50" r:id="rId3"/>
    <p:sldLayoutId id="2147483668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hyperlink" Target="http://libguides.kustar.ac.ae/lib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043" y="2002075"/>
            <a:ext cx="10535256" cy="1714500"/>
          </a:xfrm>
        </p:spPr>
        <p:txBody>
          <a:bodyPr>
            <a:normAutofit/>
          </a:bodyPr>
          <a:lstStyle/>
          <a:p>
            <a:pPr lvl="0" algn="l">
              <a:lnSpc>
                <a:spcPct val="150000"/>
              </a:lnSpc>
              <a:spcBef>
                <a:spcPts val="0"/>
              </a:spcBef>
            </a:pPr>
            <a:r>
              <a:rPr lang="en-US" sz="4000" dirty="0" smtClean="0">
                <a:solidFill>
                  <a:srgbClr val="0047BA"/>
                </a:solidFill>
                <a:ea typeface="+mn-ea"/>
                <a:cs typeface="+mn-cs"/>
              </a:rPr>
              <a:t>RefWorks Workshop – </a:t>
            </a:r>
            <a:r>
              <a:rPr lang="en-US" sz="2400" dirty="0" smtClean="0">
                <a:solidFill>
                  <a:srgbClr val="0047BA"/>
                </a:solidFill>
                <a:ea typeface="+mn-ea"/>
                <a:cs typeface="+mn-cs"/>
              </a:rPr>
              <a:t>Citation Tool</a:t>
            </a:r>
            <a:endParaRPr lang="en-US" sz="2400" dirty="0">
              <a:solidFill>
                <a:srgbClr val="0047BA"/>
              </a:solidFill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043" y="3716575"/>
            <a:ext cx="10061208" cy="87978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Muna Abdulla  </a:t>
            </a:r>
            <a:endParaRPr lang="en-US" sz="2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043" y="5490499"/>
            <a:ext cx="6730165" cy="314325"/>
          </a:xfrm>
        </p:spPr>
        <p:txBody>
          <a:bodyPr/>
          <a:lstStyle/>
          <a:p>
            <a:pPr algn="l"/>
            <a:r>
              <a:rPr lang="en-US" sz="2000" dirty="0" smtClean="0"/>
              <a:t>23 October 2018</a:t>
            </a:r>
            <a:endParaRPr lang="en-US" sz="20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0D3C295-9518-408C-9344-432302EB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2630" y="1488095"/>
            <a:ext cx="11077753" cy="4912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Access to RefWorks &amp; Account Creation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Export References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Create a new folder &amp; Organize references into a folder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Create bibliography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Share &amp; Collaborate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charset="0"/>
              </a:rPr>
              <a:t>Write N Cite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charset="0"/>
            </a:endParaRPr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453367" y="681592"/>
            <a:ext cx="7427381" cy="60596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 b="1" spc="50" dirty="0" smtClean="0">
                <a:solidFill>
                  <a:schemeClr val="tx2"/>
                </a:solidFill>
                <a:latin typeface="+mj-lt"/>
                <a:ea typeface="+mj-ea"/>
                <a:cs typeface="Times New Roman" panose="02020603050405020304" pitchFamily="18" charset="0"/>
              </a:rPr>
              <a:t>Outline</a:t>
            </a:r>
            <a:endParaRPr lang="en-US" sz="4400" b="1" spc="50" dirty="0">
              <a:solidFill>
                <a:schemeClr val="tx2"/>
              </a:solidFill>
              <a:latin typeface="+mj-lt"/>
              <a:ea typeface="+mj-ea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390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0D3C295-9518-408C-9344-432302EB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453366" y="681592"/>
            <a:ext cx="11476363" cy="60596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spc="50" dirty="0" smtClean="0">
                <a:solidFill>
                  <a:schemeClr val="tx2"/>
                </a:solidFill>
                <a:latin typeface="+mj-lt"/>
                <a:ea typeface="+mj-ea"/>
                <a:cs typeface="Times New Roman" panose="02020603050405020304" pitchFamily="18" charset="0"/>
              </a:rPr>
              <a:t>Top Things to remember about RefWorks</a:t>
            </a:r>
            <a:endParaRPr lang="en-US" sz="3600" b="1" spc="50" dirty="0">
              <a:solidFill>
                <a:schemeClr val="tx2"/>
              </a:solidFill>
              <a:latin typeface="+mj-lt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821" y="1372614"/>
            <a:ext cx="3525579" cy="52384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639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0D3C295-9518-408C-9344-432302EB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340301" y="628428"/>
            <a:ext cx="11484985" cy="60596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4400" b="1" spc="50" dirty="0">
                <a:solidFill>
                  <a:schemeClr val="tx2"/>
                </a:solidFill>
                <a:latin typeface="+mj-lt"/>
                <a:ea typeface="+mj-ea"/>
                <a:cs typeface="Times New Roman" panose="02020603050405020304" pitchFamily="18" charset="0"/>
              </a:rPr>
              <a:t>Access to RefWorks &amp; Account Creation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790" b="9215"/>
          <a:stretch/>
        </p:blipFill>
        <p:spPr>
          <a:xfrm>
            <a:off x="340301" y="2062902"/>
            <a:ext cx="6719718" cy="4561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55A8D2D-D585-48DE-B35D-86E2A871448F}"/>
              </a:ext>
            </a:extLst>
          </p:cNvPr>
          <p:cNvSpPr txBox="1">
            <a:spLocks/>
          </p:cNvSpPr>
          <p:nvPr/>
        </p:nvSpPr>
        <p:spPr>
          <a:xfrm>
            <a:off x="1107946" y="1655097"/>
            <a:ext cx="4860462" cy="4078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>
                <a:hlinkClick r:id="rId4"/>
              </a:rPr>
              <a:t>http://libguides.kustar.ac.ae/lib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2" name="Rounded Rectangle 1"/>
          <p:cNvSpPr/>
          <p:nvPr/>
        </p:nvSpPr>
        <p:spPr>
          <a:xfrm>
            <a:off x="531626" y="5369441"/>
            <a:ext cx="723014" cy="21265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512" y="3649302"/>
            <a:ext cx="4869712" cy="13883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ight Arrow 6"/>
          <p:cNvSpPr/>
          <p:nvPr/>
        </p:nvSpPr>
        <p:spPr>
          <a:xfrm>
            <a:off x="6453963" y="4197901"/>
            <a:ext cx="763549" cy="412431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400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0D3C295-9518-408C-9344-432302EB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446821" y="1540625"/>
            <a:ext cx="7427381" cy="8514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3600" spc="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2745429" y="3008364"/>
            <a:ext cx="6017774" cy="103540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4800" b="1" i="1" spc="5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Live Demo</a:t>
            </a:r>
            <a:endParaRPr lang="en-US" sz="4800" b="1" i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221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0D3C295-9518-408C-9344-432302EB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446821" y="1540625"/>
            <a:ext cx="7427381" cy="8514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3600" spc="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2233092" y="1966374"/>
            <a:ext cx="6017774" cy="103540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3600" spc="5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1445"/>
          <a:stretch/>
        </p:blipFill>
        <p:spPr>
          <a:xfrm>
            <a:off x="646550" y="1620921"/>
            <a:ext cx="11218856" cy="48934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 Placeholder 2"/>
          <p:cNvSpPr txBox="1">
            <a:spLocks/>
          </p:cNvSpPr>
          <p:nvPr/>
        </p:nvSpPr>
        <p:spPr>
          <a:xfrm>
            <a:off x="446821" y="627988"/>
            <a:ext cx="7427381" cy="60596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4400" b="1" spc="5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 &amp; Collaborate</a:t>
            </a:r>
            <a:endParaRPr lang="en-US" sz="1050" b="1" spc="5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2998" y="2570841"/>
            <a:ext cx="4854804" cy="1989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663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0D3C295-9518-408C-9344-432302EB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446821" y="1540625"/>
            <a:ext cx="7427381" cy="8514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3600" spc="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2233092" y="1966374"/>
            <a:ext cx="6017774" cy="103540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3600" spc="5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446821" y="627988"/>
            <a:ext cx="7427381" cy="60596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4400" b="1" spc="5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 &amp; Collaborate</a:t>
            </a:r>
            <a:endParaRPr lang="en-US" sz="1050" b="1" spc="5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image00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1"/>
          <a:stretch/>
        </p:blipFill>
        <p:spPr bwMode="auto">
          <a:xfrm>
            <a:off x="785590" y="1640264"/>
            <a:ext cx="10495554" cy="48970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541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0D3C295-9518-408C-9344-432302EB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446821" y="1540625"/>
            <a:ext cx="7427381" cy="8514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3600" spc="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2233092" y="1966374"/>
            <a:ext cx="6017774" cy="103540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endParaRPr lang="en-US" sz="3600" spc="5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446821" y="627988"/>
            <a:ext cx="7427381" cy="60596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4400" b="1" spc="5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 &amp; Collaborate</a:t>
            </a:r>
            <a:endParaRPr lang="en-US" sz="1050" b="1" spc="5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image00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22" y="1311169"/>
            <a:ext cx="10858627" cy="53519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698464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0D3C295-9518-408C-9344-432302EB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446821" y="1540625"/>
            <a:ext cx="7427381" cy="8514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3600" spc="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2137144" y="2540532"/>
            <a:ext cx="7006857" cy="103540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4800" b="1" spc="50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How I can Learn More?</a:t>
            </a:r>
            <a:endParaRPr lang="en-US" sz="48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473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10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KU">
    <a:dk1>
      <a:sysClr val="windowText" lastClr="000000"/>
    </a:dk1>
    <a:lt1>
      <a:sysClr val="window" lastClr="FFFFFF"/>
    </a:lt1>
    <a:dk2>
      <a:srgbClr val="0047BA"/>
    </a:dk2>
    <a:lt2>
      <a:srgbClr val="96969A"/>
    </a:lt2>
    <a:accent1>
      <a:srgbClr val="00CE7C"/>
    </a:accent1>
    <a:accent2>
      <a:srgbClr val="E53E51"/>
    </a:accent2>
    <a:accent3>
      <a:srgbClr val="84DADE"/>
    </a:accent3>
    <a:accent4>
      <a:srgbClr val="4C3041"/>
    </a:accent4>
    <a:accent5>
      <a:srgbClr val="F5CE3E"/>
    </a:accent5>
    <a:accent6>
      <a:srgbClr val="D0CFCD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769</TotalTime>
  <Words>77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KU Theme</vt:lpstr>
      <vt:lpstr>RefWorks Workshop – Citation 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Muna Abdulla</dc:creator>
  <cp:lastModifiedBy>Muna Abdulla</cp:lastModifiedBy>
  <cp:revision>68</cp:revision>
  <dcterms:created xsi:type="dcterms:W3CDTF">2018-04-29T10:48:36Z</dcterms:created>
  <dcterms:modified xsi:type="dcterms:W3CDTF">2019-02-10T04:10:09Z</dcterms:modified>
</cp:coreProperties>
</file>