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61" r:id="rId3"/>
    <p:sldId id="291" r:id="rId4"/>
    <p:sldId id="292" r:id="rId5"/>
    <p:sldId id="283" r:id="rId6"/>
    <p:sldId id="284" r:id="rId7"/>
    <p:sldId id="285" r:id="rId8"/>
    <p:sldId id="288" r:id="rId9"/>
    <p:sldId id="289" r:id="rId10"/>
    <p:sldId id="286" r:id="rId11"/>
    <p:sldId id="287" r:id="rId12"/>
    <p:sldId id="293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51" autoAdjust="0"/>
    <p:restoredTop sz="86384" autoAdjust="0"/>
  </p:normalViewPr>
  <p:slideViewPr>
    <p:cSldViewPr snapToGrid="0" showGuides="1">
      <p:cViewPr varScale="1">
        <p:scale>
          <a:sx n="127" d="100"/>
          <a:sy n="127" d="100"/>
        </p:scale>
        <p:origin x="656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3/5/20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50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0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noProof="0" dirty="0"/>
              <a:t>February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noProof="0" dirty="0"/>
              <a:t>MI HPC Cluster</a:t>
            </a:r>
          </a:p>
          <a:p>
            <a:pPr lvl="1"/>
            <a:r>
              <a:rPr lang="en-US" sz="2200" noProof="0" dirty="0"/>
              <a:t> </a:t>
            </a:r>
            <a:r>
              <a:rPr lang="en-US" sz="2200" dirty="0"/>
              <a:t>In final stages of testing before moving critical HPC servers to news hardware.</a:t>
            </a:r>
          </a:p>
          <a:p>
            <a:pPr lvl="2"/>
            <a:r>
              <a:rPr lang="en-US" sz="1997" dirty="0"/>
              <a:t> The continued delay is partially attributed to PO for the HPC management software support still being in process</a:t>
            </a:r>
          </a:p>
          <a:p>
            <a:pPr lvl="2"/>
            <a:r>
              <a:rPr lang="en-US" sz="1997" dirty="0"/>
              <a:t>PO to renew support for h/w was cancelled at end of 2019. Will need to reinitiate</a:t>
            </a:r>
            <a:endParaRPr lang="en-US" noProof="0" dirty="0"/>
          </a:p>
          <a:p>
            <a:r>
              <a:rPr lang="en-US" sz="2400" dirty="0"/>
              <a:t> SAN HPC</a:t>
            </a:r>
          </a:p>
          <a:p>
            <a:pPr lvl="1"/>
            <a:r>
              <a:rPr lang="en-US" sz="2400" dirty="0"/>
              <a:t>Unable to renew onsite engineer contract </a:t>
            </a:r>
          </a:p>
          <a:p>
            <a:pPr lvl="1"/>
            <a:endParaRPr lang="en-US" sz="2400" dirty="0"/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“Introduction to Linux” course developed and delivered</a:t>
            </a:r>
          </a:p>
          <a:p>
            <a:pPr lvl="1"/>
            <a:r>
              <a:rPr lang="en-US" sz="2400" dirty="0"/>
              <a:t>Successfully delivered course, which includes students, faculty and researchers.</a:t>
            </a:r>
          </a:p>
          <a:p>
            <a:pPr lvl="1"/>
            <a:r>
              <a:rPr lang="en-US" sz="2400" dirty="0"/>
              <a:t>Course was well received and well attended.</a:t>
            </a:r>
          </a:p>
          <a:p>
            <a:pPr lvl="1"/>
            <a:r>
              <a:rPr lang="en-US" sz="2400" dirty="0"/>
              <a:t>Course is a prerequisite to existing “Intro to HPC”</a:t>
            </a:r>
          </a:p>
          <a:p>
            <a:r>
              <a:rPr lang="en-US" sz="2400" dirty="0"/>
              <a:t>“Introduction to HPC” course delivered</a:t>
            </a:r>
          </a:p>
          <a:p>
            <a:r>
              <a:rPr lang="en-US" sz="2400" dirty="0"/>
              <a:t>Developed an short, approximately 1 hour course to HPC with intention of making it a prerequisite to getting an account on HPC. This will be piloted shortly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91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6D0FD-0ADE-9C4D-BCEF-86FF22109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5077"/>
            <a:ext cx="9859107" cy="477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6E7C2-1474-B94D-9527-00E2A4B09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9284"/>
            <a:ext cx="9906000" cy="485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8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824DB-2409-1442-A186-31BDB708D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6698"/>
            <a:ext cx="9906000" cy="478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MI HPC Group Utilization for February 2020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624AF2E-DDCE-1847-84FF-1A42CFB4F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624273"/>
              </p:ext>
            </p:extLst>
          </p:nvPr>
        </p:nvGraphicFramePr>
        <p:xfrm>
          <a:off x="1838848" y="1178996"/>
          <a:ext cx="5787920" cy="536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Worksheet" r:id="rId4" imgW="6794500" imgH="6299200" progId="Excel.Sheet.12">
                  <p:embed/>
                </p:oleObj>
              </mc:Choice>
              <mc:Fallback>
                <p:oleObj name="Worksheet" r:id="rId4" imgW="6794500" imgH="629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8848" y="1178996"/>
                        <a:ext cx="5787920" cy="5365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8E029-555C-C641-8003-C8BF7FA80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3739"/>
            <a:ext cx="9906000" cy="479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092236-7E55-1440-8EF3-ED8891701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150914"/>
              </p:ext>
            </p:extLst>
          </p:nvPr>
        </p:nvGraphicFramePr>
        <p:xfrm>
          <a:off x="301625" y="1349375"/>
          <a:ext cx="9304338" cy="497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Worksheet" r:id="rId3" imgW="11531600" imgH="7594600" progId="Excel.Sheet.12">
                  <p:embed/>
                </p:oleObj>
              </mc:Choice>
              <mc:Fallback>
                <p:oleObj name="Worksheet" r:id="rId3" imgW="11531600" imgH="7594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625" y="1349375"/>
                        <a:ext cx="9304338" cy="4970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2245</TotalTime>
  <Words>269</Words>
  <Application>Microsoft Macintosh PowerPoint</Application>
  <PresentationFormat>A4 Paper (210x297 mm)</PresentationFormat>
  <Paragraphs>56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Resource Utilization</vt:lpstr>
      <vt:lpstr>MI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El-Moghraby</cp:lastModifiedBy>
  <cp:revision>56</cp:revision>
  <dcterms:created xsi:type="dcterms:W3CDTF">2018-11-13T08:10:11Z</dcterms:created>
  <dcterms:modified xsi:type="dcterms:W3CDTF">2020-03-05T10:41:02Z</dcterms:modified>
</cp:coreProperties>
</file>