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51" d="100"/>
          <a:sy n="51" d="100"/>
        </p:scale>
        <p:origin x="926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44EB-9753-4FFD-8205-AA779FD8BE13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E576-8563-4D51-8C13-E60A84E1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94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44EB-9753-4FFD-8205-AA779FD8BE13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E576-8563-4D51-8C13-E60A84E1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94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44EB-9753-4FFD-8205-AA779FD8BE13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E576-8563-4D51-8C13-E60A84E1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58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44EB-9753-4FFD-8205-AA779FD8BE13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E576-8563-4D51-8C13-E60A84E1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858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44EB-9753-4FFD-8205-AA779FD8BE13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E576-8563-4D51-8C13-E60A84E1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0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44EB-9753-4FFD-8205-AA779FD8BE13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E576-8563-4D51-8C13-E60A84E1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54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44EB-9753-4FFD-8205-AA779FD8BE13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E576-8563-4D51-8C13-E60A84E1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07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44EB-9753-4FFD-8205-AA779FD8BE13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E576-8563-4D51-8C13-E60A84E1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716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44EB-9753-4FFD-8205-AA779FD8BE13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E576-8563-4D51-8C13-E60A84E1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80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44EB-9753-4FFD-8205-AA779FD8BE13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E576-8563-4D51-8C13-E60A84E1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923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44EB-9753-4FFD-8205-AA779FD8BE13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AE576-8563-4D51-8C13-E60A84E1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92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744EB-9753-4FFD-8205-AA779FD8BE13}" type="datetimeFigureOut">
              <a:rPr lang="en-US" smtClean="0"/>
              <a:t>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AE576-8563-4D51-8C13-E60A84E1C2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45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148" y="391885"/>
            <a:ext cx="10905054" cy="587828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53299" y="4453252"/>
            <a:ext cx="1175657" cy="8431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H="1" flipV="1">
            <a:off x="1365662" y="3515099"/>
            <a:ext cx="2992582" cy="11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6353299" y="5652655"/>
            <a:ext cx="0" cy="35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210800" y="5557654"/>
            <a:ext cx="21375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65" y="3759157"/>
            <a:ext cx="2006052" cy="694095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>
            <a:off x="1365662" y="3515099"/>
            <a:ext cx="0" cy="244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00644" y="3895106"/>
            <a:ext cx="1448790" cy="3325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41269" y="3926167"/>
            <a:ext cx="16474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Contributing Professors</a:t>
            </a:r>
            <a:endParaRPr lang="en-US" sz="1200" dirty="0"/>
          </a:p>
        </p:txBody>
      </p:sp>
      <p:sp>
        <p:nvSpPr>
          <p:cNvPr id="25" name="Rectangle 24"/>
          <p:cNvSpPr/>
          <p:nvPr/>
        </p:nvSpPr>
        <p:spPr>
          <a:xfrm>
            <a:off x="1104405" y="4382002"/>
            <a:ext cx="546265" cy="1306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699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Wesley Cantwell</dc:creator>
  <cp:lastModifiedBy>Pradeep George</cp:lastModifiedBy>
  <cp:revision>3</cp:revision>
  <dcterms:created xsi:type="dcterms:W3CDTF">2021-04-25T09:03:26Z</dcterms:created>
  <dcterms:modified xsi:type="dcterms:W3CDTF">2023-05-11T10:50:26Z</dcterms:modified>
</cp:coreProperties>
</file>