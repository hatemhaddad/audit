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tags/tag4.xml" ContentType="application/vnd.openxmlformats-officedocument.presentationml.tag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tags/tag10.xml" ContentType="application/vnd.openxmlformats-officedocument.presentationml.tag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tags/tag11.xml" ContentType="application/vnd.openxmlformats-officedocument.presentationml.tags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8.xml" ContentType="application/vnd.openxmlformats-officedocument.drawingml.chart+xml"/>
  <Override PartName="/ppt/drawings/drawing8.xml" ContentType="application/vnd.openxmlformats-officedocument.drawingml.chartshapes+xml"/>
  <Override PartName="/ppt/tags/tag14.xml" ContentType="application/vnd.openxmlformats-officedocument.presentationml.tags+xml"/>
  <Override PartName="/ppt/charts/chart9.xml" ContentType="application/vnd.openxmlformats-officedocument.drawingml.chart+xml"/>
  <Override PartName="/ppt/drawings/drawing9.xml" ContentType="application/vnd.openxmlformats-officedocument.drawingml.chartshapes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445" r:id="rId2"/>
    <p:sldId id="536" r:id="rId3"/>
    <p:sldId id="541" r:id="rId4"/>
    <p:sldId id="652" r:id="rId5"/>
    <p:sldId id="690" r:id="rId6"/>
    <p:sldId id="697" r:id="rId7"/>
    <p:sldId id="418" r:id="rId8"/>
    <p:sldId id="653" r:id="rId9"/>
    <p:sldId id="691" r:id="rId10"/>
    <p:sldId id="698" r:id="rId11"/>
    <p:sldId id="688" r:id="rId12"/>
    <p:sldId id="696" r:id="rId13"/>
    <p:sldId id="694" r:id="rId14"/>
    <p:sldId id="693" r:id="rId15"/>
    <p:sldId id="699" r:id="rId16"/>
    <p:sldId id="629" r:id="rId17"/>
    <p:sldId id="632" r:id="rId18"/>
    <p:sldId id="684" r:id="rId19"/>
    <p:sldId id="685" r:id="rId20"/>
    <p:sldId id="687" r:id="rId21"/>
    <p:sldId id="686" r:id="rId22"/>
    <p:sldId id="700" r:id="rId23"/>
    <p:sldId id="701" r:id="rId24"/>
    <p:sldId id="434" r:id="rId25"/>
  </p:sldIdLst>
  <p:sldSz cx="9144000" cy="5143500" type="screen16x9"/>
  <p:notesSz cx="6808788" cy="9940925"/>
  <p:custDataLst>
    <p:tags r:id="rId28"/>
  </p:custDataLst>
  <p:defaultTextStyle>
    <a:defPPr>
      <a:defRPr lang="en-US"/>
    </a:defPPr>
    <a:lvl1pPr marL="0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1pPr>
    <a:lvl2pPr marL="371867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2pPr>
    <a:lvl3pPr marL="743734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3pPr>
    <a:lvl4pPr marL="1115601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4pPr>
    <a:lvl5pPr marL="1487468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5pPr>
    <a:lvl6pPr marL="1859335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6pPr>
    <a:lvl7pPr marL="2231202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7pPr>
    <a:lvl8pPr marL="2603070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8pPr>
    <a:lvl9pPr marL="2974936" algn="l" defTabSz="743734" rtl="0" eaLnBrk="1" latinLnBrk="0" hangingPunct="1">
      <a:defRPr sz="153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1">
          <p15:clr>
            <a:srgbClr val="A4A3A4"/>
          </p15:clr>
        </p15:guide>
        <p15:guide id="4" pos="214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72"/>
    <a:srgbClr val="EC7A00"/>
    <a:srgbClr val="D5C833"/>
    <a:srgbClr val="7AB800"/>
    <a:srgbClr val="7AB8FF"/>
    <a:srgbClr val="598B9F"/>
    <a:srgbClr val="00B0CA"/>
    <a:srgbClr val="A3D2E3"/>
    <a:srgbClr val="ADC7D2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115793-17EF-48D4-910C-43EAF39E0735}">
  <a:tblStyle styleId="{C4115793-17EF-48D4-910C-43EAF39E0735}" styleName="Light Blue text table design">
    <a:wholeTbl>
      <a:tcTxStyle>
        <a:fontRef idx="minor">
          <a:schemeClr val="tx2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9525" cmpd="sng">
              <a:solidFill>
                <a:schemeClr val="bg1"/>
              </a:solidFill>
            </a:ln>
          </a:insideH>
          <a:insideV>
            <a:ln w="9525" cmpd="sng">
              <a:solidFill>
                <a:schemeClr val="bg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2"/>
          </a:solidFill>
        </a:fill>
      </a:tcStyle>
    </a:band1H>
    <a:band2H>
      <a:tcStyle>
        <a:tcBdr/>
      </a:tcStyle>
    </a:band2H>
    <a:band1V>
      <a:tcStyle>
        <a:tcBdr/>
      </a:tcStyle>
    </a:band1V>
    <a:lastCol>
      <a:tcTxStyle/>
      <a:tcStyle>
        <a:tcBdr/>
      </a:tcStyle>
    </a:lastCol>
    <a:firstCol>
      <a:tcTxStyle b="on">
        <a:fontRef idx="minor">
          <a:schemeClr val="accent1"/>
        </a:fontRef>
        <a:schemeClr val="accent1"/>
      </a:tcTxStyle>
      <a:tcStyle>
        <a:tcBdr/>
      </a:tcStyle>
    </a:firstCol>
    <a:lastRow>
      <a:tcTxStyle/>
      <a:tcStyle>
        <a:tcBdr/>
      </a:tcStyle>
    </a:lastRow>
    <a:firstRow>
      <a:tcTxStyle b="on">
        <a:fontRef idx="minor"/>
        <a:schemeClr val="lt1"/>
      </a:tcTxStyle>
      <a:tcStyle>
        <a:tcBdr>
          <a:top>
            <a:ln w="0" cmpd="sng">
              <a:noFill/>
            </a:ln>
          </a:top>
          <a:bottom>
            <a:ln w="9525" cmpd="sng">
              <a:solidFill>
                <a:schemeClr val="bg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2CED4C5-AB9F-4B39-AE40-79E33D72183D}" styleName="Dark Blue text table design">
    <a:wholeTbl>
      <a:tcTxStyle>
        <a:fontRef idx="minor">
          <a:schemeClr val="tx2"/>
        </a:fontRef>
        <a:schemeClr val="tx2"/>
      </a:tcTxStyle>
      <a:tcStyle>
        <a:tcBdr>
          <a:left>
            <a:ln w="0" cmpd="sng">
              <a:noFill/>
            </a:ln>
          </a:left>
          <a:right>
            <a:ln w="0" cmpd="sng">
              <a:noFill/>
            </a:ln>
          </a:right>
          <a:top>
            <a:ln w="0" cmpd="sng">
              <a:noFill/>
            </a:ln>
          </a:top>
          <a:bottom>
            <a:ln w="0" cmpd="sng">
              <a:noFill/>
            </a:ln>
          </a:bottom>
          <a:insideH>
            <a:ln w="9525" cmpd="sng">
              <a:solidFill>
                <a:schemeClr val="bg1"/>
              </a:solidFill>
            </a:ln>
          </a:insideH>
          <a:insideV>
            <a:ln w="9525" cmpd="sng">
              <a:solidFill>
                <a:schemeClr val="bg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bg2"/>
          </a:solidFill>
        </a:fill>
      </a:tcStyle>
    </a:band1H>
    <a:band2H>
      <a:tcStyle>
        <a:tcBdr/>
      </a:tcStyle>
    </a:band2H>
    <a:band1V>
      <a:tcStyle>
        <a:tcBdr/>
      </a:tcStyle>
    </a:band1V>
    <a:lastCol>
      <a:tcTxStyle/>
      <a:tcStyle>
        <a:tcBdr/>
      </a:tcStyle>
    </a:lastCol>
    <a:firstCol>
      <a:tcTxStyle b="on">
        <a:fontRef idx="minor">
          <a:schemeClr val="tx2"/>
        </a:fontRef>
        <a:schemeClr val="tx2"/>
      </a:tcTxStyle>
      <a:tcStyle>
        <a:tcBdr/>
      </a:tcStyle>
    </a:firstCol>
    <a:lastRow>
      <a:tcTxStyle/>
      <a:tcStyle>
        <a:tcBdr/>
      </a:tcStyle>
    </a:lastRow>
    <a:firstRow>
      <a:tcTxStyle b="on">
        <a:fontRef idx="minor"/>
        <a:schemeClr val="lt1"/>
      </a:tcTxStyle>
      <a:tcStyle>
        <a:tcBdr>
          <a:top>
            <a:ln w="0" cmpd="sng">
              <a:noFill/>
            </a:ln>
          </a:top>
          <a:bottom>
            <a:ln w="9525" cmpd="sng">
              <a:solidFill>
                <a:schemeClr val="bg1"/>
              </a:solidFill>
            </a:ln>
          </a:bottom>
        </a:tcBdr>
        <a:fill>
          <a:solidFill>
            <a:schemeClr val="tx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88" autoAdjust="0"/>
    <p:restoredTop sz="94343" autoAdjust="0"/>
  </p:normalViewPr>
  <p:slideViewPr>
    <p:cSldViewPr snapToGrid="0">
      <p:cViewPr varScale="1">
        <p:scale>
          <a:sx n="86" d="100"/>
          <a:sy n="86" d="100"/>
        </p:scale>
        <p:origin x="928" y="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75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7072"/>
    </p:cViewPr>
  </p:sorterViewPr>
  <p:notesViewPr>
    <p:cSldViewPr snapToGrid="0" showGuides="1">
      <p:cViewPr varScale="1">
        <p:scale>
          <a:sx n="88" d="100"/>
          <a:sy n="88" d="100"/>
        </p:scale>
        <p:origin x="-3804" y="-102"/>
      </p:cViewPr>
      <p:guideLst>
        <p:guide orient="horz" pos="2880"/>
        <p:guide pos="2160"/>
        <p:guide orient="horz" pos="3131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9.xml"/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SL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655921754682934"/>
          <c:y val="0.24588809907198861"/>
          <c:w val="0.77825887127430315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2565</c:v>
                </c:pt>
                <c:pt idx="1">
                  <c:v>3752</c:v>
                </c:pt>
                <c:pt idx="2">
                  <c:v>4531</c:v>
                </c:pt>
                <c:pt idx="3">
                  <c:v>4346</c:v>
                </c:pt>
                <c:pt idx="4">
                  <c:v>4209</c:v>
                </c:pt>
                <c:pt idx="5">
                  <c:v>4689</c:v>
                </c:pt>
                <c:pt idx="6">
                  <c:v>3886</c:v>
                </c:pt>
                <c:pt idx="7">
                  <c:v>3814</c:v>
                </c:pt>
                <c:pt idx="8">
                  <c:v>6471</c:v>
                </c:pt>
                <c:pt idx="9">
                  <c:v>7309</c:v>
                </c:pt>
                <c:pt idx="10">
                  <c:v>7365</c:v>
                </c:pt>
                <c:pt idx="11">
                  <c:v>5815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SL Journal Denials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375565954474633"/>
          <c:y val="0.24588809907198861"/>
          <c:w val="0.79227666128471819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</c:v>
                </c:pt>
                <c:pt idx="1">
                  <c:v>88</c:v>
                </c:pt>
                <c:pt idx="2">
                  <c:v>134</c:v>
                </c:pt>
                <c:pt idx="3">
                  <c:v>143</c:v>
                </c:pt>
                <c:pt idx="4">
                  <c:v>173</c:v>
                </c:pt>
                <c:pt idx="5">
                  <c:v>163</c:v>
                </c:pt>
                <c:pt idx="6">
                  <c:v>171</c:v>
                </c:pt>
                <c:pt idx="7">
                  <c:v>164</c:v>
                </c:pt>
                <c:pt idx="8">
                  <c:v>296</c:v>
                </c:pt>
                <c:pt idx="9">
                  <c:v>384</c:v>
                </c:pt>
                <c:pt idx="10">
                  <c:v>411</c:v>
                </c:pt>
                <c:pt idx="11">
                  <c:v>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eBook Usage - Year Wise</a:t>
            </a:r>
          </a:p>
        </c:rich>
      </c:tx>
      <c:layout>
        <c:manualLayout>
          <c:xMode val="edge"/>
          <c:yMode val="edge"/>
          <c:x val="0.29083683438206276"/>
          <c:y val="2.5157873438068194E-2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8596046077105949"/>
          <c:y val="0.26422106101704029"/>
          <c:w val="0.76460845358642193"/>
          <c:h val="0.642494166854147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3696</c:v>
                </c:pt>
                <c:pt idx="1">
                  <c:v>5643</c:v>
                </c:pt>
                <c:pt idx="2">
                  <c:v>6464</c:v>
                </c:pt>
                <c:pt idx="3">
                  <c:v>6501</c:v>
                </c:pt>
                <c:pt idx="4">
                  <c:v>5757</c:v>
                </c:pt>
                <c:pt idx="5">
                  <c:v>8785</c:v>
                </c:pt>
                <c:pt idx="6">
                  <c:v>8458</c:v>
                </c:pt>
                <c:pt idx="7">
                  <c:v>6338</c:v>
                </c:pt>
                <c:pt idx="8">
                  <c:v>15024</c:v>
                </c:pt>
                <c:pt idx="9">
                  <c:v>16548</c:v>
                </c:pt>
                <c:pt idx="10">
                  <c:v>15431</c:v>
                </c:pt>
                <c:pt idx="11">
                  <c:v>10913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eBook Denials - Year Wise</a:t>
            </a:r>
          </a:p>
        </c:rich>
      </c:tx>
      <c:layout>
        <c:manualLayout>
          <c:xMode val="edge"/>
          <c:yMode val="edge"/>
          <c:x val="0.29083683438206276"/>
          <c:y val="2.5157873438068194E-2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0585562288977566"/>
          <c:y val="0.26422106101704029"/>
          <c:w val="0.76460845358642193"/>
          <c:h val="0.642494166854147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234</c:v>
                </c:pt>
                <c:pt idx="1">
                  <c:v>375</c:v>
                </c:pt>
                <c:pt idx="2">
                  <c:v>437</c:v>
                </c:pt>
                <c:pt idx="3">
                  <c:v>354</c:v>
                </c:pt>
                <c:pt idx="4">
                  <c:v>446</c:v>
                </c:pt>
                <c:pt idx="5">
                  <c:v>561</c:v>
                </c:pt>
                <c:pt idx="6">
                  <c:v>471</c:v>
                </c:pt>
                <c:pt idx="7">
                  <c:v>576</c:v>
                </c:pt>
                <c:pt idx="8">
                  <c:v>885</c:v>
                </c:pt>
                <c:pt idx="9">
                  <c:v>850</c:v>
                </c:pt>
                <c:pt idx="10">
                  <c:v>947</c:v>
                </c:pt>
                <c:pt idx="11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Nature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3020191357182562"/>
          <c:y val="0.24588809907198861"/>
          <c:w val="0.75583040725763906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1745</c:v>
                </c:pt>
                <c:pt idx="1">
                  <c:v>1897</c:v>
                </c:pt>
                <c:pt idx="2">
                  <c:v>2200</c:v>
                </c:pt>
                <c:pt idx="3">
                  <c:v>2983</c:v>
                </c:pt>
                <c:pt idx="4">
                  <c:v>2931</c:v>
                </c:pt>
                <c:pt idx="5">
                  <c:v>3924</c:v>
                </c:pt>
                <c:pt idx="6">
                  <c:v>2812</c:v>
                </c:pt>
                <c:pt idx="7">
                  <c:v>2776</c:v>
                </c:pt>
                <c:pt idx="8">
                  <c:v>4361</c:v>
                </c:pt>
                <c:pt idx="9">
                  <c:v>4941</c:v>
                </c:pt>
                <c:pt idx="10">
                  <c:v>5079</c:v>
                </c:pt>
                <c:pt idx="11">
                  <c:v>4155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Nature Academic Journal Usage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23020191357182562"/>
          <c:y val="0.24588809907198861"/>
          <c:w val="0.75583040725763906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_(* #,##0_);_(* \(#,##0\);_(* "-"??_);_(@_)</c:formatCode>
                <c:ptCount val="12"/>
                <c:pt idx="0">
                  <c:v>1745</c:v>
                </c:pt>
                <c:pt idx="1">
                  <c:v>1891</c:v>
                </c:pt>
                <c:pt idx="2">
                  <c:v>2195</c:v>
                </c:pt>
                <c:pt idx="3">
                  <c:v>2968</c:v>
                </c:pt>
                <c:pt idx="4">
                  <c:v>2928</c:v>
                </c:pt>
                <c:pt idx="5">
                  <c:v>3918</c:v>
                </c:pt>
                <c:pt idx="6">
                  <c:v>2805</c:v>
                </c:pt>
                <c:pt idx="7">
                  <c:v>2774</c:v>
                </c:pt>
                <c:pt idx="8">
                  <c:v>4343</c:v>
                </c:pt>
                <c:pt idx="9">
                  <c:v>4924</c:v>
                </c:pt>
                <c:pt idx="10">
                  <c:v>5061</c:v>
                </c:pt>
                <c:pt idx="11">
                  <c:v>4140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_(* #,##0_);_(* \(#,##0\);_(* &quot;-&quot;??_);_(@_)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>
                <a:solidFill>
                  <a:srgbClr val="183638"/>
                </a:solidFill>
              </a:defRPr>
            </a:pPr>
            <a:r>
              <a:rPr lang="en-IN" sz="1200" dirty="0">
                <a:solidFill>
                  <a:srgbClr val="183638"/>
                </a:solidFill>
              </a:rPr>
              <a:t> Nature &amp; Nature Academic Journal Denials - Year Wise</a:t>
            </a:r>
          </a:p>
        </c:rich>
      </c:tx>
      <c:layout>
        <c:manualLayout>
          <c:xMode val="edge"/>
          <c:yMode val="edge"/>
          <c:x val="0.30432732488910491"/>
          <c:y val="2.4981456105461113E-3"/>
        </c:manualLayout>
      </c:layout>
      <c:overlay val="0"/>
      <c:spPr>
        <a:ln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9375565954474633"/>
          <c:y val="0.24588809907198861"/>
          <c:w val="0.79227666128471819"/>
          <c:h val="0.657858246358666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83638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</c:v>
                </c:pt>
                <c:pt idx="1">
                  <c:v>84</c:v>
                </c:pt>
                <c:pt idx="2">
                  <c:v>132</c:v>
                </c:pt>
                <c:pt idx="3">
                  <c:v>133</c:v>
                </c:pt>
                <c:pt idx="4">
                  <c:v>120</c:v>
                </c:pt>
                <c:pt idx="5">
                  <c:v>238</c:v>
                </c:pt>
                <c:pt idx="6">
                  <c:v>130</c:v>
                </c:pt>
                <c:pt idx="7">
                  <c:v>199</c:v>
                </c:pt>
                <c:pt idx="8">
                  <c:v>287</c:v>
                </c:pt>
                <c:pt idx="9">
                  <c:v>346</c:v>
                </c:pt>
                <c:pt idx="10">
                  <c:v>341</c:v>
                </c:pt>
                <c:pt idx="11">
                  <c:v>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4D-492D-BE74-0CCA1BB4F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3120640"/>
        <c:axId val="159567808"/>
      </c:barChart>
      <c:catAx>
        <c:axId val="1631206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59567808"/>
        <c:crosses val="autoZero"/>
        <c:auto val="1"/>
        <c:lblAlgn val="ctr"/>
        <c:lblOffset val="100"/>
        <c:noMultiLvlLbl val="0"/>
      </c:catAx>
      <c:valAx>
        <c:axId val="1595678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83638"/>
                </a:solidFill>
              </a:defRPr>
            </a:pPr>
            <a:endParaRPr lang="en-US"/>
          </a:p>
        </c:txPr>
        <c:crossAx val="163120640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ln>
      <a:solidFill>
        <a:schemeClr val="bg1">
          <a:lumMod val="85000"/>
        </a:schemeClr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12074353153914"/>
          <c:y val="0.1229430833219317"/>
          <c:w val="0.89451411422284732"/>
          <c:h val="0.678262320329353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OA</c:v>
                </c:pt>
              </c:strCache>
            </c:strRef>
          </c:tx>
          <c:spPr>
            <a:solidFill>
              <a:srgbClr val="00B0CA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4</c:v>
                </c:pt>
                <c:pt idx="2">
                  <c:v>14</c:v>
                </c:pt>
                <c:pt idx="3">
                  <c:v>10</c:v>
                </c:pt>
                <c:pt idx="4">
                  <c:v>13</c:v>
                </c:pt>
                <c:pt idx="5">
                  <c:v>17</c:v>
                </c:pt>
                <c:pt idx="6">
                  <c:v>6</c:v>
                </c:pt>
                <c:pt idx="7">
                  <c:v>7</c:v>
                </c:pt>
                <c:pt idx="8">
                  <c:v>14</c:v>
                </c:pt>
                <c:pt idx="9">
                  <c:v>12</c:v>
                </c:pt>
                <c:pt idx="10">
                  <c:v>14</c:v>
                </c:pt>
                <c:pt idx="1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B-46DD-866B-B0CA51C83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</c:v>
                </c:pt>
                <c:pt idx="1">
                  <c:v>10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4</c:v>
                </c:pt>
                <c:pt idx="6">
                  <c:v>0</c:v>
                </c:pt>
                <c:pt idx="7">
                  <c:v>9</c:v>
                </c:pt>
                <c:pt idx="8">
                  <c:v>9</c:v>
                </c:pt>
                <c:pt idx="9">
                  <c:v>6</c:v>
                </c:pt>
                <c:pt idx="10">
                  <c:v>12</c:v>
                </c:pt>
                <c:pt idx="1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B-46DD-866B-B0CA51C83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07162240"/>
        <c:axId val="407172224"/>
      </c:barChart>
      <c:catAx>
        <c:axId val="40716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7172224"/>
        <c:crosses val="autoZero"/>
        <c:auto val="1"/>
        <c:lblAlgn val="ctr"/>
        <c:lblOffset val="100"/>
        <c:noMultiLvlLbl val="0"/>
      </c:catAx>
      <c:valAx>
        <c:axId val="40717222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407162240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/>
      </a:pPr>
      <a:endParaRPr lang="en-US"/>
    </a:p>
  </c:tx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12074353153914"/>
          <c:y val="0.1229430833219317"/>
          <c:w val="0.89451411422284732"/>
          <c:h val="0.678262320329353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OA</c:v>
                </c:pt>
              </c:strCache>
            </c:strRef>
          </c:tx>
          <c:spPr>
            <a:solidFill>
              <a:srgbClr val="00B0CA"/>
            </a:solidFill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65</c:v>
                </c:pt>
                <c:pt idx="2">
                  <c:v>98</c:v>
                </c:pt>
                <c:pt idx="3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B-46DD-866B-B0CA51C837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76</c:v>
                </c:pt>
                <c:pt idx="3" formatCode="#,##0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7B-46DD-866B-B0CA51C837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407162240"/>
        <c:axId val="407172224"/>
      </c:barChart>
      <c:catAx>
        <c:axId val="407162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7172224"/>
        <c:crosses val="autoZero"/>
        <c:auto val="1"/>
        <c:lblAlgn val="ctr"/>
        <c:lblOffset val="100"/>
        <c:noMultiLvlLbl val="0"/>
      </c:catAx>
      <c:valAx>
        <c:axId val="40717222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crossAx val="407162240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000" b="1"/>
      </a:pPr>
      <a:endParaRPr lang="en-US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7C0967-7807-4E7E-8226-A3E4F312B90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06E68858-D467-4839-9129-E668EE0922B6}">
      <dgm:prSet phldrT="[Text]"/>
      <dgm:spPr/>
      <dgm:t>
        <a:bodyPr/>
        <a:lstStyle/>
        <a:p>
          <a:r>
            <a:rPr lang="en-US" dirty="0">
              <a:effectLst/>
            </a:rPr>
            <a:t>Newsletter write up </a:t>
          </a:r>
        </a:p>
        <a:p>
          <a:r>
            <a:rPr lang="en-US" dirty="0">
              <a:effectLst/>
            </a:rPr>
            <a:t>Nov 9</a:t>
          </a:r>
        </a:p>
      </dgm:t>
    </dgm:pt>
    <dgm:pt modelId="{9801827A-EF39-4975-B9CD-BE6B84458B93}" type="parTrans" cxnId="{16CBF102-317E-47D5-9D61-C21DBF14CF54}">
      <dgm:prSet/>
      <dgm:spPr/>
      <dgm:t>
        <a:bodyPr/>
        <a:lstStyle/>
        <a:p>
          <a:endParaRPr lang="en-US"/>
        </a:p>
      </dgm:t>
    </dgm:pt>
    <dgm:pt modelId="{04FAD7BF-EB4A-45FB-AFAA-75836E65837B}" type="sibTrans" cxnId="{16CBF102-317E-47D5-9D61-C21DBF14CF54}">
      <dgm:prSet/>
      <dgm:spPr/>
      <dgm:t>
        <a:bodyPr/>
        <a:lstStyle/>
        <a:p>
          <a:endParaRPr lang="en-US"/>
        </a:p>
      </dgm:t>
    </dgm:pt>
    <dgm:pt modelId="{DE7D4E20-25AC-4B1A-B975-0B1C6091BEE7}">
      <dgm:prSet/>
      <dgm:spPr/>
      <dgm:t>
        <a:bodyPr/>
        <a:lstStyle/>
        <a:p>
          <a:r>
            <a:rPr lang="en-US" dirty="0">
              <a:effectLst/>
            </a:rPr>
            <a:t>Trial Support </a:t>
          </a:r>
        </a:p>
        <a:p>
          <a:r>
            <a:rPr lang="en-US" dirty="0">
              <a:effectLst/>
            </a:rPr>
            <a:t>Dec 2021</a:t>
          </a:r>
        </a:p>
      </dgm:t>
    </dgm:pt>
    <dgm:pt modelId="{6D69A284-67CB-4078-AA27-1C113E5126FE}" type="parTrans" cxnId="{751B929B-4B16-43E7-9ADB-2503ED7F27E6}">
      <dgm:prSet/>
      <dgm:spPr/>
      <dgm:t>
        <a:bodyPr/>
        <a:lstStyle/>
        <a:p>
          <a:endParaRPr lang="en-US"/>
        </a:p>
      </dgm:t>
    </dgm:pt>
    <dgm:pt modelId="{8B2D21CA-C2DC-4613-89CE-AAB30D8B9DCC}" type="sibTrans" cxnId="{751B929B-4B16-43E7-9ADB-2503ED7F27E6}">
      <dgm:prSet/>
      <dgm:spPr/>
      <dgm:t>
        <a:bodyPr/>
        <a:lstStyle/>
        <a:p>
          <a:endParaRPr lang="en-US"/>
        </a:p>
      </dgm:t>
    </dgm:pt>
    <dgm:pt modelId="{2D476140-7742-48CB-94EE-E6D6E50310C2}" type="pres">
      <dgm:prSet presAssocID="{EB7C0967-7807-4E7E-8226-A3E4F312B908}" presName="Name0" presStyleCnt="0">
        <dgm:presLayoutVars>
          <dgm:dir/>
          <dgm:resizeHandles val="exact"/>
        </dgm:presLayoutVars>
      </dgm:prSet>
      <dgm:spPr/>
    </dgm:pt>
    <dgm:pt modelId="{29E6B795-5D20-4935-AEF2-1480CF6F0A85}" type="pres">
      <dgm:prSet presAssocID="{DE7D4E20-25AC-4B1A-B975-0B1C6091BEE7}" presName="parTxOnly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DA1CB3-A39A-4B8F-A099-02A58851DDE2}" type="pres">
      <dgm:prSet presAssocID="{8B2D21CA-C2DC-4613-89CE-AAB30D8B9DCC}" presName="parSpace" presStyleCnt="0"/>
      <dgm:spPr/>
    </dgm:pt>
    <dgm:pt modelId="{4AA4442D-0E9B-4E01-8E98-4D7A892FC686}" type="pres">
      <dgm:prSet presAssocID="{06E68858-D467-4839-9129-E668EE0922B6}" presName="parTxOnly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51B929B-4B16-43E7-9ADB-2503ED7F27E6}" srcId="{EB7C0967-7807-4E7E-8226-A3E4F312B908}" destId="{DE7D4E20-25AC-4B1A-B975-0B1C6091BEE7}" srcOrd="0" destOrd="0" parTransId="{6D69A284-67CB-4078-AA27-1C113E5126FE}" sibTransId="{8B2D21CA-C2DC-4613-89CE-AAB30D8B9DCC}"/>
    <dgm:cxn modelId="{16CBF102-317E-47D5-9D61-C21DBF14CF54}" srcId="{EB7C0967-7807-4E7E-8226-A3E4F312B908}" destId="{06E68858-D467-4839-9129-E668EE0922B6}" srcOrd="1" destOrd="0" parTransId="{9801827A-EF39-4975-B9CD-BE6B84458B93}" sibTransId="{04FAD7BF-EB4A-45FB-AFAA-75836E65837B}"/>
    <dgm:cxn modelId="{84E3851F-4B8B-4050-A381-62FDCA288700}" type="presOf" srcId="{EB7C0967-7807-4E7E-8226-A3E4F312B908}" destId="{2D476140-7742-48CB-94EE-E6D6E50310C2}" srcOrd="0" destOrd="0" presId="urn:microsoft.com/office/officeart/2005/8/layout/hChevron3"/>
    <dgm:cxn modelId="{DE8FA8C4-8E1F-44F5-9585-6A67B01281EE}" type="presOf" srcId="{DE7D4E20-25AC-4B1A-B975-0B1C6091BEE7}" destId="{29E6B795-5D20-4935-AEF2-1480CF6F0A85}" srcOrd="0" destOrd="0" presId="urn:microsoft.com/office/officeart/2005/8/layout/hChevron3"/>
    <dgm:cxn modelId="{C0239F3B-4D15-4659-AE14-DC8FE8D274BF}" type="presOf" srcId="{06E68858-D467-4839-9129-E668EE0922B6}" destId="{4AA4442D-0E9B-4E01-8E98-4D7A892FC686}" srcOrd="0" destOrd="0" presId="urn:microsoft.com/office/officeart/2005/8/layout/hChevron3"/>
    <dgm:cxn modelId="{057FB793-B911-46C6-A79C-56512CFC191E}" type="presParOf" srcId="{2D476140-7742-48CB-94EE-E6D6E50310C2}" destId="{29E6B795-5D20-4935-AEF2-1480CF6F0A85}" srcOrd="0" destOrd="0" presId="urn:microsoft.com/office/officeart/2005/8/layout/hChevron3"/>
    <dgm:cxn modelId="{70C4FB7A-8209-485E-A9EC-1F0E286B8CC8}" type="presParOf" srcId="{2D476140-7742-48CB-94EE-E6D6E50310C2}" destId="{F2DA1CB3-A39A-4B8F-A099-02A58851DDE2}" srcOrd="1" destOrd="0" presId="urn:microsoft.com/office/officeart/2005/8/layout/hChevron3"/>
    <dgm:cxn modelId="{F1499C47-C246-47EA-92DD-FEC74543E65A}" type="presParOf" srcId="{2D476140-7742-48CB-94EE-E6D6E50310C2}" destId="{4AA4442D-0E9B-4E01-8E98-4D7A892FC686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6B795-5D20-4935-AEF2-1480CF6F0A85}">
      <dsp:nvSpPr>
        <dsp:cNvPr id="0" name=""/>
        <dsp:cNvSpPr/>
      </dsp:nvSpPr>
      <dsp:spPr>
        <a:xfrm>
          <a:off x="4514" y="0"/>
          <a:ext cx="3205204" cy="560930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Trial Support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Dec 2021</a:t>
          </a:r>
        </a:p>
      </dsp:txBody>
      <dsp:txXfrm>
        <a:off x="4514" y="0"/>
        <a:ext cx="3064972" cy="560930"/>
      </dsp:txXfrm>
    </dsp:sp>
    <dsp:sp modelId="{4AA4442D-0E9B-4E01-8E98-4D7A892FC686}">
      <dsp:nvSpPr>
        <dsp:cNvPr id="0" name=""/>
        <dsp:cNvSpPr/>
      </dsp:nvSpPr>
      <dsp:spPr>
        <a:xfrm>
          <a:off x="2568677" y="0"/>
          <a:ext cx="3205204" cy="5609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Newsletter write up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>
              <a:effectLst/>
            </a:rPr>
            <a:t>Nov 9</a:t>
          </a:r>
        </a:p>
      </dsp:txBody>
      <dsp:txXfrm>
        <a:off x="2849142" y="0"/>
        <a:ext cx="2644274" cy="560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58,752 </a:t>
          </a:r>
          <a:endParaRPr lang="en-US" sz="10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0.34187</cdr:x>
      <cdr:y>0.08229</cdr:y>
    </cdr:from>
    <cdr:to>
      <cdr:x>0.59182</cdr:x>
      <cdr:y>0.17344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548657" y="284093"/>
          <a:ext cx="1132263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No Lic : </a:t>
          </a:r>
          <a:r>
            <a:rPr lang="en-US" b="1" dirty="0"/>
            <a:t> 2,518</a:t>
          </a:r>
          <a:endParaRPr lang="en-US" sz="1000" b="1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0.24823</cdr:y>
    </cdr:from>
    <cdr:to>
      <cdr:x>0.07411</cdr:x>
      <cdr:y>0.75177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1556762" y="1534435"/>
          <a:ext cx="1699890" cy="307008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SN Total Chapter Request</a:t>
          </a:r>
        </a:p>
      </cdr:txBody>
    </cdr:sp>
  </cdr:relSizeAnchor>
  <cdr:relSizeAnchor xmlns:cdr="http://schemas.openxmlformats.org/drawingml/2006/chartDrawing">
    <cdr:from>
      <cdr:x>0.30252</cdr:x>
      <cdr:y>0.11058</cdr:y>
    </cdr:from>
    <cdr:to>
      <cdr:x>0.86541</cdr:x>
      <cdr:y>0.19963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351787" y="390755"/>
          <a:ext cx="2515240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00" b="1" dirty="0"/>
            <a:t>SN Total Chap Requests: </a:t>
          </a:r>
          <a:r>
            <a:rPr lang="en-US" dirty="0"/>
            <a:t> </a:t>
          </a:r>
          <a:r>
            <a:rPr lang="en-US" b="1" dirty="0"/>
            <a:t>109,558</a:t>
          </a:r>
          <a:r>
            <a:rPr lang="en-US" dirty="0"/>
            <a:t> </a:t>
          </a:r>
          <a:r>
            <a:rPr lang="en-US" b="1" dirty="0"/>
            <a:t>  </a:t>
          </a:r>
          <a:endParaRPr lang="en-US" sz="1000" b="1" dirty="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0.0027</cdr:x>
      <cdr:y>0.24823</cdr:y>
    </cdr:from>
    <cdr:to>
      <cdr:x>0.07141</cdr:x>
      <cdr:y>0.75177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724098" y="1613348"/>
          <a:ext cx="177935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0.30252</cdr:x>
      <cdr:y>0.11058</cdr:y>
    </cdr:from>
    <cdr:to>
      <cdr:x>0.86541</cdr:x>
      <cdr:y>0.19963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1351787" y="390755"/>
          <a:ext cx="2515240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00" b="1" dirty="0"/>
            <a:t>No Lic :  6,830</a:t>
          </a:r>
          <a:r>
            <a:rPr lang="en-US" b="1" dirty="0"/>
            <a:t>  </a:t>
          </a:r>
          <a:endParaRPr lang="en-US" sz="1000" b="1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39,804 </a:t>
          </a:r>
          <a:endParaRPr lang="en-US" sz="1000" b="1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Article Total Item Requests</a:t>
          </a:r>
        </a:p>
      </cdr:txBody>
    </cdr:sp>
  </cdr:relSizeAnchor>
  <cdr:relSizeAnchor xmlns:cdr="http://schemas.openxmlformats.org/drawingml/2006/chartDrawing">
    <cdr:from>
      <cdr:x>0.25785</cdr:x>
      <cdr:y>0.06764</cdr:y>
    </cdr:from>
    <cdr:to>
      <cdr:x>0.83798</cdr:x>
      <cdr:y>0.15626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168050" y="240192"/>
          <a:ext cx="2627978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Article Total Item Requests : </a:t>
          </a:r>
          <a:r>
            <a:rPr lang="en-US" b="1" dirty="0"/>
            <a:t>  39,692 </a:t>
          </a:r>
          <a:endParaRPr lang="en-US" sz="1000" b="1" dirty="0"/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0.00846</cdr:x>
      <cdr:y>0.21168</cdr:y>
    </cdr:from>
    <cdr:to>
      <cdr:x>0.07623</cdr:x>
      <cdr:y>0.69118</cdr:y>
    </cdr:to>
    <cdr:sp macro="" textlink="">
      <cdr:nvSpPr>
        <cdr:cNvPr id="2" name="TextBox 1"/>
        <cdr:cNvSpPr txBox="1"/>
      </cdr:nvSpPr>
      <cdr:spPr>
        <a:xfrm xmlns:a="http://schemas.openxmlformats.org/drawingml/2006/main" rot="16200000">
          <a:off x="-659551" y="1449555"/>
          <a:ext cx="1702741" cy="30698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lIns="72000" tIns="72000" rIns="72000" bIns="72000" rtlCol="0">
          <a:spAutoFit/>
        </a:bodyPr>
        <a:lstStyle xmlns:a="http://schemas.openxmlformats.org/drawingml/2006/main"/>
        <a:p xmlns:a="http://schemas.openxmlformats.org/drawingml/2006/main">
          <a:r>
            <a:rPr lang="en-US" sz="1050" dirty="0"/>
            <a:t>No License</a:t>
          </a:r>
        </a:p>
      </cdr:txBody>
    </cdr:sp>
  </cdr:relSizeAnchor>
  <cdr:relSizeAnchor xmlns:cdr="http://schemas.openxmlformats.org/drawingml/2006/chartDrawing">
    <cdr:from>
      <cdr:x>0.34187</cdr:x>
      <cdr:y>0.08229</cdr:y>
    </cdr:from>
    <cdr:to>
      <cdr:x>0.59182</cdr:x>
      <cdr:y>0.17344</cdr:y>
    </cdr:to>
    <cdr:sp macro="" textlink="">
      <cdr:nvSpPr>
        <cdr:cNvPr id="3" name="TextBox 1"/>
        <cdr:cNvSpPr txBox="1"/>
      </cdr:nvSpPr>
      <cdr:spPr>
        <a:xfrm xmlns:a="http://schemas.openxmlformats.org/drawingml/2006/main">
          <a:off x="1548657" y="284093"/>
          <a:ext cx="1132263" cy="31468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txBody>
        <a:bodyPr xmlns:a="http://schemas.openxmlformats.org/drawingml/2006/main" wrap="square" lIns="72000" tIns="72000" rIns="72000" bIns="72000" rtlCol="0">
          <a:spAutoFit/>
        </a:bodyPr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No Lic : </a:t>
          </a:r>
          <a:r>
            <a:rPr lang="en-US" b="1" dirty="0"/>
            <a:t> 2,288</a:t>
          </a:r>
          <a:endParaRPr lang="en-US" sz="1000" b="1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0.73259</cdr:x>
      <cdr:y>0.05436</cdr:y>
    </cdr:from>
    <cdr:to>
      <cdr:x>0.97025</cdr:x>
      <cdr:y>0.13367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5470963" y="172029"/>
          <a:ext cx="1774781" cy="251016"/>
        </a:xfrm>
        <a:prstGeom xmlns:a="http://schemas.openxmlformats.org/drawingml/2006/main" prst="rect">
          <a:avLst/>
        </a:prstGeom>
        <a:ln xmlns:a="http://schemas.openxmlformats.org/drawingml/2006/main"/>
      </cdr:spPr>
      <cdr:style>
        <a:lnRef xmlns:a="http://schemas.openxmlformats.org/drawingml/2006/main" idx="2">
          <a:schemeClr val="accent3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3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lIns="72000" tIns="72000" rIns="72000" bIns="72000" rtlCol="0" anchor="ctr" anchorCtr="1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Total SN Publication : </a:t>
          </a:r>
          <a:r>
            <a:rPr lang="en-US" b="1" dirty="0"/>
            <a:t>211</a:t>
          </a:r>
          <a:endParaRPr lang="en-US" sz="1000" b="1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0.73259</cdr:x>
      <cdr:y>0.05436</cdr:y>
    </cdr:from>
    <cdr:to>
      <cdr:x>0.97025</cdr:x>
      <cdr:y>0.13367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5470963" y="172029"/>
          <a:ext cx="1774781" cy="251016"/>
        </a:xfrm>
        <a:prstGeom xmlns:a="http://schemas.openxmlformats.org/drawingml/2006/main" prst="rect">
          <a:avLst/>
        </a:prstGeom>
        <a:ln xmlns:a="http://schemas.openxmlformats.org/drawingml/2006/main"/>
      </cdr:spPr>
      <cdr:style>
        <a:lnRef xmlns:a="http://schemas.openxmlformats.org/drawingml/2006/main" idx="2">
          <a:schemeClr val="accent3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accent3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lIns="72000" tIns="72000" rIns="72000" bIns="72000" rtlCol="0" anchor="ctr" anchorCtr="1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1" dirty="0"/>
            <a:t>Total SN Publication : </a:t>
          </a:r>
          <a:r>
            <a:rPr lang="en-US" b="1" dirty="0"/>
            <a:t>625</a:t>
          </a:r>
          <a:endParaRPr lang="en-US" sz="10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8068C5-ACDF-B541-B541-E22B2F430CB0}" type="datetime1">
              <a:rPr lang="en-GB" smtClean="0"/>
              <a:t>07/02/2023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56408-28DD-4FFF-92F7-977F2BC32B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5714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A3EBD-E24A-284E-A2C2-5A636BA805FA}" type="datetime1">
              <a:rPr lang="en-GB" smtClean="0"/>
              <a:t>07/02/2023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463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21940"/>
            <a:ext cx="5447030" cy="4473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70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1FDDB-74AF-466F-B92E-1346EC410F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9870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1pPr>
    <a:lvl2pPr marL="371867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2pPr>
    <a:lvl3pPr marL="743734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3pPr>
    <a:lvl4pPr marL="1115601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4pPr>
    <a:lvl5pPr marL="1487468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5pPr>
    <a:lvl6pPr marL="1859335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6pPr>
    <a:lvl7pPr marL="2231202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7pPr>
    <a:lvl8pPr marL="2603070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8pPr>
    <a:lvl9pPr marL="2974936" algn="l" defTabSz="743734" rtl="0" eaLnBrk="1" latinLnBrk="0" hangingPunct="1">
      <a:defRPr sz="9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1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81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3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1FDDB-74AF-466F-B92E-1346EC410FD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650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3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9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3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21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1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ar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379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54C864E-80B0-A841-9463-796079761F2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42CAE-CE79-433B-ABF2-C34B5771D5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18762572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ea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885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tx2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2A1C959-92B0-4A7B-A14F-86D66FAA472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F0F48C-8BD1-4892-B24A-18CF848FC3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accent1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573559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92F3D01-EBD5-314C-9F59-1BC6F588BA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01312" y="4683004"/>
            <a:ext cx="2210888" cy="15569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F3D78CA-CCC4-064F-8983-F11C65BE4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0ECCCB0-A12E-4560-9B05-4A8ABF0F2C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9953" y="1657307"/>
            <a:ext cx="2375022" cy="1726114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tx2"/>
                </a:solidFill>
              </a:defRPr>
            </a:lvl2pPr>
            <a:lvl3pPr marL="0" indent="0">
              <a:buNone/>
              <a:defRPr sz="12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 IN </a:t>
            </a:r>
            <a:br>
              <a:rPr lang="en-US" dirty="0"/>
            </a:br>
            <a:r>
              <a:rPr lang="en-US" dirty="0"/>
              <a:t>CAPITALS ONLY UP TO </a:t>
            </a:r>
            <a:br>
              <a:rPr lang="en-US" dirty="0"/>
            </a:br>
            <a:r>
              <a:rPr lang="en-US" dirty="0"/>
              <a:t>FOUR LINES MAX</a:t>
            </a:r>
          </a:p>
          <a:p>
            <a:pPr lvl="1"/>
            <a:r>
              <a:rPr lang="en-US" dirty="0"/>
              <a:t>Subheading positioned here </a:t>
            </a:r>
            <a:br>
              <a:rPr lang="en-US" dirty="0"/>
            </a:br>
            <a:r>
              <a:rPr lang="en-US" dirty="0"/>
              <a:t>over two available lines</a:t>
            </a:r>
          </a:p>
          <a:p>
            <a:pPr lvl="2"/>
            <a:r>
              <a:rPr lang="en-US" dirty="0"/>
              <a:t>00 Month 2020</a:t>
            </a:r>
          </a:p>
        </p:txBody>
      </p:sp>
    </p:spTree>
    <p:extLst>
      <p:ext uri="{BB962C8B-B14F-4D97-AF65-F5344CB8AC3E}">
        <p14:creationId xmlns:p14="http://schemas.microsoft.com/office/powerpoint/2010/main" val="1216357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Dark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4">
            <a:extLst>
              <a:ext uri="{FF2B5EF4-FFF2-40B4-BE49-F238E27FC236}">
                <a16:creationId xmlns:a16="http://schemas.microsoft.com/office/drawing/2014/main" id="{457C64D5-E468-43A6-AFF7-9CD5AA32270E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rgbClr val="00B0CA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DFA9485-8436-40B2-8A90-F54B29C62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16" name="Title 4">
            <a:extLst>
              <a:ext uri="{FF2B5EF4-FFF2-40B4-BE49-F238E27FC236}">
                <a16:creationId xmlns:a16="http://schemas.microsoft.com/office/drawing/2014/main" id="{E6D6B40D-E19B-451D-81EC-103169FB780C}"/>
              </a:ext>
            </a:extLst>
          </p:cNvPr>
          <p:cNvSpPr txBox="1">
            <a:spLocks/>
          </p:cNvSpPr>
          <p:nvPr userDrawn="1"/>
        </p:nvSpPr>
        <p:spPr>
          <a:xfrm>
            <a:off x="610464" y="2378192"/>
            <a:ext cx="2463285" cy="27791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654542" rtl="0" eaLnBrk="1" latinLnBrk="0" hangingPunct="1">
              <a:spcBef>
                <a:spcPct val="0"/>
              </a:spcBef>
              <a:buNone/>
              <a:defRPr sz="2000" b="1" i="0" kern="1200">
                <a:solidFill>
                  <a:srgbClr val="004C6C"/>
                </a:solidFill>
                <a:latin typeface="Arial Nova Condensed" panose="020B0506020202020204" pitchFamily="34" charset="0"/>
                <a:ea typeface="+mj-ea"/>
                <a:cs typeface="+mj-cs"/>
              </a:defRPr>
            </a:lvl1pPr>
          </a:lstStyle>
          <a:p>
            <a:r>
              <a:rPr lang="en-GB" sz="260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51E3B-D840-4A1E-8C74-0177DCEC7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9700" y="2247379"/>
            <a:ext cx="2550457" cy="461665"/>
          </a:xfrm>
        </p:spPr>
        <p:txBody>
          <a:bodyPr anchor="ctr" anchorCtr="0"/>
          <a:lstStyle>
            <a:lvl1pPr>
              <a:spcAft>
                <a:spcPts val="0"/>
              </a:spcAft>
              <a:defRPr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4FB64A8-F08E-4CF7-8E4A-E90528E7E1D6}"/>
              </a:ext>
            </a:extLst>
          </p:cNvPr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108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bg1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5BF533-DB27-4A14-B8E4-A8F49F5BFC9E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452B600-25E4-48A4-89E7-B3A07AB19571}"/>
              </a:ext>
            </a:extLst>
          </p:cNvPr>
          <p:cNvSpPr/>
          <p:nvPr userDrawn="1"/>
        </p:nvSpPr>
        <p:spPr bwMode="auto">
          <a:xfrm>
            <a:off x="9357764" y="1"/>
            <a:ext cx="2177744" cy="7477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54" tIns="64254" rIns="64254" bIns="64254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825" b="1" dirty="0">
                <a:solidFill>
                  <a:schemeClr val="tx1"/>
                </a:solidFill>
              </a:rPr>
              <a:t>Change background</a:t>
            </a:r>
          </a:p>
          <a:p>
            <a:pPr algn="l"/>
            <a:r>
              <a:rPr lang="en-US" sz="825" b="0" dirty="0">
                <a:solidFill>
                  <a:schemeClr val="tx1"/>
                </a:solidFill>
              </a:rPr>
              <a:t>To change the background </a:t>
            </a:r>
            <a:r>
              <a:rPr lang="en-US" sz="825" b="0" dirty="0" err="1">
                <a:solidFill>
                  <a:schemeClr val="tx1"/>
                </a:solidFill>
              </a:rPr>
              <a:t>colour</a:t>
            </a:r>
            <a:r>
              <a:rPr lang="en-US" sz="825" b="0" dirty="0">
                <a:solidFill>
                  <a:schemeClr val="tx1"/>
                </a:solidFill>
              </a:rPr>
              <a:t>: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dirty="0">
                <a:solidFill>
                  <a:schemeClr val="tx1"/>
                </a:solidFill>
              </a:rPr>
              <a:t>Right-click the slide and click ‘Format Background…’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baseline="0" dirty="0">
                <a:solidFill>
                  <a:schemeClr val="tx1"/>
                </a:solidFill>
              </a:rPr>
              <a:t>Choose a </a:t>
            </a:r>
            <a:r>
              <a:rPr lang="en-US" sz="825" b="0" baseline="0" dirty="0" err="1">
                <a:solidFill>
                  <a:schemeClr val="tx1"/>
                </a:solidFill>
              </a:rPr>
              <a:t>colour</a:t>
            </a:r>
            <a:r>
              <a:rPr lang="en-US" sz="825" b="0" baseline="0" dirty="0">
                <a:solidFill>
                  <a:schemeClr val="tx1"/>
                </a:solidFill>
              </a:rPr>
              <a:t> from the palette</a:t>
            </a:r>
            <a:endParaRPr lang="en-US" sz="825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484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colour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3">
            <a:extLst>
              <a:ext uri="{FF2B5EF4-FFF2-40B4-BE49-F238E27FC236}">
                <a16:creationId xmlns:a16="http://schemas.microsoft.com/office/drawing/2014/main" id="{E447D712-0298-46C1-99BE-D6A95CCD343A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bg1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DD4425-D51F-4CAE-826B-C9DD4AA4FF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E3AD28B-7A60-4E68-91BC-B38BEFC606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 flipV="1">
            <a:off x="4346634" y="1560453"/>
            <a:ext cx="1273470" cy="1576383"/>
          </a:xfrm>
          <a:prstGeom prst="rect">
            <a:avLst/>
          </a:prstGeom>
        </p:spPr>
      </p:pic>
      <p:sp>
        <p:nvSpPr>
          <p:cNvPr id="10" name="object 18">
            <a:extLst>
              <a:ext uri="{FF2B5EF4-FFF2-40B4-BE49-F238E27FC236}">
                <a16:creationId xmlns:a16="http://schemas.microsoft.com/office/drawing/2014/main" id="{C5BA1E0B-BA2C-4AB4-A92E-EA658999B63F}"/>
              </a:ext>
            </a:extLst>
          </p:cNvPr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108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bg1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15B2A22-DF6F-445C-886F-DEC2CB2213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F1A08C-C989-4F95-9EAC-0CDCE525F6DE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9702-DD46-43FF-B78E-F4339E01F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107404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A47397D-3380-43EC-9032-A90AAB248C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075" y="2102422"/>
            <a:ext cx="1122766" cy="492443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3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193236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E3AD28B-7A60-4E68-91BC-B38BEFC606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 flipV="1">
            <a:off x="4346634" y="1560453"/>
            <a:ext cx="1273470" cy="157638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1DD4425-D51F-4CAE-826B-C9DD4AA4FF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10B16A1-E425-4656-AB5C-B1B3F24BE521}"/>
              </a:ext>
            </a:extLst>
          </p:cNvPr>
          <p:cNvSpPr/>
          <p:nvPr userDrawn="1"/>
        </p:nvSpPr>
        <p:spPr bwMode="gray">
          <a:xfrm>
            <a:off x="6344959" y="4516159"/>
            <a:ext cx="2491914" cy="481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E447D712-0298-46C1-99BE-D6A95CCD343A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accent1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89702-DD46-43FF-B78E-F4339E01F6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107404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5A47397D-3380-43EC-9032-A90AAB248C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0075" y="2102422"/>
            <a:ext cx="1122766" cy="492443"/>
          </a:xfrm>
        </p:spPr>
        <p:txBody>
          <a:bodyPr anchor="ctr"/>
          <a:lstStyle>
            <a:lvl1pPr algn="ctr">
              <a:lnSpc>
                <a:spcPct val="100000"/>
              </a:lnSpc>
              <a:spcAft>
                <a:spcPts val="0"/>
              </a:spcAft>
              <a:defRPr sz="32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0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B8A721F-9EFE-4987-A405-CD14FC17D2C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20383" y="4683900"/>
            <a:ext cx="2198167" cy="1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473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pez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5">
            <a:extLst>
              <a:ext uri="{FF2B5EF4-FFF2-40B4-BE49-F238E27FC236}">
                <a16:creationId xmlns:a16="http://schemas.microsoft.com/office/drawing/2014/main" id="{0E5496C7-A4EB-3B48-92CC-C69653FB0565}"/>
              </a:ext>
            </a:extLst>
          </p:cNvPr>
          <p:cNvSpPr/>
          <p:nvPr userDrawn="1"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340 w 3077627"/>
              <a:gd name="connsiteY0" fmla="*/ 0 h 3881949"/>
              <a:gd name="connsiteX1" fmla="*/ 89256 w 3077627"/>
              <a:gd name="connsiteY1" fmla="*/ 4048 h 3881949"/>
              <a:gd name="connsiteX2" fmla="*/ 3033678 w 3077627"/>
              <a:gd name="connsiteY2" fmla="*/ 1075269 h 3881949"/>
              <a:gd name="connsiteX3" fmla="*/ 3077414 w 3077627"/>
              <a:gd name="connsiteY3" fmla="*/ 1137697 h 3881949"/>
              <a:gd name="connsiteX4" fmla="*/ 3077414 w 3077627"/>
              <a:gd name="connsiteY4" fmla="*/ 2739230 h 3881949"/>
              <a:gd name="connsiteX5" fmla="*/ 3034061 w 3077627"/>
              <a:gd name="connsiteY5" fmla="*/ 2806892 h 3881949"/>
              <a:gd name="connsiteX6" fmla="*/ 89383 w 3077627"/>
              <a:gd name="connsiteY6" fmla="*/ 3878240 h 3881949"/>
              <a:gd name="connsiteX7" fmla="*/ 66687 w 3077627"/>
              <a:gd name="connsiteY7" fmla="*/ 3881942 h 3881949"/>
              <a:gd name="connsiteX8" fmla="*/ 0 w 3077627"/>
              <a:gd name="connsiteY8" fmla="*/ 3815558 h 3881949"/>
              <a:gd name="connsiteX9" fmla="*/ 0 w 3077627"/>
              <a:gd name="connsiteY9" fmla="*/ 66603 h 3881949"/>
              <a:gd name="connsiteX10" fmla="*/ 66340 w 3077627"/>
              <a:gd name="connsiteY10" fmla="*/ 0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340" y="0"/>
                </a:move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5C47FC-3305-324D-9D68-A3550B1438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0716" y="1624084"/>
            <a:ext cx="2841696" cy="179256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2600" cap="all" baseline="0" smtClean="0">
                <a:solidFill>
                  <a:schemeClr val="bg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Heading</a:t>
            </a:r>
            <a:endParaRPr lang="en-GB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21F802B-A0B3-4145-BA21-046D1CAF083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112859" y="1077518"/>
            <a:ext cx="4604179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1470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3DD6DB9-C513-4821-BB1F-0B4A32F16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48682"/>
            <a:ext cx="9144000" cy="4294817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C13A675-F2B3-4FB1-8A9D-0C49A036AC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6962" y="1175685"/>
            <a:ext cx="2714716" cy="3424193"/>
          </a:xfrm>
          <a:custGeom>
            <a:avLst/>
            <a:gdLst>
              <a:gd name="connsiteX0" fmla="*/ 66340 w 3077627"/>
              <a:gd name="connsiteY0" fmla="*/ 0 h 3881949"/>
              <a:gd name="connsiteX1" fmla="*/ 89256 w 3077627"/>
              <a:gd name="connsiteY1" fmla="*/ 4048 h 3881949"/>
              <a:gd name="connsiteX2" fmla="*/ 3033678 w 3077627"/>
              <a:gd name="connsiteY2" fmla="*/ 1075269 h 3881949"/>
              <a:gd name="connsiteX3" fmla="*/ 3077414 w 3077627"/>
              <a:gd name="connsiteY3" fmla="*/ 1137697 h 3881949"/>
              <a:gd name="connsiteX4" fmla="*/ 3077414 w 3077627"/>
              <a:gd name="connsiteY4" fmla="*/ 2739230 h 3881949"/>
              <a:gd name="connsiteX5" fmla="*/ 3034061 w 3077627"/>
              <a:gd name="connsiteY5" fmla="*/ 2806892 h 3881949"/>
              <a:gd name="connsiteX6" fmla="*/ 89383 w 3077627"/>
              <a:gd name="connsiteY6" fmla="*/ 3878240 h 3881949"/>
              <a:gd name="connsiteX7" fmla="*/ 66687 w 3077627"/>
              <a:gd name="connsiteY7" fmla="*/ 3881942 h 3881949"/>
              <a:gd name="connsiteX8" fmla="*/ 0 w 3077627"/>
              <a:gd name="connsiteY8" fmla="*/ 3815558 h 3881949"/>
              <a:gd name="connsiteX9" fmla="*/ 0 w 3077627"/>
              <a:gd name="connsiteY9" fmla="*/ 66603 h 3881949"/>
              <a:gd name="connsiteX10" fmla="*/ 66340 w 3077627"/>
              <a:gd name="connsiteY10" fmla="*/ 0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340" y="0"/>
                </a:move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80000"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029C6-8CEF-47A8-AE74-96EDCBBD3A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142875"/>
            <a:ext cx="2876550" cy="123111"/>
          </a:xfrm>
        </p:spPr>
        <p:txBody>
          <a:bodyPr anchor="b" anchorCtr="0"/>
          <a:lstStyle>
            <a:lvl1pPr>
              <a:defRPr sz="8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0" name="Content Placeholder 109">
            <a:extLst>
              <a:ext uri="{FF2B5EF4-FFF2-40B4-BE49-F238E27FC236}">
                <a16:creationId xmlns:a16="http://schemas.microsoft.com/office/drawing/2014/main" id="{D968A029-655D-462F-840E-757AE96E8394}"/>
              </a:ext>
            </a:extLst>
          </p:cNvPr>
          <p:cNvSpPr>
            <a:spLocks noGrp="1" noChangeAspect="1"/>
          </p:cNvSpPr>
          <p:nvPr>
            <p:ph sz="quarter" idx="15" hasCustomPrompt="1"/>
          </p:nvPr>
        </p:nvSpPr>
        <p:spPr>
          <a:xfrm>
            <a:off x="2630419" y="1410382"/>
            <a:ext cx="1056554" cy="1332000"/>
          </a:xfrm>
          <a:custGeom>
            <a:avLst/>
            <a:gdLst>
              <a:gd name="connsiteX0" fmla="*/ 0 w 4201473"/>
              <a:gd name="connsiteY0" fmla="*/ 3392835 h 5296808"/>
              <a:gd name="connsiteX1" fmla="*/ 651873 w 4201473"/>
              <a:gd name="connsiteY1" fmla="*/ 4045353 h 5296808"/>
              <a:gd name="connsiteX2" fmla="*/ 365143 w 4201473"/>
              <a:gd name="connsiteY2" fmla="*/ 3941034 h 5296808"/>
              <a:gd name="connsiteX3" fmla="*/ 0 w 4201473"/>
              <a:gd name="connsiteY3" fmla="*/ 3575552 h 5296808"/>
              <a:gd name="connsiteX4" fmla="*/ 0 w 4201473"/>
              <a:gd name="connsiteY4" fmla="*/ 2951982 h 5296808"/>
              <a:gd name="connsiteX5" fmla="*/ 1343761 w 4201473"/>
              <a:gd name="connsiteY5" fmla="*/ 4297068 h 5296808"/>
              <a:gd name="connsiteX6" fmla="*/ 1057716 w 4201473"/>
              <a:gd name="connsiteY6" fmla="*/ 4193000 h 5296808"/>
              <a:gd name="connsiteX7" fmla="*/ 0 w 4201473"/>
              <a:gd name="connsiteY7" fmla="*/ 3134548 h 5296808"/>
              <a:gd name="connsiteX8" fmla="*/ 0 w 4201473"/>
              <a:gd name="connsiteY8" fmla="*/ 2510843 h 5296808"/>
              <a:gd name="connsiteX9" fmla="*/ 2035919 w 4201473"/>
              <a:gd name="connsiteY9" fmla="*/ 4548887 h 5296808"/>
              <a:gd name="connsiteX10" fmla="*/ 1749059 w 4201473"/>
              <a:gd name="connsiteY10" fmla="*/ 4444520 h 5296808"/>
              <a:gd name="connsiteX11" fmla="*/ 0 w 4201473"/>
              <a:gd name="connsiteY11" fmla="*/ 2693839 h 5296808"/>
              <a:gd name="connsiteX12" fmla="*/ 0 w 4201473"/>
              <a:gd name="connsiteY12" fmla="*/ 2069955 h 5296808"/>
              <a:gd name="connsiteX13" fmla="*/ 2728042 w 4201473"/>
              <a:gd name="connsiteY13" fmla="*/ 4800689 h 5296808"/>
              <a:gd name="connsiteX14" fmla="*/ 2441010 w 4201473"/>
              <a:gd name="connsiteY14" fmla="*/ 4696263 h 5296808"/>
              <a:gd name="connsiteX15" fmla="*/ 0 w 4201473"/>
              <a:gd name="connsiteY15" fmla="*/ 2252986 h 5296808"/>
              <a:gd name="connsiteX16" fmla="*/ 0 w 4201473"/>
              <a:gd name="connsiteY16" fmla="*/ 1629066 h 5296808"/>
              <a:gd name="connsiteX17" fmla="*/ 3420303 w 4201473"/>
              <a:gd name="connsiteY17" fmla="*/ 5052544 h 5296808"/>
              <a:gd name="connsiteX18" fmla="*/ 3132965 w 4201473"/>
              <a:gd name="connsiteY18" fmla="*/ 4948006 h 5296808"/>
              <a:gd name="connsiteX19" fmla="*/ 0 w 4201473"/>
              <a:gd name="connsiteY19" fmla="*/ 1812129 h 5296808"/>
              <a:gd name="connsiteX20" fmla="*/ 219143 w 4201473"/>
              <a:gd name="connsiteY20" fmla="*/ 1407604 h 5296808"/>
              <a:gd name="connsiteX21" fmla="*/ 4104514 w 4201473"/>
              <a:gd name="connsiteY21" fmla="*/ 5296808 h 5296808"/>
              <a:gd name="connsiteX22" fmla="*/ 4079615 w 4201473"/>
              <a:gd name="connsiteY22" fmla="*/ 5292413 h 5296808"/>
              <a:gd name="connsiteX23" fmla="*/ 3825008 w 4201473"/>
              <a:gd name="connsiteY23" fmla="*/ 5199781 h 5296808"/>
              <a:gd name="connsiteX24" fmla="*/ 85240 w 4201473"/>
              <a:gd name="connsiteY24" fmla="*/ 1456318 h 5296808"/>
              <a:gd name="connsiteX25" fmla="*/ 542160 w 4201473"/>
              <a:gd name="connsiteY25" fmla="*/ 1290082 h 5296808"/>
              <a:gd name="connsiteX26" fmla="*/ 4201473 w 4201473"/>
              <a:gd name="connsiteY26" fmla="*/ 4953007 h 5296808"/>
              <a:gd name="connsiteX27" fmla="*/ 4201473 w 4201473"/>
              <a:gd name="connsiteY27" fmla="*/ 5135481 h 5296808"/>
              <a:gd name="connsiteX28" fmla="*/ 408301 w 4201473"/>
              <a:gd name="connsiteY28" fmla="*/ 1338780 h 5296808"/>
              <a:gd name="connsiteX29" fmla="*/ 865177 w 4201473"/>
              <a:gd name="connsiteY29" fmla="*/ 1172556 h 5296808"/>
              <a:gd name="connsiteX30" fmla="*/ 4201473 w 4201473"/>
              <a:gd name="connsiteY30" fmla="*/ 4512146 h 5296808"/>
              <a:gd name="connsiteX31" fmla="*/ 4201473 w 4201473"/>
              <a:gd name="connsiteY31" fmla="*/ 4694624 h 5296808"/>
              <a:gd name="connsiteX32" fmla="*/ 731330 w 4201473"/>
              <a:gd name="connsiteY32" fmla="*/ 1221255 h 5296808"/>
              <a:gd name="connsiteX33" fmla="*/ 1188504 w 4201473"/>
              <a:gd name="connsiteY33" fmla="*/ 1054923 h 5296808"/>
              <a:gd name="connsiteX34" fmla="*/ 4201473 w 4201473"/>
              <a:gd name="connsiteY34" fmla="*/ 4071217 h 5296808"/>
              <a:gd name="connsiteX35" fmla="*/ 4201473 w 4201473"/>
              <a:gd name="connsiteY35" fmla="*/ 4253919 h 5296808"/>
              <a:gd name="connsiteX36" fmla="*/ 1053583 w 4201473"/>
              <a:gd name="connsiteY36" fmla="*/ 1104011 h 5296808"/>
              <a:gd name="connsiteX37" fmla="*/ 1511350 w 4201473"/>
              <a:gd name="connsiteY37" fmla="*/ 937465 h 5296808"/>
              <a:gd name="connsiteX38" fmla="*/ 4201473 w 4201473"/>
              <a:gd name="connsiteY38" fmla="*/ 3630393 h 5296808"/>
              <a:gd name="connsiteX39" fmla="*/ 4201473 w 4201473"/>
              <a:gd name="connsiteY39" fmla="*/ 3812911 h 5296808"/>
              <a:gd name="connsiteX40" fmla="*/ 1377391 w 4201473"/>
              <a:gd name="connsiteY40" fmla="*/ 986203 h 5296808"/>
              <a:gd name="connsiteX41" fmla="*/ 1834864 w 4201473"/>
              <a:gd name="connsiteY41" fmla="*/ 819760 h 5296808"/>
              <a:gd name="connsiteX42" fmla="*/ 4201473 w 4201473"/>
              <a:gd name="connsiteY42" fmla="*/ 3188164 h 5296808"/>
              <a:gd name="connsiteX43" fmla="*/ 4201473 w 4201473"/>
              <a:gd name="connsiteY43" fmla="*/ 3372054 h 5296808"/>
              <a:gd name="connsiteX44" fmla="*/ 1700420 w 4201473"/>
              <a:gd name="connsiteY44" fmla="*/ 868674 h 5296808"/>
              <a:gd name="connsiteX45" fmla="*/ 2157475 w 4201473"/>
              <a:gd name="connsiteY45" fmla="*/ 702390 h 5296808"/>
              <a:gd name="connsiteX46" fmla="*/ 4201473 w 4201473"/>
              <a:gd name="connsiteY46" fmla="*/ 2748405 h 5296808"/>
              <a:gd name="connsiteX47" fmla="*/ 4201473 w 4201473"/>
              <a:gd name="connsiteY47" fmla="*/ 2931193 h 5296808"/>
              <a:gd name="connsiteX48" fmla="*/ 2023452 w 4201473"/>
              <a:gd name="connsiteY48" fmla="*/ 751148 h 5296808"/>
              <a:gd name="connsiteX49" fmla="*/ 2480487 w 4201473"/>
              <a:gd name="connsiteY49" fmla="*/ 584868 h 5296808"/>
              <a:gd name="connsiteX50" fmla="*/ 4201473 w 4201473"/>
              <a:gd name="connsiteY50" fmla="*/ 2307552 h 5296808"/>
              <a:gd name="connsiteX51" fmla="*/ 4201473 w 4201473"/>
              <a:gd name="connsiteY51" fmla="*/ 2490309 h 5296808"/>
              <a:gd name="connsiteX52" fmla="*/ 2346584 w 4201473"/>
              <a:gd name="connsiteY52" fmla="*/ 633582 h 5296808"/>
              <a:gd name="connsiteX53" fmla="*/ 2803504 w 4201473"/>
              <a:gd name="connsiteY53" fmla="*/ 467346 h 5296808"/>
              <a:gd name="connsiteX54" fmla="*/ 4201473 w 4201473"/>
              <a:gd name="connsiteY54" fmla="*/ 1866695 h 5296808"/>
              <a:gd name="connsiteX55" fmla="*/ 4201473 w 4201473"/>
              <a:gd name="connsiteY55" fmla="*/ 2049170 h 5296808"/>
              <a:gd name="connsiteX56" fmla="*/ 2669740 w 4201473"/>
              <a:gd name="connsiteY56" fmla="*/ 516013 h 5296808"/>
              <a:gd name="connsiteX57" fmla="*/ 3126378 w 4201473"/>
              <a:gd name="connsiteY57" fmla="*/ 349876 h 5296808"/>
              <a:gd name="connsiteX58" fmla="*/ 4201473 w 4201473"/>
              <a:gd name="connsiteY58" fmla="*/ 1425906 h 5296808"/>
              <a:gd name="connsiteX59" fmla="*/ 4201473 w 4201473"/>
              <a:gd name="connsiteY59" fmla="*/ 1608373 h 5296808"/>
              <a:gd name="connsiteX60" fmla="*/ 2992622 w 4201473"/>
              <a:gd name="connsiteY60" fmla="*/ 398539 h 5296808"/>
              <a:gd name="connsiteX61" fmla="*/ 3449593 w 4201473"/>
              <a:gd name="connsiteY61" fmla="*/ 232283 h 5296808"/>
              <a:gd name="connsiteX62" fmla="*/ 4201473 w 4201473"/>
              <a:gd name="connsiteY62" fmla="*/ 984946 h 5296808"/>
              <a:gd name="connsiteX63" fmla="*/ 4201473 w 4201473"/>
              <a:gd name="connsiteY63" fmla="*/ 1167464 h 5296808"/>
              <a:gd name="connsiteX64" fmla="*/ 3315794 w 4201473"/>
              <a:gd name="connsiteY64" fmla="*/ 280961 h 5296808"/>
              <a:gd name="connsiteX65" fmla="*/ 3772594 w 4201473"/>
              <a:gd name="connsiteY65" fmla="*/ 114765 h 5296808"/>
              <a:gd name="connsiteX66" fmla="*/ 4201473 w 4201473"/>
              <a:gd name="connsiteY66" fmla="*/ 544090 h 5296808"/>
              <a:gd name="connsiteX67" fmla="*/ 4201473 w 4201473"/>
              <a:gd name="connsiteY67" fmla="*/ 726608 h 5296808"/>
              <a:gd name="connsiteX68" fmla="*/ 3638826 w 4201473"/>
              <a:gd name="connsiteY68" fmla="*/ 163436 h 5296808"/>
              <a:gd name="connsiteX69" fmla="*/ 4098618 w 4201473"/>
              <a:gd name="connsiteY69" fmla="*/ 0 h 5296808"/>
              <a:gd name="connsiteX70" fmla="*/ 4201473 w 4201473"/>
              <a:gd name="connsiteY70" fmla="*/ 102954 h 5296808"/>
              <a:gd name="connsiteX71" fmla="*/ 4201473 w 4201473"/>
              <a:gd name="connsiteY71" fmla="*/ 285747 h 5296808"/>
              <a:gd name="connsiteX72" fmla="*/ 3961855 w 4201473"/>
              <a:gd name="connsiteY72" fmla="*/ 45906 h 5296808"/>
              <a:gd name="connsiteX73" fmla="*/ 4079440 w 4201473"/>
              <a:gd name="connsiteY73" fmla="*/ 3127 h 5296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4201473" h="5296808">
                <a:moveTo>
                  <a:pt x="0" y="3392835"/>
                </a:moveTo>
                <a:lnTo>
                  <a:pt x="651873" y="4045353"/>
                </a:lnTo>
                <a:lnTo>
                  <a:pt x="365143" y="3941034"/>
                </a:lnTo>
                <a:lnTo>
                  <a:pt x="0" y="3575552"/>
                </a:lnTo>
                <a:close/>
                <a:moveTo>
                  <a:pt x="0" y="2951982"/>
                </a:moveTo>
                <a:lnTo>
                  <a:pt x="1343761" y="4297068"/>
                </a:lnTo>
                <a:lnTo>
                  <a:pt x="1057716" y="4193000"/>
                </a:lnTo>
                <a:lnTo>
                  <a:pt x="0" y="3134548"/>
                </a:lnTo>
                <a:close/>
                <a:moveTo>
                  <a:pt x="0" y="2510843"/>
                </a:moveTo>
                <a:lnTo>
                  <a:pt x="2035919" y="4548887"/>
                </a:lnTo>
                <a:lnTo>
                  <a:pt x="1749059" y="4444520"/>
                </a:lnTo>
                <a:lnTo>
                  <a:pt x="0" y="2693839"/>
                </a:lnTo>
                <a:close/>
                <a:moveTo>
                  <a:pt x="0" y="2069955"/>
                </a:moveTo>
                <a:lnTo>
                  <a:pt x="2728042" y="4800689"/>
                </a:lnTo>
                <a:lnTo>
                  <a:pt x="2441010" y="4696263"/>
                </a:lnTo>
                <a:lnTo>
                  <a:pt x="0" y="2252986"/>
                </a:lnTo>
                <a:close/>
                <a:moveTo>
                  <a:pt x="0" y="1629066"/>
                </a:moveTo>
                <a:lnTo>
                  <a:pt x="3420303" y="5052544"/>
                </a:lnTo>
                <a:lnTo>
                  <a:pt x="3132965" y="4948006"/>
                </a:lnTo>
                <a:lnTo>
                  <a:pt x="0" y="1812129"/>
                </a:lnTo>
                <a:close/>
                <a:moveTo>
                  <a:pt x="219143" y="1407604"/>
                </a:moveTo>
                <a:lnTo>
                  <a:pt x="4104514" y="5296808"/>
                </a:lnTo>
                <a:lnTo>
                  <a:pt x="4079615" y="5292413"/>
                </a:lnTo>
                <a:lnTo>
                  <a:pt x="3825008" y="5199781"/>
                </a:lnTo>
                <a:lnTo>
                  <a:pt x="85240" y="1456318"/>
                </a:lnTo>
                <a:close/>
                <a:moveTo>
                  <a:pt x="542160" y="1290082"/>
                </a:moveTo>
                <a:lnTo>
                  <a:pt x="4201473" y="4953007"/>
                </a:lnTo>
                <a:lnTo>
                  <a:pt x="4201473" y="5135481"/>
                </a:lnTo>
                <a:lnTo>
                  <a:pt x="408301" y="1338780"/>
                </a:lnTo>
                <a:close/>
                <a:moveTo>
                  <a:pt x="865177" y="1172556"/>
                </a:moveTo>
                <a:lnTo>
                  <a:pt x="4201473" y="4512146"/>
                </a:lnTo>
                <a:lnTo>
                  <a:pt x="4201473" y="4694624"/>
                </a:lnTo>
                <a:lnTo>
                  <a:pt x="731330" y="1221255"/>
                </a:lnTo>
                <a:close/>
                <a:moveTo>
                  <a:pt x="1188504" y="1054923"/>
                </a:moveTo>
                <a:lnTo>
                  <a:pt x="4201473" y="4071217"/>
                </a:lnTo>
                <a:lnTo>
                  <a:pt x="4201473" y="4253919"/>
                </a:lnTo>
                <a:lnTo>
                  <a:pt x="1053583" y="1104011"/>
                </a:lnTo>
                <a:close/>
                <a:moveTo>
                  <a:pt x="1511350" y="937465"/>
                </a:moveTo>
                <a:lnTo>
                  <a:pt x="4201473" y="3630393"/>
                </a:lnTo>
                <a:lnTo>
                  <a:pt x="4201473" y="3812911"/>
                </a:lnTo>
                <a:lnTo>
                  <a:pt x="1377391" y="986203"/>
                </a:lnTo>
                <a:close/>
                <a:moveTo>
                  <a:pt x="1834864" y="819760"/>
                </a:moveTo>
                <a:lnTo>
                  <a:pt x="4201473" y="3188164"/>
                </a:lnTo>
                <a:lnTo>
                  <a:pt x="4201473" y="3372054"/>
                </a:lnTo>
                <a:lnTo>
                  <a:pt x="1700420" y="868674"/>
                </a:lnTo>
                <a:close/>
                <a:moveTo>
                  <a:pt x="2157475" y="702390"/>
                </a:moveTo>
                <a:lnTo>
                  <a:pt x="4201473" y="2748405"/>
                </a:lnTo>
                <a:lnTo>
                  <a:pt x="4201473" y="2931193"/>
                </a:lnTo>
                <a:lnTo>
                  <a:pt x="2023452" y="751148"/>
                </a:lnTo>
                <a:close/>
                <a:moveTo>
                  <a:pt x="2480487" y="584868"/>
                </a:moveTo>
                <a:lnTo>
                  <a:pt x="4201473" y="2307552"/>
                </a:lnTo>
                <a:lnTo>
                  <a:pt x="4201473" y="2490309"/>
                </a:lnTo>
                <a:lnTo>
                  <a:pt x="2346584" y="633582"/>
                </a:lnTo>
                <a:close/>
                <a:moveTo>
                  <a:pt x="2803504" y="467346"/>
                </a:moveTo>
                <a:lnTo>
                  <a:pt x="4201473" y="1866695"/>
                </a:lnTo>
                <a:lnTo>
                  <a:pt x="4201473" y="2049170"/>
                </a:lnTo>
                <a:lnTo>
                  <a:pt x="2669740" y="516013"/>
                </a:lnTo>
                <a:close/>
                <a:moveTo>
                  <a:pt x="3126378" y="349876"/>
                </a:moveTo>
                <a:lnTo>
                  <a:pt x="4201473" y="1425906"/>
                </a:lnTo>
                <a:lnTo>
                  <a:pt x="4201473" y="1608373"/>
                </a:lnTo>
                <a:lnTo>
                  <a:pt x="2992622" y="398539"/>
                </a:lnTo>
                <a:close/>
                <a:moveTo>
                  <a:pt x="3449593" y="232283"/>
                </a:moveTo>
                <a:lnTo>
                  <a:pt x="4201473" y="984946"/>
                </a:lnTo>
                <a:lnTo>
                  <a:pt x="4201473" y="1167464"/>
                </a:lnTo>
                <a:lnTo>
                  <a:pt x="3315794" y="280961"/>
                </a:lnTo>
                <a:close/>
                <a:moveTo>
                  <a:pt x="3772594" y="114765"/>
                </a:moveTo>
                <a:lnTo>
                  <a:pt x="4201473" y="544090"/>
                </a:lnTo>
                <a:lnTo>
                  <a:pt x="4201473" y="726608"/>
                </a:lnTo>
                <a:lnTo>
                  <a:pt x="3638826" y="163436"/>
                </a:lnTo>
                <a:close/>
                <a:moveTo>
                  <a:pt x="4098618" y="0"/>
                </a:moveTo>
                <a:lnTo>
                  <a:pt x="4201473" y="102954"/>
                </a:lnTo>
                <a:lnTo>
                  <a:pt x="4201473" y="285747"/>
                </a:lnTo>
                <a:lnTo>
                  <a:pt x="3961855" y="45906"/>
                </a:lnTo>
                <a:lnTo>
                  <a:pt x="4079440" y="3127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 b="0"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15" name="Picture Placeholder 114">
            <a:extLst>
              <a:ext uri="{FF2B5EF4-FFF2-40B4-BE49-F238E27FC236}">
                <a16:creationId xmlns:a16="http://schemas.microsoft.com/office/drawing/2014/main" id="{56A7F5EF-379B-4C43-973E-46CBBC63B7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9100" y="378784"/>
            <a:ext cx="8299450" cy="356859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3059170-64FE-48BA-AA2B-CF718DF68E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954" y="2476520"/>
            <a:ext cx="2438214" cy="808298"/>
          </a:xfrm>
        </p:spPr>
        <p:txBody>
          <a:bodyPr anchor="ctr"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DIVIDER TITLE GOES HERE OVER THREE LINES</a:t>
            </a:r>
          </a:p>
        </p:txBody>
      </p:sp>
    </p:spTree>
    <p:extLst>
      <p:ext uri="{BB962C8B-B14F-4D97-AF65-F5344CB8AC3E}">
        <p14:creationId xmlns:p14="http://schemas.microsoft.com/office/powerpoint/2010/main" val="200835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346EF5C-D51E-814F-BDE3-03E94B2522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222891" y="609608"/>
            <a:ext cx="2750214" cy="2509571"/>
          </a:xfrm>
          <a:prstGeom prst="rect">
            <a:avLst/>
          </a:prstGeom>
        </p:spPr>
      </p:pic>
      <p:sp>
        <p:nvSpPr>
          <p:cNvPr id="2" name="Graphic 11">
            <a:extLst>
              <a:ext uri="{FF2B5EF4-FFF2-40B4-BE49-F238E27FC236}">
                <a16:creationId xmlns:a16="http://schemas.microsoft.com/office/drawing/2014/main" id="{5CB57BC8-9CD3-DD4F-B667-C20FDB92EFE4}"/>
              </a:ext>
            </a:extLst>
          </p:cNvPr>
          <p:cNvSpPr/>
          <p:nvPr/>
        </p:nvSpPr>
        <p:spPr>
          <a:xfrm>
            <a:off x="426962" y="579390"/>
            <a:ext cx="3077627" cy="3881949"/>
          </a:xfrm>
          <a:custGeom>
            <a:avLst/>
            <a:gdLst>
              <a:gd name="connsiteX0" fmla="*/ 66687 w 3077627"/>
              <a:gd name="connsiteY0" fmla="*/ 3881942 h 3881949"/>
              <a:gd name="connsiteX1" fmla="*/ 0 w 3077627"/>
              <a:gd name="connsiteY1" fmla="*/ 3815558 h 3881949"/>
              <a:gd name="connsiteX2" fmla="*/ 0 w 3077627"/>
              <a:gd name="connsiteY2" fmla="*/ 66603 h 3881949"/>
              <a:gd name="connsiteX3" fmla="*/ 66340 w 3077627"/>
              <a:gd name="connsiteY3" fmla="*/ 0 h 3881949"/>
              <a:gd name="connsiteX4" fmla="*/ 89256 w 3077627"/>
              <a:gd name="connsiteY4" fmla="*/ 4048 h 3881949"/>
              <a:gd name="connsiteX5" fmla="*/ 3033678 w 3077627"/>
              <a:gd name="connsiteY5" fmla="*/ 1075269 h 3881949"/>
              <a:gd name="connsiteX6" fmla="*/ 3077414 w 3077627"/>
              <a:gd name="connsiteY6" fmla="*/ 1137697 h 3881949"/>
              <a:gd name="connsiteX7" fmla="*/ 3077414 w 3077627"/>
              <a:gd name="connsiteY7" fmla="*/ 2739230 h 3881949"/>
              <a:gd name="connsiteX8" fmla="*/ 3034061 w 3077627"/>
              <a:gd name="connsiteY8" fmla="*/ 2806892 h 3881949"/>
              <a:gd name="connsiteX9" fmla="*/ 89383 w 3077627"/>
              <a:gd name="connsiteY9" fmla="*/ 3878240 h 3881949"/>
              <a:gd name="connsiteX10" fmla="*/ 66687 w 3077627"/>
              <a:gd name="connsiteY10" fmla="*/ 3881942 h 3881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077627" h="3881949">
                <a:moveTo>
                  <a:pt x="66687" y="3881942"/>
                </a:moveTo>
                <a:cubicBezTo>
                  <a:pt x="30005" y="3881942"/>
                  <a:pt x="210" y="3852286"/>
                  <a:pt x="0" y="3815558"/>
                </a:cubicBezTo>
                <a:lnTo>
                  <a:pt x="0" y="66603"/>
                </a:lnTo>
                <a:cubicBezTo>
                  <a:pt x="-50" y="29869"/>
                  <a:pt x="29651" y="50"/>
                  <a:pt x="66340" y="0"/>
                </a:cubicBezTo>
                <a:cubicBezTo>
                  <a:pt x="74158" y="-11"/>
                  <a:pt x="81915" y="1360"/>
                  <a:pt x="89256" y="4048"/>
                </a:cubicBezTo>
                <a:lnTo>
                  <a:pt x="3033678" y="1075269"/>
                </a:lnTo>
                <a:cubicBezTo>
                  <a:pt x="3059958" y="1084755"/>
                  <a:pt x="3077452" y="1109726"/>
                  <a:pt x="3077414" y="1137697"/>
                </a:cubicBezTo>
                <a:lnTo>
                  <a:pt x="3077414" y="2739230"/>
                </a:lnTo>
                <a:cubicBezTo>
                  <a:pt x="3079798" y="2768976"/>
                  <a:pt x="3062062" y="2796653"/>
                  <a:pt x="3034061" y="2806892"/>
                </a:cubicBezTo>
                <a:lnTo>
                  <a:pt x="89383" y="3878240"/>
                </a:lnTo>
                <a:cubicBezTo>
                  <a:pt x="82095" y="3880806"/>
                  <a:pt x="74411" y="3882057"/>
                  <a:pt x="66687" y="3881942"/>
                </a:cubicBezTo>
                <a:close/>
              </a:path>
            </a:pathLst>
          </a:custGeom>
          <a:solidFill>
            <a:schemeClr val="tx2"/>
          </a:solidFill>
          <a:ln w="12746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5533D6-F5CD-C542-B0BE-6CC8B054E4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78511" y="2295246"/>
            <a:ext cx="2008566" cy="262134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43765FB-D404-457F-A29B-6C9D858186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500157" y="4683004"/>
            <a:ext cx="2210888" cy="1556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03147B-D4B5-4C82-8295-D902CE8EBF33}"/>
              </a:ext>
            </a:extLst>
          </p:cNvPr>
          <p:cNvSpPr/>
          <p:nvPr userDrawn="1"/>
        </p:nvSpPr>
        <p:spPr bwMode="auto">
          <a:xfrm>
            <a:off x="9357764" y="1"/>
            <a:ext cx="2177744" cy="7477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4254" tIns="64254" rIns="64254" bIns="64254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en-US" sz="825" b="1" dirty="0">
                <a:solidFill>
                  <a:schemeClr val="tx1"/>
                </a:solidFill>
              </a:rPr>
              <a:t>Change background</a:t>
            </a:r>
          </a:p>
          <a:p>
            <a:pPr algn="l"/>
            <a:r>
              <a:rPr lang="en-US" sz="825" b="0" dirty="0">
                <a:solidFill>
                  <a:schemeClr val="tx1"/>
                </a:solidFill>
              </a:rPr>
              <a:t>To change the background </a:t>
            </a:r>
            <a:r>
              <a:rPr lang="en-US" sz="825" b="0" dirty="0" err="1">
                <a:solidFill>
                  <a:schemeClr val="tx1"/>
                </a:solidFill>
              </a:rPr>
              <a:t>colour</a:t>
            </a:r>
            <a:r>
              <a:rPr lang="en-US" sz="825" b="0" dirty="0">
                <a:solidFill>
                  <a:schemeClr val="tx1"/>
                </a:solidFill>
              </a:rPr>
              <a:t>: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dirty="0">
                <a:solidFill>
                  <a:schemeClr val="tx1"/>
                </a:solidFill>
              </a:rPr>
              <a:t>Right-click the slide and click ‘Format Background…’</a:t>
            </a:r>
          </a:p>
          <a:p>
            <a:pPr marL="133350" indent="-133350" algn="l">
              <a:buFont typeface="Arial" panose="020B0604020202020204" pitchFamily="34" charset="0"/>
              <a:buChar char="•"/>
            </a:pPr>
            <a:r>
              <a:rPr lang="en-US" sz="825" b="0" baseline="0" dirty="0">
                <a:solidFill>
                  <a:schemeClr val="tx1"/>
                </a:solidFill>
              </a:rPr>
              <a:t>Choose a </a:t>
            </a:r>
            <a:r>
              <a:rPr lang="en-US" sz="825" b="0" baseline="0" dirty="0" err="1">
                <a:solidFill>
                  <a:schemeClr val="tx1"/>
                </a:solidFill>
              </a:rPr>
              <a:t>colour</a:t>
            </a:r>
            <a:r>
              <a:rPr lang="en-US" sz="825" b="0" baseline="0" dirty="0">
                <a:solidFill>
                  <a:schemeClr val="tx1"/>
                </a:solidFill>
              </a:rPr>
              <a:t> from the palette</a:t>
            </a:r>
            <a:endParaRPr lang="en-US" sz="825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0074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5130A99-D983-6E43-B30D-BE821485D9AC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8280000" cy="141064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4C94EE0-F4BC-BA49-A889-3CB807056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3F7590-B033-464A-ADA8-443F99A6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047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_grey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D9340F-5986-0446-B37F-2C4E71E51976}"/>
              </a:ext>
            </a:extLst>
          </p:cNvPr>
          <p:cNvSpPr/>
          <p:nvPr userDrawn="1"/>
        </p:nvSpPr>
        <p:spPr>
          <a:xfrm>
            <a:off x="0" y="874368"/>
            <a:ext cx="9144000" cy="42691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CFC30E-3571-364C-9F4F-30C033897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63983" y="4764632"/>
            <a:ext cx="1148017" cy="8084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D056F1-CBBA-4432-81E3-59EDB9E802B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8280000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10E9B23-545A-48F5-AB55-12D0BA933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8FCB5-DB9E-44D6-BC8F-442A3E8E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613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_blue_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D9340F-5986-0446-B37F-2C4E71E51976}"/>
              </a:ext>
            </a:extLst>
          </p:cNvPr>
          <p:cNvSpPr/>
          <p:nvPr userDrawn="1"/>
        </p:nvSpPr>
        <p:spPr>
          <a:xfrm>
            <a:off x="0" y="874368"/>
            <a:ext cx="9144000" cy="42691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A10E9B23-545A-48F5-AB55-12D0BA9338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8FCB5-DB9E-44D6-BC8F-442A3E8E2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8EEC35B-FEFB-45A0-A9E5-B26C6F7DC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36237" y="4762678"/>
            <a:ext cx="1175763" cy="82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D52E-6906-4C19-AADE-807838A117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100" y="1074738"/>
            <a:ext cx="8299450" cy="25904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 Ninth level</a:t>
            </a:r>
          </a:p>
        </p:txBody>
      </p:sp>
    </p:spTree>
    <p:extLst>
      <p:ext uri="{BB962C8B-B14F-4D97-AF65-F5344CB8AC3E}">
        <p14:creationId xmlns:p14="http://schemas.microsoft.com/office/powerpoint/2010/main" val="3074112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3F04B397-27F7-EB4A-B54A-758A935D9F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0B31A3-6104-4B7B-8C32-DB88CD3A42CD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FDBD54-E051-4ACC-8F26-8B5957B9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09B02A-00B2-4AB3-BE94-F7D8F5FAF8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33925" y="1077518"/>
            <a:ext cx="3978075" cy="3546870"/>
          </a:xfrm>
          <a:custGeom>
            <a:avLst/>
            <a:gdLst>
              <a:gd name="connsiteX0" fmla="*/ 0 w 3978075"/>
              <a:gd name="connsiteY0" fmla="*/ 0 h 2757165"/>
              <a:gd name="connsiteX1" fmla="*/ 3978075 w 3978075"/>
              <a:gd name="connsiteY1" fmla="*/ 0 h 2757165"/>
              <a:gd name="connsiteX2" fmla="*/ 3978075 w 3978075"/>
              <a:gd name="connsiteY2" fmla="*/ 2757165 h 2757165"/>
              <a:gd name="connsiteX3" fmla="*/ 0 w 3978075"/>
              <a:gd name="connsiteY3" fmla="*/ 2757165 h 2757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8075" h="2757165">
                <a:moveTo>
                  <a:pt x="0" y="0"/>
                </a:moveTo>
                <a:lnTo>
                  <a:pt x="3978075" y="0"/>
                </a:lnTo>
                <a:lnTo>
                  <a:pt x="3978075" y="2757165"/>
                </a:lnTo>
                <a:lnTo>
                  <a:pt x="0" y="275716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990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E3EFAC-33D7-4165-A812-AD834562D6E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32000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0F759F9-E018-4A76-BAAB-B21D1CE3764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733925" y="1077518"/>
            <a:ext cx="39780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74143-FE28-42F4-96F8-023A89DC5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3E3B0B-2D26-43AE-9113-3E11B9BA9B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62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A1532-EC91-4358-B983-0A93382C5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799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412BFC7-B651-4382-91DB-8C0A014186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5650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342982C-9588-49A9-AF02-D3417C0394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2675" y="1074738"/>
            <a:ext cx="2543175" cy="1410643"/>
          </a:xfrm>
        </p:spPr>
        <p:txBody>
          <a:bodyPr/>
          <a:lstStyle/>
          <a:p>
            <a:pPr lvl="0"/>
            <a:r>
              <a:rPr lang="en-GB" dirty="0"/>
              <a:t>Heading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221EB4-A19B-4D49-B46B-41ECB256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B1BA41E-7BFF-41BF-9037-E5C0090605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065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084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EBDF54-6AC6-4F74-AA3B-89E5607DD3D4}"/>
              </a:ext>
            </a:extLst>
          </p:cNvPr>
          <p:cNvSpPr/>
          <p:nvPr userDrawn="1"/>
        </p:nvSpPr>
        <p:spPr>
          <a:xfrm>
            <a:off x="420687" y="1077683"/>
            <a:ext cx="39893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DADCB72F-DF80-49E3-AD09-A68C2477A4A1}"/>
              </a:ext>
            </a:extLst>
          </p:cNvPr>
          <p:cNvSpPr/>
          <p:nvPr userDrawn="1"/>
        </p:nvSpPr>
        <p:spPr>
          <a:xfrm>
            <a:off x="42143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607EAD4-9E55-42BE-922D-A0F4743B8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600" y="1092458"/>
            <a:ext cx="2791140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2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E79077D-B82E-4853-830D-4BE4C2682A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2C9F7D8-4E96-4BA9-BFB3-74BC486EDF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688" y="2433320"/>
            <a:ext cx="3989387" cy="1410643"/>
          </a:xfrm>
        </p:spPr>
        <p:txBody>
          <a:bodyPr lIns="108000" rIns="108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16BD0F-C3DB-434C-B181-8242CAB9C2D6}"/>
              </a:ext>
            </a:extLst>
          </p:cNvPr>
          <p:cNvSpPr/>
          <p:nvPr userDrawn="1"/>
        </p:nvSpPr>
        <p:spPr>
          <a:xfrm>
            <a:off x="4733927" y="1077683"/>
            <a:ext cx="39893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5F886469-5E5D-47B1-848A-7598B595CB24}"/>
              </a:ext>
            </a:extLst>
          </p:cNvPr>
          <p:cNvSpPr/>
          <p:nvPr userDrawn="1"/>
        </p:nvSpPr>
        <p:spPr>
          <a:xfrm>
            <a:off x="473467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accent1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7B1FD776-07AD-4F03-A500-1E4E43F63D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11840" y="1092458"/>
            <a:ext cx="2791140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2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6D9FC7B-9AA8-476F-AB0A-6C9882429A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394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35650DB0-B5D4-45E4-BB98-4F4671EAE1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3928" y="2433320"/>
            <a:ext cx="3989387" cy="1410643"/>
          </a:xfrm>
        </p:spPr>
        <p:txBody>
          <a:bodyPr lIns="108000" rIns="10800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7304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BCEC6-7E4A-4161-82C0-954FD016CBFD}"/>
              </a:ext>
            </a:extLst>
          </p:cNvPr>
          <p:cNvSpPr/>
          <p:nvPr userDrawn="1"/>
        </p:nvSpPr>
        <p:spPr>
          <a:xfrm>
            <a:off x="420688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raphic 10">
            <a:extLst>
              <a:ext uri="{FF2B5EF4-FFF2-40B4-BE49-F238E27FC236}">
                <a16:creationId xmlns:a16="http://schemas.microsoft.com/office/drawing/2014/main" id="{DF5527C8-A646-48AB-BA4F-307DB2B535AA}"/>
              </a:ext>
            </a:extLst>
          </p:cNvPr>
          <p:cNvSpPr/>
          <p:nvPr userDrawn="1"/>
        </p:nvSpPr>
        <p:spPr>
          <a:xfrm>
            <a:off x="421436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1329789-8A8F-42DD-8A3C-E5CAD9AF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8600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CA4EAD4-A035-4F80-93FD-EA522B8D0A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0700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BA58CD0B-5311-4F6D-81F6-52DD9A2EB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688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C94A5E-3FB0-4F92-BD25-C94A7A0511D4}"/>
              </a:ext>
            </a:extLst>
          </p:cNvPr>
          <p:cNvSpPr/>
          <p:nvPr userDrawn="1"/>
        </p:nvSpPr>
        <p:spPr>
          <a:xfrm>
            <a:off x="3295650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Graphic 10">
            <a:extLst>
              <a:ext uri="{FF2B5EF4-FFF2-40B4-BE49-F238E27FC236}">
                <a16:creationId xmlns:a16="http://schemas.microsoft.com/office/drawing/2014/main" id="{5E8114D7-8BEA-4418-ACD2-EBA147D6EAA2}"/>
              </a:ext>
            </a:extLst>
          </p:cNvPr>
          <p:cNvSpPr/>
          <p:nvPr userDrawn="1"/>
        </p:nvSpPr>
        <p:spPr>
          <a:xfrm>
            <a:off x="3296398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1BC0749A-F75D-4EB5-A33D-1E5F2FB3B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3562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0B98E7F-F5EA-4920-9974-60321EB267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95662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2FC1870-C735-4DBE-969E-3A7605649C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95650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DFF3A5-B3F5-44B7-9A6B-B6B1F3A35592}"/>
              </a:ext>
            </a:extLst>
          </p:cNvPr>
          <p:cNvSpPr/>
          <p:nvPr userDrawn="1"/>
        </p:nvSpPr>
        <p:spPr>
          <a:xfrm>
            <a:off x="6170611" y="1077683"/>
            <a:ext cx="2554288" cy="35467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US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62439459-70F9-4E43-94AD-1BDB248ADA23}"/>
              </a:ext>
            </a:extLst>
          </p:cNvPr>
          <p:cNvSpPr/>
          <p:nvPr userDrawn="1"/>
        </p:nvSpPr>
        <p:spPr>
          <a:xfrm>
            <a:off x="6171359" y="1076843"/>
            <a:ext cx="969951" cy="1223443"/>
          </a:xfrm>
          <a:custGeom>
            <a:avLst/>
            <a:gdLst>
              <a:gd name="connsiteX0" fmla="*/ 21017 w 969951"/>
              <a:gd name="connsiteY0" fmla="*/ 1223441 h 1223443"/>
              <a:gd name="connsiteX1" fmla="*/ 0 w 969951"/>
              <a:gd name="connsiteY1" fmla="*/ 1202519 h 1223443"/>
              <a:gd name="connsiteX2" fmla="*/ 0 w 969951"/>
              <a:gd name="connsiteY2" fmla="*/ 20991 h 1223443"/>
              <a:gd name="connsiteX3" fmla="*/ 20908 w 969951"/>
              <a:gd name="connsiteY3" fmla="*/ 0 h 1223443"/>
              <a:gd name="connsiteX4" fmla="*/ 28130 w 969951"/>
              <a:gd name="connsiteY4" fmla="*/ 1276 h 1223443"/>
              <a:gd name="connsiteX5" fmla="*/ 956100 w 969951"/>
              <a:gd name="connsiteY5" fmla="*/ 338884 h 1223443"/>
              <a:gd name="connsiteX6" fmla="*/ 969884 w 969951"/>
              <a:gd name="connsiteY6" fmla="*/ 358559 h 1223443"/>
              <a:gd name="connsiteX7" fmla="*/ 969884 w 969951"/>
              <a:gd name="connsiteY7" fmla="*/ 863301 h 1223443"/>
              <a:gd name="connsiteX8" fmla="*/ 956221 w 969951"/>
              <a:gd name="connsiteY8" fmla="*/ 884626 h 1223443"/>
              <a:gd name="connsiteX9" fmla="*/ 28170 w 969951"/>
              <a:gd name="connsiteY9" fmla="*/ 1222274 h 1223443"/>
              <a:gd name="connsiteX10" fmla="*/ 21017 w 969951"/>
              <a:gd name="connsiteY10" fmla="*/ 1223441 h 122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9951" h="1223443">
                <a:moveTo>
                  <a:pt x="21017" y="1223441"/>
                </a:moveTo>
                <a:cubicBezTo>
                  <a:pt x="9457" y="1223441"/>
                  <a:pt x="66" y="1214094"/>
                  <a:pt x="0" y="1202519"/>
                </a:cubicBezTo>
                <a:lnTo>
                  <a:pt x="0" y="20991"/>
                </a:lnTo>
                <a:cubicBezTo>
                  <a:pt x="-16" y="9414"/>
                  <a:pt x="9345" y="16"/>
                  <a:pt x="20908" y="0"/>
                </a:cubicBezTo>
                <a:cubicBezTo>
                  <a:pt x="23372" y="-4"/>
                  <a:pt x="25817" y="429"/>
                  <a:pt x="28130" y="1276"/>
                </a:cubicBezTo>
                <a:lnTo>
                  <a:pt x="956100" y="338884"/>
                </a:lnTo>
                <a:cubicBezTo>
                  <a:pt x="964382" y="341873"/>
                  <a:pt x="969896" y="349743"/>
                  <a:pt x="969884" y="358559"/>
                </a:cubicBezTo>
                <a:lnTo>
                  <a:pt x="969884" y="863301"/>
                </a:lnTo>
                <a:cubicBezTo>
                  <a:pt x="970635" y="872676"/>
                  <a:pt x="965046" y="881399"/>
                  <a:pt x="956221" y="884626"/>
                </a:cubicBezTo>
                <a:lnTo>
                  <a:pt x="28170" y="1222274"/>
                </a:lnTo>
                <a:cubicBezTo>
                  <a:pt x="25873" y="1223083"/>
                  <a:pt x="23452" y="1223477"/>
                  <a:pt x="21017" y="1223441"/>
                </a:cubicBezTo>
                <a:close/>
              </a:path>
            </a:pathLst>
          </a:custGeom>
          <a:solidFill>
            <a:schemeClr val="tx2"/>
          </a:solidFill>
          <a:ln w="4018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644D505-F8BE-46DC-9F38-B07B5A9BB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48523" y="1092458"/>
            <a:ext cx="1430657" cy="1192212"/>
          </a:xfrm>
        </p:spPr>
        <p:txBody>
          <a:bodyPr anchor="ctr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 dirty="0"/>
              <a:t>Title Box in 3 lines – and </a:t>
            </a:r>
            <a:r>
              <a:rPr lang="en-US" dirty="0" err="1"/>
              <a:t>centres</a:t>
            </a:r>
            <a:r>
              <a:rPr lang="en-US" dirty="0"/>
              <a:t> around trapezium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A97E91D-9A45-497F-88B6-73264C9EDD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70623" y="1402019"/>
            <a:ext cx="759075" cy="573090"/>
          </a:xfrm>
        </p:spPr>
        <p:txBody>
          <a:bodyPr anchor="ctr">
            <a:noAutofit/>
          </a:bodyPr>
          <a:lstStyle>
            <a:lvl1pPr>
              <a:defRPr sz="12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95B7ED5-ED71-454D-8CEC-29442AEF12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0611" y="2433320"/>
            <a:ext cx="2554287" cy="1179810"/>
          </a:xfrm>
        </p:spPr>
        <p:txBody>
          <a:bodyPr lIns="108000" rIns="108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347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ertic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C5FFE-A79C-44BC-91A4-F2F6C110DE1E}"/>
              </a:ext>
            </a:extLst>
          </p:cNvPr>
          <p:cNvSpPr/>
          <p:nvPr userDrawn="1"/>
        </p:nvSpPr>
        <p:spPr>
          <a:xfrm>
            <a:off x="419100" y="1081694"/>
            <a:ext cx="8299450" cy="1716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D943990B-AD87-4435-86F2-BDE4D03960E3}"/>
              </a:ext>
            </a:extLst>
          </p:cNvPr>
          <p:cNvSpPr/>
          <p:nvPr/>
        </p:nvSpPr>
        <p:spPr>
          <a:xfrm>
            <a:off x="419100" y="1093500"/>
            <a:ext cx="1342159" cy="1692925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FAAEEB4-1F4D-4FF8-BC7D-FD4D7A260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920" y="1653417"/>
            <a:ext cx="1201420" cy="573090"/>
          </a:xfrm>
        </p:spPr>
        <p:txBody>
          <a:bodyPr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CC7C53-81B8-49C5-AEC4-E91E1E87F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1938" y="1234641"/>
            <a:ext cx="6751002" cy="14106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C8241-F606-4322-A7F4-21C0CACB4497}"/>
              </a:ext>
            </a:extLst>
          </p:cNvPr>
          <p:cNvSpPr/>
          <p:nvPr userDrawn="1"/>
        </p:nvSpPr>
        <p:spPr>
          <a:xfrm>
            <a:off x="419100" y="2907852"/>
            <a:ext cx="8299450" cy="1716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3AE49557-F825-4711-9CEC-D2F0087C94AD}"/>
              </a:ext>
            </a:extLst>
          </p:cNvPr>
          <p:cNvSpPr/>
          <p:nvPr userDrawn="1"/>
        </p:nvSpPr>
        <p:spPr>
          <a:xfrm>
            <a:off x="419100" y="2919658"/>
            <a:ext cx="1342159" cy="1692925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20DE2129-1E40-4B6F-AA6C-A7C1139994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920" y="3479575"/>
            <a:ext cx="1201420" cy="573090"/>
          </a:xfrm>
        </p:spPr>
        <p:txBody>
          <a:bodyPr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Caption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D9242A26-6168-46DE-BABC-FACA805BD5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1938" y="3060799"/>
            <a:ext cx="6751002" cy="1410643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563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ertical trapezium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BC5FFE-A79C-44BC-91A4-F2F6C110DE1E}"/>
              </a:ext>
            </a:extLst>
          </p:cNvPr>
          <p:cNvSpPr/>
          <p:nvPr userDrawn="1"/>
        </p:nvSpPr>
        <p:spPr>
          <a:xfrm>
            <a:off x="432000" y="10875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D943990B-AD87-4435-86F2-BDE4D03960E3}"/>
              </a:ext>
            </a:extLst>
          </p:cNvPr>
          <p:cNvSpPr>
            <a:spLocks noChangeAspect="1"/>
          </p:cNvSpPr>
          <p:nvPr/>
        </p:nvSpPr>
        <p:spPr>
          <a:xfrm>
            <a:off x="1963195" y="10875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2B999-1F8D-4595-ACB4-B34A9EA2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6B9EFDB-6FF0-42BF-BFF9-505E185D16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000" y="567339"/>
            <a:ext cx="8280000" cy="230832"/>
          </a:xfrm>
        </p:spPr>
        <p:txBody>
          <a:bodyPr/>
          <a:lstStyle>
            <a:lvl1pPr>
              <a:defRPr>
                <a:solidFill>
                  <a:srgbClr val="00B0CA"/>
                </a:solidFill>
              </a:defRPr>
            </a:lvl1pPr>
          </a:lstStyle>
          <a:p>
            <a:pPr lvl="0"/>
            <a:r>
              <a:rPr lang="en-GB" dirty="0"/>
              <a:t>Subheading in upper and lowercase</a:t>
            </a:r>
            <a:endParaRPr lang="en-US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BFAAEEB4-1F4D-4FF8-BC7D-FD4D7A260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3195" y="12024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CC7C53-81B8-49C5-AEC4-E91E1E87F7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295" y="12722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97AE20-D8B3-411B-9F83-120244E091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168" y="12722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60BF50-7981-4881-AF7E-BE09B9B882A7}"/>
              </a:ext>
            </a:extLst>
          </p:cNvPr>
          <p:cNvSpPr/>
          <p:nvPr userDrawn="1"/>
        </p:nvSpPr>
        <p:spPr>
          <a:xfrm>
            <a:off x="432000" y="20019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0" name="Graphic 4">
            <a:extLst>
              <a:ext uri="{FF2B5EF4-FFF2-40B4-BE49-F238E27FC236}">
                <a16:creationId xmlns:a16="http://schemas.microsoft.com/office/drawing/2014/main" id="{329205C1-FB8F-473B-B7E8-387BECE4B85D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20019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1D1A416-A977-40AC-8EE9-EF582DE4D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3195" y="21168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B8866DDC-1151-4C01-8325-4683438A05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295" y="21866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DBA6CF2A-37E8-4B80-AF86-2470D98B96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8168" y="21866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871F0E-B6C3-4668-A619-9E97B04594FB}"/>
              </a:ext>
            </a:extLst>
          </p:cNvPr>
          <p:cNvSpPr/>
          <p:nvPr userDrawn="1"/>
        </p:nvSpPr>
        <p:spPr>
          <a:xfrm>
            <a:off x="432000" y="29163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Graphic 4">
            <a:extLst>
              <a:ext uri="{FF2B5EF4-FFF2-40B4-BE49-F238E27FC236}">
                <a16:creationId xmlns:a16="http://schemas.microsoft.com/office/drawing/2014/main" id="{C8D95312-BC0D-43F4-B30D-7F769AAAA9C7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29163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tx2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8904F08A-DEDD-43CA-8BCA-75AA1AF3F1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63195" y="30312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47" name="Text Placeholder 15">
            <a:extLst>
              <a:ext uri="{FF2B5EF4-FFF2-40B4-BE49-F238E27FC236}">
                <a16:creationId xmlns:a16="http://schemas.microsoft.com/office/drawing/2014/main" id="{98D5A160-9F14-4EDA-A18C-71B8367BF5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295" y="31010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8" name="Text Placeholder 15">
            <a:extLst>
              <a:ext uri="{FF2B5EF4-FFF2-40B4-BE49-F238E27FC236}">
                <a16:creationId xmlns:a16="http://schemas.microsoft.com/office/drawing/2014/main" id="{F710C6C5-E97F-45BD-B338-4F7F5D94DF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168" y="31010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118A78-5532-4AC9-86D8-451252831A70}"/>
              </a:ext>
            </a:extLst>
          </p:cNvPr>
          <p:cNvSpPr/>
          <p:nvPr userDrawn="1"/>
        </p:nvSpPr>
        <p:spPr>
          <a:xfrm>
            <a:off x="432000" y="3830797"/>
            <a:ext cx="8280000" cy="802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1"/>
          <a:lstStyle/>
          <a:p>
            <a:pPr algn="ctr"/>
            <a:endParaRPr lang="en-GB" sz="1400" dirty="0" err="1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0" name="Graphic 4">
            <a:extLst>
              <a:ext uri="{FF2B5EF4-FFF2-40B4-BE49-F238E27FC236}">
                <a16:creationId xmlns:a16="http://schemas.microsoft.com/office/drawing/2014/main" id="{D9EA568C-5B20-4B17-B8AA-233A1AF5A728}"/>
              </a:ext>
            </a:extLst>
          </p:cNvPr>
          <p:cNvSpPr>
            <a:spLocks noChangeAspect="1"/>
          </p:cNvSpPr>
          <p:nvPr userDrawn="1"/>
        </p:nvSpPr>
        <p:spPr>
          <a:xfrm>
            <a:off x="1963195" y="3830797"/>
            <a:ext cx="636464" cy="802800"/>
          </a:xfrm>
          <a:custGeom>
            <a:avLst/>
            <a:gdLst>
              <a:gd name="connsiteX0" fmla="*/ 29082 w 1342159"/>
              <a:gd name="connsiteY0" fmla="*/ 1692923 h 1692925"/>
              <a:gd name="connsiteX1" fmla="*/ 0 w 1342159"/>
              <a:gd name="connsiteY1" fmla="*/ 1663972 h 1692925"/>
              <a:gd name="connsiteX2" fmla="*/ 0 w 1342159"/>
              <a:gd name="connsiteY2" fmla="*/ 29046 h 1692925"/>
              <a:gd name="connsiteX3" fmla="*/ 28931 w 1342159"/>
              <a:gd name="connsiteY3" fmla="*/ 0 h 1692925"/>
              <a:gd name="connsiteX4" fmla="*/ 38925 w 1342159"/>
              <a:gd name="connsiteY4" fmla="*/ 1765 h 1692925"/>
              <a:gd name="connsiteX5" fmla="*/ 1322993 w 1342159"/>
              <a:gd name="connsiteY5" fmla="*/ 468927 h 1692925"/>
              <a:gd name="connsiteX6" fmla="*/ 1342066 w 1342159"/>
              <a:gd name="connsiteY6" fmla="*/ 496152 h 1692925"/>
              <a:gd name="connsiteX7" fmla="*/ 1342066 w 1342159"/>
              <a:gd name="connsiteY7" fmla="*/ 1194583 h 1692925"/>
              <a:gd name="connsiteX8" fmla="*/ 1323160 w 1342159"/>
              <a:gd name="connsiteY8" fmla="*/ 1224091 h 1692925"/>
              <a:gd name="connsiteX9" fmla="*/ 38980 w 1342159"/>
              <a:gd name="connsiteY9" fmla="*/ 1691308 h 1692925"/>
              <a:gd name="connsiteX10" fmla="*/ 29082 w 1342159"/>
              <a:gd name="connsiteY10" fmla="*/ 1692923 h 169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42159" h="1692925">
                <a:moveTo>
                  <a:pt x="29082" y="1692923"/>
                </a:moveTo>
                <a:cubicBezTo>
                  <a:pt x="13085" y="1692923"/>
                  <a:pt x="92" y="1679989"/>
                  <a:pt x="0" y="1663972"/>
                </a:cubicBezTo>
                <a:lnTo>
                  <a:pt x="0" y="29046"/>
                </a:lnTo>
                <a:cubicBezTo>
                  <a:pt x="-22" y="13026"/>
                  <a:pt x="12931" y="22"/>
                  <a:pt x="28931" y="0"/>
                </a:cubicBezTo>
                <a:cubicBezTo>
                  <a:pt x="32340" y="-5"/>
                  <a:pt x="35723" y="593"/>
                  <a:pt x="38925" y="1765"/>
                </a:cubicBezTo>
                <a:lnTo>
                  <a:pt x="1322993" y="468927"/>
                </a:lnTo>
                <a:cubicBezTo>
                  <a:pt x="1334453" y="473064"/>
                  <a:pt x="1342083" y="483953"/>
                  <a:pt x="1342066" y="496152"/>
                </a:cubicBezTo>
                <a:lnTo>
                  <a:pt x="1342066" y="1194583"/>
                </a:lnTo>
                <a:cubicBezTo>
                  <a:pt x="1343106" y="1207556"/>
                  <a:pt x="1335371" y="1219626"/>
                  <a:pt x="1323160" y="1224091"/>
                </a:cubicBezTo>
                <a:lnTo>
                  <a:pt x="38980" y="1691308"/>
                </a:lnTo>
                <a:cubicBezTo>
                  <a:pt x="35802" y="1692427"/>
                  <a:pt x="32451" y="1692973"/>
                  <a:pt x="29082" y="1692923"/>
                </a:cubicBezTo>
                <a:close/>
              </a:path>
            </a:pathLst>
          </a:custGeom>
          <a:solidFill>
            <a:schemeClr val="accent1"/>
          </a:solidFill>
          <a:ln w="5542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62ABF3D-F81D-4888-AFBC-14CC40CA9E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63195" y="3945652"/>
            <a:ext cx="636464" cy="573090"/>
          </a:xfrm>
        </p:spPr>
        <p:txBody>
          <a:bodyPr lIns="72000" rIns="72000" anchor="ctr">
            <a:noAutofit/>
          </a:bodyPr>
          <a:lstStyle>
            <a:lvl1pPr>
              <a:defRPr sz="15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  <a:endParaRPr lang="en-GB" dirty="0"/>
          </a:p>
        </p:txBody>
      </p:sp>
      <p:sp>
        <p:nvSpPr>
          <p:cNvPr id="52" name="Text Placeholder 15">
            <a:extLst>
              <a:ext uri="{FF2B5EF4-FFF2-40B4-BE49-F238E27FC236}">
                <a16:creationId xmlns:a16="http://schemas.microsoft.com/office/drawing/2014/main" id="{0012DB11-DB40-4A71-9A8A-BEF1C814E8E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79295" y="4015471"/>
            <a:ext cx="5713162" cy="433452"/>
          </a:xfrm>
        </p:spPr>
        <p:txBody>
          <a:bodyPr anchor="ctr"/>
          <a:lstStyle>
            <a:lvl1pPr>
              <a:defRPr sz="1200"/>
            </a:lvl1pPr>
            <a:lvl2pPr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AA1BFD58-0665-440C-BA22-A96F5001E2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8168" y="4015471"/>
            <a:ext cx="1358858" cy="433452"/>
          </a:xfrm>
        </p:spPr>
        <p:txBody>
          <a:bodyPr anchor="ctr"/>
          <a:lstStyle>
            <a:lvl1pPr algn="r">
              <a:defRPr sz="1200"/>
            </a:lvl1pPr>
            <a:lvl2pPr algn="r">
              <a:defRPr sz="1200"/>
            </a:lvl2pPr>
          </a:lstStyle>
          <a:p>
            <a:pPr lvl="0"/>
            <a:r>
              <a:rPr lang="en-US" dirty="0"/>
              <a:t>HEADING HERE</a:t>
            </a:r>
          </a:p>
          <a:p>
            <a:pPr lvl="1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32993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2000" y="1077517"/>
            <a:ext cx="7605347" cy="1410643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762000" y="403622"/>
            <a:ext cx="7605347" cy="2779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994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>
            <a:spLocks noGrp="1" noChangeArrowheads="1"/>
          </p:cNvSpPr>
          <p:nvPr>
            <p:ph idx="11" hasCustomPrompt="1"/>
          </p:nvPr>
        </p:nvSpPr>
        <p:spPr bwMode="auto">
          <a:xfrm>
            <a:off x="522001" y="1139429"/>
            <a:ext cx="8082250" cy="525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0" marR="0" indent="0" algn="l" defTabSz="685800" rtl="0" eaLnBrk="1" fontAlgn="base" latinLnBrk="0" hangingPunct="1">
              <a:lnSpc>
                <a:spcPts val="1650"/>
              </a:lnSpc>
              <a:spcBef>
                <a:spcPts val="675"/>
              </a:spcBef>
              <a:spcAft>
                <a:spcPct val="0"/>
              </a:spcAft>
              <a:buClr>
                <a:srgbClr val="005BB9"/>
              </a:buClr>
              <a:buSzPct val="100000"/>
              <a:buFont typeface="Arial" charset="0"/>
              <a:buNone/>
              <a:tabLst/>
              <a:defRPr sz="13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noProof="0" dirty="0"/>
              <a:t>Click to edit text</a:t>
            </a:r>
          </a:p>
          <a:p>
            <a:pPr lvl="0"/>
            <a:r>
              <a:rPr lang="en-US" noProof="0" dirty="0"/>
              <a:t>text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40525409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28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7010098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26" imgW="421" imgH="420" progId="TCLayout.ActiveDocument.1">
                  <p:embed/>
                </p:oleObj>
              </mc:Choice>
              <mc:Fallback>
                <p:oleObj name="think-cell Slide" r:id="rId26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83073"/>
            <a:ext cx="8280000" cy="2779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STYLE IN CAPITALS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077517"/>
            <a:ext cx="8280000" cy="25904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 Ninth level</a:t>
            </a:r>
          </a:p>
        </p:txBody>
      </p:sp>
      <p:sp>
        <p:nvSpPr>
          <p:cNvPr id="14" name="object 18"/>
          <p:cNvSpPr/>
          <p:nvPr userDrawn="1"/>
        </p:nvSpPr>
        <p:spPr>
          <a:xfrm>
            <a:off x="8574142" y="119795"/>
            <a:ext cx="137858" cy="165763"/>
          </a:xfrm>
          <a:custGeom>
            <a:avLst/>
            <a:gdLst/>
            <a:ahLst/>
            <a:cxnLst/>
            <a:rect l="l" t="t" r="r" b="b"/>
            <a:pathLst>
              <a:path w="323215" h="443230">
                <a:moveTo>
                  <a:pt x="322922" y="0"/>
                </a:moveTo>
                <a:lnTo>
                  <a:pt x="0" y="0"/>
                </a:lnTo>
                <a:lnTo>
                  <a:pt x="0" y="420154"/>
                </a:lnTo>
                <a:lnTo>
                  <a:pt x="2115" y="428951"/>
                </a:lnTo>
                <a:lnTo>
                  <a:pt x="7883" y="436132"/>
                </a:lnTo>
                <a:lnTo>
                  <a:pt x="16437" y="440972"/>
                </a:lnTo>
                <a:lnTo>
                  <a:pt x="26911" y="442747"/>
                </a:lnTo>
                <a:lnTo>
                  <a:pt x="29527" y="442747"/>
                </a:lnTo>
                <a:lnTo>
                  <a:pt x="32004" y="442341"/>
                </a:lnTo>
                <a:lnTo>
                  <a:pt x="322922" y="372732"/>
                </a:lnTo>
                <a:lnTo>
                  <a:pt x="322922" y="0"/>
                </a:lnTo>
                <a:close/>
              </a:path>
            </a:pathLst>
          </a:custGeom>
          <a:noFill/>
          <a:ln>
            <a:noFill/>
          </a:ln>
        </p:spPr>
        <p:txBody>
          <a:bodyPr vert="horz" wrap="none" lIns="0" tIns="0" rIns="0" bIns="27000" numCol="1" anchor="ctr" anchorCtr="0" compatLnSpc="1">
            <a:prstTxWarp prst="textNoShape">
              <a:avLst/>
            </a:prstTxWarp>
            <a:noAutofit/>
          </a:bodyPr>
          <a:lstStyle/>
          <a:p>
            <a:pPr marR="0" lvl="0" indent="0" algn="r" defTabSz="6545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12E06541-304F-41DA-A076-D86DB9E81A9C}" type="slidenum">
              <a:rPr lang="en-GB" sz="900" b="1" i="0" noProof="0" smtClean="0">
                <a:solidFill>
                  <a:schemeClr val="tx2"/>
                </a:solidFill>
                <a:latin typeface="+mj-lt"/>
              </a:rPr>
              <a:pPr marR="0" lvl="0" indent="0" algn="r" defTabSz="654542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sz="900" b="1" i="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A94471-4DEA-E241-97E6-F7B561B49211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xmlns="" r:embed="rId29"/>
              </a:ext>
            </a:extLst>
          </a:blip>
          <a:stretch>
            <a:fillRect/>
          </a:stretch>
        </p:blipFill>
        <p:spPr>
          <a:xfrm>
            <a:off x="7563983" y="4764632"/>
            <a:ext cx="1148017" cy="8084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A84F28-047D-A14C-B0D6-4E914F588ED5}"/>
              </a:ext>
            </a:extLst>
          </p:cNvPr>
          <p:cNvCxnSpPr>
            <a:cxnSpLocks/>
          </p:cNvCxnSpPr>
          <p:nvPr userDrawn="1"/>
        </p:nvCxnSpPr>
        <p:spPr>
          <a:xfrm>
            <a:off x="432000" y="275987"/>
            <a:ext cx="8280000" cy="0"/>
          </a:xfrm>
          <a:prstGeom prst="line">
            <a:avLst/>
          </a:prstGeom>
          <a:ln w="6350">
            <a:solidFill>
              <a:srgbClr val="00AE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419100" y="4805055"/>
            <a:ext cx="2217096" cy="25312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r>
              <a:rPr lang="en-US" sz="700" dirty="0"/>
              <a:t>KUSTAR </a:t>
            </a:r>
            <a:r>
              <a:rPr lang="en-US" sz="700" baseline="0" dirty="0"/>
              <a:t>/ January 2023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6186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44" r:id="rId2"/>
    <p:sldLayoutId id="2147483741" r:id="rId3"/>
    <p:sldLayoutId id="2147483740" r:id="rId4"/>
    <p:sldLayoutId id="2147483743" r:id="rId5"/>
    <p:sldLayoutId id="2147483749" r:id="rId6"/>
    <p:sldLayoutId id="2147483745" r:id="rId7"/>
    <p:sldLayoutId id="2147483748" r:id="rId8"/>
    <p:sldLayoutId id="2147483739" r:id="rId9"/>
    <p:sldLayoutId id="2147483655" r:id="rId10"/>
    <p:sldLayoutId id="2147483737" r:id="rId11"/>
    <p:sldLayoutId id="2147483747" r:id="rId12"/>
    <p:sldLayoutId id="2147483700" r:id="rId13"/>
    <p:sldLayoutId id="2147483694" r:id="rId14"/>
    <p:sldLayoutId id="2147483695" r:id="rId15"/>
    <p:sldLayoutId id="2147483685" r:id="rId16"/>
    <p:sldLayoutId id="2147483750" r:id="rId17"/>
    <p:sldLayoutId id="2147483751" r:id="rId18"/>
    <p:sldLayoutId id="2147483752" r:id="rId19"/>
    <p:sldLayoutId id="2147483753" r:id="rId20"/>
    <p:sldLayoutId id="2147483756" r:id="rId21"/>
    <p:sldLayoutId id="2147483760" r:id="rId22"/>
  </p:sldLayoutIdLst>
  <p:hf sldNum="0" hdr="0" dt="0"/>
  <p:txStyles>
    <p:titleStyle>
      <a:lvl1pPr algn="l" defTabSz="654542" rtl="0" eaLnBrk="1" latinLnBrk="0" hangingPunct="1">
        <a:spcBef>
          <a:spcPct val="0"/>
        </a:spcBef>
        <a:buNone/>
        <a:defRPr sz="1900" b="1" i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1" i="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2pPr>
      <a:lvl3pPr marL="166688" indent="-166688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3pPr>
      <a:lvl4pPr marL="342900" indent="-171450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4pPr>
      <a:lvl5pPr marL="535781" indent="-176213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─"/>
        <a:defRPr sz="1500" b="0" i="0" kern="1200">
          <a:solidFill>
            <a:schemeClr val="tx2"/>
          </a:solidFill>
          <a:latin typeface="+mn-lt"/>
          <a:ea typeface="+mn-ea"/>
          <a:cs typeface="Calibri" panose="020F0502020204030204" pitchFamily="34" charset="0"/>
        </a:defRPr>
      </a:lvl5pPr>
      <a:lvl6pPr marL="702469" indent="-160735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Calibri" panose="020F0502020204030204" pitchFamily="34" charset="0"/>
        <a:buChar char="−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Tx/>
        <a:buNone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79388" indent="-179388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+mj-lt"/>
        <a:buAutoNum type="arabicPeriod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57188" indent="-177800" algn="l" defTabSz="654542" rtl="0" eaLnBrk="1" latinLnBrk="0" hangingPunct="1">
        <a:spcBef>
          <a:spcPts val="0"/>
        </a:spcBef>
        <a:spcAft>
          <a:spcPts val="450"/>
        </a:spcAft>
        <a:buClr>
          <a:schemeClr val="accent1"/>
        </a:buClr>
        <a:buFont typeface="+mj-lt"/>
        <a:buAutoNum type="alphaLcPeriod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166688" indent="-166688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342900" indent="-171450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•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35781" indent="-176213" algn="l" defTabSz="654542" rtl="0" eaLnBrk="1" latinLnBrk="0" hangingPunct="1">
        <a:spcBef>
          <a:spcPts val="0"/>
        </a:spcBef>
        <a:spcAft>
          <a:spcPts val="450"/>
        </a:spcAft>
        <a:buClr>
          <a:srgbClr val="00B0CA"/>
        </a:buClr>
        <a:buFont typeface="Calibri" panose="020F0502020204030204" pitchFamily="34" charset="0"/>
        <a:buChar char="─"/>
        <a:defRPr sz="1500" b="0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702469" indent="-160735" algn="l" defTabSz="654542" rtl="0" eaLnBrk="1" latinLnBrk="0" hangingPunct="1">
        <a:spcBef>
          <a:spcPts val="0"/>
        </a:spcBef>
        <a:spcAft>
          <a:spcPts val="450"/>
        </a:spcAft>
        <a:buClr>
          <a:schemeClr val="tx2"/>
        </a:buClr>
        <a:buFont typeface="Calibri" panose="020F0502020204030204" pitchFamily="34" charset="0"/>
        <a:buChar char="−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57163" indent="-157163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+mj-lt"/>
        <a:buAutoNum type="arabicPeriod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54806" indent="-177404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+mj-lt"/>
        <a:buAutoNum type="alphaLcPeriod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654542" rtl="0" eaLnBrk="1" latinLnBrk="0" hangingPunct="1">
        <a:spcBef>
          <a:spcPts val="0"/>
        </a:spcBef>
        <a:spcAft>
          <a:spcPts val="450"/>
        </a:spcAft>
        <a:buClr>
          <a:schemeClr val="tx1"/>
        </a:buClr>
        <a:buFont typeface="Arial" panose="020B0604020202020204" pitchFamily="34" charset="0"/>
        <a:buNone/>
        <a:defRPr sz="1500" b="1" i="0" kern="1200">
          <a:solidFill>
            <a:schemeClr val="accent4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5492" userDrawn="1">
          <p15:clr>
            <a:srgbClr val="F26B43"/>
          </p15:clr>
        </p15:guide>
        <p15:guide id="4" orient="horz" pos="677" userDrawn="1">
          <p15:clr>
            <a:srgbClr val="F26B43"/>
          </p15:clr>
        </p15:guide>
        <p15:guide id="5" orient="horz" pos="2913" userDrawn="1">
          <p15:clr>
            <a:srgbClr val="F26B43"/>
          </p15:clr>
        </p15:guide>
        <p15:guide id="6" orient="horz" pos="3048" userDrawn="1">
          <p15:clr>
            <a:srgbClr val="F26B43"/>
          </p15:clr>
        </p15:guide>
        <p15:guide id="7" pos="1874" userDrawn="1">
          <p15:clr>
            <a:srgbClr val="F26B43"/>
          </p15:clr>
        </p15:guide>
        <p15:guide id="8" pos="2076" userDrawn="1">
          <p15:clr>
            <a:srgbClr val="F26B43"/>
          </p15:clr>
        </p15:guide>
        <p15:guide id="9" pos="2778" userDrawn="1">
          <p15:clr>
            <a:srgbClr val="F26B43"/>
          </p15:clr>
        </p15:guide>
        <p15:guide id="10" pos="2982" userDrawn="1">
          <p15:clr>
            <a:srgbClr val="F26B43"/>
          </p15:clr>
        </p15:guide>
        <p15:guide id="11" pos="3680" userDrawn="1">
          <p15:clr>
            <a:srgbClr val="F26B43"/>
          </p15:clr>
        </p15:guide>
        <p15:guide id="12" pos="388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chart" Target="../charts/char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chart" Target="../charts/char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chart" Target="../charts/chart3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chart" Target="../charts/chart4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chart" Target="../charts/chart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chart" Target="../charts/chart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chart" Target="../charts/chart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chart" Target="../charts/chart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chart" Target="../charts/chart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4" Type="http://schemas.openxmlformats.org/officeDocument/2006/relationships/notesSlide" Target="../notesSlides/notesSlid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slideLayout" Target="../slideLayouts/slideLayout21.xml"/><Relationship Id="rId7" Type="http://schemas.openxmlformats.org/officeDocument/2006/relationships/diagramLayout" Target="../diagrams/layout1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diagramData" Target="../diagrams/data1.xml"/><Relationship Id="rId5" Type="http://schemas.openxmlformats.org/officeDocument/2006/relationships/image" Target="../media/image1.emf"/><Relationship Id="rId10" Type="http://schemas.microsoft.com/office/2007/relationships/diagramDrawing" Target="../diagrams/drawing1.xml"/><Relationship Id="rId4" Type="http://schemas.openxmlformats.org/officeDocument/2006/relationships/oleObject" Target="../embeddings/oleObject16.bin"/><Relationship Id="rId9" Type="http://schemas.openxmlformats.org/officeDocument/2006/relationships/diagramColors" Target="../diagrams/colors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376EF6-FFE5-419C-9403-7E9DE0D877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9953" y="2161291"/>
            <a:ext cx="2375022" cy="718145"/>
          </a:xfrm>
        </p:spPr>
        <p:txBody>
          <a:bodyPr/>
          <a:lstStyle>
            <a:lvl1pPr>
              <a:lnSpc>
                <a:spcPts val="2100"/>
              </a:lnSpc>
              <a:spcAft>
                <a:spcPts val="0"/>
              </a:spcAft>
              <a:defRPr sz="2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KUSTAR</a:t>
            </a:r>
          </a:p>
          <a:p>
            <a:pPr lvl="1"/>
            <a:r>
              <a:rPr lang="en-US" dirty="0"/>
              <a:t>Institution Analysis</a:t>
            </a:r>
          </a:p>
          <a:p>
            <a:pPr lvl="2"/>
            <a:r>
              <a:rPr lang="en-US" dirty="0"/>
              <a:t>January 2023</a:t>
            </a:r>
          </a:p>
        </p:txBody>
      </p:sp>
    </p:spTree>
    <p:extLst>
      <p:ext uri="{BB962C8B-B14F-4D97-AF65-F5344CB8AC3E}">
        <p14:creationId xmlns:p14="http://schemas.microsoft.com/office/powerpoint/2010/main" val="964466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7B384C3-6B70-0440-8D88-6224FE33B9BD}"/>
              </a:ext>
            </a:extLst>
          </p:cNvPr>
          <p:cNvSpPr txBox="1">
            <a:spLocks/>
          </p:cNvSpPr>
          <p:nvPr/>
        </p:nvSpPr>
        <p:spPr>
          <a:xfrm>
            <a:off x="3935819" y="571500"/>
            <a:ext cx="4782732" cy="39130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rgbClr val="00517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2"/>
              </a:buClr>
              <a:buFont typeface="Calibri" panose="020F0502020204030204" pitchFamily="34" charset="0"/>
              <a:buChar char="−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163" indent="-15716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+mj-lt"/>
              <a:buAutoNum type="arabicPeriod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4806" indent="-177404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+mj-lt"/>
              <a:buAutoNum type="alphaLcPeriod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Springerlink Journal Usage/ Denials 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Springerlink ebook Usage/ Denials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Nature.com Journal Usage/ Denials 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Nature Academic Journals/ Denails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Publications with Springer Nature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Published Subject Areas with Springer Nature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r>
              <a:rPr lang="de-DE" sz="1800" b="0" dirty="0">
                <a:solidFill>
                  <a:schemeClr val="accent1">
                    <a:lumMod val="75000"/>
                  </a:schemeClr>
                </a:solidFill>
              </a:rPr>
              <a:t>Top 10 Publishing authors </a:t>
            </a: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0" indent="-342900">
              <a:buClr>
                <a:schemeClr val="accent1">
                  <a:lumMod val="75000"/>
                </a:schemeClr>
              </a:buClr>
              <a:buFont typeface="+mj-lt"/>
              <a:buAutoNum type="arabicPeriod"/>
              <a:tabLst>
                <a:tab pos="357188" algn="l"/>
              </a:tabLst>
            </a:pPr>
            <a:endParaRPr lang="de-DE" sz="18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C17AD-E5DD-4A9A-835F-2554AD76B1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36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242248"/>
            <a:ext cx="2695696" cy="538609"/>
          </a:xfrm>
        </p:spPr>
        <p:txBody>
          <a:bodyPr/>
          <a:lstStyle/>
          <a:p>
            <a:r>
              <a:rPr lang="de-DE" dirty="0"/>
              <a:t>Springerlink Journal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3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0894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919055749"/>
              </p:ext>
            </p:extLst>
          </p:nvPr>
        </p:nvGraphicFramePr>
        <p:xfrm>
          <a:off x="346842" y="1066544"/>
          <a:ext cx="4529958" cy="355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Springerlink </a:t>
            </a:r>
            <a:r>
              <a:rPr lang="en-NZ" sz="2000" dirty="0"/>
              <a:t>Article usage trend &amp; TOP 15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46842" y="559098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218368"/>
              </p:ext>
            </p:extLst>
          </p:nvPr>
        </p:nvGraphicFramePr>
        <p:xfrm>
          <a:off x="5157252" y="1093000"/>
          <a:ext cx="3731172" cy="3578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339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13,534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11,476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11,088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4,655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4,591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4,388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2,621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1,752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1,459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Economics and Finance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47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Political Science and International Studies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61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42771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849824787"/>
              </p:ext>
            </p:extLst>
          </p:nvPr>
        </p:nvGraphicFramePr>
        <p:xfrm>
          <a:off x="441434" y="1272962"/>
          <a:ext cx="4529958" cy="3344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2"/>
            <a:ext cx="8277264" cy="293716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/>
              <a:t>Article denials trend &amp; TOP 15 MOST denied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853224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13098"/>
              </p:ext>
            </p:extLst>
          </p:nvPr>
        </p:nvGraphicFramePr>
        <p:xfrm>
          <a:off x="5156641" y="1272962"/>
          <a:ext cx="3731172" cy="334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79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 Subject Collections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260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234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Architecture and Design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Economics and Finance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1005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279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/>
              <a:t>Article denials by Journal titles</a:t>
            </a:r>
            <a:endParaRPr lang="en-US" sz="2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582900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98244"/>
              </p:ext>
            </p:extLst>
          </p:nvPr>
        </p:nvGraphicFramePr>
        <p:xfrm>
          <a:off x="441434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Materials Research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Bulletin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Materials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 DESIGN International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Metallurgical and Materials Transactions 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Experimental Mechanics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Online Proceedings Library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International Business Studies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Communications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Metallurgical and Materials Transactions B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Advances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Bulletin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Fractional Calculus and Applied Analysis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Journal of Fracture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68151"/>
              </p:ext>
            </p:extLst>
          </p:nvPr>
        </p:nvGraphicFramePr>
        <p:xfrm>
          <a:off x="4725817" y="978754"/>
          <a:ext cx="4151587" cy="3553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96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Archive for Rational Mechanics and Analysis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Catalysis Letters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Applied Physics 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Drugs &amp; Aging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Applied Electrochemistry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GeoJournal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Clinical Pharmacokinetics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Drug Safety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Journal of the American Oil Chemists'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JOM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Russian Chemical Bulletin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de-DE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Zeitschrift fÃ¼r angewandte Mathematik und Physik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Experiments in Fluids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1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Pure and Applied Geophysics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32382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MRS Energy &amp; Sustainability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5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242248"/>
            <a:ext cx="2438214" cy="538609"/>
          </a:xfrm>
        </p:spPr>
        <p:txBody>
          <a:bodyPr/>
          <a:lstStyle/>
          <a:p>
            <a:r>
              <a:rPr lang="de-DE" dirty="0"/>
              <a:t>Springerlink ebook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5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27536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105654326"/>
              </p:ext>
            </p:extLst>
          </p:nvPr>
        </p:nvGraphicFramePr>
        <p:xfrm>
          <a:off x="481949" y="1066545"/>
          <a:ext cx="4468423" cy="353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/>
              <a:t>SN </a:t>
            </a:r>
            <a:r>
              <a:rPr lang="en-NZ" sz="2000" dirty="0"/>
              <a:t>ebook USAGE trend &amp; TOP 15 MOST USED </a:t>
            </a:r>
            <a:r>
              <a:rPr lang="en-US" sz="2000" dirty="0"/>
              <a:t>eBook packages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335224"/>
              </p:ext>
            </p:extLst>
          </p:nvPr>
        </p:nvGraphicFramePr>
        <p:xfrm>
          <a:off x="5065986" y="1066545"/>
          <a:ext cx="3741887" cy="3572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Used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Package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33,781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31,956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8,478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7,983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4,210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4,128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3,401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3,322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26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2,939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1,420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Economics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1,055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995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892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Professional and Applied Computing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842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Humanities, Social Sciences and Law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692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05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457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398113250"/>
              </p:ext>
            </p:extLst>
          </p:nvPr>
        </p:nvGraphicFramePr>
        <p:xfrm>
          <a:off x="481949" y="1066545"/>
          <a:ext cx="4468423" cy="3533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/>
              <a:t>SN </a:t>
            </a:r>
            <a:r>
              <a:rPr lang="en-NZ" sz="2000" dirty="0" err="1"/>
              <a:t>ebook</a:t>
            </a:r>
            <a:r>
              <a:rPr lang="en-NZ" sz="2000" dirty="0"/>
              <a:t> denials trend &amp; TOP 15 MOST denied </a:t>
            </a:r>
            <a:r>
              <a:rPr lang="en-US" sz="2000" dirty="0"/>
              <a:t>eBook packages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246986"/>
              </p:ext>
            </p:extLst>
          </p:nvPr>
        </p:nvGraphicFramePr>
        <p:xfrm>
          <a:off x="5065986" y="1066545"/>
          <a:ext cx="3741887" cy="355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07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5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50" dirty="0"/>
                        <a:t>enied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Package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1,374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Technologies and Robotics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1,175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764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678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477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476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Mathematics and Statistics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Social Sciences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300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164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126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95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and Management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72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Humanities, Social Sciences and Law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58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Political Science and International Studies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280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IN" sz="2000" dirty="0" err="1"/>
              <a:t>Springerlink</a:t>
            </a:r>
            <a:r>
              <a:rPr lang="en-IN" sz="2000" dirty="0"/>
              <a:t> </a:t>
            </a:r>
            <a:r>
              <a:rPr lang="en-NZ" sz="2000" dirty="0" err="1"/>
              <a:t>ebooks</a:t>
            </a:r>
            <a:r>
              <a:rPr lang="en-NZ" sz="2000" dirty="0"/>
              <a:t> denials by </a:t>
            </a:r>
            <a:r>
              <a:rPr lang="en-NZ" sz="2000" dirty="0" err="1"/>
              <a:t>ebook</a:t>
            </a:r>
            <a:r>
              <a:rPr lang="en-NZ" sz="2000" dirty="0"/>
              <a:t> titles</a:t>
            </a:r>
            <a:endParaRPr lang="en-US" sz="2000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854262" y="305327"/>
            <a:ext cx="2350564" cy="277919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727002"/>
              </p:ext>
            </p:extLst>
          </p:nvPr>
        </p:nvGraphicFramePr>
        <p:xfrm>
          <a:off x="481949" y="719118"/>
          <a:ext cx="3941195" cy="4031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21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5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50" dirty="0"/>
                        <a:t>enied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Titles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Perspectives on Mentoring in English Language Education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Image Analysis and Processing â€“ ICIAP 2022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Robotics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Nonlinear Dynamics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Research Questions in Language Education and Applied Linguistics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260">
                <a:tc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Vision â€“ ECCV 2022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Proceedings of Seventh International Congress on Information and Communication 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Secure, Low-Power IoT Communication Using Edge-Coded Signaling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Service and Industrial Robotics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Robotics in Natural Settings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European Workshop on Structural Health Monitoring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Agricultural and Industrial Microbiology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16138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Guidance, Navigation and Control 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46516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Proceedings of the 4th International Conference on Performance Based Design in Earthquake Geotechnical Engineering (Beijing 2022)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170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Fractal Geometry of the Brain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310036"/>
              </p:ext>
            </p:extLst>
          </p:nvPr>
        </p:nvGraphicFramePr>
        <p:xfrm>
          <a:off x="4646428" y="719119"/>
          <a:ext cx="4015623" cy="40103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18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NZ" sz="1000" b="1" i="0" u="none" strike="noStrike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</a:rPr>
                        <a:t>D</a:t>
                      </a:r>
                      <a:r>
                        <a:rPr lang="en-NZ" sz="1000" dirty="0"/>
                        <a:t>enied</a:t>
                      </a:r>
                      <a:r>
                        <a:rPr lang="en-US" sz="10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eBook Titles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Advances in Road Infrastructure and Mobility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Capillarity and Wetting Phenomena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Stationary Bionic Wavelet Transform and its Applications for ECG and Speech Processing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Springer Handbook of Robotics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Computational Mathematics Modeling in Cancer Analysis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4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Information Networking and Applications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High-Performance Composite Structures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Combustion for Sustainable Transport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50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Smelter Grade Alumina from Bauxite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Talent Management of Self-Initiated Expatriates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Intelligent Computing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1867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Control Applications in Modern Power Systems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Advanced Composites in Aerospace Engineering Applications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6011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Biodiesel from Flowering Plants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99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proceedings of the 16th Annual Conference of China Electrotechnical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57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04F50F-6359-4C74-904F-37F5A4A54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9954" y="2107596"/>
            <a:ext cx="2438214" cy="807913"/>
          </a:xfrm>
        </p:spPr>
        <p:txBody>
          <a:bodyPr/>
          <a:lstStyle/>
          <a:p>
            <a:r>
              <a:rPr lang="de-DE" dirty="0"/>
              <a:t>Nature Journals &amp; Nature academic Usage/ Denails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3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2378572472"/>
              </p:ext>
            </p:extLst>
          </p:nvPr>
        </p:nvGraphicFramePr>
        <p:xfrm>
          <a:off x="441435" y="958467"/>
          <a:ext cx="4529958" cy="3659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Nature.com </a:t>
            </a:r>
            <a:r>
              <a:rPr lang="en-NZ" sz="2000" dirty="0"/>
              <a:t>Article usage trend &amp; TOP 10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46842" y="559098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14895"/>
              </p:ext>
            </p:extLst>
          </p:nvPr>
        </p:nvGraphicFramePr>
        <p:xfrm>
          <a:off x="5104089" y="958467"/>
          <a:ext cx="3731172" cy="365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5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23,903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5,014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4,669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2,169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1,667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1,130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510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34515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670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94403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545821504"/>
              </p:ext>
            </p:extLst>
          </p:nvPr>
        </p:nvGraphicFramePr>
        <p:xfrm>
          <a:off x="441435" y="1066544"/>
          <a:ext cx="4529958" cy="3551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5" y="293581"/>
            <a:ext cx="8568767" cy="277919"/>
          </a:xfrm>
        </p:spPr>
        <p:txBody>
          <a:bodyPr vert="horz"/>
          <a:lstStyle/>
          <a:p>
            <a:r>
              <a:rPr lang="en-IN" sz="2000" dirty="0"/>
              <a:t>Nature academic </a:t>
            </a:r>
            <a:r>
              <a:rPr lang="en-NZ" sz="2000" dirty="0"/>
              <a:t>Article usage trend &amp; TOP 10 MOST USED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123089" y="564931"/>
            <a:ext cx="6887113" cy="233819"/>
          </a:xfrm>
          <a:prstGeom prst="rect">
            <a:avLst/>
          </a:prstGeom>
        </p:spPr>
        <p:txBody>
          <a:bodyPr anchor="t"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34444"/>
              </p:ext>
            </p:extLst>
          </p:nvPr>
        </p:nvGraphicFramePr>
        <p:xfrm>
          <a:off x="5104089" y="1066544"/>
          <a:ext cx="3731172" cy="3551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42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Used Journal Subject Collections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Downloads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23,833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5,014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4,669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Medicine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2,169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1,667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1,130 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683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510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Computer Science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13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33496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Behavioral Science and Psychology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4 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24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6330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1167672315"/>
              </p:ext>
            </p:extLst>
          </p:nvPr>
        </p:nvGraphicFramePr>
        <p:xfrm>
          <a:off x="441434" y="1272962"/>
          <a:ext cx="4529958" cy="32033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/>
              <a:t>Nature </a:t>
            </a:r>
            <a:r>
              <a:rPr lang="en-NZ" sz="2000" dirty="0"/>
              <a:t>Article &amp; Nature academic articles denials trend &amp; TOP 5 MOST denied </a:t>
            </a:r>
            <a:r>
              <a:rPr lang="en-US" sz="2000" dirty="0"/>
              <a:t>Sub. Collections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853224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435" y="4725301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32100"/>
              </p:ext>
            </p:extLst>
          </p:nvPr>
        </p:nvGraphicFramePr>
        <p:xfrm>
          <a:off x="5156641" y="1272962"/>
          <a:ext cx="3731172" cy="3203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4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993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 Subject Collections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Science (multidisciplinary)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Biomedical and Life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Chemistry and Materials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and Astronomy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87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and Environmental 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482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41434" y="293582"/>
            <a:ext cx="8568767" cy="293716"/>
          </a:xfrm>
        </p:spPr>
        <p:txBody>
          <a:bodyPr vert="horz"/>
          <a:lstStyle/>
          <a:p>
            <a:r>
              <a:rPr lang="en-IN" sz="2000" dirty="0"/>
              <a:t>Nature </a:t>
            </a:r>
            <a:r>
              <a:rPr lang="en-NZ" sz="2000" dirty="0"/>
              <a:t>Article &amp; Nature academic articles denials by articles titles</a:t>
            </a:r>
            <a:endParaRPr lang="en-US" sz="2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92046" y="673778"/>
            <a:ext cx="3744008" cy="25635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435" y="4617578"/>
            <a:ext cx="1822615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COUNTER usage data on Google BigQuery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945092"/>
              </p:ext>
            </p:extLst>
          </p:nvPr>
        </p:nvGraphicFramePr>
        <p:xfrm>
          <a:off x="630142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Materials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Nanotechnology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Chemistry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Photonics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Protocols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Methods Primers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Synthesis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Genetics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Geoscience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Climate Change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Genetics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Biotechnology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Medicine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Neuroscience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653836"/>
              </p:ext>
            </p:extLst>
          </p:nvPr>
        </p:nvGraphicFramePr>
        <p:xfrm>
          <a:off x="4858614" y="978754"/>
          <a:ext cx="4151587" cy="3553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58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 Denied Journal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Titles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Denials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Microbiology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Methods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Drug Discovery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Cancer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Molecular Cell Biology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Neuroscience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Computational 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Neurology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Physics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Physical Science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Cardiology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Reviews Immunology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Structural &amp; Molecular Biology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Aging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2315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Nature Immunology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9191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242056"/>
            <a:ext cx="2438214" cy="538994"/>
          </a:xfrm>
        </p:spPr>
        <p:txBody>
          <a:bodyPr/>
          <a:lstStyle/>
          <a:p>
            <a:r>
              <a:rPr lang="en-US" dirty="0"/>
              <a:t>Publications with Springer nature</a:t>
            </a:r>
          </a:p>
        </p:txBody>
      </p:sp>
    </p:spTree>
    <p:extLst>
      <p:ext uri="{BB962C8B-B14F-4D97-AF65-F5344CB8AC3E}">
        <p14:creationId xmlns:p14="http://schemas.microsoft.com/office/powerpoint/2010/main" val="367033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320963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172552562"/>
              </p:ext>
            </p:extLst>
          </p:nvPr>
        </p:nvGraphicFramePr>
        <p:xfrm>
          <a:off x="609600" y="1233379"/>
          <a:ext cx="7714593" cy="3259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5517" y="288549"/>
            <a:ext cx="7245744" cy="342471"/>
          </a:xfrm>
        </p:spPr>
        <p:txBody>
          <a:bodyPr vert="horz"/>
          <a:lstStyle/>
          <a:p>
            <a:r>
              <a:rPr lang="en-US" sz="1800" dirty="0"/>
              <a:t>publication OUTPUT of articles ACROSS SPRINGER NATURE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25517" y="860347"/>
            <a:ext cx="7798676" cy="3632738"/>
            <a:chOff x="3233" y="1149"/>
            <a:chExt cx="2530" cy="2625"/>
          </a:xfrm>
        </p:grpSpPr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3233" y="1149"/>
              <a:ext cx="2530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</a:rPr>
                <a:t>Articles Published with Springer Nature from Jan 2022 to Dec 2022</a:t>
              </a:r>
            </a:p>
          </p:txBody>
        </p:sp>
        <p:sp>
          <p:nvSpPr>
            <p:cNvPr id="10" name="Rectangle 26"/>
            <p:cNvSpPr>
              <a:spLocks noChangeArrowheads="1"/>
            </p:cNvSpPr>
            <p:nvPr/>
          </p:nvSpPr>
          <p:spPr bwMode="auto">
            <a:xfrm>
              <a:off x="3233" y="1149"/>
              <a:ext cx="2530" cy="262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51" dirty="0">
                <a:solidFill>
                  <a:srgbClr val="5F5F5F"/>
                </a:solidFill>
              </a:endParaRPr>
            </a:p>
          </p:txBody>
        </p:sp>
      </p:grpSp>
      <p:sp>
        <p:nvSpPr>
          <p:cNvPr id="9" name="Text Placeholder 2"/>
          <p:cNvSpPr txBox="1">
            <a:spLocks/>
          </p:cNvSpPr>
          <p:nvPr/>
        </p:nvSpPr>
        <p:spPr>
          <a:xfrm>
            <a:off x="480639" y="498094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2022 -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3BE9D-219C-4831-925F-A04D5656D585}"/>
              </a:ext>
            </a:extLst>
          </p:cNvPr>
          <p:cNvSpPr txBox="1"/>
          <p:nvPr/>
        </p:nvSpPr>
        <p:spPr>
          <a:xfrm>
            <a:off x="525517" y="4645406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369986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315776707"/>
              </p:ext>
            </p:extLst>
          </p:nvPr>
        </p:nvGraphicFramePr>
        <p:xfrm>
          <a:off x="609600" y="1233379"/>
          <a:ext cx="7714593" cy="3259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25517" y="288549"/>
            <a:ext cx="7245744" cy="342471"/>
          </a:xfrm>
        </p:spPr>
        <p:txBody>
          <a:bodyPr vert="horz"/>
          <a:lstStyle/>
          <a:p>
            <a:r>
              <a:rPr lang="en-US" sz="1800" dirty="0"/>
              <a:t>publication OUTPUT of articles ACROSS SPRINGER NATURE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525517" y="860347"/>
            <a:ext cx="7798676" cy="3632738"/>
            <a:chOff x="3233" y="1149"/>
            <a:chExt cx="2530" cy="2625"/>
          </a:xfrm>
        </p:grpSpPr>
        <p:sp>
          <p:nvSpPr>
            <p:cNvPr id="7" name="Text Box 25"/>
            <p:cNvSpPr txBox="1">
              <a:spLocks noChangeArrowheads="1"/>
            </p:cNvSpPr>
            <p:nvPr/>
          </p:nvSpPr>
          <p:spPr bwMode="auto">
            <a:xfrm>
              <a:off x="3233" y="1149"/>
              <a:ext cx="2530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FFFFFF"/>
                  </a:solidFill>
                </a:rPr>
                <a:t>Articles Published with Springer Nature from Jan 2019 to Dec 2022</a:t>
              </a:r>
            </a:p>
          </p:txBody>
        </p:sp>
        <p:sp>
          <p:nvSpPr>
            <p:cNvPr id="10" name="Rectangle 26"/>
            <p:cNvSpPr>
              <a:spLocks noChangeArrowheads="1"/>
            </p:cNvSpPr>
            <p:nvPr/>
          </p:nvSpPr>
          <p:spPr bwMode="auto">
            <a:xfrm>
              <a:off x="3233" y="1149"/>
              <a:ext cx="2530" cy="2625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151" dirty="0">
                <a:solidFill>
                  <a:srgbClr val="5F5F5F"/>
                </a:solidFill>
              </a:endParaRPr>
            </a:p>
          </p:txBody>
        </p:sp>
      </p:grpSp>
      <p:sp>
        <p:nvSpPr>
          <p:cNvPr id="9" name="Text Placeholder 2"/>
          <p:cNvSpPr txBox="1">
            <a:spLocks/>
          </p:cNvSpPr>
          <p:nvPr/>
        </p:nvSpPr>
        <p:spPr>
          <a:xfrm>
            <a:off x="480639" y="498094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  <a:p>
            <a:endParaRPr lang="en-US" sz="1600" dirty="0">
              <a:solidFill>
                <a:srgbClr val="00B0C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AF00A-DB4D-4756-936E-47AB2DC36B95}"/>
              </a:ext>
            </a:extLst>
          </p:cNvPr>
          <p:cNvSpPr txBox="1"/>
          <p:nvPr/>
        </p:nvSpPr>
        <p:spPr>
          <a:xfrm>
            <a:off x="525517" y="4645406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42449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72792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5" imgW="421" imgH="420" progId="TCLayout.ActiveDocument.1">
                  <p:embed/>
                </p:oleObj>
              </mc:Choice>
              <mc:Fallback>
                <p:oleObj name="think-cell Slide" r:id="rId5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NZ" sz="2000" dirty="0"/>
              <a:t>TOP 15 MOST published </a:t>
            </a:r>
            <a:r>
              <a:rPr lang="en-US" sz="2000" dirty="0"/>
              <a:t>subject areas with springer nature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394035" y="570253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348160"/>
              </p:ext>
            </p:extLst>
          </p:nvPr>
        </p:nvGraphicFramePr>
        <p:xfrm>
          <a:off x="481949" y="941511"/>
          <a:ext cx="8294393" cy="3676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2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994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Most</a:t>
                      </a:r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Published Subject Areas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Publications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Information and Computing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Mathematical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and Health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Physical Sciences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Biological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Earth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Technology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Psychology and Cognitive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Commerce, Management, Tourism and Services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Studies in Human Society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Language, Communication and Culture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30869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Environmental Sciences</a:t>
                      </a:r>
                    </a:p>
                  </a:txBody>
                  <a:tcPr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7AEE94D-ACBC-43F6-80FF-6980182930BA}"/>
              </a:ext>
            </a:extLst>
          </p:cNvPr>
          <p:cNvSpPr txBox="1"/>
          <p:nvPr/>
        </p:nvSpPr>
        <p:spPr>
          <a:xfrm>
            <a:off x="481949" y="4717324"/>
            <a:ext cx="14923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Dimensions on Google BigQuery</a:t>
            </a:r>
          </a:p>
        </p:txBody>
      </p:sp>
    </p:spTree>
    <p:extLst>
      <p:ext uri="{BB962C8B-B14F-4D97-AF65-F5344CB8AC3E}">
        <p14:creationId xmlns:p14="http://schemas.microsoft.com/office/powerpoint/2010/main" val="2468749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376708"/>
            <a:ext cx="2438214" cy="269689"/>
          </a:xfrm>
        </p:spPr>
        <p:txBody>
          <a:bodyPr/>
          <a:lstStyle/>
          <a:p>
            <a:r>
              <a:rPr lang="en-US" dirty="0"/>
              <a:t>Publishing authors</a:t>
            </a:r>
          </a:p>
        </p:txBody>
      </p:sp>
    </p:spTree>
    <p:extLst>
      <p:ext uri="{BB962C8B-B14F-4D97-AF65-F5344CB8AC3E}">
        <p14:creationId xmlns:p14="http://schemas.microsoft.com/office/powerpoint/2010/main" val="214450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13301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NZ" sz="2000" dirty="0"/>
              <a:t>TOP 15 publishing authors</a:t>
            </a:r>
            <a:endParaRPr lang="en-US" sz="2000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433620" y="576146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(Jan 2019 - Dec 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49" y="4742579"/>
            <a:ext cx="921549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511"/>
              </a:spcBef>
              <a:buClr>
                <a:srgbClr val="0176C3"/>
              </a:buClr>
              <a:buSzPct val="100000"/>
            </a:pPr>
            <a:r>
              <a:rPr lang="en-US" sz="700" dirty="0">
                <a:solidFill>
                  <a:srgbClr val="5F5F5F"/>
                </a:solidFill>
                <a:latin typeface="Calibri"/>
              </a:rPr>
              <a:t>Source: SN Insight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237640"/>
              </p:ext>
            </p:extLst>
          </p:nvPr>
        </p:nvGraphicFramePr>
        <p:xfrm>
          <a:off x="481949" y="943155"/>
          <a:ext cx="7407097" cy="3588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0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210"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Publishing Authors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Total  Publications</a:t>
                      </a:r>
                    </a:p>
                  </a:txBody>
                  <a:tcPr marT="9144" marB="9144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12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Shadi Wajih Hasan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Fawzi A Banat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Ernesto Damiani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Nenad MladenoviÄ‡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Baker S Mohammad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Naoufel Werghi</a:t>
                      </a:r>
                    </a:p>
                  </a:txBody>
                  <a:tcPr marR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T="9525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Leontios J Hadjileontiadis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Khaled Salah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Habiba S Alsafar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847318517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Ibrahim Abe M Elfadel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944193584"/>
                  </a:ext>
                </a:extLst>
              </a:tr>
              <a:tr h="317932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Mohammad A Al-Shudeifat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197419810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Shahzad Muzaffar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4083887273"/>
                  </a:ext>
                </a:extLst>
              </a:tr>
              <a:tr h="28780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Partha Guha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1470089563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Raja Jayaraman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326181482"/>
                  </a:ext>
                </a:extLst>
              </a:tr>
              <a:tr h="201063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Anas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Alazzam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T="9525" marB="0" anchor="ctr"/>
                </a:tc>
                <a:extLst>
                  <a:ext uri="{0D108BD9-81ED-4DB2-BD59-A6C34878D82A}">
                    <a16:rowId xmlns:a16="http://schemas.microsoft.com/office/drawing/2014/main" val="200191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678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99954" y="2242056"/>
            <a:ext cx="2438214" cy="538994"/>
          </a:xfrm>
        </p:spPr>
        <p:txBody>
          <a:bodyPr/>
          <a:lstStyle/>
          <a:p>
            <a:r>
              <a:rPr lang="en-US" dirty="0"/>
              <a:t>Engagement Activities </a:t>
            </a:r>
          </a:p>
        </p:txBody>
      </p:sp>
    </p:spTree>
    <p:extLst>
      <p:ext uri="{BB962C8B-B14F-4D97-AF65-F5344CB8AC3E}">
        <p14:creationId xmlns:p14="http://schemas.microsoft.com/office/powerpoint/2010/main" val="10405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1" imgH="420" progId="TCLayout.ActiveDocument.1">
                  <p:embed/>
                </p:oleObj>
              </mc:Choice>
              <mc:Fallback>
                <p:oleObj name="think-cell Slide" r:id="rId4" imgW="421" imgH="42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81949" y="312070"/>
            <a:ext cx="8115512" cy="277919"/>
          </a:xfrm>
        </p:spPr>
        <p:txBody>
          <a:bodyPr vert="horz"/>
          <a:lstStyle/>
          <a:p>
            <a:r>
              <a:rPr lang="en-US" sz="2000" dirty="0"/>
              <a:t>Workshops and Trainings 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433620" y="576146"/>
            <a:ext cx="8663361" cy="246221"/>
          </a:xfrm>
          <a:prstGeom prst="rect">
            <a:avLst/>
          </a:prstGeom>
        </p:spPr>
        <p:txBody>
          <a:bodyPr/>
          <a:lstStyle>
            <a:lvl1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1" i="0" kern="1200">
                <a:solidFill>
                  <a:schemeClr val="tx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Arial" panose="020B0604020202020204" pitchFamily="34" charset="0"/>
              <a:buNone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2pPr>
            <a:lvl3pPr marL="166688" indent="-1666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42900" indent="-17145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•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4pPr>
            <a:lvl5pPr marL="535781" indent="-176213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rgbClr val="00B0CA"/>
              </a:buClr>
              <a:buFont typeface="Calibri" panose="020F0502020204030204" pitchFamily="34" charset="0"/>
              <a:buChar char="─"/>
              <a:defRPr sz="1500" b="0" i="0" kern="1200">
                <a:solidFill>
                  <a:schemeClr val="tx2"/>
                </a:solidFill>
                <a:latin typeface="+mn-lt"/>
                <a:ea typeface="+mn-ea"/>
                <a:cs typeface="Calibri" panose="020F0502020204030204" pitchFamily="34" charset="0"/>
              </a:defRPr>
            </a:lvl5pPr>
            <a:lvl6pPr marL="702469" indent="-160735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Calibri" panose="020F0502020204030204" pitchFamily="34" charset="0"/>
              <a:buChar char="−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Tx/>
              <a:buNone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9388" indent="-179388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rabi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57188" indent="-177800" algn="l" defTabSz="654542" rtl="0" eaLnBrk="1" latinLnBrk="0" hangingPunct="1">
              <a:spcBef>
                <a:spcPts val="0"/>
              </a:spcBef>
              <a:spcAft>
                <a:spcPts val="450"/>
              </a:spcAft>
              <a:buClr>
                <a:schemeClr val="accent1"/>
              </a:buClr>
              <a:buFont typeface="+mj-lt"/>
              <a:buAutoNum type="alphaLcPeriod"/>
              <a:defRPr sz="15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rgbClr val="00B0CA"/>
                </a:solidFill>
              </a:rPr>
              <a:t>(2021 - 2022)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41A9357-4190-4CD0-886C-3A25FCEA0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509870"/>
              </p:ext>
            </p:extLst>
          </p:nvPr>
        </p:nvGraphicFramePr>
        <p:xfrm>
          <a:off x="574158" y="915529"/>
          <a:ext cx="7601654" cy="1996720"/>
        </p:xfrm>
        <a:graphic>
          <a:graphicData uri="http://schemas.openxmlformats.org/drawingml/2006/table">
            <a:tbl>
              <a:tblPr firstRow="1" firstCol="1" bandRow="1">
                <a:tableStyleId>{C4115793-17EF-48D4-910C-43EAF39E0735}</a:tableStyleId>
              </a:tblPr>
              <a:tblGrid>
                <a:gridCol w="1042901">
                  <a:extLst>
                    <a:ext uri="{9D8B030D-6E8A-4147-A177-3AD203B41FA5}">
                      <a16:colId xmlns:a16="http://schemas.microsoft.com/office/drawing/2014/main" val="903607494"/>
                    </a:ext>
                  </a:extLst>
                </a:gridCol>
                <a:gridCol w="4058680">
                  <a:extLst>
                    <a:ext uri="{9D8B030D-6E8A-4147-A177-3AD203B41FA5}">
                      <a16:colId xmlns:a16="http://schemas.microsoft.com/office/drawing/2014/main" val="1407758450"/>
                    </a:ext>
                  </a:extLst>
                </a:gridCol>
                <a:gridCol w="1244784">
                  <a:extLst>
                    <a:ext uri="{9D8B030D-6E8A-4147-A177-3AD203B41FA5}">
                      <a16:colId xmlns:a16="http://schemas.microsoft.com/office/drawing/2014/main" val="1139767681"/>
                    </a:ext>
                  </a:extLst>
                </a:gridCol>
                <a:gridCol w="1255289">
                  <a:extLst>
                    <a:ext uri="{9D8B030D-6E8A-4147-A177-3AD203B41FA5}">
                      <a16:colId xmlns:a16="http://schemas.microsoft.com/office/drawing/2014/main" val="619638636"/>
                    </a:ext>
                  </a:extLst>
                </a:gridCol>
              </a:tblGrid>
              <a:tr h="2832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Date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Event Name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Presenter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Attendees #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712019"/>
                  </a:ext>
                </a:extLst>
              </a:tr>
              <a:tr h="55404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11-10-2022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How to Write a Research Paper for an International Journal – Medical researchers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SN team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2688670"/>
                  </a:ext>
                </a:extLst>
              </a:tr>
              <a:tr h="2898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17-05-2022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Springer Nature eBook Summit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SN team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7063821"/>
                  </a:ext>
                </a:extLst>
              </a:tr>
              <a:tr h="28984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54542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0723296"/>
                  </a:ext>
                </a:extLst>
              </a:tr>
              <a:tr h="5796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16-03-2022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654542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Step-by-step Guide on How to Prepare a Successful Paper – KUSTAR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Nathalie Jacobs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1212290"/>
                  </a:ext>
                </a:extLst>
              </a:tr>
            </a:tbl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93D8CD71-72A6-4A4C-88A4-EE40BB5279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1906423"/>
              </p:ext>
            </p:extLst>
          </p:nvPr>
        </p:nvGraphicFramePr>
        <p:xfrm>
          <a:off x="1452281" y="3064887"/>
          <a:ext cx="5778396" cy="560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613711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6416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pringer Nature Group master">
  <a:themeElements>
    <a:clrScheme name="SNG v2">
      <a:dk1>
        <a:srgbClr val="3E3E3E"/>
      </a:dk1>
      <a:lt1>
        <a:srgbClr val="FFFFFF"/>
      </a:lt1>
      <a:dk2>
        <a:srgbClr val="005172"/>
      </a:dk2>
      <a:lt2>
        <a:srgbClr val="EBEBEB"/>
      </a:lt2>
      <a:accent1>
        <a:srgbClr val="00B0CA"/>
      </a:accent1>
      <a:accent2>
        <a:srgbClr val="005172"/>
      </a:accent2>
      <a:accent3>
        <a:srgbClr val="C8C8C8"/>
      </a:accent3>
      <a:accent4>
        <a:srgbClr val="EC7A00"/>
      </a:accent4>
      <a:accent5>
        <a:srgbClr val="848484"/>
      </a:accent5>
      <a:accent6>
        <a:srgbClr val="7AB800"/>
      </a:accent6>
      <a:hlink>
        <a:srgbClr val="00B0CA"/>
      </a:hlink>
      <a:folHlink>
        <a:srgbClr val="00B0CA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ctr" anchorCtr="1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tIns="72000" rIns="72000" bIns="72000" rtlCol="0">
        <a:spAutoFit/>
      </a:bodyPr>
      <a:lstStyle>
        <a:defPPr>
          <a:defRPr sz="1000" dirty="0" smtClean="0"/>
        </a:defPPr>
      </a:lstStyle>
    </a:txDef>
  </a:objectDefaults>
  <a:extraClrSchemeLst/>
  <a:custClrLst>
    <a:custClr>
      <a:srgbClr val="EC7000"/>
    </a:custClr>
    <a:custClr>
      <a:srgbClr val="7AB800"/>
    </a:custClr>
    <a:custClr>
      <a:srgbClr val="D5C833"/>
    </a:custClr>
    <a:custClr>
      <a:srgbClr val="598B9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08D33"/>
    </a:custClr>
    <a:custClr>
      <a:srgbClr val="95C633"/>
    </a:custClr>
    <a:custClr>
      <a:srgbClr val="DDD35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4A966"/>
    </a:custClr>
    <a:custClr>
      <a:srgbClr val="AFD466"/>
    </a:custClr>
    <a:custClr>
      <a:srgbClr val="E6DE8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7C699"/>
    </a:custClr>
    <a:custClr>
      <a:srgbClr val="CAE399"/>
    </a:custClr>
    <a:custClr>
      <a:srgbClr val="EEE9A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BRG100004_Springer Nature Template_(adjusted ratio 16 9)_v02" id="{392B3A07-7E20-4F0D-BFC1-4D3788CC9148}" vid="{300FBB9F-F9FE-4277-9FC9-7B48DF930B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>
      <a:srgbClr val="937CB9"/>
    </a:custClr>
    <a:custClr>
      <a:srgbClr val="00B8B0"/>
    </a:custClr>
    <a:custClr>
      <a:srgbClr val="F58220"/>
    </a:custClr>
    <a:custClr>
      <a:srgbClr val="C4D82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AE9DCB"/>
    </a:custClr>
    <a:custClr>
      <a:srgbClr val="40CAC4"/>
    </a:custClr>
    <a:custClr>
      <a:srgbClr val="F8A158"/>
    </a:custClr>
    <a:custClr>
      <a:srgbClr val="D3E26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BEB0D5"/>
    </a:custClr>
    <a:custClr>
      <a:srgbClr val="66D4D0"/>
    </a:custClr>
    <a:custClr>
      <a:srgbClr val="F9B479"/>
    </a:custClr>
    <a:custClr>
      <a:srgbClr val="DCE88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DFD8EA"/>
    </a:custClr>
    <a:custClr>
      <a:srgbClr val="B3EAE7"/>
    </a:custClr>
    <a:custClr>
      <a:srgbClr val="FCDABC"/>
    </a:custClr>
    <a:custClr>
      <a:srgbClr val="EDF3C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>
      <a:srgbClr val="937CB9"/>
    </a:custClr>
    <a:custClr>
      <a:srgbClr val="00B8B0"/>
    </a:custClr>
    <a:custClr>
      <a:srgbClr val="F58220"/>
    </a:custClr>
    <a:custClr>
      <a:srgbClr val="C4D82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AE9DCB"/>
    </a:custClr>
    <a:custClr>
      <a:srgbClr val="40CAC4"/>
    </a:custClr>
    <a:custClr>
      <a:srgbClr val="F8A158"/>
    </a:custClr>
    <a:custClr>
      <a:srgbClr val="D3E26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BEB0D5"/>
    </a:custClr>
    <a:custClr>
      <a:srgbClr val="66D4D0"/>
    </a:custClr>
    <a:custClr>
      <a:srgbClr val="F9B479"/>
    </a:custClr>
    <a:custClr>
      <a:srgbClr val="DCE88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DFD8EA"/>
    </a:custClr>
    <a:custClr>
      <a:srgbClr val="B3EAE7"/>
    </a:custClr>
    <a:custClr>
      <a:srgbClr val="FCDABC"/>
    </a:custClr>
    <a:custClr>
      <a:srgbClr val="EDF3C0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Springer Nature</Template>
  <TotalTime>28914</TotalTime>
  <Words>1649</Words>
  <Application>Microsoft Office PowerPoint</Application>
  <PresentationFormat>On-screen Show (16:9)</PresentationFormat>
  <Paragraphs>553</Paragraphs>
  <Slides>24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Springer Nature Group master</vt:lpstr>
      <vt:lpstr>think-cell Slide</vt:lpstr>
      <vt:lpstr>PowerPoint Presentation</vt:lpstr>
      <vt:lpstr>PowerPoint Presentation</vt:lpstr>
      <vt:lpstr>PowerPoint Presentation</vt:lpstr>
      <vt:lpstr>Springerlink Article usage trend &amp; TOP 15 MOST USED Sub. Collections</vt:lpstr>
      <vt:lpstr>Springerlink Article denials trend &amp; TOP 15 MOST denied Sub. Collections</vt:lpstr>
      <vt:lpstr>Springerlink Article denials by Journal titles</vt:lpstr>
      <vt:lpstr>PowerPoint Presentation</vt:lpstr>
      <vt:lpstr>SN ebook USAGE trend &amp; TOP 15 MOST USED eBook packages</vt:lpstr>
      <vt:lpstr>SN ebook denials trend &amp; TOP 15 MOST denied eBook packages</vt:lpstr>
      <vt:lpstr>Springerlink ebooks denials by ebook titles</vt:lpstr>
      <vt:lpstr>PowerPoint Presentation</vt:lpstr>
      <vt:lpstr>Nature.com Article usage trend &amp; TOP 10 MOST USED Sub. Collections</vt:lpstr>
      <vt:lpstr>Nature academic Article usage trend &amp; TOP 10 MOST USED Sub. Collections</vt:lpstr>
      <vt:lpstr>Nature Article &amp; Nature academic articles denials trend &amp; TOP 5 MOST denied Sub. Collections</vt:lpstr>
      <vt:lpstr>Nature Article &amp; Nature academic articles denials by articles titles</vt:lpstr>
      <vt:lpstr>PowerPoint Presentation</vt:lpstr>
      <vt:lpstr>publication OUTPUT of articles ACROSS SPRINGER NATURE</vt:lpstr>
      <vt:lpstr>publication OUTPUT of articles ACROSS SPRINGER NATURE</vt:lpstr>
      <vt:lpstr>TOP 15 MOST published subject areas with springer nature</vt:lpstr>
      <vt:lpstr>PowerPoint Presentation</vt:lpstr>
      <vt:lpstr>TOP 15 publishing authors</vt:lpstr>
      <vt:lpstr>PowerPoint Presentation</vt:lpstr>
      <vt:lpstr>Workshops and Trainings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Springer Nature PowerPoint presentation title goes here</dc:title>
  <dc:creator>Antony Johnson</dc:creator>
  <cp:lastModifiedBy>Rani Anand</cp:lastModifiedBy>
  <cp:revision>1433</cp:revision>
  <cp:lastPrinted>2016-03-02T13:31:43Z</cp:lastPrinted>
  <dcterms:created xsi:type="dcterms:W3CDTF">2019-10-15T10:27:25Z</dcterms:created>
  <dcterms:modified xsi:type="dcterms:W3CDTF">2023-02-07T10:44:19Z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pdateToken">
    <vt:lpwstr>8</vt:lpwstr>
  </property>
  <property fmtid="{D5CDD505-2E9C-101B-9397-08002B2CF9AE}" pid="3" name="Offisync_ServerID">
    <vt:lpwstr>0d673023-5242-4d13-a9d7-ca41728b752d</vt:lpwstr>
  </property>
  <property fmtid="{D5CDD505-2E9C-101B-9397-08002B2CF9AE}" pid="4" name="Offisync_ProviderInitializationData">
    <vt:lpwstr>https://hive.springernature.com</vt:lpwstr>
  </property>
  <property fmtid="{D5CDD505-2E9C-101B-9397-08002B2CF9AE}" pid="5" name="Jive_VersionGuid">
    <vt:lpwstr>d90c3734-8dce-4ee2-8bdb-ded938338df2</vt:lpwstr>
  </property>
  <property fmtid="{D5CDD505-2E9C-101B-9397-08002B2CF9AE}" pid="6" name="Jive_LatestUserAccountName">
    <vt:lpwstr>nidhi.gulati@springernature.com</vt:lpwstr>
  </property>
  <property fmtid="{D5CDD505-2E9C-101B-9397-08002B2CF9AE}" pid="7" name="Offisync_UniqueId">
    <vt:lpwstr>57216</vt:lpwstr>
  </property>
</Properties>
</file>