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61" r:id="rId3"/>
    <p:sldId id="291" r:id="rId4"/>
    <p:sldId id="292" r:id="rId5"/>
    <p:sldId id="283" r:id="rId6"/>
    <p:sldId id="284" r:id="rId7"/>
    <p:sldId id="297" r:id="rId8"/>
    <p:sldId id="298" r:id="rId9"/>
    <p:sldId id="289" r:id="rId10"/>
    <p:sldId id="286" r:id="rId11"/>
    <p:sldId id="287" r:id="rId12"/>
    <p:sldId id="293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51" autoAdjust="0"/>
    <p:restoredTop sz="86384" autoAdjust="0"/>
  </p:normalViewPr>
  <p:slideViewPr>
    <p:cSldViewPr snapToGrid="0" showGuides="1">
      <p:cViewPr varScale="1">
        <p:scale>
          <a:sx n="127" d="100"/>
          <a:sy n="127" d="100"/>
        </p:scale>
        <p:origin x="656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5/17/20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noProof="0" dirty="0"/>
              <a:t>April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 lnSpcReduction="10000"/>
          </a:bodyPr>
          <a:lstStyle/>
          <a:p>
            <a:r>
              <a:rPr lang="en-US" sz="2400" noProof="0" dirty="0"/>
              <a:t>MI HPC Cluster</a:t>
            </a:r>
          </a:p>
          <a:p>
            <a:pPr lvl="1"/>
            <a:r>
              <a:rPr lang="en-US" sz="2200" noProof="0" dirty="0"/>
              <a:t> </a:t>
            </a:r>
            <a:r>
              <a:rPr lang="en-US" sz="2200" dirty="0"/>
              <a:t>Have successfully moved critical HPC services to supported hardware.</a:t>
            </a:r>
          </a:p>
          <a:p>
            <a:pPr lvl="2"/>
            <a:r>
              <a:rPr lang="en-US" sz="1997" dirty="0"/>
              <a:t> Have carried out re-registration process for all HPC users. This was to remove inactive accounts, as well as to collect project and PI information from users.</a:t>
            </a:r>
          </a:p>
          <a:p>
            <a:pPr lvl="2"/>
            <a:r>
              <a:rPr lang="en-US" sz="1997" dirty="0"/>
              <a:t>Initiated purchase process to renew support for h/w which was cancelled at end of 2019.</a:t>
            </a:r>
            <a:endParaRPr lang="en-US" noProof="0" dirty="0"/>
          </a:p>
          <a:p>
            <a:r>
              <a:rPr lang="en-US" sz="2400" dirty="0"/>
              <a:t> SAN HPC</a:t>
            </a:r>
          </a:p>
          <a:p>
            <a:pPr lvl="1"/>
            <a:r>
              <a:rPr lang="en-US" sz="2400" dirty="0"/>
              <a:t> Have started procurement process to renew onsite engineer contract, using RC computing funds. This is still outstanding and is becoming urgent now</a:t>
            </a:r>
          </a:p>
          <a:p>
            <a:pPr lvl="1"/>
            <a:endParaRPr lang="en-US" sz="240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Still in process.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/>
          </a:bodyPr>
          <a:lstStyle/>
          <a:p>
            <a:r>
              <a:rPr lang="en-US" sz="2400" b="0" dirty="0"/>
              <a:t>“Research Computing intro session”, “Introduction to Linux”, and “Introduction to HPC” courses are all scheduled to be delivered online.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It is worth noting that 2 months of sessions were scheduled, and all were full within an hour of the advertisement email going out.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2DB5D-38B5-DC4B-BE0D-CA191BCEE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4972"/>
            <a:ext cx="9906000" cy="467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4415B2-0CCA-994F-B481-D46C1ECD5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1" y="1140049"/>
            <a:ext cx="9906000" cy="46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5A0CD-F261-9045-985C-42555F96B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6197"/>
            <a:ext cx="9906000" cy="45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April 2020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8B158F6-C8DE-954B-8A3A-2490DEC909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614025"/>
              </p:ext>
            </p:extLst>
          </p:nvPr>
        </p:nvGraphicFramePr>
        <p:xfrm>
          <a:off x="1661292" y="1178996"/>
          <a:ext cx="5181635" cy="5385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Worksheet" r:id="rId4" imgW="6794500" imgH="7061200" progId="Excel.Sheet.12">
                  <p:embed/>
                </p:oleObj>
              </mc:Choice>
              <mc:Fallback>
                <p:oleObj name="Worksheet" r:id="rId4" imgW="6794500" imgH="706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61292" y="1178996"/>
                        <a:ext cx="5181635" cy="53855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23988-B0D4-204D-8D15-4FD7DDD9B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6100"/>
            <a:ext cx="9906000" cy="46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5092236-7E55-1440-8EF3-ED8891701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228674"/>
              </p:ext>
            </p:extLst>
          </p:nvPr>
        </p:nvGraphicFramePr>
        <p:xfrm>
          <a:off x="301625" y="1262063"/>
          <a:ext cx="9304338" cy="514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Worksheet" r:id="rId3" imgW="11531600" imgH="7861300" progId="Excel.Sheet.12">
                  <p:embed/>
                </p:oleObj>
              </mc:Choice>
              <mc:Fallback>
                <p:oleObj name="Worksheet" r:id="rId3" imgW="11531600" imgH="7861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625" y="1262063"/>
                        <a:ext cx="9304338" cy="5145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KU_presentation_template_v03_dureid</Template>
  <TotalTime>2370</TotalTime>
  <Words>307</Words>
  <Application>Microsoft Macintosh PowerPoint</Application>
  <PresentationFormat>A4 Paper (210x297 mm)</PresentationFormat>
  <Paragraphs>55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El-Moghraby</dc:creator>
  <cp:lastModifiedBy>Dureid El-Moghraby</cp:lastModifiedBy>
  <cp:revision>62</cp:revision>
  <dcterms:created xsi:type="dcterms:W3CDTF">2018-11-13T08:10:11Z</dcterms:created>
  <dcterms:modified xsi:type="dcterms:W3CDTF">2020-05-17T07:53:50Z</dcterms:modified>
</cp:coreProperties>
</file>