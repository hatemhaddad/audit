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6" d="100"/>
          <a:sy n="56" d="100"/>
        </p:scale>
        <p:origin x="84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8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4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4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1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1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0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9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3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1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56397-10EA-4587-8056-446AD29AA1CA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F29F5-F01D-4A9B-AFE2-2C51E85A3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11" y="1842153"/>
            <a:ext cx="4574963" cy="34004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4001" y="5347062"/>
            <a:ext cx="1976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Lab 3019, SAN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625702"/>
              </p:ext>
            </p:extLst>
          </p:nvPr>
        </p:nvGraphicFramePr>
        <p:xfrm>
          <a:off x="6108636" y="1796913"/>
          <a:ext cx="4594197" cy="344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485680" imgH="4114080" progId="">
                  <p:embed/>
                </p:oleObj>
              </mc:Choice>
              <mc:Fallback>
                <p:oleObj r:id="rId3" imgW="5485680" imgH="4114080" progId="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08636" y="1796913"/>
                        <a:ext cx="4594197" cy="3445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02195" y="5347062"/>
            <a:ext cx="37955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KUTC Lab, SAN</a:t>
            </a:r>
          </a:p>
          <a:p>
            <a:r>
              <a:rPr lang="en-US" sz="2400" dirty="0"/>
              <a:t>Electricity is not available yet</a:t>
            </a:r>
          </a:p>
        </p:txBody>
      </p:sp>
    </p:spTree>
    <p:extLst>
      <p:ext uri="{BB962C8B-B14F-4D97-AF65-F5344CB8AC3E}">
        <p14:creationId xmlns:p14="http://schemas.microsoft.com/office/powerpoint/2010/main" val="1892849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Choi</dc:creator>
  <cp:lastModifiedBy>Daniel Choi</cp:lastModifiedBy>
  <cp:revision>2</cp:revision>
  <dcterms:created xsi:type="dcterms:W3CDTF">2021-12-06T18:19:27Z</dcterms:created>
  <dcterms:modified xsi:type="dcterms:W3CDTF">2023-02-28T09:18:11Z</dcterms:modified>
</cp:coreProperties>
</file>