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3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B136-1229-474E-AC4A-60C04F8B27AF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D54B-46E3-4EB7-BD17-1A0E452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81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9B48-1C08-4775-A344-BB29E8D843B1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A054C-12CD-43B8-B32C-971F1B7E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4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w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984954926"/>
              </p:ext>
            </p:extLst>
          </p:nvPr>
        </p:nvGraphicFramePr>
        <p:xfrm>
          <a:off x="7965650" y="700902"/>
          <a:ext cx="3663840" cy="515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17480" imgH="353520" progId="">
                  <p:embed/>
                </p:oleObj>
              </mc:Choice>
              <mc:Fallback>
                <p:oleObj r:id="rId3" imgW="2517480" imgH="3535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65650" y="700902"/>
                        <a:ext cx="3663840" cy="515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1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1902142" y="1964227"/>
            <a:ext cx="9120554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Kores-UAE Joint R&amp;D Technology Center (KUTC)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18743" y="4324863"/>
            <a:ext cx="7523285" cy="83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January 10, 2023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Khalifa University of Science and Technology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grpSp>
        <p:nvGrpSpPr>
          <p:cNvPr id="15" name="그룹 9"/>
          <p:cNvGrpSpPr/>
          <p:nvPr/>
        </p:nvGrpSpPr>
        <p:grpSpPr>
          <a:xfrm>
            <a:off x="4276475" y="5308225"/>
            <a:ext cx="4236971" cy="1242931"/>
            <a:chOff x="245393" y="1276411"/>
            <a:chExt cx="8647750" cy="2032635"/>
          </a:xfrm>
        </p:grpSpPr>
        <p:pic>
          <p:nvPicPr>
            <p:cNvPr id="16" name="Picture 2" descr="khalifa university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93" y="1276412"/>
              <a:ext cx="4498226" cy="20326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4" descr="íêµ­ê¸°ì´ê³¼íì§ìì°êµ¬ì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686" y="1276412"/>
              <a:ext cx="4188457" cy="203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6" descr="íê·¹ê¸°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686" y="1276411"/>
              <a:ext cx="871538" cy="452691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8" descr="uae flagì ëí ì´ë¯¸ì§ ê²ìê²°ê³¼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393" y="1276411"/>
              <a:ext cx="835025" cy="452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283" y="2359740"/>
            <a:ext cx="4597361" cy="1255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8800E4-E204-F4C1-ABED-410284890D9B}"/>
              </a:ext>
            </a:extLst>
          </p:cNvPr>
          <p:cNvSpPr txBox="1"/>
          <p:nvPr/>
        </p:nvSpPr>
        <p:spPr>
          <a:xfrm>
            <a:off x="5768028" y="3807781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Daniel Choi</a:t>
            </a:r>
            <a:endParaRPr lang="en-AE" b="1" dirty="0"/>
          </a:p>
        </p:txBody>
      </p:sp>
    </p:spTree>
    <p:extLst>
      <p:ext uri="{BB962C8B-B14F-4D97-AF65-F5344CB8AC3E}">
        <p14:creationId xmlns:p14="http://schemas.microsoft.com/office/powerpoint/2010/main" val="389118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9D3772-7FB8-7020-92D5-3E112570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054787"/>
            <a:ext cx="8572500" cy="5558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FDACE5-3B64-FE85-51C8-08D4C8041003}"/>
              </a:ext>
            </a:extLst>
          </p:cNvPr>
          <p:cNvSpPr txBox="1"/>
          <p:nvPr/>
        </p:nvSpPr>
        <p:spPr>
          <a:xfrm>
            <a:off x="3846104" y="368709"/>
            <a:ext cx="4801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Major Equipment at KUTC (from KU)</a:t>
            </a:r>
            <a:endParaRPr lang="en-AE" sz="2400" b="1" dirty="0"/>
          </a:p>
        </p:txBody>
      </p:sp>
    </p:spTree>
    <p:extLst>
      <p:ext uri="{BB962C8B-B14F-4D97-AF65-F5344CB8AC3E}">
        <p14:creationId xmlns:p14="http://schemas.microsoft.com/office/powerpoint/2010/main" val="3802314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FDACE5-3B64-FE85-51C8-08D4C8041003}"/>
              </a:ext>
            </a:extLst>
          </p:cNvPr>
          <p:cNvSpPr txBox="1"/>
          <p:nvPr/>
        </p:nvSpPr>
        <p:spPr>
          <a:xfrm>
            <a:off x="3964091" y="619434"/>
            <a:ext cx="5049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Major Equipment at KUTC (From KBSI)</a:t>
            </a:r>
            <a:endParaRPr lang="en-AE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1BCA78-B3FC-84BC-2D8B-241308050A69}"/>
              </a:ext>
            </a:extLst>
          </p:cNvPr>
          <p:cNvGraphicFramePr>
            <a:graphicFrameLocks noGrp="1"/>
          </p:cNvGraphicFramePr>
          <p:nvPr/>
        </p:nvGraphicFramePr>
        <p:xfrm>
          <a:off x="766916" y="1607574"/>
          <a:ext cx="10751574" cy="4630992"/>
        </p:xfrm>
        <a:graphic>
          <a:graphicData uri="http://schemas.openxmlformats.org/drawingml/2006/table">
            <a:tbl>
              <a:tblPr firstRow="1" firstCol="1" bandRow="1"/>
              <a:tblGrid>
                <a:gridCol w="1127339">
                  <a:extLst>
                    <a:ext uri="{9D8B030D-6E8A-4147-A177-3AD203B41FA5}">
                      <a16:colId xmlns:a16="http://schemas.microsoft.com/office/drawing/2014/main" val="2168855085"/>
                    </a:ext>
                  </a:extLst>
                </a:gridCol>
                <a:gridCol w="5569911">
                  <a:extLst>
                    <a:ext uri="{9D8B030D-6E8A-4147-A177-3AD203B41FA5}">
                      <a16:colId xmlns:a16="http://schemas.microsoft.com/office/drawing/2014/main" val="364276756"/>
                    </a:ext>
                  </a:extLst>
                </a:gridCol>
                <a:gridCol w="1272840">
                  <a:extLst>
                    <a:ext uri="{9D8B030D-6E8A-4147-A177-3AD203B41FA5}">
                      <a16:colId xmlns:a16="http://schemas.microsoft.com/office/drawing/2014/main" val="2538107817"/>
                    </a:ext>
                  </a:extLst>
                </a:gridCol>
                <a:gridCol w="875238">
                  <a:extLst>
                    <a:ext uri="{9D8B030D-6E8A-4147-A177-3AD203B41FA5}">
                      <a16:colId xmlns:a16="http://schemas.microsoft.com/office/drawing/2014/main" val="1919634681"/>
                    </a:ext>
                  </a:extLst>
                </a:gridCol>
                <a:gridCol w="728935">
                  <a:extLst>
                    <a:ext uri="{9D8B030D-6E8A-4147-A177-3AD203B41FA5}">
                      <a16:colId xmlns:a16="http://schemas.microsoft.com/office/drawing/2014/main" val="2463198518"/>
                    </a:ext>
                  </a:extLst>
                </a:gridCol>
                <a:gridCol w="1177311">
                  <a:extLst>
                    <a:ext uri="{9D8B030D-6E8A-4147-A177-3AD203B41FA5}">
                      <a16:colId xmlns:a16="http://schemas.microsoft.com/office/drawing/2014/main" val="2017860389"/>
                    </a:ext>
                  </a:extLst>
                </a:gridCol>
              </a:tblGrid>
              <a:tr h="339100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NO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ITEM &amp; MODEL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COUNTRY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weight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(kg)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Specification (cm)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334080"/>
                  </a:ext>
                </a:extLst>
              </a:tr>
              <a:tr h="561792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ITEM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MODEL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412591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Drying Oven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VS-4150ND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KOREA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70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68.5 65 100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51515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2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Fully enclosed reagent cabinet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TOGA-GS22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KOREA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250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160 54 195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959357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3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Arium mini Ultrapure Water System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H2O-MA-T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20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80 80 80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909875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4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Centrifuge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5810R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99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70 54 35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53507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5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Analytical Balance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Secura224-1SKR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Germany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5.1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36 21.6 32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7610140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6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LCD 4-CH Digital Magnetic Hotplate Stirrer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MS-H340-S4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CHINA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9.5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69.8 27 12.8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386398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7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Ceramic Digital Heating Magnetic Stirrer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AREC.X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13.2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20.3 94 34.4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242328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8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TUBE FURNANCE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AJ-MBOT1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KOREA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150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90 50 140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698728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9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Orion PH Meter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Star A2116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55 47 20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09363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10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Ultrasonic Baths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CPX3800H-E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5.4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39.7 40.1 37.8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1547067"/>
                  </a:ext>
                </a:extLst>
              </a:tr>
              <a:tr h="3391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11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Vortex Mixer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SI-0246A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U.S.A.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4</a:t>
                      </a:r>
                      <a:endParaRPr lang="en-AE" sz="1400" kern="10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Malgun Gothic" panose="020B0503020000020004" pitchFamily="34" charset="-127"/>
                          <a:cs typeface="Gulim" panose="020B0600000101010101" pitchFamily="34" charset="-127"/>
                        </a:rPr>
                        <a:t>16.5 12.2 16.5</a:t>
                      </a:r>
                      <a:endParaRPr lang="en-AE" sz="1400" kern="100" dirty="0"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69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41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0FDACE5-3B64-FE85-51C8-08D4C8041003}"/>
              </a:ext>
            </a:extLst>
          </p:cNvPr>
          <p:cNvSpPr txBox="1"/>
          <p:nvPr/>
        </p:nvSpPr>
        <p:spPr>
          <a:xfrm>
            <a:off x="5210084" y="228698"/>
            <a:ext cx="1771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KUTC Lab</a:t>
            </a:r>
            <a:endParaRPr lang="en-AE" sz="3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A235FAC-1372-8578-44A0-838392DEC06E}"/>
              </a:ext>
            </a:extLst>
          </p:cNvPr>
          <p:cNvGrpSpPr/>
          <p:nvPr/>
        </p:nvGrpSpPr>
        <p:grpSpPr>
          <a:xfrm>
            <a:off x="358978" y="1016878"/>
            <a:ext cx="11474044" cy="5734811"/>
            <a:chOff x="32156" y="1580389"/>
            <a:chExt cx="10723466" cy="52776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13CC7C-6008-4A79-0F8B-E7C7ACF52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3351" y="1580389"/>
              <a:ext cx="3540127" cy="265509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61870F-40B7-6BD8-720A-293F2E465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7" y="1580389"/>
              <a:ext cx="3540127" cy="265509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B1A6F58-9360-8E3A-0DE2-9D5611CC1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5495" y="1580389"/>
              <a:ext cx="3540127" cy="26550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D748EE0-CF68-90FA-66EC-E3DD6403A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6" y="4235484"/>
              <a:ext cx="3553176" cy="262251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C08EE8A-F346-F226-9056-0311467EF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0383" y="4235484"/>
              <a:ext cx="3563095" cy="262251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7FC1EE-1701-F855-7A4B-41F26B40E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5495" y="4235484"/>
              <a:ext cx="3540127" cy="26225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529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201</Words>
  <Application>Microsoft Office PowerPoint</Application>
  <PresentationFormat>Widescreen</PresentationFormat>
  <Paragraphs>82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Malgun Gothic</vt:lpstr>
      <vt:lpstr>Arial</vt:lpstr>
      <vt:lpstr>Arial Bold</vt:lpstr>
      <vt:lpstr>Calibri</vt:lpstr>
      <vt:lpstr>Calibri Light</vt:lpstr>
      <vt:lpstr>inherit</vt:lpstr>
      <vt:lpstr>Office Theme</vt:lpstr>
      <vt:lpstr>Kores-UAE Joint R&amp;D Technology Center (KUTC)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Internal Research Fund</dc:title>
  <dc:creator>Blake Andrew Ashwell</dc:creator>
  <cp:lastModifiedBy>Daniel Choi</cp:lastModifiedBy>
  <cp:revision>137</cp:revision>
  <dcterms:created xsi:type="dcterms:W3CDTF">2018-04-12T05:05:10Z</dcterms:created>
  <dcterms:modified xsi:type="dcterms:W3CDTF">2023-02-28T13:15:19Z</dcterms:modified>
</cp:coreProperties>
</file>