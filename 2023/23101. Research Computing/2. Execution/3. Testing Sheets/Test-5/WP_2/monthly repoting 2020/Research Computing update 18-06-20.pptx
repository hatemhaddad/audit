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1" r:id="rId3"/>
    <p:sldId id="291" r:id="rId4"/>
    <p:sldId id="292" r:id="rId5"/>
    <p:sldId id="283" r:id="rId6"/>
    <p:sldId id="284" r:id="rId7"/>
    <p:sldId id="297" r:id="rId8"/>
    <p:sldId id="298" r:id="rId9"/>
    <p:sldId id="289" r:id="rId10"/>
    <p:sldId id="286" r:id="rId11"/>
    <p:sldId id="287" r:id="rId12"/>
    <p:sldId id="293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6/18/20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May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KU</a:t>
            </a:r>
            <a:r>
              <a:rPr lang="en-US" sz="2400" noProof="0" dirty="0"/>
              <a:t> HPC Cluster</a:t>
            </a:r>
          </a:p>
          <a:p>
            <a:pPr lvl="1"/>
            <a:r>
              <a:rPr lang="en-US" sz="1997" dirty="0"/>
              <a:t> Continuing with re-registration process for all HPC users. This was to remove inactive accounts, as well as to collect project and PI information from users.</a:t>
            </a:r>
          </a:p>
          <a:p>
            <a:pPr lvl="2"/>
            <a:r>
              <a:rPr lang="en-US" sz="1997" dirty="0"/>
              <a:t>PR for support for h/w is still in process.</a:t>
            </a:r>
            <a:endParaRPr lang="en-US" noProof="0" dirty="0"/>
          </a:p>
          <a:p>
            <a:r>
              <a:rPr lang="en-US" sz="2400" dirty="0"/>
              <a:t> SAN HPC</a:t>
            </a:r>
          </a:p>
          <a:p>
            <a:pPr lvl="1"/>
            <a:r>
              <a:rPr lang="en-US" sz="2400" dirty="0"/>
              <a:t> Still outstanding is the renewal of the contract for onsite engineer contract.</a:t>
            </a:r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Continuing to schedule three courses per week, and sending out invites at beginning of the month.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C41F5-7787-934C-B442-E6BB3DAA5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786"/>
            <a:ext cx="9906000" cy="470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B9632-0283-E449-8DC9-06107F1E4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0051"/>
            <a:ext cx="9906000" cy="471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9E1AD-4D48-0043-A00F-E1D01E726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521"/>
            <a:ext cx="9906000" cy="47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May 2020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34B38FD-9748-1E48-BB42-16C6A5B7F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089438"/>
              </p:ext>
            </p:extLst>
          </p:nvPr>
        </p:nvGraphicFramePr>
        <p:xfrm>
          <a:off x="1808703" y="1243010"/>
          <a:ext cx="5780035" cy="554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Worksheet" r:id="rId4" imgW="6959600" imgH="6680200" progId="Excel.Sheet.12">
                  <p:embed/>
                </p:oleObj>
              </mc:Choice>
              <mc:Fallback>
                <p:oleObj name="Worksheet" r:id="rId4" imgW="6959600" imgH="6680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8703" y="1243010"/>
                        <a:ext cx="5780035" cy="5547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88A5D-5C1C-4646-AD0C-E982F9026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605"/>
            <a:ext cx="9906000" cy="48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092236-7E55-1440-8EF3-ED8891701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808240"/>
              </p:ext>
            </p:extLst>
          </p:nvPr>
        </p:nvGraphicFramePr>
        <p:xfrm>
          <a:off x="301625" y="1262063"/>
          <a:ext cx="9304338" cy="514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Worksheet" r:id="rId3" imgW="11531600" imgH="7861300" progId="Excel.Sheet.12">
                  <p:embed/>
                </p:oleObj>
              </mc:Choice>
              <mc:Fallback>
                <p:oleObj name="Worksheet" r:id="rId3" imgW="11531600" imgH="7861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625" y="1262063"/>
                        <a:ext cx="9304338" cy="5145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2394</TotalTime>
  <Words>270</Words>
  <Application>Microsoft Macintosh PowerPoint</Application>
  <PresentationFormat>A4 Paper (210x297 mm)</PresentationFormat>
  <Paragraphs>53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65</cp:revision>
  <dcterms:created xsi:type="dcterms:W3CDTF">2018-11-13T08:10:11Z</dcterms:created>
  <dcterms:modified xsi:type="dcterms:W3CDTF">2020-06-18T07:56:22Z</dcterms:modified>
</cp:coreProperties>
</file>