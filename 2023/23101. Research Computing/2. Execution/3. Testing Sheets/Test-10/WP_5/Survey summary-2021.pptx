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47BA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39" autoAdjust="0"/>
    <p:restoredTop sz="86259" autoAdjust="0"/>
  </p:normalViewPr>
  <p:slideViewPr>
    <p:cSldViewPr snapToGrid="0" showGuides="1">
      <p:cViewPr varScale="1">
        <p:scale>
          <a:sx n="105" d="100"/>
          <a:sy n="105" d="100"/>
        </p:scale>
        <p:origin x="2504" y="19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6/3/21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61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chemeClr val="bg2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4210050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9" y="654528"/>
            <a:ext cx="2876309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4" y="542926"/>
            <a:ext cx="8463393" cy="8150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4" y="1502876"/>
            <a:ext cx="8520709" cy="481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07174" y="669956"/>
            <a:ext cx="4217788" cy="564468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669956"/>
            <a:ext cx="3590925" cy="5644689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05650" y="1868400"/>
            <a:ext cx="38025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7344" y="1868400"/>
            <a:ext cx="3808909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7173" y="771526"/>
            <a:ext cx="4581525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7173" y="771526"/>
            <a:ext cx="4581525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99" y="542926"/>
            <a:ext cx="8567141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1114425"/>
            <a:ext cx="5154216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 dirty="0">
                <a:solidFill>
                  <a:srgbClr val="000000"/>
                </a:solidFill>
              </a:rPr>
              <a:t>ku.ac.ae</a:t>
            </a:r>
            <a:endParaRPr lang="en-US" sz="691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762001"/>
            <a:ext cx="3018234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tx2"/>
                </a:solidFill>
              </a:rPr>
              <a:t>ku.ac.ae</a:t>
            </a:r>
            <a:endParaRPr lang="en-US" sz="691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6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2049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000500"/>
            <a:ext cx="8543925" cy="1584326"/>
          </a:xfrm>
        </p:spPr>
        <p:txBody>
          <a:bodyPr>
            <a:normAutofit/>
          </a:bodyPr>
          <a:lstStyle>
            <a:lvl1pPr marL="0" indent="0" algn="ctr">
              <a:buNone/>
              <a:defRPr sz="3088">
                <a:solidFill>
                  <a:srgbClr val="000000"/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0525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17" y="891158"/>
            <a:ext cx="1924556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611386" y="2711687"/>
            <a:ext cx="8652272" cy="14379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9344" b="1" spc="-81" baseline="0" noProof="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4210051" y="6146801"/>
            <a:ext cx="1493638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016" b="1" noProof="0" dirty="0">
                <a:solidFill>
                  <a:srgbClr val="FFFFFF"/>
                </a:solidFill>
              </a:rPr>
              <a:t>ku.ac.ae</a:t>
            </a: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96" y="542925"/>
            <a:ext cx="8286851" cy="82414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873" y="1530037"/>
            <a:ext cx="8321486" cy="4839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0464" y="203201"/>
            <a:ext cx="1408509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9458" y="203201"/>
            <a:ext cx="33432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5222" y="203201"/>
            <a:ext cx="425648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742950" rtl="0" eaLnBrk="1" latinLnBrk="0" hangingPunct="1">
        <a:lnSpc>
          <a:spcPct val="100000"/>
        </a:lnSpc>
        <a:spcBef>
          <a:spcPct val="0"/>
        </a:spcBef>
        <a:buNone/>
        <a:defRPr sz="2925" b="1" kern="1200" spc="4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704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41127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580430" indent="-139303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72747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874514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01" y="5671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01" y="1186286"/>
            <a:ext cx="9625798" cy="5104562"/>
          </a:xfrm>
        </p:spPr>
        <p:txBody>
          <a:bodyPr>
            <a:normAutofit/>
          </a:bodyPr>
          <a:lstStyle/>
          <a:p>
            <a:r>
              <a:rPr lang="en-US" sz="2000" b="0" dirty="0"/>
              <a:t>195 respondents, the majority split between Faculty (61), Researchers (70) and Students (59)</a:t>
            </a:r>
          </a:p>
          <a:p>
            <a:r>
              <a:rPr lang="en-US" sz="2000" b="0" dirty="0"/>
              <a:t> 71% of respondents are happy with current level of provision of research computing facilities, and 29% are unable to conduct some of their research due to inadequate facilities. </a:t>
            </a:r>
          </a:p>
          <a:p>
            <a:pPr lvl="1"/>
            <a:r>
              <a:rPr lang="en-US" sz="2000" dirty="0"/>
              <a:t>Main limitations are lack of computational power(HPC is too small and old), GPU’s and storage.</a:t>
            </a:r>
            <a:endParaRPr lang="en-US" sz="2000" b="0" dirty="0"/>
          </a:p>
          <a:p>
            <a:r>
              <a:rPr lang="en-US" sz="2000" b="0" dirty="0"/>
              <a:t>Currently the majority conduct research using laptops (43%), with 17% using HPC, and 27% using workstations.</a:t>
            </a:r>
          </a:p>
          <a:p>
            <a:r>
              <a:rPr lang="en-US" sz="2000" b="0" dirty="0"/>
              <a:t>Looking ahead the main requirements are :</a:t>
            </a:r>
          </a:p>
          <a:p>
            <a:pPr lvl="1"/>
            <a:r>
              <a:rPr lang="en-US" sz="2000" dirty="0"/>
              <a:t>M</a:t>
            </a:r>
            <a:r>
              <a:rPr lang="en-US" sz="2000" b="0" dirty="0"/>
              <a:t>ore computation power, in particular GPU’s for Machine learning</a:t>
            </a:r>
          </a:p>
          <a:p>
            <a:pPr lvl="1"/>
            <a:r>
              <a:rPr lang="en-US" sz="2000" dirty="0"/>
              <a:t>More data storage</a:t>
            </a:r>
          </a:p>
          <a:p>
            <a:pPr lvl="1"/>
            <a:r>
              <a:rPr lang="en-US" sz="2000" b="0" dirty="0"/>
              <a:t>Access to </a:t>
            </a:r>
            <a:r>
              <a:rPr lang="en-US" sz="2000" dirty="0"/>
              <a:t>Cloud resources, both private (on campus) and public cloud</a:t>
            </a:r>
          </a:p>
          <a:p>
            <a:pPr lvl="1"/>
            <a:r>
              <a:rPr lang="en-US" sz="2000" dirty="0"/>
              <a:t>Better provision of software</a:t>
            </a:r>
            <a:endParaRPr lang="en-US" sz="2000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2680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03_dureid" id="{E5C0B40D-4810-4141-950B-63592BF28D0C}" vid="{E0DD810D-9114-6044-9274-3619F9170D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13334</TotalTime>
  <Words>135</Words>
  <Application>Microsoft Macintosh PowerPoint</Application>
  <PresentationFormat>A4 Paper (210x297 mm)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KU Theme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Computing Update</dc:title>
  <dc:creator>Dureid El Moghraby</dc:creator>
  <cp:lastModifiedBy>Dureid El Moghraby</cp:lastModifiedBy>
  <cp:revision>33</cp:revision>
  <dcterms:created xsi:type="dcterms:W3CDTF">2020-11-15T07:17:18Z</dcterms:created>
  <dcterms:modified xsi:type="dcterms:W3CDTF">2021-06-03T06:00:54Z</dcterms:modified>
</cp:coreProperties>
</file>