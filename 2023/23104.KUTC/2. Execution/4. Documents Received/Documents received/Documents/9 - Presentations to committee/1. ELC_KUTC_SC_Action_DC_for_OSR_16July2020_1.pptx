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8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FFCCFF"/>
    <a:srgbClr val="66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1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DB136-1229-474E-AC4A-60C04F8B27AF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2D54B-46E3-4EB7-BD17-1A0E45287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8119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349B48-1C08-4775-A344-BB29E8D843B1}" type="datetimeFigureOut">
              <a:rPr lang="en-US" smtClean="0"/>
              <a:t>2/28/2023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A054C-12CD-43B8-B32C-971F1B7E0A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34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74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33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4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3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498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86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11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190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9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9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6015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7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0F379-2FFE-441B-8834-06196128A7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5"/>
          <p:cNvSpPr>
            <a:spLocks noGrp="1"/>
          </p:cNvSpPr>
          <p:nvPr>
            <p:ph type="ctrTitle" idx="4294967295"/>
          </p:nvPr>
        </p:nvSpPr>
        <p:spPr>
          <a:xfrm>
            <a:off x="3903908" y="1340373"/>
            <a:ext cx="4562869" cy="667459"/>
          </a:xfrm>
        </p:spPr>
        <p:txBody>
          <a:bodyPr>
            <a:normAutofit/>
          </a:bodyPr>
          <a:lstStyle/>
          <a:p>
            <a:pPr lvl="0" defTabSz="673547" eaLnBrk="1" hangingPunct="1"/>
            <a:r>
              <a:rPr lang="en-US" sz="2500" kern="0" dirty="0">
                <a:solidFill>
                  <a:srgbClr val="007AA5"/>
                </a:solidFill>
                <a:latin typeface="Arial Bold" panose="020B0704020202020204" pitchFamily="34" charset="0"/>
                <a:ea typeface="+mn-ea"/>
                <a:cs typeface="Arial Bold" panose="020B0704020202020204" pitchFamily="34" charset="0"/>
                <a:sym typeface="Arial" charset="0"/>
              </a:rPr>
              <a:t>Steering Committee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694" y="1916364"/>
            <a:ext cx="1153817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Virtual 2</a:t>
            </a:r>
            <a:r>
              <a:rPr lang="en-US" b="1" baseline="30000" dirty="0"/>
              <a:t>nd</a:t>
            </a:r>
            <a:r>
              <a:rPr lang="en-US" b="1" dirty="0"/>
              <a:t> KUTC Steering Committee Meeting </a:t>
            </a:r>
            <a:r>
              <a:rPr lang="en-US" dirty="0"/>
              <a:t>took place on 6</a:t>
            </a:r>
            <a:r>
              <a:rPr lang="en-US" baseline="30000" dirty="0"/>
              <a:t>th</a:t>
            </a:r>
            <a:r>
              <a:rPr lang="en-US" dirty="0"/>
              <a:t> July 2020.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b="1" dirty="0"/>
              <a:t>KUTC Steering Committee discussed the followings:</a:t>
            </a:r>
          </a:p>
          <a:p>
            <a:r>
              <a:rPr lang="en-US" dirty="0"/>
              <a:t>       - </a:t>
            </a:r>
            <a:r>
              <a:rPr lang="en-US" u="sng" dirty="0"/>
              <a:t>Progresses and achievements for the first-half of 2020 :</a:t>
            </a:r>
            <a:r>
              <a:rPr lang="en-US" dirty="0"/>
              <a:t> A visiting scientist from KBSI (Dr. </a:t>
            </a:r>
            <a:r>
              <a:rPr lang="en-US" dirty="0" err="1"/>
              <a:t>Baik</a:t>
            </a:r>
            <a:r>
              <a:rPr lang="en-US" dirty="0"/>
              <a:t>) supported</a:t>
            </a:r>
          </a:p>
          <a:p>
            <a:r>
              <a:rPr lang="en-US" dirty="0"/>
              <a:t>         TEM for 3 month in analysis, operation and training the operators. KBSI also developed a plan for</a:t>
            </a:r>
          </a:p>
          <a:p>
            <a:r>
              <a:rPr lang="en-US" dirty="0"/>
              <a:t>         consulting installation of XPS, NMR and mass spectrometer. No issue of the ongoing joint project on solid electrolytes</a:t>
            </a:r>
          </a:p>
          <a:p>
            <a:r>
              <a:rPr lang="en-US" dirty="0"/>
              <a:t>       - </a:t>
            </a:r>
            <a:r>
              <a:rPr lang="en-US" u="sng" dirty="0"/>
              <a:t>Research equipment plan: </a:t>
            </a:r>
            <a:r>
              <a:rPr lang="en-US" dirty="0"/>
              <a:t>KBSI agreed to dispatch experts for FIB, XRD, XPS to KU later than the coming September </a:t>
            </a:r>
          </a:p>
          <a:p>
            <a:r>
              <a:rPr lang="en-US" dirty="0"/>
              <a:t>         2020 (subject to change depending on the pandemic condition)</a:t>
            </a:r>
          </a:p>
          <a:p>
            <a:r>
              <a:rPr lang="en-US" dirty="0"/>
              <a:t>       - </a:t>
            </a:r>
            <a:r>
              <a:rPr lang="en-US" u="sng" dirty="0"/>
              <a:t>Development of new joint R&amp;D projects: </a:t>
            </a:r>
            <a:r>
              <a:rPr lang="en-US" dirty="0"/>
              <a:t>New 2021 joint R&amp;D topics are to be decided. Prof. Choi will organize </a:t>
            </a:r>
          </a:p>
          <a:p>
            <a:r>
              <a:rPr lang="en-US" dirty="0"/>
              <a:t>         internal KU workshops to solicit ideas and present results to the KUTC SMB at the next meeting. A tentative date for</a:t>
            </a:r>
          </a:p>
          <a:p>
            <a:r>
              <a:rPr lang="en-US" dirty="0"/>
              <a:t>         kick-off the new joint projects is January 2021. </a:t>
            </a:r>
          </a:p>
          <a:p>
            <a:r>
              <a:rPr lang="en-US" dirty="0"/>
              <a:t>       - </a:t>
            </a:r>
            <a:r>
              <a:rPr lang="en-US" u="sng" dirty="0"/>
              <a:t>Joint workshop and next SC meeting: </a:t>
            </a:r>
            <a:r>
              <a:rPr lang="en-US" dirty="0"/>
              <a:t>The workshop schedule will be settled in consideration of the kick-off of the </a:t>
            </a:r>
          </a:p>
          <a:p>
            <a:r>
              <a:rPr lang="en-US" dirty="0"/>
              <a:t>         new joint projects. 3rd steering committee meeting will be held in November or early December 2020       </a:t>
            </a:r>
          </a:p>
          <a:p>
            <a:r>
              <a:rPr lang="en-US" dirty="0"/>
              <a:t>       - </a:t>
            </a:r>
            <a:r>
              <a:rPr lang="en-US" u="sng" dirty="0"/>
              <a:t>Relocation of KUTC lab and office: </a:t>
            </a:r>
            <a:r>
              <a:rPr lang="en-US" dirty="0"/>
              <a:t> Discussions and agreement on the relocation of KUTC office and lab space</a:t>
            </a:r>
          </a:p>
          <a:p>
            <a:r>
              <a:rPr lang="en-US" dirty="0"/>
              <a:t>         should be finalized prior to the dispatch of the KBSI experts.</a:t>
            </a:r>
          </a:p>
          <a:p>
            <a:r>
              <a:rPr lang="en-US" dirty="0"/>
              <a:t>       - </a:t>
            </a:r>
            <a:r>
              <a:rPr lang="en-US" u="sng" dirty="0"/>
              <a:t>Developing National Materials Science Center (NMSC)</a:t>
            </a:r>
            <a:r>
              <a:rPr lang="en-US" dirty="0"/>
              <a:t>: KBSI, as a key partner of KU, agreed to KU’s plan to establish</a:t>
            </a:r>
          </a:p>
          <a:p>
            <a:r>
              <a:rPr lang="en-US" dirty="0"/>
              <a:t>         NMSC and will actively throughout the entire process from the planning to the operation.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9256" y="6440679"/>
            <a:ext cx="263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1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345579" y="6440679"/>
            <a:ext cx="4014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Korea-UAE Joint R&amp;D Technical Center, 16</a:t>
            </a:r>
            <a:r>
              <a:rPr lang="en-US" sz="1400" i="1" baseline="30000" dirty="0"/>
              <a:t>th</a:t>
            </a:r>
            <a:r>
              <a:rPr lang="en-US" sz="1400" i="1" dirty="0"/>
              <a:t> July 2020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8735" y="449225"/>
            <a:ext cx="3263679" cy="89114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78" y="580785"/>
            <a:ext cx="2494954" cy="545845"/>
          </a:xfrm>
          <a:prstGeom prst="rect">
            <a:avLst/>
          </a:prstGeom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5944955"/>
              </p:ext>
            </p:extLst>
          </p:nvPr>
        </p:nvGraphicFramePr>
        <p:xfrm>
          <a:off x="8891768" y="580785"/>
          <a:ext cx="2582485" cy="363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517480" imgH="353520" progId="">
                  <p:embed/>
                </p:oleObj>
              </mc:Choice>
              <mc:Fallback>
                <p:oleObj r:id="rId4" imgW="2517480" imgH="353520" progId="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891768" y="580785"/>
                        <a:ext cx="2582485" cy="363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8419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2113</TotalTime>
  <Words>310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Bold</vt:lpstr>
      <vt:lpstr>Calibri</vt:lpstr>
      <vt:lpstr>Calibri Light</vt:lpstr>
      <vt:lpstr>Wingdings</vt:lpstr>
      <vt:lpstr>Office Theme</vt:lpstr>
      <vt:lpstr>Steering Committee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 Internal Research Fund</dc:title>
  <dc:creator>Blake Andrew Ashwell</dc:creator>
  <cp:lastModifiedBy>Daniel Choi</cp:lastModifiedBy>
  <cp:revision>141</cp:revision>
  <dcterms:created xsi:type="dcterms:W3CDTF">2018-04-12T05:05:10Z</dcterms:created>
  <dcterms:modified xsi:type="dcterms:W3CDTF">2023-02-28T09:16:46Z</dcterms:modified>
</cp:coreProperties>
</file>