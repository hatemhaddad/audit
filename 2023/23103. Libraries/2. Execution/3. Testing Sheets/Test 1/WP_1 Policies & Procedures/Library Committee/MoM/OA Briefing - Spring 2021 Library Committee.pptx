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71" r:id="rId5"/>
    <p:sldId id="279" r:id="rId6"/>
    <p:sldId id="274" r:id="rId7"/>
    <p:sldId id="275" r:id="rId8"/>
    <p:sldId id="280" r:id="rId9"/>
    <p:sldId id="27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BA"/>
    <a:srgbClr val="000000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58" autoAdjust="0"/>
    <p:restoredTop sz="94613" autoAdjust="0"/>
  </p:normalViewPr>
  <p:slideViewPr>
    <p:cSldViewPr snapToGrid="0" showGuides="1">
      <p:cViewPr varScale="1">
        <p:scale>
          <a:sx n="113" d="100"/>
          <a:sy n="113" d="100"/>
        </p:scale>
        <p:origin x="138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Brian Hall" userId="e6e93837-89b2-4a49-b3f7-93654dc8488e" providerId="ADAL" clId="{D031B54F-8FB9-401A-8E53-B4EEDFEA3C25}"/>
    <pc:docChg chg="modSld">
      <pc:chgData name="Walter Brian Hall" userId="e6e93837-89b2-4a49-b3f7-93654dc8488e" providerId="ADAL" clId="{D031B54F-8FB9-401A-8E53-B4EEDFEA3C25}" dt="2021-06-01T09:02:25.831" v="5" actId="20577"/>
      <pc:docMkLst>
        <pc:docMk/>
      </pc:docMkLst>
      <pc:sldChg chg="modSp mod">
        <pc:chgData name="Walter Brian Hall" userId="e6e93837-89b2-4a49-b3f7-93654dc8488e" providerId="ADAL" clId="{D031B54F-8FB9-401A-8E53-B4EEDFEA3C25}" dt="2021-06-01T09:02:25.831" v="5" actId="20577"/>
        <pc:sldMkLst>
          <pc:docMk/>
          <pc:sldMk cId="1578314069" sldId="277"/>
        </pc:sldMkLst>
        <pc:spChg chg="mod">
          <ac:chgData name="Walter Brian Hall" userId="e6e93837-89b2-4a49-b3f7-93654dc8488e" providerId="ADAL" clId="{D031B54F-8FB9-401A-8E53-B4EEDFEA3C25}" dt="2021-06-01T09:02:25.831" v="5" actId="20577"/>
          <ac:spMkLst>
            <pc:docMk/>
            <pc:sldMk cId="1578314069" sldId="277"/>
            <ac:spMk id="3" creationId="{845D8C3A-FAC3-4450-BDDC-CE929008B54C}"/>
          </ac:spMkLst>
        </pc:spChg>
      </pc:sldChg>
    </pc:docChg>
  </pc:docChgLst>
  <pc:docChgLst>
    <pc:chgData name="Walter Brian Hall" userId="e6e93837-89b2-4a49-b3f7-93654dc8488e" providerId="ADAL" clId="{65CFF0AA-6F4E-4C07-B123-7E2E3C3CE451}"/>
    <pc:docChg chg="undo custSel addSld delSld modSld sldOrd">
      <pc:chgData name="Walter Brian Hall" userId="e6e93837-89b2-4a49-b3f7-93654dc8488e" providerId="ADAL" clId="{65CFF0AA-6F4E-4C07-B123-7E2E3C3CE451}" dt="2021-04-20T07:03:17.846" v="869" actId="27918"/>
      <pc:docMkLst>
        <pc:docMk/>
      </pc:docMkLst>
      <pc:sldChg chg="modSp mod">
        <pc:chgData name="Walter Brian Hall" userId="e6e93837-89b2-4a49-b3f7-93654dc8488e" providerId="ADAL" clId="{65CFF0AA-6F4E-4C07-B123-7E2E3C3CE451}" dt="2021-04-14T09:13:15.478" v="17" actId="20577"/>
        <pc:sldMkLst>
          <pc:docMk/>
          <pc:sldMk cId="3198639524" sldId="271"/>
        </pc:sldMkLst>
        <pc:spChg chg="mod">
          <ac:chgData name="Walter Brian Hall" userId="e6e93837-89b2-4a49-b3f7-93654dc8488e" providerId="ADAL" clId="{65CFF0AA-6F4E-4C07-B123-7E2E3C3CE451}" dt="2021-04-14T09:13:15.478" v="17" actId="20577"/>
          <ac:spMkLst>
            <pc:docMk/>
            <pc:sldMk cId="3198639524" sldId="271"/>
            <ac:spMk id="4" creationId="{4D96F05C-E8E5-40A0-96E2-70DA59031E10}"/>
          </ac:spMkLst>
        </pc:spChg>
      </pc:sldChg>
      <pc:sldChg chg="modSp mod modAnim">
        <pc:chgData name="Walter Brian Hall" userId="e6e93837-89b2-4a49-b3f7-93654dc8488e" providerId="ADAL" clId="{65CFF0AA-6F4E-4C07-B123-7E2E3C3CE451}" dt="2021-04-14T09:28:36.793" v="711" actId="27636"/>
        <pc:sldMkLst>
          <pc:docMk/>
          <pc:sldMk cId="2826191154" sldId="274"/>
        </pc:sldMkLst>
        <pc:spChg chg="mod">
          <ac:chgData name="Walter Brian Hall" userId="e6e93837-89b2-4a49-b3f7-93654dc8488e" providerId="ADAL" clId="{65CFF0AA-6F4E-4C07-B123-7E2E3C3CE451}" dt="2021-04-14T09:28:36.793" v="711" actId="27636"/>
          <ac:spMkLst>
            <pc:docMk/>
            <pc:sldMk cId="2826191154" sldId="274"/>
            <ac:spMk id="3" creationId="{F52CDF48-DB55-46CB-9B0A-37666D21A2D5}"/>
          </ac:spMkLst>
        </pc:spChg>
      </pc:sldChg>
      <pc:sldChg chg="modSp mod">
        <pc:chgData name="Walter Brian Hall" userId="e6e93837-89b2-4a49-b3f7-93654dc8488e" providerId="ADAL" clId="{65CFF0AA-6F4E-4C07-B123-7E2E3C3CE451}" dt="2021-04-14T09:14:36.424" v="32" actId="27918"/>
        <pc:sldMkLst>
          <pc:docMk/>
          <pc:sldMk cId="551942843" sldId="275"/>
        </pc:sldMkLst>
        <pc:spChg chg="mod">
          <ac:chgData name="Walter Brian Hall" userId="e6e93837-89b2-4a49-b3f7-93654dc8488e" providerId="ADAL" clId="{65CFF0AA-6F4E-4C07-B123-7E2E3C3CE451}" dt="2021-04-14T09:14:09.850" v="27" actId="20577"/>
          <ac:spMkLst>
            <pc:docMk/>
            <pc:sldMk cId="551942843" sldId="275"/>
            <ac:spMk id="3" creationId="{7644CF9D-4A72-4F39-B233-9A911CAD4872}"/>
          </ac:spMkLst>
        </pc:spChg>
      </pc:sldChg>
      <pc:sldChg chg="del">
        <pc:chgData name="Walter Brian Hall" userId="e6e93837-89b2-4a49-b3f7-93654dc8488e" providerId="ADAL" clId="{65CFF0AA-6F4E-4C07-B123-7E2E3C3CE451}" dt="2021-04-14T09:19:45.224" v="388" actId="47"/>
        <pc:sldMkLst>
          <pc:docMk/>
          <pc:sldMk cId="2839777098" sldId="276"/>
        </pc:sldMkLst>
      </pc:sldChg>
      <pc:sldChg chg="modSp mod modAnim">
        <pc:chgData name="Walter Brian Hall" userId="e6e93837-89b2-4a49-b3f7-93654dc8488e" providerId="ADAL" clId="{65CFF0AA-6F4E-4C07-B123-7E2E3C3CE451}" dt="2021-04-14T10:47:36.311" v="867" actId="20577"/>
        <pc:sldMkLst>
          <pc:docMk/>
          <pc:sldMk cId="1578314069" sldId="277"/>
        </pc:sldMkLst>
        <pc:spChg chg="mod">
          <ac:chgData name="Walter Brian Hall" userId="e6e93837-89b2-4a49-b3f7-93654dc8488e" providerId="ADAL" clId="{65CFF0AA-6F4E-4C07-B123-7E2E3C3CE451}" dt="2021-04-14T09:22:57.228" v="543" actId="20577"/>
          <ac:spMkLst>
            <pc:docMk/>
            <pc:sldMk cId="1578314069" sldId="277"/>
            <ac:spMk id="2" creationId="{ADCBBCAF-1B67-4FDD-A496-1D9CC6AE0F5B}"/>
          </ac:spMkLst>
        </pc:spChg>
        <pc:spChg chg="mod">
          <ac:chgData name="Walter Brian Hall" userId="e6e93837-89b2-4a49-b3f7-93654dc8488e" providerId="ADAL" clId="{65CFF0AA-6F4E-4C07-B123-7E2E3C3CE451}" dt="2021-04-14T09:23:26.207" v="575" actId="20577"/>
          <ac:spMkLst>
            <pc:docMk/>
            <pc:sldMk cId="1578314069" sldId="277"/>
            <ac:spMk id="3" creationId="{845D8C3A-FAC3-4450-BDDC-CE929008B54C}"/>
          </ac:spMkLst>
        </pc:spChg>
        <pc:spChg chg="mod">
          <ac:chgData name="Walter Brian Hall" userId="e6e93837-89b2-4a49-b3f7-93654dc8488e" providerId="ADAL" clId="{65CFF0AA-6F4E-4C07-B123-7E2E3C3CE451}" dt="2021-04-14T10:47:36.311" v="867" actId="20577"/>
          <ac:spMkLst>
            <pc:docMk/>
            <pc:sldMk cId="1578314069" sldId="277"/>
            <ac:spMk id="7" creationId="{262404A5-C100-4AC6-86DC-7D16832A8770}"/>
          </ac:spMkLst>
        </pc:spChg>
      </pc:sldChg>
      <pc:sldChg chg="modSp del mod">
        <pc:chgData name="Walter Brian Hall" userId="e6e93837-89b2-4a49-b3f7-93654dc8488e" providerId="ADAL" clId="{65CFF0AA-6F4E-4C07-B123-7E2E3C3CE451}" dt="2021-04-14T09:22:12.790" v="510" actId="47"/>
        <pc:sldMkLst>
          <pc:docMk/>
          <pc:sldMk cId="2728317091" sldId="278"/>
        </pc:sldMkLst>
        <pc:spChg chg="mod">
          <ac:chgData name="Walter Brian Hall" userId="e6e93837-89b2-4a49-b3f7-93654dc8488e" providerId="ADAL" clId="{65CFF0AA-6F4E-4C07-B123-7E2E3C3CE451}" dt="2021-04-14T09:22:10.142" v="509" actId="6549"/>
          <ac:spMkLst>
            <pc:docMk/>
            <pc:sldMk cId="2728317091" sldId="278"/>
            <ac:spMk id="2" creationId="{2FDB4AC7-D88A-49C2-8FC2-7B5AD8EA0F66}"/>
          </ac:spMkLst>
        </pc:spChg>
      </pc:sldChg>
      <pc:sldChg chg="mod ord">
        <pc:chgData name="Walter Brian Hall" userId="e6e93837-89b2-4a49-b3f7-93654dc8488e" providerId="ADAL" clId="{65CFF0AA-6F4E-4C07-B123-7E2E3C3CE451}" dt="2021-04-20T07:03:17.846" v="869" actId="27918"/>
        <pc:sldMkLst>
          <pc:docMk/>
          <pc:sldMk cId="1387192220" sldId="279"/>
        </pc:sldMkLst>
      </pc:sldChg>
      <pc:sldChg chg="addSp delSp modSp new mod">
        <pc:chgData name="Walter Brian Hall" userId="e6e93837-89b2-4a49-b3f7-93654dc8488e" providerId="ADAL" clId="{65CFF0AA-6F4E-4C07-B123-7E2E3C3CE451}" dt="2021-04-14T09:34:46.614" v="781" actId="1076"/>
        <pc:sldMkLst>
          <pc:docMk/>
          <pc:sldMk cId="3360083631" sldId="280"/>
        </pc:sldMkLst>
        <pc:spChg chg="mod">
          <ac:chgData name="Walter Brian Hall" userId="e6e93837-89b2-4a49-b3f7-93654dc8488e" providerId="ADAL" clId="{65CFF0AA-6F4E-4C07-B123-7E2E3C3CE451}" dt="2021-04-14T09:32:55.266" v="734" actId="20577"/>
          <ac:spMkLst>
            <pc:docMk/>
            <pc:sldMk cId="3360083631" sldId="280"/>
            <ac:spMk id="2" creationId="{AFBDB047-D8B4-4046-9B56-E04921F243EB}"/>
          </ac:spMkLst>
        </pc:spChg>
        <pc:spChg chg="del">
          <ac:chgData name="Walter Brian Hall" userId="e6e93837-89b2-4a49-b3f7-93654dc8488e" providerId="ADAL" clId="{65CFF0AA-6F4E-4C07-B123-7E2E3C3CE451}" dt="2021-04-14T09:33:17.561" v="735" actId="931"/>
          <ac:spMkLst>
            <pc:docMk/>
            <pc:sldMk cId="3360083631" sldId="280"/>
            <ac:spMk id="3" creationId="{E9F1086D-A92C-427C-B18E-100D34FBDCF3}"/>
          </ac:spMkLst>
        </pc:spChg>
        <pc:spChg chg="add mod">
          <ac:chgData name="Walter Brian Hall" userId="e6e93837-89b2-4a49-b3f7-93654dc8488e" providerId="ADAL" clId="{65CFF0AA-6F4E-4C07-B123-7E2E3C3CE451}" dt="2021-04-14T09:34:46.614" v="781" actId="1076"/>
          <ac:spMkLst>
            <pc:docMk/>
            <pc:sldMk cId="3360083631" sldId="280"/>
            <ac:spMk id="9" creationId="{50880B6E-038D-428C-BFE6-EFC2066AB460}"/>
          </ac:spMkLst>
        </pc:spChg>
        <pc:picChg chg="add mod">
          <ac:chgData name="Walter Brian Hall" userId="e6e93837-89b2-4a49-b3f7-93654dc8488e" providerId="ADAL" clId="{65CFF0AA-6F4E-4C07-B123-7E2E3C3CE451}" dt="2021-04-14T09:34:23.219" v="774" actId="1076"/>
          <ac:picMkLst>
            <pc:docMk/>
            <pc:sldMk cId="3360083631" sldId="280"/>
            <ac:picMk id="8" creationId="{ADA74525-C8D2-4617-BAA8-87A28E1FBAE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Access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rgbClr val="FF0000"/>
              </a:solidFill>
            </a:ln>
            <a:effectLst/>
          </c:spPr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63</c:v>
                </c:pt>
                <c:pt idx="2">
                  <c:v>102</c:v>
                </c:pt>
                <c:pt idx="3">
                  <c:v>126</c:v>
                </c:pt>
                <c:pt idx="4">
                  <c:v>191</c:v>
                </c:pt>
                <c:pt idx="5">
                  <c:v>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11-4A00-BC37-DBB9152BC5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Traditional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660</c:v>
                </c:pt>
                <c:pt idx="1">
                  <c:v>629</c:v>
                </c:pt>
                <c:pt idx="2">
                  <c:v>676</c:v>
                </c:pt>
                <c:pt idx="3">
                  <c:v>687</c:v>
                </c:pt>
                <c:pt idx="4">
                  <c:v>697</c:v>
                </c:pt>
                <c:pt idx="5">
                  <c:v>795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11-4A00-BC37-DBB9152BC5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439728"/>
        <c:axId val="174440288"/>
      </c:barChart>
      <c:catAx>
        <c:axId val="17443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440288"/>
        <c:crosses val="autoZero"/>
        <c:auto val="1"/>
        <c:lblAlgn val="ctr"/>
        <c:lblOffset val="100"/>
        <c:noMultiLvlLbl val="0"/>
      </c:catAx>
      <c:valAx>
        <c:axId val="174440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439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Approved APCs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APCs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47B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A8F-4EE8-9C74-DB7C32B66F96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A8F-4EE8-9C74-DB7C32B66F96}"/>
              </c:ext>
            </c:extLst>
          </c:dPt>
          <c:cat>
            <c:strRef>
              <c:f>Sheet1!$A$2:$A$4</c:f>
              <c:strCache>
                <c:ptCount val="3"/>
                <c:pt idx="0">
                  <c:v>ACS</c:v>
                </c:pt>
                <c:pt idx="1">
                  <c:v>IEEE</c:v>
                </c:pt>
                <c:pt idx="2">
                  <c:v>Wiley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57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8F-4EE8-9C74-DB7C32B66F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80444112"/>
        <c:axId val="180444672"/>
      </c:barChart>
      <c:catAx>
        <c:axId val="180444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44672"/>
        <c:crosses val="autoZero"/>
        <c:auto val="1"/>
        <c:lblAlgn val="ctr"/>
        <c:lblOffset val="100"/>
        <c:noMultiLvlLbl val="0"/>
      </c:catAx>
      <c:valAx>
        <c:axId val="180444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4411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6/1/2021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00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14 April 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Open Access -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tx2"/>
                </a:solidFill>
              </a:rPr>
              <a:t>ku.ac.ae</a:t>
            </a:r>
            <a:endParaRPr lang="en-US" sz="85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11500" b="1" spc="-100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11500" b="1" spc="-1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043" y="2004350"/>
            <a:ext cx="8911389" cy="1714500"/>
          </a:xfrm>
        </p:spPr>
        <p:txBody>
          <a:bodyPr/>
          <a:lstStyle/>
          <a:p>
            <a:pPr algn="l"/>
            <a:r>
              <a:rPr lang="en-US" dirty="0"/>
              <a:t>Open Access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043" y="3756950"/>
            <a:ext cx="8911390" cy="1247775"/>
          </a:xfrm>
        </p:spPr>
        <p:txBody>
          <a:bodyPr/>
          <a:lstStyle/>
          <a:p>
            <a:pPr algn="l"/>
            <a:r>
              <a:rPr lang="fi-FI" dirty="0"/>
              <a:t>Expansion Planning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043" y="5490499"/>
            <a:ext cx="6730165" cy="314325"/>
          </a:xfrm>
        </p:spPr>
        <p:txBody>
          <a:bodyPr/>
          <a:lstStyle/>
          <a:p>
            <a:pPr algn="l"/>
            <a:r>
              <a:rPr lang="fi-FI" dirty="0"/>
              <a:t>14 April 2021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02528-9FBE-4B1F-BC37-99C2EB875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OA Articles at KU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1478EA2-6739-408F-9B4E-C2F6CB4EE4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3209028"/>
              </p:ext>
            </p:extLst>
          </p:nvPr>
        </p:nvGraphicFramePr>
        <p:xfrm>
          <a:off x="1362075" y="1866901"/>
          <a:ext cx="9991725" cy="4200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A074C-8EA5-46B4-AB39-0306DA14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DDEAF-AE7B-46A9-8F04-A8CF2F9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F56F3-2A3F-4C05-B889-55F8D7223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0B968-B908-4425-B2CE-EE8BE11ACC3E}"/>
              </a:ext>
            </a:extLst>
          </p:cNvPr>
          <p:cNvSpPr txBox="1"/>
          <p:nvPr/>
        </p:nvSpPr>
        <p:spPr>
          <a:xfrm>
            <a:off x="8816411" y="6308050"/>
            <a:ext cx="3367043" cy="284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Source: Scopus</a:t>
            </a:r>
          </a:p>
        </p:txBody>
      </p:sp>
    </p:spTree>
    <p:extLst>
      <p:ext uri="{BB962C8B-B14F-4D97-AF65-F5344CB8AC3E}">
        <p14:creationId xmlns:p14="http://schemas.microsoft.com/office/powerpoint/2010/main" val="1387192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EE314-E1E9-4469-A61B-86963F0E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CDF48-DB55-46CB-9B0A-37666D21A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4" y="1866900"/>
            <a:ext cx="9991725" cy="4787900"/>
          </a:xfrm>
        </p:spPr>
        <p:txBody>
          <a:bodyPr>
            <a:normAutofit/>
          </a:bodyPr>
          <a:lstStyle/>
          <a:p>
            <a:r>
              <a:rPr lang="en-US" sz="2000" dirty="0"/>
              <a:t>Fall 2019	</a:t>
            </a:r>
          </a:p>
          <a:p>
            <a:pPr lvl="1"/>
            <a:r>
              <a:rPr lang="en-US" sz="1800" dirty="0"/>
              <a:t>Program launched by Provost and assigned to the library</a:t>
            </a:r>
          </a:p>
          <a:p>
            <a:pPr lvl="1"/>
            <a:r>
              <a:rPr lang="en-US" sz="1800" dirty="0"/>
              <a:t>Selected ACS, IEEE, and Wiley as initial publishers</a:t>
            </a:r>
          </a:p>
          <a:p>
            <a:pPr lvl="1"/>
            <a:r>
              <a:rPr lang="en-US" sz="1800" dirty="0"/>
              <a:t>Required that journals be rated as Q1 by </a:t>
            </a:r>
            <a:r>
              <a:rPr lang="en-US" sz="1800" dirty="0" err="1"/>
              <a:t>Scimago</a:t>
            </a:r>
            <a:r>
              <a:rPr lang="en-US" sz="1800" dirty="0"/>
              <a:t>, Scopus, and Clarivate</a:t>
            </a:r>
          </a:p>
          <a:p>
            <a:r>
              <a:rPr lang="en-US" sz="2000" dirty="0"/>
              <a:t>Spring 2020</a:t>
            </a:r>
          </a:p>
          <a:p>
            <a:pPr lvl="1"/>
            <a:r>
              <a:rPr lang="en-US" sz="2000" dirty="0"/>
              <a:t>Contracts signed</a:t>
            </a:r>
          </a:p>
          <a:p>
            <a:pPr lvl="1"/>
            <a:r>
              <a:rPr lang="en-US" sz="2000" dirty="0"/>
              <a:t>Three training sessions for authors</a:t>
            </a:r>
          </a:p>
          <a:p>
            <a:pPr lvl="1"/>
            <a:r>
              <a:rPr lang="en-US" sz="2000" dirty="0"/>
              <a:t>Six APC approvals</a:t>
            </a:r>
          </a:p>
          <a:p>
            <a:r>
              <a:rPr lang="en-US" sz="2000" dirty="0"/>
              <a:t>Fall 2020</a:t>
            </a:r>
          </a:p>
          <a:p>
            <a:pPr lvl="1"/>
            <a:r>
              <a:rPr lang="en-US" sz="2000" dirty="0"/>
              <a:t>Three training sessions for authors</a:t>
            </a:r>
          </a:p>
          <a:p>
            <a:pPr lvl="1"/>
            <a:r>
              <a:rPr lang="en-US" dirty="0"/>
              <a:t>49 APC approvals</a:t>
            </a:r>
          </a:p>
          <a:p>
            <a:r>
              <a:rPr lang="en-US" dirty="0"/>
              <a:t>Spring 2021</a:t>
            </a:r>
          </a:p>
          <a:p>
            <a:pPr lvl="1"/>
            <a:r>
              <a:rPr lang="en-US" dirty="0"/>
              <a:t>Two training sessions</a:t>
            </a:r>
          </a:p>
          <a:p>
            <a:pPr lvl="1"/>
            <a:r>
              <a:rPr lang="en-US" dirty="0"/>
              <a:t>31 APC approvals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2430D-F4E4-4C0D-80F4-1B2F15D3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DCE79-F2B9-4F39-B2E4-E53CEA62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DA95F-4774-456E-8955-096A6C6B6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9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A28DE-568A-42EA-91D5-B366DB0A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Article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4CF9D-4A72-4F39-B233-9A911CAD4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778" y="1752600"/>
            <a:ext cx="10089021" cy="4562475"/>
          </a:xfrm>
        </p:spPr>
        <p:txBody>
          <a:bodyPr/>
          <a:lstStyle/>
          <a:p>
            <a:r>
              <a:rPr lang="en-US" dirty="0"/>
              <a:t>As of 14 April 2021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85495-CE23-418F-8713-747A56FB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B41C1-F3B2-4121-9E52-8AB6B0CD2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F4332-6DB1-49DA-8E89-E5994B68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95B1CC0-CED0-47E5-A44F-BC3410E846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3717444"/>
              </p:ext>
            </p:extLst>
          </p:nvPr>
        </p:nvGraphicFramePr>
        <p:xfrm>
          <a:off x="1264778" y="1974078"/>
          <a:ext cx="9365241" cy="4680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5194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B047-D8B4-4046-9B56-E04921F2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 Open Access Website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A74525-C8D2-4617-BAA8-87A28E1FB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863" y="1834339"/>
            <a:ext cx="7549637" cy="536133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C5623-74E9-4055-9432-01647E0AA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CB01E-9A69-47BE-B678-34D2349F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6B6D2-1503-4C21-9CAD-EEB1F44E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80B6E-038D-428C-BFE6-EFC2066AB460}"/>
              </a:ext>
            </a:extLst>
          </p:cNvPr>
          <p:cNvSpPr txBox="1"/>
          <p:nvPr/>
        </p:nvSpPr>
        <p:spPr>
          <a:xfrm>
            <a:off x="5065095" y="2214754"/>
            <a:ext cx="619033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200" dirty="0">
                <a:solidFill>
                  <a:srgbClr val="FF0000"/>
                </a:solidFill>
              </a:rPr>
              <a:t>https://library.ku.ac.ae/oa/</a:t>
            </a:r>
          </a:p>
        </p:txBody>
      </p:sp>
    </p:spTree>
    <p:extLst>
      <p:ext uri="{BB962C8B-B14F-4D97-AF65-F5344CB8AC3E}">
        <p14:creationId xmlns:p14="http://schemas.microsoft.com/office/powerpoint/2010/main" val="3360083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BBCAF-1B67-4FDD-A496-1D9CC6AE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the Project**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D8C3A-FAC3-4450-BDDC-CE929008B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4" y="1866900"/>
            <a:ext cx="9991725" cy="3112423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**Dependent on funding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List presented to ALC, compiled from</a:t>
            </a:r>
          </a:p>
          <a:p>
            <a:pPr marL="819150" lvl="1" indent="-457200">
              <a:buFont typeface="+mj-lt"/>
              <a:buAutoNum type="arabicPeriod"/>
            </a:pPr>
            <a:r>
              <a:rPr lang="en-US" sz="2000" dirty="0"/>
              <a:t>Study conducted by librarians of most used by KU authors</a:t>
            </a:r>
          </a:p>
          <a:p>
            <a:pPr marL="819150" lvl="1" indent="-457200">
              <a:buFont typeface="+mj-lt"/>
              <a:buAutoNum type="arabicPeriod"/>
            </a:pPr>
            <a:r>
              <a:rPr lang="en-US" sz="2000" dirty="0"/>
              <a:t>Recommendations from the faculty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ALC approved five: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33A30-30AB-4BE8-8F69-95F7200B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 April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3D881-FF05-40FF-96D0-9D91DEB9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-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F6C63-C300-4433-A589-9D0E37279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404A5-C100-4AC6-86DC-7D16832A8770}"/>
              </a:ext>
            </a:extLst>
          </p:cNvPr>
          <p:cNvSpPr txBox="1"/>
          <p:nvPr/>
        </p:nvSpPr>
        <p:spPr>
          <a:xfrm>
            <a:off x="1362074" y="4436399"/>
            <a:ext cx="10614660" cy="1538883"/>
          </a:xfrm>
          <a:prstGeom prst="rect">
            <a:avLst/>
          </a:prstGeom>
          <a:noFill/>
        </p:spPr>
        <p:txBody>
          <a:bodyPr wrap="square" lIns="0" tIns="0" rIns="0" bIns="0" numCol="1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Multidisciplinary Digital Publishing Institute (MDPI)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Frontiers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Scientific Reports by Nature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PLOS ONE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Elsevier</a:t>
            </a:r>
          </a:p>
        </p:txBody>
      </p:sp>
    </p:spTree>
    <p:extLst>
      <p:ext uri="{BB962C8B-B14F-4D97-AF65-F5344CB8AC3E}">
        <p14:creationId xmlns:p14="http://schemas.microsoft.com/office/powerpoint/2010/main" val="157831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285847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DB7C5C4121E04A8F506AC4D24C41D9" ma:contentTypeVersion="12" ma:contentTypeDescription="Create a new document." ma:contentTypeScope="" ma:versionID="67a025b7c572043878589f5d1fd467d5">
  <xsd:schema xmlns:xsd="http://www.w3.org/2001/XMLSchema" xmlns:xs="http://www.w3.org/2001/XMLSchema" xmlns:p="http://schemas.microsoft.com/office/2006/metadata/properties" xmlns:ns3="81d9f89d-e066-484d-82b3-e16b44ede40a" xmlns:ns4="e810b99a-13a4-46f1-8c87-a6f5bb942692" targetNamespace="http://schemas.microsoft.com/office/2006/metadata/properties" ma:root="true" ma:fieldsID="bb2b969e5227734352d1fb73ed7a9bf6" ns3:_="" ns4:_="">
    <xsd:import namespace="81d9f89d-e066-484d-82b3-e16b44ede40a"/>
    <xsd:import namespace="e810b99a-13a4-46f1-8c87-a6f5bb94269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9f89d-e066-484d-82b3-e16b44ede4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10b99a-13a4-46f1-8c87-a6f5bb94269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D50A8C-CA97-4410-A798-5A85CCD8F1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510135-11A2-4CE9-AC9A-F9B5F7E81A9F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81d9f89d-e066-484d-82b3-e16b44ede40a"/>
    <ds:schemaRef ds:uri="http://schemas.openxmlformats.org/package/2006/metadata/core-properties"/>
    <ds:schemaRef ds:uri="e810b99a-13a4-46f1-8c87-a6f5bb94269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D314719-0E16-4DB6-BEA1-20E84A51E3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9f89d-e066-484d-82b3-e16b44ede40a"/>
    <ds:schemaRef ds:uri="e810b99a-13a4-46f1-8c87-a6f5bb9426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974</TotalTime>
  <Words>198</Words>
  <Application>Microsoft Office PowerPoint</Application>
  <PresentationFormat>Widescreen</PresentationFormat>
  <Paragraphs>55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KU Theme</vt:lpstr>
      <vt:lpstr>Open Access</vt:lpstr>
      <vt:lpstr>Growth of OA Articles at KU</vt:lpstr>
      <vt:lpstr>Brief History</vt:lpstr>
      <vt:lpstr>Article Output</vt:lpstr>
      <vt:lpstr>KU Open Access Website</vt:lpstr>
      <vt:lpstr>Expanding the Project**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Walter Brian Hall</cp:lastModifiedBy>
  <cp:revision>13</cp:revision>
  <dcterms:created xsi:type="dcterms:W3CDTF">2018-04-29T10:48:36Z</dcterms:created>
  <dcterms:modified xsi:type="dcterms:W3CDTF">2021-06-01T09:02:50Z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0x010100D4DB7C5C4121E04A8F506AC4D24C41D9</vt:lpwstr>
  </property>
</Properties>
</file>