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4" r:id="rId2"/>
    <p:sldId id="261" r:id="rId3"/>
    <p:sldId id="276" r:id="rId4"/>
    <p:sldId id="277" r:id="rId5"/>
    <p:sldId id="278" r:id="rId6"/>
    <p:sldId id="280" r:id="rId7"/>
    <p:sldId id="279" r:id="rId8"/>
    <p:sldId id="281" r:id="rId9"/>
    <p:sldId id="282" r:id="rId10"/>
    <p:sldId id="268" r:id="rId11"/>
  </p:sldIdLst>
  <p:sldSz cx="9144000" cy="6858000" type="screen4x3"/>
  <p:notesSz cx="6858000" cy="9144000"/>
  <p:defaultTextStyle>
    <a:defPPr>
      <a:defRPr lang="en-CA"/>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929"/>
    <a:srgbClr val="FFEBAB"/>
    <a:srgbClr val="FFDF79"/>
    <a:srgbClr val="FFD13F"/>
    <a:srgbClr val="FF6969"/>
    <a:srgbClr val="FFDD71"/>
    <a:srgbClr val="FFABAB"/>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02" autoAdjust="0"/>
    <p:restoredTop sz="94613" autoAdjust="0"/>
  </p:normalViewPr>
  <p:slideViewPr>
    <p:cSldViewPr snapToGrid="0">
      <p:cViewPr varScale="1">
        <p:scale>
          <a:sx n="69" d="100"/>
          <a:sy n="69" d="100"/>
        </p:scale>
        <p:origin x="151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F0546B67-E4F4-4602-B928-B843CFAE6761}" type="datetimeFigureOut">
              <a:rPr lang="en-US"/>
              <a:pPr>
                <a:defRPr/>
              </a:pPr>
              <a:t>1/23/2023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2FD9F6D-1B5C-4ECA-9718-1511B5E8E2E8}" type="slidenum">
              <a:rPr lang="en-CA" altLang="en-US"/>
              <a:pPr/>
              <a:t>‹#›</a:t>
            </a:fld>
            <a:endParaRPr lang="en-CA" altLang="en-US"/>
          </a:p>
        </p:txBody>
      </p:sp>
    </p:spTree>
    <p:extLst>
      <p:ext uri="{BB962C8B-B14F-4D97-AF65-F5344CB8AC3E}">
        <p14:creationId xmlns:p14="http://schemas.microsoft.com/office/powerpoint/2010/main" val="18665763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57B8"/>
        </a:solidFill>
        <a:effectLst/>
      </p:bgPr>
    </p:bg>
    <p:spTree>
      <p:nvGrpSpPr>
        <p:cNvPr id="1" name=""/>
        <p:cNvGrpSpPr/>
        <p:nvPr/>
      </p:nvGrpSpPr>
      <p:grpSpPr>
        <a:xfrm>
          <a:off x="0" y="0"/>
          <a:ext cx="0" cy="0"/>
          <a:chOff x="0" y="0"/>
          <a:chExt cx="0" cy="0"/>
        </a:xfrm>
      </p:grpSpPr>
      <p:pic>
        <p:nvPicPr>
          <p:cNvPr id="5" name="Kuva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50" y="5902325"/>
            <a:ext cx="9069388"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013" y="527050"/>
            <a:ext cx="24399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p:cNvPr>
          <p:cNvCxnSpPr/>
          <p:nvPr/>
        </p:nvCxnSpPr>
        <p:spPr>
          <a:xfrm>
            <a:off x="1327150"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 name="Suora yhdysviiva 7">
            <a:extLst/>
          </p:cNvPr>
          <p:cNvCxnSpPr/>
          <p:nvPr/>
        </p:nvCxnSpPr>
        <p:spPr>
          <a:xfrm>
            <a:off x="1006475" y="2760663"/>
            <a:ext cx="1679575"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p:cNvPr>
          <p:cNvSpPr>
            <a:spLocks noGrp="1"/>
          </p:cNvSpPr>
          <p:nvPr>
            <p:ph type="ctrTitle"/>
          </p:nvPr>
        </p:nvSpPr>
        <p:spPr>
          <a:xfrm>
            <a:off x="1012677" y="2676525"/>
            <a:ext cx="6988323" cy="1714500"/>
          </a:xfrm>
        </p:spPr>
        <p:txBody>
          <a:bodyPr/>
          <a:lstStyle>
            <a:lvl1pPr algn="l">
              <a:defRPr sz="6000" spc="0" baseline="0">
                <a:solidFill>
                  <a:srgbClr val="FFFFFF"/>
                </a:solidFill>
              </a:defRPr>
            </a:lvl1pPr>
          </a:lstStyle>
          <a:p>
            <a:r>
              <a:rPr lang="en-US" smtClean="0"/>
              <a:t>Click to edit Master title style</a:t>
            </a:r>
            <a:endParaRPr lang="en-US" dirty="0"/>
          </a:p>
        </p:txBody>
      </p:sp>
      <p:sp>
        <p:nvSpPr>
          <p:cNvPr id="3" name="Subtitle 2">
            <a:extLst/>
          </p:cNvPr>
          <p:cNvSpPr>
            <a:spLocks noGrp="1"/>
          </p:cNvSpPr>
          <p:nvPr>
            <p:ph type="subTitle" idx="1"/>
          </p:nvPr>
        </p:nvSpPr>
        <p:spPr>
          <a:xfrm>
            <a:off x="1012677" y="4429126"/>
            <a:ext cx="6988323" cy="894905"/>
          </a:xfrm>
        </p:spPr>
        <p:txBody>
          <a:bodyPr/>
          <a:lstStyle>
            <a:lvl1pPr marL="0" indent="0" algn="l">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12" name="Text Placeholder 11">
            <a:extLst/>
          </p:cNvPr>
          <p:cNvSpPr>
            <a:spLocks noGrp="1"/>
          </p:cNvSpPr>
          <p:nvPr>
            <p:ph type="body" sz="quarter" idx="10"/>
          </p:nvPr>
        </p:nvSpPr>
        <p:spPr>
          <a:xfrm>
            <a:off x="1012678" y="5497790"/>
            <a:ext cx="4076945" cy="314325"/>
          </a:xfrm>
        </p:spPr>
        <p:txBody>
          <a:bodyPr/>
          <a:lstStyle>
            <a:lvl1pPr marL="0" indent="0" algn="l">
              <a:buNone/>
              <a:defRPr sz="1350" cap="all" baseline="0">
                <a:solidFill>
                  <a:srgbClr val="FFFFFF"/>
                </a:solidFill>
              </a:defRPr>
            </a:lvl1pPr>
            <a:lvl2pPr algn="ctr">
              <a:defRPr/>
            </a:lvl2pPr>
            <a:lvl3pPr algn="ctr">
              <a:defRPr/>
            </a:lvl3pPr>
            <a:lvl4pPr algn="ctr">
              <a:defRPr/>
            </a:lvl4pPr>
            <a:lvl5pPr algn="ctr">
              <a:defRPr/>
            </a:lvl5pPr>
          </a:lstStyle>
          <a:p>
            <a:pPr lvl="0"/>
            <a:r>
              <a:rPr lang="en-US" smtClean="0"/>
              <a:t>Edit Master text styles</a:t>
            </a:r>
          </a:p>
        </p:txBody>
      </p:sp>
    </p:spTree>
    <p:extLst>
      <p:ext uri="{BB962C8B-B14F-4D97-AF65-F5344CB8AC3E}">
        <p14:creationId xmlns:p14="http://schemas.microsoft.com/office/powerpoint/2010/main" val="3750026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0057B8"/>
        </a:solidFill>
        <a:effectLst/>
      </p:bgPr>
    </p:bg>
    <p:spTree>
      <p:nvGrpSpPr>
        <p:cNvPr id="1" name=""/>
        <p:cNvGrpSpPr/>
        <p:nvPr/>
      </p:nvGrpSpPr>
      <p:grpSpPr>
        <a:xfrm>
          <a:off x="0" y="0"/>
          <a:ext cx="0" cy="0"/>
          <a:chOff x="0" y="0"/>
          <a:chExt cx="0" cy="0"/>
        </a:xfrm>
      </p:grpSpPr>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013" y="527050"/>
            <a:ext cx="24399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p:cNvPr>
          <p:cNvCxnSpPr/>
          <p:nvPr/>
        </p:nvCxnSpPr>
        <p:spPr>
          <a:xfrm>
            <a:off x="1327150"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 name="Suora yhdysviiva 7">
            <a:extLst/>
          </p:cNvPr>
          <p:cNvCxnSpPr/>
          <p:nvPr/>
        </p:nvCxnSpPr>
        <p:spPr>
          <a:xfrm>
            <a:off x="1006475" y="2760663"/>
            <a:ext cx="1679575"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p:cNvPr>
          <p:cNvSpPr>
            <a:spLocks noGrp="1"/>
          </p:cNvSpPr>
          <p:nvPr>
            <p:ph type="ctrTitle"/>
          </p:nvPr>
        </p:nvSpPr>
        <p:spPr>
          <a:xfrm>
            <a:off x="1012677" y="2676525"/>
            <a:ext cx="6988323" cy="1714500"/>
          </a:xfrm>
        </p:spPr>
        <p:txBody>
          <a:bodyPr/>
          <a:lstStyle>
            <a:lvl1pPr algn="l">
              <a:defRPr sz="6000" spc="0" baseline="0">
                <a:solidFill>
                  <a:srgbClr val="FFFFFF"/>
                </a:solidFill>
              </a:defRPr>
            </a:lvl1pPr>
          </a:lstStyle>
          <a:p>
            <a:r>
              <a:rPr lang="en-US" smtClean="0"/>
              <a:t>Click to edit Master title style</a:t>
            </a:r>
            <a:endParaRPr lang="en-US" dirty="0"/>
          </a:p>
        </p:txBody>
      </p:sp>
      <p:sp>
        <p:nvSpPr>
          <p:cNvPr id="3" name="Subtitle 2">
            <a:extLst/>
          </p:cNvPr>
          <p:cNvSpPr>
            <a:spLocks noGrp="1"/>
          </p:cNvSpPr>
          <p:nvPr>
            <p:ph type="subTitle" idx="1"/>
          </p:nvPr>
        </p:nvSpPr>
        <p:spPr>
          <a:xfrm>
            <a:off x="1012677" y="4429126"/>
            <a:ext cx="6988323" cy="894905"/>
          </a:xfrm>
        </p:spPr>
        <p:txBody>
          <a:bodyPr/>
          <a:lstStyle>
            <a:lvl1pPr marL="0" indent="0" algn="l">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12" name="Text Placeholder 11">
            <a:extLst/>
          </p:cNvPr>
          <p:cNvSpPr>
            <a:spLocks noGrp="1"/>
          </p:cNvSpPr>
          <p:nvPr>
            <p:ph type="body" sz="quarter" idx="10"/>
          </p:nvPr>
        </p:nvSpPr>
        <p:spPr>
          <a:xfrm>
            <a:off x="1012678" y="5497790"/>
            <a:ext cx="4076945" cy="314325"/>
          </a:xfrm>
        </p:spPr>
        <p:txBody>
          <a:bodyPr/>
          <a:lstStyle>
            <a:lvl1pPr marL="0" indent="0" algn="l">
              <a:buNone/>
              <a:defRPr sz="1350" cap="all" baseline="0">
                <a:solidFill>
                  <a:srgbClr val="FFFFFF"/>
                </a:solidFill>
              </a:defRPr>
            </a:lvl1pPr>
            <a:lvl2pPr algn="ctr">
              <a:defRPr/>
            </a:lvl2pPr>
            <a:lvl3pPr algn="ctr">
              <a:defRPr/>
            </a:lvl3pPr>
            <a:lvl4pPr algn="ctr">
              <a:defRPr/>
            </a:lvl4pPr>
            <a:lvl5pPr algn="ctr">
              <a:defRPr/>
            </a:lvl5pPr>
          </a:lstStyle>
          <a:p>
            <a:pPr lvl="0"/>
            <a:r>
              <a:rPr lang="en-US" smtClean="0"/>
              <a:t>Edit Master text styles</a:t>
            </a:r>
          </a:p>
        </p:txBody>
      </p:sp>
    </p:spTree>
    <p:extLst>
      <p:ext uri="{BB962C8B-B14F-4D97-AF65-F5344CB8AC3E}">
        <p14:creationId xmlns:p14="http://schemas.microsoft.com/office/powerpoint/2010/main" val="423902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FFFFFF"/>
        </a:solidFill>
        <a:effectLst/>
      </p:bgPr>
    </p:bg>
    <p:spTree>
      <p:nvGrpSpPr>
        <p:cNvPr id="1" name=""/>
        <p:cNvGrpSpPr/>
        <p:nvPr/>
      </p:nvGrpSpPr>
      <p:grpSpPr>
        <a:xfrm>
          <a:off x="0" y="0"/>
          <a:ext cx="0" cy="0"/>
          <a:chOff x="0" y="0"/>
          <a:chExt cx="0" cy="0"/>
        </a:xfrm>
      </p:grpSpPr>
      <p:sp>
        <p:nvSpPr>
          <p:cNvPr id="5" name="Suorakulmio 12">
            <a:extLst/>
          </p:cNvPr>
          <p:cNvSpPr/>
          <p:nvPr/>
        </p:nvSpPr>
        <p:spPr>
          <a:xfrm>
            <a:off x="0" y="0"/>
            <a:ext cx="3570288" cy="4597400"/>
          </a:xfrm>
          <a:prstGeom prst="rect">
            <a:avLst/>
          </a:prstGeom>
          <a:solidFill>
            <a:srgbClr val="F848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i-FI"/>
          </a:p>
        </p:txBody>
      </p:sp>
      <p:pic>
        <p:nvPicPr>
          <p:cNvPr id="6" name="Kuva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0"/>
            <a:ext cx="56086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Kuva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6238" y="5607050"/>
            <a:ext cx="2411412"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ctrTitle"/>
          </p:nvPr>
        </p:nvSpPr>
        <p:spPr>
          <a:xfrm>
            <a:off x="1012677" y="1539934"/>
            <a:ext cx="6988323" cy="1714500"/>
          </a:xfrm>
        </p:spPr>
        <p:txBody>
          <a:bodyPr/>
          <a:lstStyle>
            <a:lvl1pPr algn="l">
              <a:defRPr sz="6000" spc="0" baseline="0">
                <a:solidFill>
                  <a:srgbClr val="FFFFFF"/>
                </a:solidFill>
              </a:defRPr>
            </a:lvl1pPr>
          </a:lstStyle>
          <a:p>
            <a:r>
              <a:rPr lang="en-US" smtClean="0"/>
              <a:t>Click to edit Master title style</a:t>
            </a:r>
            <a:endParaRPr lang="en-US" dirty="0"/>
          </a:p>
        </p:txBody>
      </p:sp>
      <p:sp>
        <p:nvSpPr>
          <p:cNvPr id="3" name="Subtitle 2">
            <a:extLst/>
          </p:cNvPr>
          <p:cNvSpPr>
            <a:spLocks noGrp="1"/>
          </p:cNvSpPr>
          <p:nvPr>
            <p:ph type="subTitle" idx="1"/>
          </p:nvPr>
        </p:nvSpPr>
        <p:spPr>
          <a:xfrm>
            <a:off x="1012677" y="3292535"/>
            <a:ext cx="6988323" cy="561619"/>
          </a:xfrm>
        </p:spPr>
        <p:txBody>
          <a:bodyPr/>
          <a:lstStyle>
            <a:lvl1pPr marL="0" indent="0" algn="l">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12" name="Text Placeholder 11">
            <a:extLst/>
          </p:cNvPr>
          <p:cNvSpPr>
            <a:spLocks noGrp="1"/>
          </p:cNvSpPr>
          <p:nvPr>
            <p:ph type="body" sz="quarter" idx="10"/>
          </p:nvPr>
        </p:nvSpPr>
        <p:spPr>
          <a:xfrm>
            <a:off x="1012678" y="4062095"/>
            <a:ext cx="4076945" cy="314325"/>
          </a:xfrm>
        </p:spPr>
        <p:txBody>
          <a:bodyPr/>
          <a:lstStyle>
            <a:lvl1pPr marL="0" indent="0" algn="l">
              <a:buNone/>
              <a:defRPr sz="1350" cap="all" baseline="0">
                <a:solidFill>
                  <a:srgbClr val="FFFFFF"/>
                </a:solidFill>
              </a:defRPr>
            </a:lvl1pPr>
            <a:lvl2pPr algn="ctr">
              <a:defRPr/>
            </a:lvl2pPr>
            <a:lvl3pPr algn="ctr">
              <a:defRPr/>
            </a:lvl3pPr>
            <a:lvl4pPr algn="ctr">
              <a:defRPr/>
            </a:lvl4pPr>
            <a:lvl5pPr algn="ctr">
              <a:defRPr/>
            </a:lvl5pPr>
          </a:lstStyle>
          <a:p>
            <a:pPr lvl="0"/>
            <a:r>
              <a:rPr lang="en-US" smtClean="0"/>
              <a:t>Edit Master text styles</a:t>
            </a:r>
          </a:p>
        </p:txBody>
      </p:sp>
    </p:spTree>
    <p:extLst>
      <p:ext uri="{BB962C8B-B14F-4D97-AF65-F5344CB8AC3E}">
        <p14:creationId xmlns:p14="http://schemas.microsoft.com/office/powerpoint/2010/main" val="260806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rgbClr val="0057B8"/>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013" y="527050"/>
            <a:ext cx="24399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p:cNvPr>
          <p:cNvCxnSpPr/>
          <p:nvPr/>
        </p:nvCxnSpPr>
        <p:spPr>
          <a:xfrm>
            <a:off x="1327150"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 name="Suora yhdysviiva 7">
            <a:extLst/>
          </p:cNvPr>
          <p:cNvCxnSpPr/>
          <p:nvPr/>
        </p:nvCxnSpPr>
        <p:spPr>
          <a:xfrm>
            <a:off x="1006475" y="2760663"/>
            <a:ext cx="1679575"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p:cNvPr>
          <p:cNvSpPr>
            <a:spLocks noGrp="1"/>
          </p:cNvSpPr>
          <p:nvPr>
            <p:ph type="ctrTitle"/>
          </p:nvPr>
        </p:nvSpPr>
        <p:spPr>
          <a:xfrm>
            <a:off x="1012677" y="2676525"/>
            <a:ext cx="6988323" cy="1714500"/>
          </a:xfrm>
        </p:spPr>
        <p:txBody>
          <a:bodyPr/>
          <a:lstStyle>
            <a:lvl1pPr algn="l">
              <a:defRPr sz="6000" spc="0" baseline="0">
                <a:solidFill>
                  <a:srgbClr val="FFFFFF"/>
                </a:solidFill>
              </a:defRPr>
            </a:lvl1pPr>
          </a:lstStyle>
          <a:p>
            <a:r>
              <a:rPr lang="en-US" smtClean="0"/>
              <a:t>Click to edit Master title style</a:t>
            </a:r>
            <a:endParaRPr lang="en-US" dirty="0"/>
          </a:p>
        </p:txBody>
      </p:sp>
      <p:sp>
        <p:nvSpPr>
          <p:cNvPr id="3" name="Subtitle 2">
            <a:extLst/>
          </p:cNvPr>
          <p:cNvSpPr>
            <a:spLocks noGrp="1"/>
          </p:cNvSpPr>
          <p:nvPr>
            <p:ph type="subTitle" idx="1"/>
          </p:nvPr>
        </p:nvSpPr>
        <p:spPr>
          <a:xfrm>
            <a:off x="1012677" y="4429126"/>
            <a:ext cx="6988323" cy="894905"/>
          </a:xfrm>
        </p:spPr>
        <p:txBody>
          <a:bodyPr/>
          <a:lstStyle>
            <a:lvl1pPr marL="0" indent="0" algn="l">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12" name="Text Placeholder 11">
            <a:extLst/>
          </p:cNvPr>
          <p:cNvSpPr>
            <a:spLocks noGrp="1"/>
          </p:cNvSpPr>
          <p:nvPr>
            <p:ph type="body" sz="quarter" idx="10"/>
          </p:nvPr>
        </p:nvSpPr>
        <p:spPr>
          <a:xfrm>
            <a:off x="1012678" y="5497790"/>
            <a:ext cx="4076945" cy="314325"/>
          </a:xfrm>
        </p:spPr>
        <p:txBody>
          <a:bodyPr/>
          <a:lstStyle>
            <a:lvl1pPr marL="0" indent="0" algn="l">
              <a:buNone/>
              <a:defRPr sz="1350" cap="all" baseline="0">
                <a:solidFill>
                  <a:srgbClr val="FFFFFF"/>
                </a:solidFill>
              </a:defRPr>
            </a:lvl1pPr>
            <a:lvl2pPr algn="ctr">
              <a:defRPr/>
            </a:lvl2pPr>
            <a:lvl3pPr algn="ctr">
              <a:defRPr/>
            </a:lvl3pPr>
            <a:lvl4pPr algn="ctr">
              <a:defRPr/>
            </a:lvl4pPr>
            <a:lvl5pPr algn="ctr">
              <a:defRPr/>
            </a:lvl5pPr>
          </a:lstStyle>
          <a:p>
            <a:pPr lvl="0"/>
            <a:r>
              <a:rPr lang="en-US" smtClean="0"/>
              <a:t>Edit Master text styles</a:t>
            </a:r>
          </a:p>
        </p:txBody>
      </p:sp>
    </p:spTree>
    <p:extLst>
      <p:ext uri="{BB962C8B-B14F-4D97-AF65-F5344CB8AC3E}">
        <p14:creationId xmlns:p14="http://schemas.microsoft.com/office/powerpoint/2010/main" val="1991673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5" name="Straight Connector 4">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6"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a:extLst/>
          </p:cNvPr>
          <p:cNvSpPr>
            <a:spLocks noGrp="1"/>
          </p:cNvSpPr>
          <p:nvPr>
            <p:ph type="dt" sz="half" idx="10"/>
          </p:nvPr>
        </p:nvSpPr>
        <p:spPr/>
        <p:txBody>
          <a:bodyPr/>
          <a:lstStyle>
            <a:lvl1pPr>
              <a:defRPr/>
            </a:lvl1pPr>
          </a:lstStyle>
          <a:p>
            <a:pPr>
              <a:defRPr/>
            </a:pPr>
            <a:r>
              <a:rPr lang="en-US"/>
              <a:t>DD Month 20XX</a:t>
            </a:r>
          </a:p>
        </p:txBody>
      </p:sp>
      <p:sp>
        <p:nvSpPr>
          <p:cNvPr id="8" name="Footer Placeholder 4">
            <a:extLst/>
          </p:cNvPr>
          <p:cNvSpPr>
            <a:spLocks noGrp="1"/>
          </p:cNvSpPr>
          <p:nvPr>
            <p:ph type="ftr" sz="quarter" idx="11"/>
          </p:nvPr>
        </p:nvSpPr>
        <p:spPr/>
        <p:txBody>
          <a:bodyPr/>
          <a:lstStyle>
            <a:lvl1pPr>
              <a:defRPr/>
            </a:lvl1pPr>
          </a:lstStyle>
          <a:p>
            <a:pPr>
              <a:defRPr/>
            </a:pPr>
            <a:r>
              <a:rPr lang="en-US"/>
              <a:t>Presentation Title Goes Here</a:t>
            </a:r>
          </a:p>
        </p:txBody>
      </p:sp>
      <p:sp>
        <p:nvSpPr>
          <p:cNvPr id="9" name="Slide Number Placeholder 5">
            <a:extLst/>
          </p:cNvPr>
          <p:cNvSpPr>
            <a:spLocks noGrp="1"/>
          </p:cNvSpPr>
          <p:nvPr>
            <p:ph type="sldNum" sz="quarter" idx="12"/>
          </p:nvPr>
        </p:nvSpPr>
        <p:spPr/>
        <p:txBody>
          <a:bodyPr/>
          <a:lstStyle>
            <a:lvl1pPr>
              <a:defRPr/>
            </a:lvl1pPr>
          </a:lstStyle>
          <a:p>
            <a:fld id="{42081F8E-5EFD-4BF2-AE90-C87E49D543DE}" type="slidenum">
              <a:rPr lang="en-CA" altLang="en-US"/>
              <a:pPr/>
              <a:t>‹#›</a:t>
            </a:fld>
            <a:endParaRPr lang="en-CA" altLang="en-US"/>
          </a:p>
        </p:txBody>
      </p:sp>
    </p:spTree>
    <p:extLst>
      <p:ext uri="{BB962C8B-B14F-4D97-AF65-F5344CB8AC3E}">
        <p14:creationId xmlns:p14="http://schemas.microsoft.com/office/powerpoint/2010/main" val="1899424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4" name="TextBox 3">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5" name="Straight Connector 4">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6"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p:cNvPr>
          <p:cNvSpPr>
            <a:spLocks noGrp="1"/>
          </p:cNvSpPr>
          <p:nvPr>
            <p:ph idx="1"/>
          </p:nvPr>
        </p:nvSpPr>
        <p:spPr>
          <a:xfrm>
            <a:off x="4622006" y="1152525"/>
            <a:ext cx="3893343" cy="5162121"/>
          </a:xfrm>
        </p:spPr>
        <p:txBody>
          <a:bodyPr/>
          <a:lstStyle>
            <a:lvl1pPr>
              <a:defRPr b="0"/>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Title 10">
            <a:extLst/>
          </p:cNvPr>
          <p:cNvSpPr>
            <a:spLocks noGrp="1"/>
          </p:cNvSpPr>
          <p:nvPr>
            <p:ph type="title"/>
          </p:nvPr>
        </p:nvSpPr>
        <p:spPr>
          <a:xfrm>
            <a:off x="1021556" y="1123951"/>
            <a:ext cx="3314700" cy="5190695"/>
          </a:xfrm>
        </p:spPr>
        <p:txBody>
          <a:bodyPr anchor="t"/>
          <a:lstStyle>
            <a:lvl1pPr>
              <a:defRPr>
                <a:solidFill>
                  <a:schemeClr val="tx2"/>
                </a:solidFill>
              </a:defRPr>
            </a:lvl1pPr>
          </a:lstStyle>
          <a:p>
            <a:r>
              <a:rPr lang="en-US" smtClean="0"/>
              <a:t>Click to edit Master title style</a:t>
            </a:r>
            <a:endParaRPr lang="en-US" dirty="0"/>
          </a:p>
        </p:txBody>
      </p:sp>
      <p:sp>
        <p:nvSpPr>
          <p:cNvPr id="7" name="Date Placeholder 3">
            <a:extLst/>
          </p:cNvPr>
          <p:cNvSpPr>
            <a:spLocks noGrp="1"/>
          </p:cNvSpPr>
          <p:nvPr>
            <p:ph type="dt" sz="half" idx="10"/>
          </p:nvPr>
        </p:nvSpPr>
        <p:spPr/>
        <p:txBody>
          <a:bodyPr/>
          <a:lstStyle>
            <a:lvl1pPr>
              <a:defRPr/>
            </a:lvl1pPr>
          </a:lstStyle>
          <a:p>
            <a:pPr>
              <a:defRPr/>
            </a:pPr>
            <a:r>
              <a:rPr lang="en-US"/>
              <a:t>DD Month 20XX</a:t>
            </a:r>
          </a:p>
        </p:txBody>
      </p:sp>
      <p:sp>
        <p:nvSpPr>
          <p:cNvPr id="8" name="Footer Placeholder 4">
            <a:extLst/>
          </p:cNvPr>
          <p:cNvSpPr>
            <a:spLocks noGrp="1"/>
          </p:cNvSpPr>
          <p:nvPr>
            <p:ph type="ftr" sz="quarter" idx="11"/>
          </p:nvPr>
        </p:nvSpPr>
        <p:spPr/>
        <p:txBody>
          <a:bodyPr/>
          <a:lstStyle>
            <a:lvl1pPr>
              <a:defRPr/>
            </a:lvl1pPr>
          </a:lstStyle>
          <a:p>
            <a:pPr>
              <a:defRPr/>
            </a:pPr>
            <a:r>
              <a:rPr lang="en-US"/>
              <a:t>Presentation Title Goes Here</a:t>
            </a:r>
          </a:p>
        </p:txBody>
      </p:sp>
      <p:sp>
        <p:nvSpPr>
          <p:cNvPr id="9" name="Slide Number Placeholder 5">
            <a:extLst/>
          </p:cNvPr>
          <p:cNvSpPr>
            <a:spLocks noGrp="1"/>
          </p:cNvSpPr>
          <p:nvPr>
            <p:ph type="sldNum" sz="quarter" idx="12"/>
          </p:nvPr>
        </p:nvSpPr>
        <p:spPr/>
        <p:txBody>
          <a:bodyPr/>
          <a:lstStyle>
            <a:lvl1pPr>
              <a:defRPr/>
            </a:lvl1pPr>
          </a:lstStyle>
          <a:p>
            <a:fld id="{C40D4B41-D514-44A1-9EB9-43F7AB727B66}" type="slidenum">
              <a:rPr lang="en-CA" altLang="en-US"/>
              <a:pPr/>
              <a:t>‹#›</a:t>
            </a:fld>
            <a:endParaRPr lang="en-CA" altLang="en-US"/>
          </a:p>
        </p:txBody>
      </p:sp>
    </p:spTree>
    <p:extLst>
      <p:ext uri="{BB962C8B-B14F-4D97-AF65-F5344CB8AC3E}">
        <p14:creationId xmlns:p14="http://schemas.microsoft.com/office/powerpoint/2010/main" val="421062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TextBox 4">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6" name="Straight Connector 5">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7"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a:extLst/>
          </p:cNvPr>
          <p:cNvSpPr>
            <a:spLocks noGrp="1"/>
          </p:cNvSpPr>
          <p:nvPr>
            <p:ph sz="half" idx="1"/>
          </p:nvPr>
        </p:nvSpPr>
        <p:spPr>
          <a:xfrm>
            <a:off x="1020600" y="1868400"/>
            <a:ext cx="3510000" cy="4449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p:cNvPr>
          <p:cNvSpPr>
            <a:spLocks noGrp="1"/>
          </p:cNvSpPr>
          <p:nvPr>
            <p:ph sz="half" idx="2"/>
          </p:nvPr>
        </p:nvSpPr>
        <p:spPr>
          <a:xfrm>
            <a:off x="5000625" y="1868400"/>
            <a:ext cx="3510000" cy="4449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4">
            <a:extLst/>
          </p:cNvPr>
          <p:cNvSpPr>
            <a:spLocks noGrp="1"/>
          </p:cNvSpPr>
          <p:nvPr>
            <p:ph type="dt" sz="half" idx="10"/>
          </p:nvPr>
        </p:nvSpPr>
        <p:spPr/>
        <p:txBody>
          <a:bodyPr/>
          <a:lstStyle>
            <a:lvl1pPr>
              <a:defRPr/>
            </a:lvl1pPr>
          </a:lstStyle>
          <a:p>
            <a:pPr>
              <a:defRPr/>
            </a:pPr>
            <a:r>
              <a:rPr lang="en-US"/>
              <a:t>DD Month 20XX</a:t>
            </a:r>
          </a:p>
        </p:txBody>
      </p:sp>
      <p:sp>
        <p:nvSpPr>
          <p:cNvPr id="9" name="Footer Placeholder 5">
            <a:extLst/>
          </p:cNvPr>
          <p:cNvSpPr>
            <a:spLocks noGrp="1"/>
          </p:cNvSpPr>
          <p:nvPr>
            <p:ph type="ftr" sz="quarter" idx="11"/>
          </p:nvPr>
        </p:nvSpPr>
        <p:spPr/>
        <p:txBody>
          <a:bodyPr/>
          <a:lstStyle>
            <a:lvl1pPr>
              <a:defRPr/>
            </a:lvl1pPr>
          </a:lstStyle>
          <a:p>
            <a:pPr>
              <a:defRPr/>
            </a:pPr>
            <a:r>
              <a:rPr lang="en-US"/>
              <a:t>Presentation Title Goes Here</a:t>
            </a:r>
          </a:p>
        </p:txBody>
      </p:sp>
      <p:sp>
        <p:nvSpPr>
          <p:cNvPr id="10" name="Slide Number Placeholder 6">
            <a:extLst/>
          </p:cNvPr>
          <p:cNvSpPr>
            <a:spLocks noGrp="1"/>
          </p:cNvSpPr>
          <p:nvPr>
            <p:ph type="sldNum" sz="quarter" idx="12"/>
          </p:nvPr>
        </p:nvSpPr>
        <p:spPr/>
        <p:txBody>
          <a:bodyPr/>
          <a:lstStyle>
            <a:lvl1pPr>
              <a:defRPr/>
            </a:lvl1pPr>
          </a:lstStyle>
          <a:p>
            <a:fld id="{85B07522-03CB-483E-9DB0-D04403E380FD}" type="slidenum">
              <a:rPr lang="en-CA" altLang="en-US"/>
              <a:pPr/>
              <a:t>‹#›</a:t>
            </a:fld>
            <a:endParaRPr lang="en-CA" altLang="en-US"/>
          </a:p>
        </p:txBody>
      </p:sp>
    </p:spTree>
    <p:extLst>
      <p:ext uri="{BB962C8B-B14F-4D97-AF65-F5344CB8AC3E}">
        <p14:creationId xmlns:p14="http://schemas.microsoft.com/office/powerpoint/2010/main" val="1380488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TextBox 6">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10" name="Straight Connector 9">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a:extLst/>
          </p:cNvPr>
          <p:cNvSpPr>
            <a:spLocks noGrp="1"/>
          </p:cNvSpPr>
          <p:nvPr>
            <p:ph sz="half" idx="1"/>
          </p:nvPr>
        </p:nvSpPr>
        <p:spPr>
          <a:xfrm>
            <a:off x="1020600" y="2352675"/>
            <a:ext cx="3510000" cy="39653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p:cNvPr>
          <p:cNvSpPr>
            <a:spLocks noGrp="1"/>
          </p:cNvSpPr>
          <p:nvPr>
            <p:ph sz="half" idx="2"/>
          </p:nvPr>
        </p:nvSpPr>
        <p:spPr>
          <a:xfrm>
            <a:off x="5000625" y="2352675"/>
            <a:ext cx="3510000" cy="39653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ext Placeholder 2">
            <a:extLst/>
          </p:cNvPr>
          <p:cNvSpPr>
            <a:spLocks noGrp="1"/>
          </p:cNvSpPr>
          <p:nvPr>
            <p:ph type="body" idx="13"/>
          </p:nvPr>
        </p:nvSpPr>
        <p:spPr>
          <a:xfrm>
            <a:off x="1020600" y="1868400"/>
            <a:ext cx="3510000" cy="37950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9" name="Text Placeholder 4">
            <a:extLst/>
          </p:cNvPr>
          <p:cNvSpPr>
            <a:spLocks noGrp="1"/>
          </p:cNvSpPr>
          <p:nvPr>
            <p:ph type="body" sz="quarter" idx="3"/>
          </p:nvPr>
        </p:nvSpPr>
        <p:spPr>
          <a:xfrm>
            <a:off x="5000625" y="1868400"/>
            <a:ext cx="3515916" cy="37950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Date Placeholder 4">
            <a:extLst/>
          </p:cNvPr>
          <p:cNvSpPr>
            <a:spLocks noGrp="1"/>
          </p:cNvSpPr>
          <p:nvPr>
            <p:ph type="dt" sz="half" idx="14"/>
          </p:nvPr>
        </p:nvSpPr>
        <p:spPr/>
        <p:txBody>
          <a:bodyPr/>
          <a:lstStyle>
            <a:lvl1pPr>
              <a:defRPr/>
            </a:lvl1pPr>
          </a:lstStyle>
          <a:p>
            <a:pPr>
              <a:defRPr/>
            </a:pPr>
            <a:r>
              <a:rPr lang="en-US"/>
              <a:t>DD Month 20XX</a:t>
            </a:r>
          </a:p>
        </p:txBody>
      </p:sp>
      <p:sp>
        <p:nvSpPr>
          <p:cNvPr id="13" name="Footer Placeholder 5">
            <a:extLst/>
          </p:cNvPr>
          <p:cNvSpPr>
            <a:spLocks noGrp="1"/>
          </p:cNvSpPr>
          <p:nvPr>
            <p:ph type="ftr" sz="quarter" idx="15"/>
          </p:nvPr>
        </p:nvSpPr>
        <p:spPr/>
        <p:txBody>
          <a:bodyPr/>
          <a:lstStyle>
            <a:lvl1pPr>
              <a:defRPr/>
            </a:lvl1pPr>
          </a:lstStyle>
          <a:p>
            <a:pPr>
              <a:defRPr/>
            </a:pPr>
            <a:r>
              <a:rPr lang="en-US"/>
              <a:t>Presentation Title Goes Here</a:t>
            </a:r>
          </a:p>
        </p:txBody>
      </p:sp>
      <p:sp>
        <p:nvSpPr>
          <p:cNvPr id="14" name="Slide Number Placeholder 6">
            <a:extLst/>
          </p:cNvPr>
          <p:cNvSpPr>
            <a:spLocks noGrp="1"/>
          </p:cNvSpPr>
          <p:nvPr>
            <p:ph type="sldNum" sz="quarter" idx="16"/>
          </p:nvPr>
        </p:nvSpPr>
        <p:spPr/>
        <p:txBody>
          <a:bodyPr/>
          <a:lstStyle>
            <a:lvl1pPr>
              <a:defRPr/>
            </a:lvl1pPr>
          </a:lstStyle>
          <a:p>
            <a:fld id="{C728B8C4-B646-4CE7-952E-EA90804D88A2}" type="slidenum">
              <a:rPr lang="en-CA" altLang="en-US"/>
              <a:pPr/>
              <a:t>‹#›</a:t>
            </a:fld>
            <a:endParaRPr lang="en-CA" altLang="en-US"/>
          </a:p>
        </p:txBody>
      </p:sp>
    </p:spTree>
    <p:extLst>
      <p:ext uri="{BB962C8B-B14F-4D97-AF65-F5344CB8AC3E}">
        <p14:creationId xmlns:p14="http://schemas.microsoft.com/office/powerpoint/2010/main" val="1184407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5" name="TextBox 4">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6" name="Straight Connector 5">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7"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hart Placeholder 7">
            <a:extLst/>
          </p:cNvPr>
          <p:cNvSpPr>
            <a:spLocks noGrp="1"/>
          </p:cNvSpPr>
          <p:nvPr>
            <p:ph type="chart" sz="quarter" idx="14"/>
          </p:nvPr>
        </p:nvSpPr>
        <p:spPr>
          <a:xfrm>
            <a:off x="4622006" y="771526"/>
            <a:ext cx="4229100" cy="5534025"/>
          </a:xfrm>
        </p:spPr>
        <p:txBody>
          <a:bodyPr/>
          <a:lstStyle>
            <a:lvl1pPr marL="0" indent="0">
              <a:buNone/>
              <a:defRPr/>
            </a:lvl1pPr>
          </a:lstStyle>
          <a:p>
            <a:pPr lvl="0"/>
            <a:r>
              <a:rPr lang="en-US" noProof="0" smtClean="0"/>
              <a:t>Click icon to add chart</a:t>
            </a:r>
            <a:endParaRPr lang="en-US" noProof="0" dirty="0"/>
          </a:p>
        </p:txBody>
      </p:sp>
      <p:sp>
        <p:nvSpPr>
          <p:cNvPr id="2" name="Title 1">
            <a:extLst/>
          </p:cNvPr>
          <p:cNvSpPr>
            <a:spLocks noGrp="1"/>
          </p:cNvSpPr>
          <p:nvPr>
            <p:ph type="title"/>
          </p:nvPr>
        </p:nvSpPr>
        <p:spPr>
          <a:xfrm>
            <a:off x="1021556" y="542926"/>
            <a:ext cx="3136107" cy="1114425"/>
          </a:xfrm>
        </p:spPr>
        <p:txBody>
          <a:bodyPr/>
          <a:lstStyle>
            <a:lvl1pPr>
              <a:defRPr>
                <a:solidFill>
                  <a:schemeClr val="tx2"/>
                </a:solidFill>
              </a:defRPr>
            </a:lvl1pPr>
          </a:lstStyle>
          <a:p>
            <a:r>
              <a:rPr lang="en-US" smtClean="0"/>
              <a:t>Click to edit Master title style</a:t>
            </a:r>
            <a:endParaRPr lang="en-US" dirty="0"/>
          </a:p>
        </p:txBody>
      </p:sp>
      <p:sp>
        <p:nvSpPr>
          <p:cNvPr id="3" name="Content Placeholder 2">
            <a:extLst/>
          </p:cNvPr>
          <p:cNvSpPr>
            <a:spLocks noGrp="1"/>
          </p:cNvSpPr>
          <p:nvPr>
            <p:ph idx="1"/>
          </p:nvPr>
        </p:nvSpPr>
        <p:spPr>
          <a:xfrm>
            <a:off x="1021556" y="1866901"/>
            <a:ext cx="3136107" cy="4448175"/>
          </a:xfrm>
        </p:spPr>
        <p:txBody>
          <a:bodyPr/>
          <a:lstStyle>
            <a:lvl1pPr marL="0" indent="0">
              <a:buNone/>
              <a:defRPr b="0"/>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3">
            <a:extLst/>
          </p:cNvPr>
          <p:cNvSpPr>
            <a:spLocks noGrp="1"/>
          </p:cNvSpPr>
          <p:nvPr>
            <p:ph type="dt" sz="half" idx="15"/>
          </p:nvPr>
        </p:nvSpPr>
        <p:spPr/>
        <p:txBody>
          <a:bodyPr/>
          <a:lstStyle>
            <a:lvl1pPr>
              <a:defRPr/>
            </a:lvl1pPr>
          </a:lstStyle>
          <a:p>
            <a:pPr>
              <a:defRPr/>
            </a:pPr>
            <a:r>
              <a:rPr lang="en-US"/>
              <a:t>DD Month 20XX</a:t>
            </a:r>
          </a:p>
        </p:txBody>
      </p:sp>
      <p:sp>
        <p:nvSpPr>
          <p:cNvPr id="10" name="Footer Placeholder 4">
            <a:extLst/>
          </p:cNvPr>
          <p:cNvSpPr>
            <a:spLocks noGrp="1"/>
          </p:cNvSpPr>
          <p:nvPr>
            <p:ph type="ftr" sz="quarter" idx="16"/>
          </p:nvPr>
        </p:nvSpPr>
        <p:spPr/>
        <p:txBody>
          <a:bodyPr/>
          <a:lstStyle>
            <a:lvl1pPr>
              <a:defRPr/>
            </a:lvl1pPr>
          </a:lstStyle>
          <a:p>
            <a:pPr>
              <a:defRPr/>
            </a:pPr>
            <a:r>
              <a:rPr lang="en-US"/>
              <a:t>Presentation Title Goes Here</a:t>
            </a:r>
          </a:p>
        </p:txBody>
      </p:sp>
      <p:sp>
        <p:nvSpPr>
          <p:cNvPr id="11" name="Slide Number Placeholder 5">
            <a:extLst/>
          </p:cNvPr>
          <p:cNvSpPr>
            <a:spLocks noGrp="1"/>
          </p:cNvSpPr>
          <p:nvPr>
            <p:ph type="sldNum" sz="quarter" idx="17"/>
          </p:nvPr>
        </p:nvSpPr>
        <p:spPr/>
        <p:txBody>
          <a:bodyPr/>
          <a:lstStyle>
            <a:lvl1pPr>
              <a:defRPr/>
            </a:lvl1pPr>
          </a:lstStyle>
          <a:p>
            <a:fld id="{33909EF2-DB4D-47EA-A163-19BC1A749C8B}" type="slidenum">
              <a:rPr lang="en-CA" altLang="en-US"/>
              <a:pPr/>
              <a:t>‹#›</a:t>
            </a:fld>
            <a:endParaRPr lang="en-CA" altLang="en-US"/>
          </a:p>
        </p:txBody>
      </p:sp>
    </p:spTree>
    <p:extLst>
      <p:ext uri="{BB962C8B-B14F-4D97-AF65-F5344CB8AC3E}">
        <p14:creationId xmlns:p14="http://schemas.microsoft.com/office/powerpoint/2010/main" val="2325588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TextBox 4">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6" name="Straight Connector 5">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7"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a:xfrm>
            <a:off x="1021556" y="542926"/>
            <a:ext cx="3136107" cy="1114425"/>
          </a:xfrm>
        </p:spPr>
        <p:txBody>
          <a:bodyPr/>
          <a:lstStyle>
            <a:lvl1pPr>
              <a:defRPr>
                <a:solidFill>
                  <a:schemeClr val="tx2"/>
                </a:solidFill>
              </a:defRPr>
            </a:lvl1pPr>
          </a:lstStyle>
          <a:p>
            <a:r>
              <a:rPr lang="en-US" smtClean="0"/>
              <a:t>Click to edit Master title style</a:t>
            </a:r>
            <a:endParaRPr lang="en-US" dirty="0"/>
          </a:p>
        </p:txBody>
      </p:sp>
      <p:sp>
        <p:nvSpPr>
          <p:cNvPr id="3" name="Content Placeholder 2">
            <a:extLst/>
          </p:cNvPr>
          <p:cNvSpPr>
            <a:spLocks noGrp="1"/>
          </p:cNvSpPr>
          <p:nvPr>
            <p:ph idx="1"/>
          </p:nvPr>
        </p:nvSpPr>
        <p:spPr>
          <a:xfrm>
            <a:off x="1021556" y="1866901"/>
            <a:ext cx="3136107" cy="444817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Picture Placeholder 8">
            <a:extLst/>
          </p:cNvPr>
          <p:cNvSpPr>
            <a:spLocks noGrp="1"/>
          </p:cNvSpPr>
          <p:nvPr>
            <p:ph type="pic" sz="quarter" idx="13"/>
          </p:nvPr>
        </p:nvSpPr>
        <p:spPr>
          <a:xfrm>
            <a:off x="4622006" y="771526"/>
            <a:ext cx="4229100" cy="5534025"/>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8" name="Date Placeholder 3">
            <a:extLst/>
          </p:cNvPr>
          <p:cNvSpPr>
            <a:spLocks noGrp="1"/>
          </p:cNvSpPr>
          <p:nvPr>
            <p:ph type="dt" sz="half" idx="14"/>
          </p:nvPr>
        </p:nvSpPr>
        <p:spPr/>
        <p:txBody>
          <a:bodyPr/>
          <a:lstStyle>
            <a:lvl1pPr>
              <a:defRPr/>
            </a:lvl1pPr>
          </a:lstStyle>
          <a:p>
            <a:pPr>
              <a:defRPr/>
            </a:pPr>
            <a:r>
              <a:rPr lang="en-US"/>
              <a:t>DD Month 20XX</a:t>
            </a:r>
          </a:p>
        </p:txBody>
      </p:sp>
      <p:sp>
        <p:nvSpPr>
          <p:cNvPr id="10" name="Footer Placeholder 4">
            <a:extLst/>
          </p:cNvPr>
          <p:cNvSpPr>
            <a:spLocks noGrp="1"/>
          </p:cNvSpPr>
          <p:nvPr>
            <p:ph type="ftr" sz="quarter" idx="15"/>
          </p:nvPr>
        </p:nvSpPr>
        <p:spPr/>
        <p:txBody>
          <a:bodyPr/>
          <a:lstStyle>
            <a:lvl1pPr>
              <a:defRPr/>
            </a:lvl1pPr>
          </a:lstStyle>
          <a:p>
            <a:pPr>
              <a:defRPr/>
            </a:pPr>
            <a:r>
              <a:rPr lang="en-US"/>
              <a:t>Presentation Title Goes Here</a:t>
            </a:r>
          </a:p>
        </p:txBody>
      </p:sp>
      <p:sp>
        <p:nvSpPr>
          <p:cNvPr id="11" name="Slide Number Placeholder 5">
            <a:extLst/>
          </p:cNvPr>
          <p:cNvSpPr>
            <a:spLocks noGrp="1"/>
          </p:cNvSpPr>
          <p:nvPr>
            <p:ph type="sldNum" sz="quarter" idx="16"/>
          </p:nvPr>
        </p:nvSpPr>
        <p:spPr/>
        <p:txBody>
          <a:bodyPr/>
          <a:lstStyle>
            <a:lvl1pPr>
              <a:defRPr/>
            </a:lvl1pPr>
          </a:lstStyle>
          <a:p>
            <a:fld id="{5B4BF831-6CA7-4671-A13C-B35234A719DD}" type="slidenum">
              <a:rPr lang="en-CA" altLang="en-US"/>
              <a:pPr/>
              <a:t>‹#›</a:t>
            </a:fld>
            <a:endParaRPr lang="en-CA" altLang="en-US"/>
          </a:p>
        </p:txBody>
      </p:sp>
    </p:spTree>
    <p:extLst>
      <p:ext uri="{BB962C8B-B14F-4D97-AF65-F5344CB8AC3E}">
        <p14:creationId xmlns:p14="http://schemas.microsoft.com/office/powerpoint/2010/main" val="2307255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6" name="TextBox 5">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7" name="Straight Connector 6">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8"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a:xfrm>
            <a:off x="621507" y="542926"/>
            <a:ext cx="7908131" cy="1114425"/>
          </a:xfrm>
        </p:spPr>
        <p:txBody>
          <a:bodyPr/>
          <a:lstStyle>
            <a:lvl1pPr algn="ctr">
              <a:defRPr>
                <a:solidFill>
                  <a:schemeClr val="tx2"/>
                </a:solidFill>
              </a:defRPr>
            </a:lvl1pPr>
          </a:lstStyle>
          <a:p>
            <a:r>
              <a:rPr lang="en-US" smtClean="0"/>
              <a:t>Click to edit Master title style</a:t>
            </a:r>
            <a:endParaRPr lang="en-US" dirty="0"/>
          </a:p>
        </p:txBody>
      </p:sp>
      <p:sp>
        <p:nvSpPr>
          <p:cNvPr id="13" name="Picture Placeholder 12">
            <a:extLst/>
          </p:cNvPr>
          <p:cNvSpPr>
            <a:spLocks noGrp="1"/>
          </p:cNvSpPr>
          <p:nvPr>
            <p:ph type="pic" sz="quarter" idx="13"/>
          </p:nvPr>
        </p:nvSpPr>
        <p:spPr>
          <a:xfrm>
            <a:off x="3178969" y="2752725"/>
            <a:ext cx="2786063" cy="3562350"/>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14" name="Picture Placeholder 12">
            <a:extLst/>
          </p:cNvPr>
          <p:cNvSpPr>
            <a:spLocks noGrp="1"/>
          </p:cNvSpPr>
          <p:nvPr>
            <p:ph type="pic" sz="quarter" idx="14"/>
          </p:nvPr>
        </p:nvSpPr>
        <p:spPr>
          <a:xfrm>
            <a:off x="300037" y="2752725"/>
            <a:ext cx="2786063" cy="3562350"/>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15" name="Picture Placeholder 12">
            <a:extLst/>
          </p:cNvPr>
          <p:cNvSpPr>
            <a:spLocks noGrp="1"/>
          </p:cNvSpPr>
          <p:nvPr>
            <p:ph type="pic" sz="quarter" idx="15"/>
          </p:nvPr>
        </p:nvSpPr>
        <p:spPr>
          <a:xfrm>
            <a:off x="6057900" y="2752725"/>
            <a:ext cx="2786063" cy="3562350"/>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9" name="Date Placeholder 3">
            <a:extLst/>
          </p:cNvPr>
          <p:cNvSpPr>
            <a:spLocks noGrp="1"/>
          </p:cNvSpPr>
          <p:nvPr>
            <p:ph type="dt" sz="half" idx="16"/>
          </p:nvPr>
        </p:nvSpPr>
        <p:spPr/>
        <p:txBody>
          <a:bodyPr/>
          <a:lstStyle>
            <a:lvl1pPr>
              <a:defRPr/>
            </a:lvl1pPr>
          </a:lstStyle>
          <a:p>
            <a:pPr>
              <a:defRPr/>
            </a:pPr>
            <a:r>
              <a:rPr lang="en-US"/>
              <a:t>DD Month 20XX</a:t>
            </a:r>
          </a:p>
        </p:txBody>
      </p:sp>
      <p:sp>
        <p:nvSpPr>
          <p:cNvPr id="10" name="Footer Placeholder 4">
            <a:extLst/>
          </p:cNvPr>
          <p:cNvSpPr>
            <a:spLocks noGrp="1"/>
          </p:cNvSpPr>
          <p:nvPr>
            <p:ph type="ftr" sz="quarter" idx="17"/>
          </p:nvPr>
        </p:nvSpPr>
        <p:spPr/>
        <p:txBody>
          <a:bodyPr/>
          <a:lstStyle>
            <a:lvl1pPr>
              <a:defRPr/>
            </a:lvl1pPr>
          </a:lstStyle>
          <a:p>
            <a:pPr>
              <a:defRPr/>
            </a:pPr>
            <a:r>
              <a:rPr lang="en-US"/>
              <a:t>Presentation Title Goes Here</a:t>
            </a:r>
          </a:p>
        </p:txBody>
      </p:sp>
      <p:sp>
        <p:nvSpPr>
          <p:cNvPr id="11" name="Slide Number Placeholder 5">
            <a:extLst/>
          </p:cNvPr>
          <p:cNvSpPr>
            <a:spLocks noGrp="1"/>
          </p:cNvSpPr>
          <p:nvPr>
            <p:ph type="sldNum" sz="quarter" idx="18"/>
          </p:nvPr>
        </p:nvSpPr>
        <p:spPr/>
        <p:txBody>
          <a:bodyPr/>
          <a:lstStyle>
            <a:lvl1pPr>
              <a:defRPr/>
            </a:lvl1pPr>
          </a:lstStyle>
          <a:p>
            <a:fld id="{DD06D131-E652-4C90-8863-9BBFF21482BE}" type="slidenum">
              <a:rPr lang="en-CA" altLang="en-US"/>
              <a:pPr/>
              <a:t>‹#›</a:t>
            </a:fld>
            <a:endParaRPr lang="en-CA" altLang="en-US"/>
          </a:p>
        </p:txBody>
      </p:sp>
    </p:spTree>
    <p:extLst>
      <p:ext uri="{BB962C8B-B14F-4D97-AF65-F5344CB8AC3E}">
        <p14:creationId xmlns:p14="http://schemas.microsoft.com/office/powerpoint/2010/main" val="180794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6" name="TextBox 5">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7" name="Straight Connector 6">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8"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a:xfrm>
            <a:off x="1021556" y="1114425"/>
            <a:ext cx="4757738" cy="1438275"/>
          </a:xfrm>
        </p:spPr>
        <p:txBody>
          <a:bodyPr anchor="t"/>
          <a:lstStyle>
            <a:lvl1pPr algn="l">
              <a:lnSpc>
                <a:spcPct val="100000"/>
              </a:lnSpc>
              <a:defRPr>
                <a:solidFill>
                  <a:schemeClr val="tx2"/>
                </a:solidFill>
              </a:defRPr>
            </a:lvl1pPr>
          </a:lstStyle>
          <a:p>
            <a:r>
              <a:rPr lang="en-US" smtClean="0"/>
              <a:t>Click to edit Master title style</a:t>
            </a:r>
            <a:endParaRPr lang="en-US" dirty="0"/>
          </a:p>
        </p:txBody>
      </p:sp>
      <p:sp>
        <p:nvSpPr>
          <p:cNvPr id="13" name="Picture Placeholder 12">
            <a:extLst/>
          </p:cNvPr>
          <p:cNvSpPr>
            <a:spLocks noGrp="1"/>
          </p:cNvSpPr>
          <p:nvPr>
            <p:ph type="pic" sz="quarter" idx="13"/>
          </p:nvPr>
        </p:nvSpPr>
        <p:spPr>
          <a:xfrm>
            <a:off x="3178969" y="2752725"/>
            <a:ext cx="2786063" cy="3562350"/>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14" name="Picture Placeholder 12">
            <a:extLst/>
          </p:cNvPr>
          <p:cNvSpPr>
            <a:spLocks noGrp="1"/>
          </p:cNvSpPr>
          <p:nvPr>
            <p:ph type="pic" sz="quarter" idx="14"/>
          </p:nvPr>
        </p:nvSpPr>
        <p:spPr>
          <a:xfrm>
            <a:off x="300037" y="2752725"/>
            <a:ext cx="2786063" cy="3562350"/>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15" name="Picture Placeholder 12">
            <a:extLst/>
          </p:cNvPr>
          <p:cNvSpPr>
            <a:spLocks noGrp="1"/>
          </p:cNvSpPr>
          <p:nvPr>
            <p:ph type="pic" sz="quarter" idx="15"/>
          </p:nvPr>
        </p:nvSpPr>
        <p:spPr>
          <a:xfrm>
            <a:off x="6057900" y="762001"/>
            <a:ext cx="2786063" cy="5553075"/>
          </a:xfrm>
          <a:solidFill>
            <a:schemeClr val="bg1">
              <a:lumMod val="85000"/>
            </a:schemeClr>
          </a:solidFill>
        </p:spPr>
        <p:txBody>
          <a:bodyPr/>
          <a:lstStyle>
            <a:lvl1pPr marL="0" indent="0">
              <a:buNone/>
              <a:defRPr/>
            </a:lvl1pPr>
          </a:lstStyle>
          <a:p>
            <a:pPr lvl="0"/>
            <a:r>
              <a:rPr lang="en-US" noProof="0" smtClean="0"/>
              <a:t>Click icon to add picture</a:t>
            </a:r>
            <a:endParaRPr lang="en-US" noProof="0" dirty="0"/>
          </a:p>
        </p:txBody>
      </p:sp>
      <p:sp>
        <p:nvSpPr>
          <p:cNvPr id="9" name="Date Placeholder 3">
            <a:extLst/>
          </p:cNvPr>
          <p:cNvSpPr>
            <a:spLocks noGrp="1"/>
          </p:cNvSpPr>
          <p:nvPr>
            <p:ph type="dt" sz="half" idx="16"/>
          </p:nvPr>
        </p:nvSpPr>
        <p:spPr/>
        <p:txBody>
          <a:bodyPr/>
          <a:lstStyle>
            <a:lvl1pPr>
              <a:defRPr/>
            </a:lvl1pPr>
          </a:lstStyle>
          <a:p>
            <a:pPr>
              <a:defRPr/>
            </a:pPr>
            <a:r>
              <a:rPr lang="en-US"/>
              <a:t>DD Month 20XX</a:t>
            </a:r>
          </a:p>
        </p:txBody>
      </p:sp>
      <p:sp>
        <p:nvSpPr>
          <p:cNvPr id="10" name="Footer Placeholder 4">
            <a:extLst/>
          </p:cNvPr>
          <p:cNvSpPr>
            <a:spLocks noGrp="1"/>
          </p:cNvSpPr>
          <p:nvPr>
            <p:ph type="ftr" sz="quarter" idx="17"/>
          </p:nvPr>
        </p:nvSpPr>
        <p:spPr/>
        <p:txBody>
          <a:bodyPr/>
          <a:lstStyle>
            <a:lvl1pPr>
              <a:defRPr/>
            </a:lvl1pPr>
          </a:lstStyle>
          <a:p>
            <a:pPr>
              <a:defRPr/>
            </a:pPr>
            <a:r>
              <a:rPr lang="en-US"/>
              <a:t>Presentation Title Goes Here</a:t>
            </a:r>
          </a:p>
        </p:txBody>
      </p:sp>
      <p:sp>
        <p:nvSpPr>
          <p:cNvPr id="11" name="Slide Number Placeholder 5">
            <a:extLst/>
          </p:cNvPr>
          <p:cNvSpPr>
            <a:spLocks noGrp="1"/>
          </p:cNvSpPr>
          <p:nvPr>
            <p:ph type="sldNum" sz="quarter" idx="18"/>
          </p:nvPr>
        </p:nvSpPr>
        <p:spPr/>
        <p:txBody>
          <a:bodyPr/>
          <a:lstStyle>
            <a:lvl1pPr>
              <a:defRPr/>
            </a:lvl1pPr>
          </a:lstStyle>
          <a:p>
            <a:fld id="{AE00E170-7E58-47E4-8EE7-90C955F87CFE}" type="slidenum">
              <a:rPr lang="en-CA" altLang="en-US"/>
              <a:pPr/>
              <a:t>‹#›</a:t>
            </a:fld>
            <a:endParaRPr lang="en-CA" altLang="en-US"/>
          </a:p>
        </p:txBody>
      </p:sp>
    </p:spTree>
    <p:extLst>
      <p:ext uri="{BB962C8B-B14F-4D97-AF65-F5344CB8AC3E}">
        <p14:creationId xmlns:p14="http://schemas.microsoft.com/office/powerpoint/2010/main" val="4169888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Box 2">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cxnSp>
        <p:nvCxnSpPr>
          <p:cNvPr id="4" name="Straight Connector 3">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5"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6" name="Date Placeholder 2">
            <a:extLst/>
          </p:cNvPr>
          <p:cNvSpPr>
            <a:spLocks noGrp="1"/>
          </p:cNvSpPr>
          <p:nvPr>
            <p:ph type="dt" sz="half" idx="10"/>
          </p:nvPr>
        </p:nvSpPr>
        <p:spPr/>
        <p:txBody>
          <a:bodyPr/>
          <a:lstStyle>
            <a:lvl1pPr>
              <a:defRPr/>
            </a:lvl1pPr>
          </a:lstStyle>
          <a:p>
            <a:pPr>
              <a:defRPr/>
            </a:pPr>
            <a:r>
              <a:rPr lang="en-US"/>
              <a:t>DD Month 20XX</a:t>
            </a:r>
          </a:p>
        </p:txBody>
      </p:sp>
      <p:sp>
        <p:nvSpPr>
          <p:cNvPr id="7" name="Footer Placeholder 3">
            <a:extLst/>
          </p:cNvPr>
          <p:cNvSpPr>
            <a:spLocks noGrp="1"/>
          </p:cNvSpPr>
          <p:nvPr>
            <p:ph type="ftr" sz="quarter" idx="11"/>
          </p:nvPr>
        </p:nvSpPr>
        <p:spPr/>
        <p:txBody>
          <a:bodyPr/>
          <a:lstStyle>
            <a:lvl1pPr>
              <a:defRPr/>
            </a:lvl1pPr>
          </a:lstStyle>
          <a:p>
            <a:pPr>
              <a:defRPr/>
            </a:pPr>
            <a:r>
              <a:rPr lang="en-US"/>
              <a:t>Presentation Title Goes Here</a:t>
            </a:r>
          </a:p>
        </p:txBody>
      </p:sp>
      <p:sp>
        <p:nvSpPr>
          <p:cNvPr id="8" name="Slide Number Placeholder 4">
            <a:extLst/>
          </p:cNvPr>
          <p:cNvSpPr>
            <a:spLocks noGrp="1"/>
          </p:cNvSpPr>
          <p:nvPr>
            <p:ph type="sldNum" sz="quarter" idx="12"/>
          </p:nvPr>
        </p:nvSpPr>
        <p:spPr/>
        <p:txBody>
          <a:bodyPr/>
          <a:lstStyle>
            <a:lvl1pPr>
              <a:defRPr/>
            </a:lvl1pPr>
          </a:lstStyle>
          <a:p>
            <a:fld id="{C57BD88B-5665-4F3D-9F73-CA6AD07CA3F7}" type="slidenum">
              <a:rPr lang="en-CA" altLang="en-US"/>
              <a:pPr/>
              <a:t>‹#›</a:t>
            </a:fld>
            <a:endParaRPr lang="en-CA" altLang="en-US"/>
          </a:p>
        </p:txBody>
      </p:sp>
    </p:spTree>
    <p:extLst>
      <p:ext uri="{BB962C8B-B14F-4D97-AF65-F5344CB8AC3E}">
        <p14:creationId xmlns:p14="http://schemas.microsoft.com/office/powerpoint/2010/main" val="2062803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3" name="TextBox 2">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dirty="0" err="1">
                <a:solidFill>
                  <a:srgbClr val="1B5FAA"/>
                </a:solidFill>
                <a:latin typeface="+mn-lt"/>
                <a:cs typeface="+mn-cs"/>
              </a:rPr>
              <a:t>ku.ac.ae</a:t>
            </a:r>
            <a:endParaRPr lang="en-US" sz="850" dirty="0">
              <a:solidFill>
                <a:srgbClr val="1B5FAA"/>
              </a:solidFill>
              <a:latin typeface="+mn-lt"/>
              <a:cs typeface="+mn-cs"/>
            </a:endParaRPr>
          </a:p>
        </p:txBody>
      </p:sp>
      <p:cxnSp>
        <p:nvCxnSpPr>
          <p:cNvPr id="4" name="Straight Connector 3">
            <a:extLst/>
          </p:cNvPr>
          <p:cNvCxnSpPr/>
          <p:nvPr/>
        </p:nvCxnSpPr>
        <p:spPr>
          <a:xfrm>
            <a:off x="287338" y="533400"/>
            <a:ext cx="8599487"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5"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215900"/>
            <a:ext cx="14843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6" name="Date Placeholder 2">
            <a:extLst/>
          </p:cNvPr>
          <p:cNvSpPr>
            <a:spLocks noGrp="1"/>
          </p:cNvSpPr>
          <p:nvPr>
            <p:ph type="dt" sz="half" idx="10"/>
          </p:nvPr>
        </p:nvSpPr>
        <p:spPr/>
        <p:txBody>
          <a:bodyPr/>
          <a:lstStyle>
            <a:lvl1pPr>
              <a:defRPr dirty="0">
                <a:solidFill>
                  <a:srgbClr val="1B5FAA"/>
                </a:solidFill>
              </a:defRPr>
            </a:lvl1pPr>
          </a:lstStyle>
          <a:p>
            <a:pPr>
              <a:defRPr/>
            </a:pPr>
            <a:r>
              <a:rPr lang="en-US"/>
              <a:t>DD Month 20XX</a:t>
            </a:r>
          </a:p>
        </p:txBody>
      </p:sp>
      <p:sp>
        <p:nvSpPr>
          <p:cNvPr id="7" name="Footer Placeholder 3">
            <a:extLst/>
          </p:cNvPr>
          <p:cNvSpPr>
            <a:spLocks noGrp="1"/>
          </p:cNvSpPr>
          <p:nvPr>
            <p:ph type="ftr" sz="quarter" idx="11"/>
          </p:nvPr>
        </p:nvSpPr>
        <p:spPr/>
        <p:txBody>
          <a:bodyPr/>
          <a:lstStyle>
            <a:lvl1pPr>
              <a:defRPr dirty="0">
                <a:solidFill>
                  <a:srgbClr val="1B5FAA"/>
                </a:solidFill>
              </a:defRPr>
            </a:lvl1pPr>
          </a:lstStyle>
          <a:p>
            <a:pPr>
              <a:defRPr/>
            </a:pPr>
            <a:r>
              <a:rPr lang="en-US"/>
              <a:t>Presentation Title Goes Here</a:t>
            </a:r>
          </a:p>
        </p:txBody>
      </p:sp>
      <p:sp>
        <p:nvSpPr>
          <p:cNvPr id="8" name="Slide Number Placeholder 4">
            <a:extLst/>
          </p:cNvPr>
          <p:cNvSpPr>
            <a:spLocks noGrp="1"/>
          </p:cNvSpPr>
          <p:nvPr>
            <p:ph type="sldNum" sz="quarter" idx="12"/>
          </p:nvPr>
        </p:nvSpPr>
        <p:spPr/>
        <p:txBody>
          <a:bodyPr/>
          <a:lstStyle>
            <a:lvl1pPr>
              <a:defRPr>
                <a:solidFill>
                  <a:srgbClr val="1B5FAA"/>
                </a:solidFill>
              </a:defRPr>
            </a:lvl1pPr>
          </a:lstStyle>
          <a:p>
            <a:fld id="{33EF29A7-48D3-4519-9107-ED28B232F4AF}" type="slidenum">
              <a:rPr lang="en-CA" altLang="en-US"/>
              <a:pPr/>
              <a:t>‹#›</a:t>
            </a:fld>
            <a:endParaRPr lang="en-CA" altLang="en-US"/>
          </a:p>
        </p:txBody>
      </p:sp>
    </p:spTree>
    <p:extLst>
      <p:ext uri="{BB962C8B-B14F-4D97-AF65-F5344CB8AC3E}">
        <p14:creationId xmlns:p14="http://schemas.microsoft.com/office/powerpoint/2010/main" val="3709915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p:cNvPr>
          <p:cNvSpPr>
            <a:spLocks noGrp="1"/>
          </p:cNvSpPr>
          <p:nvPr>
            <p:ph type="dt" sz="half" idx="10"/>
          </p:nvPr>
        </p:nvSpPr>
        <p:spPr/>
        <p:txBody>
          <a:bodyPr/>
          <a:lstStyle>
            <a:lvl1pPr>
              <a:defRPr/>
            </a:lvl1pPr>
          </a:lstStyle>
          <a:p>
            <a:pPr>
              <a:defRPr/>
            </a:pPr>
            <a:r>
              <a:rPr lang="en-US"/>
              <a:t>DD Month 20XX</a:t>
            </a:r>
          </a:p>
        </p:txBody>
      </p:sp>
      <p:sp>
        <p:nvSpPr>
          <p:cNvPr id="3" name="Footer Placeholder 4">
            <a:extLst/>
          </p:cNvPr>
          <p:cNvSpPr>
            <a:spLocks noGrp="1"/>
          </p:cNvSpPr>
          <p:nvPr>
            <p:ph type="ftr" sz="quarter" idx="11"/>
          </p:nvPr>
        </p:nvSpPr>
        <p:spPr/>
        <p:txBody>
          <a:bodyPr/>
          <a:lstStyle>
            <a:lvl1pPr>
              <a:defRPr/>
            </a:lvl1pPr>
          </a:lstStyle>
          <a:p>
            <a:pPr>
              <a:defRPr/>
            </a:pPr>
            <a:r>
              <a:rPr lang="en-US"/>
              <a:t>Presentation Title Goes Here</a:t>
            </a:r>
          </a:p>
        </p:txBody>
      </p:sp>
      <p:sp>
        <p:nvSpPr>
          <p:cNvPr id="4" name="Slide Number Placeholder 5">
            <a:extLst/>
          </p:cNvPr>
          <p:cNvSpPr>
            <a:spLocks noGrp="1"/>
          </p:cNvSpPr>
          <p:nvPr>
            <p:ph type="sldNum" sz="quarter" idx="12"/>
          </p:nvPr>
        </p:nvSpPr>
        <p:spPr/>
        <p:txBody>
          <a:bodyPr/>
          <a:lstStyle>
            <a:lvl1pPr>
              <a:defRPr/>
            </a:lvl1pPr>
          </a:lstStyle>
          <a:p>
            <a:fld id="{70B26AFB-BF28-4407-B4BF-F79B48D4CFAD}" type="slidenum">
              <a:rPr lang="en-CA" altLang="en-US"/>
              <a:pPr/>
              <a:t>‹#›</a:t>
            </a:fld>
            <a:endParaRPr lang="en-CA" altLang="en-US"/>
          </a:p>
        </p:txBody>
      </p:sp>
    </p:spTree>
    <p:extLst>
      <p:ext uri="{BB962C8B-B14F-4D97-AF65-F5344CB8AC3E}">
        <p14:creationId xmlns:p14="http://schemas.microsoft.com/office/powerpoint/2010/main" val="2166075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4" name="TextBox 3">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pic>
        <p:nvPicPr>
          <p:cNvPr id="5" name="Picture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038" y="233363"/>
            <a:ext cx="14954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a:xfrm>
            <a:off x="623887" y="1204914"/>
            <a:ext cx="7886700" cy="2852737"/>
          </a:xfrm>
        </p:spPr>
        <p:txBody>
          <a:bodyPr/>
          <a:lstStyle>
            <a:lvl1pPr algn="ctr">
              <a:lnSpc>
                <a:spcPct val="100000"/>
              </a:lnSpc>
              <a:defRPr sz="6000">
                <a:solidFill>
                  <a:schemeClr val="tx2"/>
                </a:solidFill>
              </a:defRPr>
            </a:lvl1pPr>
          </a:lstStyle>
          <a:p>
            <a:r>
              <a:rPr lang="en-US" smtClean="0"/>
              <a:t>Click to edit Master title style</a:t>
            </a:r>
            <a:endParaRPr lang="en-US" dirty="0"/>
          </a:p>
        </p:txBody>
      </p:sp>
      <p:sp>
        <p:nvSpPr>
          <p:cNvPr id="3" name="Text Placeholder 2">
            <a:extLst/>
          </p:cNvPr>
          <p:cNvSpPr>
            <a:spLocks noGrp="1"/>
          </p:cNvSpPr>
          <p:nvPr>
            <p:ph type="body" idx="1"/>
          </p:nvPr>
        </p:nvSpPr>
        <p:spPr>
          <a:xfrm>
            <a:off x="623887" y="4000500"/>
            <a:ext cx="7886700" cy="1584326"/>
          </a:xfrm>
        </p:spPr>
        <p:txBody>
          <a:bodyPr/>
          <a:lstStyle>
            <a:lvl1pPr marL="0" indent="0" algn="ctr">
              <a:buNone/>
              <a:defRPr sz="38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6" name="Date Placeholder 3">
            <a:extLst/>
          </p:cNvPr>
          <p:cNvSpPr>
            <a:spLocks noGrp="1"/>
          </p:cNvSpPr>
          <p:nvPr>
            <p:ph type="dt" sz="half" idx="10"/>
          </p:nvPr>
        </p:nvSpPr>
        <p:spPr/>
        <p:txBody>
          <a:bodyPr/>
          <a:lstStyle>
            <a:lvl1pPr>
              <a:defRPr/>
            </a:lvl1pPr>
          </a:lstStyle>
          <a:p>
            <a:pPr>
              <a:defRPr/>
            </a:pPr>
            <a:r>
              <a:rPr lang="en-US"/>
              <a:t>DD Month 20XX</a:t>
            </a:r>
          </a:p>
        </p:txBody>
      </p:sp>
      <p:sp>
        <p:nvSpPr>
          <p:cNvPr id="7" name="Footer Placeholder 4">
            <a:extLst/>
          </p:cNvPr>
          <p:cNvSpPr>
            <a:spLocks noGrp="1"/>
          </p:cNvSpPr>
          <p:nvPr>
            <p:ph type="ftr" sz="quarter" idx="11"/>
          </p:nvPr>
        </p:nvSpPr>
        <p:spPr/>
        <p:txBody>
          <a:bodyPr/>
          <a:lstStyle>
            <a:lvl1pPr>
              <a:defRPr/>
            </a:lvl1pPr>
          </a:lstStyle>
          <a:p>
            <a:pPr>
              <a:defRPr/>
            </a:pPr>
            <a:r>
              <a:rPr lang="en-US"/>
              <a:t>Presentation Title Goes Here</a:t>
            </a:r>
          </a:p>
        </p:txBody>
      </p:sp>
      <p:sp>
        <p:nvSpPr>
          <p:cNvPr id="8" name="Slide Number Placeholder 5">
            <a:extLst/>
          </p:cNvPr>
          <p:cNvSpPr>
            <a:spLocks noGrp="1"/>
          </p:cNvSpPr>
          <p:nvPr>
            <p:ph type="sldNum" sz="quarter" idx="12"/>
          </p:nvPr>
        </p:nvSpPr>
        <p:spPr/>
        <p:txBody>
          <a:bodyPr/>
          <a:lstStyle>
            <a:lvl1pPr>
              <a:defRPr/>
            </a:lvl1pPr>
          </a:lstStyle>
          <a:p>
            <a:fld id="{B3728360-0B9C-4B75-AA9F-1711506D9E0E}" type="slidenum">
              <a:rPr lang="en-CA" altLang="en-US"/>
              <a:pPr/>
              <a:t>‹#›</a:t>
            </a:fld>
            <a:endParaRPr lang="en-CA" altLang="en-US"/>
          </a:p>
        </p:txBody>
      </p:sp>
    </p:spTree>
    <p:extLst>
      <p:ext uri="{BB962C8B-B14F-4D97-AF65-F5344CB8AC3E}">
        <p14:creationId xmlns:p14="http://schemas.microsoft.com/office/powerpoint/2010/main" val="3953132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rgbClr val="262626"/>
        </a:solidFill>
        <a:effectLst/>
      </p:bgPr>
    </p:bg>
    <p:spTree>
      <p:nvGrpSpPr>
        <p:cNvPr id="1" name=""/>
        <p:cNvGrpSpPr/>
        <p:nvPr/>
      </p:nvGrpSpPr>
      <p:grpSpPr>
        <a:xfrm>
          <a:off x="0" y="0"/>
          <a:ext cx="0" cy="0"/>
          <a:chOff x="0" y="0"/>
          <a:chExt cx="0" cy="0"/>
        </a:xfrm>
      </p:grpSpPr>
      <p:sp>
        <p:nvSpPr>
          <p:cNvPr id="3" name="TextBox 2">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pic>
        <p:nvPicPr>
          <p:cNvPr id="4" name="Kuva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513" y="241300"/>
            <a:ext cx="15748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p:cNvPr>
          <p:cNvSpPr>
            <a:spLocks noGrp="1"/>
          </p:cNvSpPr>
          <p:nvPr>
            <p:ph type="title"/>
          </p:nvPr>
        </p:nvSpPr>
        <p:spPr>
          <a:xfrm>
            <a:off x="623887" y="1052514"/>
            <a:ext cx="7886700" cy="2852737"/>
          </a:xfrm>
        </p:spPr>
        <p:txBody>
          <a:bodyPr/>
          <a:lstStyle>
            <a:lvl1pPr algn="ctr">
              <a:lnSpc>
                <a:spcPct val="100000"/>
              </a:lnSpc>
              <a:defRPr sz="6000">
                <a:solidFill>
                  <a:srgbClr val="FFFFFF"/>
                </a:solidFill>
              </a:defRPr>
            </a:lvl1pPr>
          </a:lstStyle>
          <a:p>
            <a:r>
              <a:rPr lang="en-US" smtClean="0"/>
              <a:t>Click to edit Master title style</a:t>
            </a:r>
            <a:endParaRPr lang="en-US"/>
          </a:p>
        </p:txBody>
      </p:sp>
      <p:sp>
        <p:nvSpPr>
          <p:cNvPr id="5" name="Date Placeholder 3">
            <a:extLst/>
          </p:cNvPr>
          <p:cNvSpPr>
            <a:spLocks noGrp="1"/>
          </p:cNvSpPr>
          <p:nvPr>
            <p:ph type="dt" sz="half" idx="10"/>
          </p:nvPr>
        </p:nvSpPr>
        <p:spPr/>
        <p:txBody>
          <a:bodyPr/>
          <a:lstStyle>
            <a:lvl1pPr>
              <a:defRPr/>
            </a:lvl1pPr>
          </a:lstStyle>
          <a:p>
            <a:pPr>
              <a:defRPr/>
            </a:pPr>
            <a:r>
              <a:rPr lang="en-US"/>
              <a:t>DD Month 20XX</a:t>
            </a:r>
          </a:p>
        </p:txBody>
      </p:sp>
      <p:sp>
        <p:nvSpPr>
          <p:cNvPr id="6" name="Footer Placeholder 4">
            <a:extLst/>
          </p:cNvPr>
          <p:cNvSpPr>
            <a:spLocks noGrp="1"/>
          </p:cNvSpPr>
          <p:nvPr>
            <p:ph type="ftr" sz="quarter" idx="11"/>
          </p:nvPr>
        </p:nvSpPr>
        <p:spPr/>
        <p:txBody>
          <a:bodyPr/>
          <a:lstStyle>
            <a:lvl1pPr>
              <a:defRPr/>
            </a:lvl1pPr>
          </a:lstStyle>
          <a:p>
            <a:pPr>
              <a:defRPr/>
            </a:pPr>
            <a:r>
              <a:rPr lang="en-US"/>
              <a:t>Presentation Title Goes Here</a:t>
            </a:r>
          </a:p>
        </p:txBody>
      </p:sp>
      <p:sp>
        <p:nvSpPr>
          <p:cNvPr id="7" name="Slide Number Placeholder 5">
            <a:extLst/>
          </p:cNvPr>
          <p:cNvSpPr>
            <a:spLocks noGrp="1"/>
          </p:cNvSpPr>
          <p:nvPr>
            <p:ph type="sldNum" sz="quarter" idx="12"/>
          </p:nvPr>
        </p:nvSpPr>
        <p:spPr/>
        <p:txBody>
          <a:bodyPr/>
          <a:lstStyle>
            <a:lvl1pPr>
              <a:defRPr/>
            </a:lvl1pPr>
          </a:lstStyle>
          <a:p>
            <a:fld id="{284BFD98-372C-488D-87DE-579A66880753}" type="slidenum">
              <a:rPr lang="en-CA" altLang="en-US"/>
              <a:pPr/>
              <a:t>‹#›</a:t>
            </a:fld>
            <a:endParaRPr lang="en-CA" altLang="en-US"/>
          </a:p>
        </p:txBody>
      </p:sp>
    </p:spTree>
    <p:extLst>
      <p:ext uri="{BB962C8B-B14F-4D97-AF65-F5344CB8AC3E}">
        <p14:creationId xmlns:p14="http://schemas.microsoft.com/office/powerpoint/2010/main" val="2858619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57B8"/>
        </a:solidFill>
        <a:effectLst/>
      </p:bgPr>
    </p:bg>
    <p:spTree>
      <p:nvGrpSpPr>
        <p:cNvPr id="1" name=""/>
        <p:cNvGrpSpPr/>
        <p:nvPr/>
      </p:nvGrpSpPr>
      <p:grpSpPr>
        <a:xfrm>
          <a:off x="0" y="0"/>
          <a:ext cx="0" cy="0"/>
          <a:chOff x="0" y="0"/>
          <a:chExt cx="0" cy="0"/>
        </a:xfrm>
      </p:grpSpPr>
      <p:sp>
        <p:nvSpPr>
          <p:cNvPr id="2" name="TextBox 1">
            <a:extLst/>
          </p:cNvPr>
          <p:cNvSpPr txBox="1"/>
          <p:nvPr/>
        </p:nvSpPr>
        <p:spPr>
          <a:xfrm>
            <a:off x="563563" y="2546350"/>
            <a:ext cx="7988300" cy="1768475"/>
          </a:xfrm>
          <a:prstGeom prst="rect">
            <a:avLst/>
          </a:prstGeom>
          <a:noFill/>
        </p:spPr>
        <p:txBody>
          <a:bodyPr lIns="0" tIns="0" rIns="0" bIns="0" anchor="ctr">
            <a:spAutoFit/>
          </a:bodyPr>
          <a:lstStyle/>
          <a:p>
            <a:pPr algn="ctr" fontAlgn="auto">
              <a:spcBef>
                <a:spcPts val="0"/>
              </a:spcBef>
              <a:spcAft>
                <a:spcPts val="0"/>
              </a:spcAft>
              <a:defRPr/>
            </a:pPr>
            <a:r>
              <a:rPr lang="fi-FI" sz="11500" b="1" spc="-100" dirty="0" err="1">
                <a:solidFill>
                  <a:srgbClr val="FFFFFF"/>
                </a:solidFill>
                <a:latin typeface="+mj-lt"/>
                <a:cs typeface="+mn-cs"/>
              </a:rPr>
              <a:t>Thank</a:t>
            </a:r>
            <a:r>
              <a:rPr lang="fi-FI" sz="11500" b="1" spc="-100" dirty="0">
                <a:solidFill>
                  <a:srgbClr val="FFFFFF"/>
                </a:solidFill>
                <a:latin typeface="+mj-lt"/>
                <a:cs typeface="+mn-cs"/>
              </a:rPr>
              <a:t> </a:t>
            </a:r>
            <a:r>
              <a:rPr lang="fi-FI" sz="11500" b="1" spc="-100" dirty="0" err="1">
                <a:solidFill>
                  <a:srgbClr val="FFFFFF"/>
                </a:solidFill>
                <a:latin typeface="+mj-lt"/>
                <a:cs typeface="+mn-cs"/>
              </a:rPr>
              <a:t>You</a:t>
            </a:r>
            <a:endParaRPr lang="en-US" sz="11500" b="1" spc="-100" dirty="0">
              <a:solidFill>
                <a:srgbClr val="FFFFFF"/>
              </a:solidFill>
              <a:latin typeface="+mj-lt"/>
              <a:cs typeface="+mn-cs"/>
            </a:endParaRPr>
          </a:p>
        </p:txBody>
      </p:sp>
      <p:sp>
        <p:nvSpPr>
          <p:cNvPr id="3" name="TextBox 2">
            <a:extLst/>
          </p:cNvPr>
          <p:cNvSpPr txBox="1"/>
          <p:nvPr/>
        </p:nvSpPr>
        <p:spPr>
          <a:xfrm>
            <a:off x="3527425" y="5480050"/>
            <a:ext cx="1377950" cy="244475"/>
          </a:xfrm>
          <a:prstGeom prst="rect">
            <a:avLst/>
          </a:prstGeom>
          <a:noFill/>
        </p:spPr>
        <p:txBody>
          <a:bodyPr lIns="0" tIns="0" rIns="0" bIns="0" anchor="ctr"/>
          <a:lstStyle/>
          <a:p>
            <a:pPr algn="ctr" fontAlgn="auto">
              <a:spcBef>
                <a:spcPts val="0"/>
              </a:spcBef>
              <a:spcAft>
                <a:spcPts val="0"/>
              </a:spcAft>
              <a:defRPr/>
            </a:pPr>
            <a:r>
              <a:rPr lang="fi-FI" sz="1250" b="1">
                <a:solidFill>
                  <a:srgbClr val="FFFFFF"/>
                </a:solidFill>
                <a:latin typeface="+mn-lt"/>
                <a:cs typeface="+mn-cs"/>
              </a:rPr>
              <a:t>ku.ac.ae</a:t>
            </a:r>
            <a:endParaRPr lang="en-US" sz="1250" b="1" dirty="0">
              <a:solidFill>
                <a:srgbClr val="FFFFFF"/>
              </a:solidFill>
              <a:latin typeface="+mn-lt"/>
              <a:cs typeface="+mn-cs"/>
            </a:endParaRPr>
          </a:p>
        </p:txBody>
      </p:sp>
      <p:pic>
        <p:nvPicPr>
          <p:cNvPr id="4"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013" y="527050"/>
            <a:ext cx="24399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6269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p:cNvPr>
          <p:cNvSpPr>
            <a:spLocks noGrp="1"/>
          </p:cNvSpPr>
          <p:nvPr>
            <p:ph type="title"/>
          </p:nvPr>
        </p:nvSpPr>
        <p:spPr>
          <a:xfrm>
            <a:off x="1020763" y="542925"/>
            <a:ext cx="7494587" cy="1114425"/>
          </a:xfrm>
          <a:prstGeom prst="rect">
            <a:avLst/>
          </a:prstGeom>
        </p:spPr>
        <p:txBody>
          <a:bodyPr vert="horz" lIns="0" tIns="0" rIns="0" bIns="0" rtlCol="0" anchor="b" anchorCtr="0">
            <a:normAutofit/>
          </a:bodyPr>
          <a:lstStyle/>
          <a:p>
            <a:r>
              <a:rPr lang="en-US" smtClean="0"/>
              <a:t>Click to edit Master title style</a:t>
            </a:r>
            <a:endParaRPr lang="en-US" dirty="0"/>
          </a:p>
        </p:txBody>
      </p:sp>
      <p:sp>
        <p:nvSpPr>
          <p:cNvPr id="3" name="Text Placeholder 2">
            <a:extLst/>
          </p:cNvPr>
          <p:cNvSpPr>
            <a:spLocks noGrp="1"/>
          </p:cNvSpPr>
          <p:nvPr>
            <p:ph type="body" idx="1"/>
          </p:nvPr>
        </p:nvSpPr>
        <p:spPr>
          <a:xfrm>
            <a:off x="1020763" y="1866900"/>
            <a:ext cx="7494587" cy="444817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p:cNvPr>
          <p:cNvSpPr>
            <a:spLocks noGrp="1"/>
          </p:cNvSpPr>
          <p:nvPr>
            <p:ph type="dt" sz="half" idx="2"/>
          </p:nvPr>
        </p:nvSpPr>
        <p:spPr>
          <a:xfrm>
            <a:off x="6065838" y="203200"/>
            <a:ext cx="1300162" cy="244475"/>
          </a:xfrm>
          <a:prstGeom prst="rect">
            <a:avLst/>
          </a:prstGeom>
        </p:spPr>
        <p:txBody>
          <a:bodyPr vert="horz" lIns="0" tIns="0" rIns="0" bIns="0" rtlCol="0" anchor="ctr"/>
          <a:lstStyle>
            <a:lvl1pPr algn="r" fontAlgn="auto">
              <a:spcBef>
                <a:spcPts val="0"/>
              </a:spcBef>
              <a:spcAft>
                <a:spcPts val="0"/>
              </a:spcAft>
              <a:defRPr sz="850" dirty="0">
                <a:solidFill>
                  <a:schemeClr val="bg2"/>
                </a:solidFill>
                <a:latin typeface="+mn-lt"/>
                <a:cs typeface="+mn-cs"/>
              </a:defRPr>
            </a:lvl1pPr>
          </a:lstStyle>
          <a:p>
            <a:pPr>
              <a:defRPr/>
            </a:pPr>
            <a:r>
              <a:rPr lang="en-US"/>
              <a:t>DD Month 20XX</a:t>
            </a:r>
          </a:p>
        </p:txBody>
      </p:sp>
      <p:sp>
        <p:nvSpPr>
          <p:cNvPr id="5" name="Footer Placeholder 4">
            <a:extLst/>
          </p:cNvPr>
          <p:cNvSpPr>
            <a:spLocks noGrp="1"/>
          </p:cNvSpPr>
          <p:nvPr>
            <p:ph type="ftr" sz="quarter" idx="3"/>
          </p:nvPr>
        </p:nvSpPr>
        <p:spPr>
          <a:xfrm>
            <a:off x="2151063" y="203200"/>
            <a:ext cx="3086100" cy="244475"/>
          </a:xfrm>
          <a:prstGeom prst="rect">
            <a:avLst/>
          </a:prstGeom>
        </p:spPr>
        <p:txBody>
          <a:bodyPr vert="horz" lIns="0" tIns="0" rIns="0" bIns="0" rtlCol="0" anchor="ctr"/>
          <a:lstStyle>
            <a:lvl1pPr algn="ctr" fontAlgn="auto">
              <a:spcBef>
                <a:spcPts val="0"/>
              </a:spcBef>
              <a:spcAft>
                <a:spcPts val="0"/>
              </a:spcAft>
              <a:defRPr sz="850" dirty="0">
                <a:solidFill>
                  <a:schemeClr val="bg2"/>
                </a:solidFill>
                <a:latin typeface="+mn-lt"/>
                <a:cs typeface="+mn-cs"/>
              </a:defRPr>
            </a:lvl1pPr>
          </a:lstStyle>
          <a:p>
            <a:pPr>
              <a:defRPr/>
            </a:pPr>
            <a:r>
              <a:rPr lang="en-US"/>
              <a:t>Presentation Title Goes Here</a:t>
            </a:r>
          </a:p>
        </p:txBody>
      </p:sp>
      <p:sp>
        <p:nvSpPr>
          <p:cNvPr id="6" name="Slide Number Placeholder 5">
            <a:extLst/>
          </p:cNvPr>
          <p:cNvSpPr>
            <a:spLocks noGrp="1"/>
          </p:cNvSpPr>
          <p:nvPr>
            <p:ph type="sldNum" sz="quarter" idx="4"/>
          </p:nvPr>
        </p:nvSpPr>
        <p:spPr>
          <a:xfrm>
            <a:off x="8672513" y="203200"/>
            <a:ext cx="392112" cy="244475"/>
          </a:xfrm>
          <a:prstGeom prst="rect">
            <a:avLst/>
          </a:prstGeom>
        </p:spPr>
        <p:txBody>
          <a:bodyPr vert="horz" wrap="square" lIns="0" tIns="0" rIns="0" bIns="0" numCol="1" anchor="ctr" anchorCtr="0" compatLnSpc="1">
            <a:prstTxWarp prst="textNoShape">
              <a:avLst/>
            </a:prstTxWarp>
          </a:bodyPr>
          <a:lstStyle>
            <a:lvl1pPr algn="ctr">
              <a:defRPr sz="800">
                <a:solidFill>
                  <a:schemeClr val="bg2"/>
                </a:solidFill>
              </a:defRPr>
            </a:lvl1pPr>
          </a:lstStyle>
          <a:p>
            <a:fld id="{7F843C05-66AE-458A-BC33-F7CCA4BAB0C6}" type="slidenum">
              <a:rPr lang="en-CA" altLang="en-US"/>
              <a:pPr/>
              <a:t>‹#›</a:t>
            </a:fld>
            <a:endParaRPr lang="en-CA" altLang="en-US"/>
          </a:p>
        </p:txBody>
      </p:sp>
      <p:sp>
        <p:nvSpPr>
          <p:cNvPr id="13" name="TextBox 12">
            <a:extLst/>
          </p:cNvPr>
          <p:cNvSpPr txBox="1"/>
          <p:nvPr/>
        </p:nvSpPr>
        <p:spPr>
          <a:xfrm>
            <a:off x="7807325" y="203200"/>
            <a:ext cx="722313" cy="244475"/>
          </a:xfrm>
          <a:prstGeom prst="rect">
            <a:avLst/>
          </a:prstGeom>
          <a:noFill/>
        </p:spPr>
        <p:txBody>
          <a:bodyPr lIns="0" tIns="0" rIns="0" bIns="0" anchor="ctr"/>
          <a:lstStyle/>
          <a:p>
            <a:pPr algn="r" fontAlgn="auto">
              <a:spcBef>
                <a:spcPts val="0"/>
              </a:spcBef>
              <a:spcAft>
                <a:spcPts val="0"/>
              </a:spcAft>
              <a:defRPr/>
            </a:pPr>
            <a:r>
              <a:rPr lang="fi-FI" sz="850">
                <a:solidFill>
                  <a:schemeClr val="bg2"/>
                </a:solidFill>
                <a:latin typeface="+mn-lt"/>
                <a:cs typeface="+mn-cs"/>
              </a:rPr>
              <a:t>ku.ac.ae</a:t>
            </a:r>
            <a:endParaRPr lang="en-US" sz="850" dirty="0">
              <a:solidFill>
                <a:schemeClr val="bg2"/>
              </a:solidFill>
              <a:latin typeface="+mn-lt"/>
              <a:cs typeface="+mn-cs"/>
            </a:endParaRPr>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692" r:id="rId15"/>
    <p:sldLayoutId id="2147483707" r:id="rId16"/>
    <p:sldLayoutId id="2147483708" r:id="rId17"/>
    <p:sldLayoutId id="2147483709" r:id="rId18"/>
  </p:sldLayoutIdLst>
  <p:hf hdr="0"/>
  <p:txStyles>
    <p:titleStyle>
      <a:lvl1pPr algn="l" rtl="0" eaLnBrk="1" fontAlgn="base" hangingPunct="1">
        <a:spcBef>
          <a:spcPct val="0"/>
        </a:spcBef>
        <a:spcAft>
          <a:spcPct val="0"/>
        </a:spcAft>
        <a:defRPr sz="3600" b="1" kern="1200" spc="50">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panose="020B0604020202020204" pitchFamily="34" charset="0"/>
        </a:defRPr>
      </a:lvl2pPr>
      <a:lvl3pPr algn="l" rtl="0" eaLnBrk="1" fontAlgn="base" hangingPunct="1">
        <a:spcBef>
          <a:spcPct val="0"/>
        </a:spcBef>
        <a:spcAft>
          <a:spcPct val="0"/>
        </a:spcAft>
        <a:defRPr sz="3600" b="1">
          <a:solidFill>
            <a:schemeClr val="tx2"/>
          </a:solidFill>
          <a:latin typeface="Arial" panose="020B0604020202020204" pitchFamily="34" charset="0"/>
        </a:defRPr>
      </a:lvl3pPr>
      <a:lvl4pPr algn="l" rtl="0" eaLnBrk="1" fontAlgn="base" hangingPunct="1">
        <a:spcBef>
          <a:spcPct val="0"/>
        </a:spcBef>
        <a:spcAft>
          <a:spcPct val="0"/>
        </a:spcAft>
        <a:defRPr sz="3600" b="1">
          <a:solidFill>
            <a:schemeClr val="tx2"/>
          </a:solidFill>
          <a:latin typeface="Arial" panose="020B0604020202020204" pitchFamily="34" charset="0"/>
        </a:defRPr>
      </a:lvl4pPr>
      <a:lvl5pPr algn="l" rtl="0" eaLnBrk="1" fontAlgn="base" hangingPunct="1">
        <a:spcBef>
          <a:spcPct val="0"/>
        </a:spcBef>
        <a:spcAft>
          <a:spcPct val="0"/>
        </a:spcAft>
        <a:defRPr sz="3600" b="1">
          <a:solidFill>
            <a:schemeClr val="tx2"/>
          </a:solidFill>
          <a:latin typeface="Arial" panose="020B0604020202020204" pitchFamily="34" charset="0"/>
        </a:defRPr>
      </a:lvl5pPr>
      <a:lvl6pPr marL="457200" algn="l" rtl="0" eaLnBrk="1" fontAlgn="base" hangingPunct="1">
        <a:spcBef>
          <a:spcPct val="0"/>
        </a:spcBef>
        <a:spcAft>
          <a:spcPct val="0"/>
        </a:spcAft>
        <a:defRPr sz="3600" b="1">
          <a:solidFill>
            <a:schemeClr val="tx2"/>
          </a:solidFill>
          <a:latin typeface="Arial" panose="020B0604020202020204" pitchFamily="34" charset="0"/>
        </a:defRPr>
      </a:lvl6pPr>
      <a:lvl7pPr marL="914400" algn="l" rtl="0" eaLnBrk="1" fontAlgn="base" hangingPunct="1">
        <a:spcBef>
          <a:spcPct val="0"/>
        </a:spcBef>
        <a:spcAft>
          <a:spcPct val="0"/>
        </a:spcAft>
        <a:defRPr sz="3600" b="1">
          <a:solidFill>
            <a:schemeClr val="tx2"/>
          </a:solidFill>
          <a:latin typeface="Arial" panose="020B0604020202020204" pitchFamily="34" charset="0"/>
        </a:defRPr>
      </a:lvl7pPr>
      <a:lvl8pPr marL="1371600" algn="l" rtl="0" eaLnBrk="1" fontAlgn="base" hangingPunct="1">
        <a:spcBef>
          <a:spcPct val="0"/>
        </a:spcBef>
        <a:spcAft>
          <a:spcPct val="0"/>
        </a:spcAft>
        <a:defRPr sz="3600" b="1">
          <a:solidFill>
            <a:schemeClr val="tx2"/>
          </a:solidFill>
          <a:latin typeface="Arial" panose="020B0604020202020204" pitchFamily="34" charset="0"/>
        </a:defRPr>
      </a:lvl8pPr>
      <a:lvl9pPr marL="1828800" algn="l" rtl="0" eaLnBrk="1" fontAlgn="base" hangingPunct="1">
        <a:spcBef>
          <a:spcPct val="0"/>
        </a:spcBef>
        <a:spcAft>
          <a:spcPct val="0"/>
        </a:spcAft>
        <a:defRPr sz="3600" b="1">
          <a:solidFill>
            <a:schemeClr val="tx2"/>
          </a:solidFill>
          <a:latin typeface="Arial" panose="020B0604020202020204" pitchFamily="34" charset="0"/>
        </a:defRPr>
      </a:lvl9pPr>
    </p:titleStyle>
    <p:bodyStyle>
      <a:lvl1pPr marL="180975" indent="-180975" algn="l" rtl="0" eaLnBrk="1" fontAlgn="base" hangingPunct="1">
        <a:spcBef>
          <a:spcPts val="400"/>
        </a:spcBef>
        <a:spcAft>
          <a:spcPct val="0"/>
        </a:spcAft>
        <a:buFont typeface="Arial" panose="020B0604020202020204" pitchFamily="34" charset="0"/>
        <a:buChar char="•"/>
        <a:defRPr b="1" kern="1200">
          <a:solidFill>
            <a:schemeClr val="tx1"/>
          </a:solidFill>
          <a:latin typeface="+mn-lt"/>
          <a:ea typeface="+mn-ea"/>
          <a:cs typeface="+mn-cs"/>
        </a:defRPr>
      </a:lvl1pPr>
      <a:lvl2pPr marL="542925" indent="-180975" algn="l" rtl="0" eaLnBrk="1" fontAlgn="base" hangingPunct="1">
        <a:spcBef>
          <a:spcPts val="400"/>
        </a:spcBef>
        <a:spcAft>
          <a:spcPct val="0"/>
        </a:spcAft>
        <a:buFont typeface="Arial" panose="020B0604020202020204" pitchFamily="34" charset="0"/>
        <a:buChar char="•"/>
        <a:defRPr kern="1200">
          <a:solidFill>
            <a:schemeClr val="tx1"/>
          </a:solidFill>
          <a:latin typeface="+mn-lt"/>
          <a:ea typeface="+mn-ea"/>
          <a:cs typeface="+mn-cs"/>
        </a:defRPr>
      </a:lvl2pPr>
      <a:lvl3pPr marL="714375" indent="-171450" algn="l" rtl="0" eaLnBrk="1" fontAlgn="base" hangingPunct="1">
        <a:spcBef>
          <a:spcPts val="400"/>
        </a:spcBef>
        <a:spcAft>
          <a:spcPct val="0"/>
        </a:spcAft>
        <a:buFont typeface="Arial" panose="020B0604020202020204" pitchFamily="34" charset="0"/>
        <a:buChar char="•"/>
        <a:defRPr sz="1600" kern="1200">
          <a:solidFill>
            <a:schemeClr val="tx1"/>
          </a:solidFill>
          <a:latin typeface="+mn-lt"/>
          <a:ea typeface="+mn-ea"/>
          <a:cs typeface="+mn-cs"/>
        </a:defRPr>
      </a:lvl3pPr>
      <a:lvl4pPr marL="895350" indent="-180975" algn="l" rtl="0" eaLnBrk="1" fontAlgn="base" hangingPunct="1">
        <a:spcBef>
          <a:spcPts val="400"/>
        </a:spcBef>
        <a:spcAft>
          <a:spcPct val="0"/>
        </a:spcAft>
        <a:buFont typeface="Arial" panose="020B0604020202020204" pitchFamily="34" charset="0"/>
        <a:buChar char="•"/>
        <a:defRPr sz="1600" kern="1200">
          <a:solidFill>
            <a:schemeClr val="tx1"/>
          </a:solidFill>
          <a:latin typeface="+mn-lt"/>
          <a:ea typeface="+mn-ea"/>
          <a:cs typeface="+mn-cs"/>
        </a:defRPr>
      </a:lvl4pPr>
      <a:lvl5pPr marL="1076325" indent="-180975" algn="l" rtl="0" eaLnBrk="1" fontAlgn="base" hangingPunct="1">
        <a:spcBef>
          <a:spcPts val="400"/>
        </a:spcBef>
        <a:spcAft>
          <a:spcPct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10.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ctrTitle"/>
          </p:nvPr>
        </p:nvSpPr>
        <p:spPr>
          <a:xfrm>
            <a:off x="987425" y="2244725"/>
            <a:ext cx="7327900" cy="1714500"/>
          </a:xfrm>
        </p:spPr>
        <p:txBody>
          <a:bodyPr>
            <a:normAutofit/>
          </a:bodyPr>
          <a:lstStyle/>
          <a:p>
            <a:pPr fontAlgn="auto">
              <a:spcAft>
                <a:spcPts val="0"/>
              </a:spcAft>
              <a:defRPr/>
            </a:pPr>
            <a:r>
              <a:rPr lang="fi-FI" dirty="0"/>
              <a:t>Online </a:t>
            </a:r>
            <a:r>
              <a:rPr lang="fi-FI" dirty="0" smtClean="0"/>
              <a:t>EHS </a:t>
            </a:r>
            <a:r>
              <a:rPr lang="fi-FI" dirty="0"/>
              <a:t>Training</a:t>
            </a:r>
            <a:endParaRPr lang="en-US" dirty="0"/>
          </a:p>
        </p:txBody>
      </p:sp>
      <p:sp>
        <p:nvSpPr>
          <p:cNvPr id="19459" name="Subtitle 2"/>
          <p:cNvSpPr>
            <a:spLocks noGrp="1"/>
          </p:cNvSpPr>
          <p:nvPr>
            <p:ph type="subTitle" idx="1"/>
          </p:nvPr>
        </p:nvSpPr>
        <p:spPr bwMode="auto">
          <a:xfrm>
            <a:off x="1012825" y="4429125"/>
            <a:ext cx="7637463" cy="895350"/>
          </a:xfrm>
        </p:spPr>
        <p:txBody>
          <a:bodyPr wrap="square" numCol="1" anchor="t" anchorCtr="0" compatLnSpc="1">
            <a:prstTxWarp prst="textNoShape">
              <a:avLst/>
            </a:prstTxWarp>
          </a:bodyPr>
          <a:lstStyle/>
          <a:p>
            <a:pPr>
              <a:spcBef>
                <a:spcPct val="0"/>
              </a:spcBef>
            </a:pPr>
            <a:r>
              <a:rPr lang="fi-FI" altLang="en-US" sz="3200" dirty="0" smtClean="0"/>
              <a:t>Hydrogen Sulfide (H</a:t>
            </a:r>
            <a:r>
              <a:rPr lang="fi-FI" altLang="en-US" sz="3200" baseline="-25000" dirty="0" smtClean="0"/>
              <a:t>2</a:t>
            </a:r>
            <a:r>
              <a:rPr lang="fi-FI" altLang="en-US" sz="3200" dirty="0" smtClean="0"/>
              <a:t>S) Safety Awareness </a:t>
            </a:r>
            <a:endParaRPr lang="en-CA" altLang="en-US" sz="3200" dirty="0" smtClean="0"/>
          </a:p>
        </p:txBody>
      </p:sp>
      <p:sp>
        <p:nvSpPr>
          <p:cNvPr id="4" name="Text Placeholder 3">
            <a:extLst/>
          </p:cNvPr>
          <p:cNvSpPr>
            <a:spLocks noGrp="1"/>
          </p:cNvSpPr>
          <p:nvPr>
            <p:ph type="body" sz="quarter" idx="10"/>
          </p:nvPr>
        </p:nvSpPr>
        <p:spPr>
          <a:xfrm>
            <a:off x="1012825" y="5497513"/>
            <a:ext cx="4076700" cy="314325"/>
          </a:xfrm>
        </p:spPr>
        <p:txBody>
          <a:bodyPr/>
          <a:lstStyle/>
          <a:p>
            <a:pPr fontAlgn="auto">
              <a:spcAft>
                <a:spcPts val="0"/>
              </a:spcAft>
              <a:defRPr/>
            </a:pPr>
            <a:r>
              <a:rPr lang="fi-FI" dirty="0" smtClean="0"/>
              <a:t>EHS </a:t>
            </a:r>
            <a:r>
              <a:rPr lang="fi-FI" dirty="0" smtClean="0"/>
              <a:t>2023</a:t>
            </a:r>
            <a:endParaRPr lang="en-US" dirty="0"/>
          </a:p>
          <a:p>
            <a:pPr fontAlgn="auto">
              <a:spcAft>
                <a:spcPts val="0"/>
              </a:spcAft>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81025"/>
            <a:ext cx="8358188" cy="755650"/>
          </a:xfrm>
        </p:spPr>
        <p:txBody>
          <a:bodyPr/>
          <a:lstStyle/>
          <a:p>
            <a:pPr fontAlgn="auto">
              <a:spcAft>
                <a:spcPts val="0"/>
              </a:spcAft>
              <a:defRPr/>
            </a:pPr>
            <a:r>
              <a:rPr lang="fi-FI" dirty="0"/>
              <a:t>Course Objective</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A8487653-9FDD-4C6C-9820-217F10E7044B}" type="slidenum">
              <a:rPr lang="en-CA" altLang="en-US">
                <a:solidFill>
                  <a:schemeClr val="bg2"/>
                </a:solidFill>
              </a:rPr>
              <a:pPr/>
              <a:t>2</a:t>
            </a:fld>
            <a:endParaRPr lang="en-CA" altLang="en-US">
              <a:solidFill>
                <a:schemeClr val="bg2"/>
              </a:solidFill>
            </a:endParaRPr>
          </a:p>
        </p:txBody>
      </p:sp>
      <p:sp>
        <p:nvSpPr>
          <p:cNvPr id="7" name="TextBox 6">
            <a:extLst/>
          </p:cNvPr>
          <p:cNvSpPr txBox="1"/>
          <p:nvPr/>
        </p:nvSpPr>
        <p:spPr>
          <a:xfrm>
            <a:off x="503238" y="1431925"/>
            <a:ext cx="8134350" cy="4201150"/>
          </a:xfrm>
          <a:prstGeom prst="rect">
            <a:avLst/>
          </a:prstGeom>
          <a:noFill/>
        </p:spPr>
        <p:txBody>
          <a:bodyPr lIns="0" tIns="0" rIns="0" bIns="0">
            <a:spAutoFit/>
          </a:bodyPr>
          <a:lstStyle/>
          <a:p>
            <a:pPr marL="0" indent="0">
              <a:buNone/>
            </a:pPr>
            <a:r>
              <a:rPr lang="en-US" sz="2400"/>
              <a:t>Upon completion of this training course, participants will be able to:</a:t>
            </a:r>
          </a:p>
          <a:p>
            <a:pPr marL="342900" indent="-342900" fontAlgn="auto">
              <a:lnSpc>
                <a:spcPct val="150000"/>
              </a:lnSpc>
              <a:spcBef>
                <a:spcPts val="600"/>
              </a:spcBef>
              <a:spcAft>
                <a:spcPts val="600"/>
              </a:spcAft>
              <a:buFont typeface="Arial" pitchFamily="34" charset="0"/>
              <a:buChar char="•"/>
              <a:defRPr/>
            </a:pPr>
            <a:r>
              <a:rPr lang="en-US" sz="2200" smtClean="0">
                <a:latin typeface="+mn-lt"/>
                <a:cs typeface="+mn-cs"/>
              </a:rPr>
              <a:t>Understand </a:t>
            </a:r>
            <a:r>
              <a:rPr lang="en-US" sz="2200" dirty="0">
                <a:latin typeface="+mn-lt"/>
                <a:cs typeface="+mn-cs"/>
              </a:rPr>
              <a:t>the characteristics of H</a:t>
            </a:r>
            <a:r>
              <a:rPr lang="en-US" sz="2200" baseline="-25000" dirty="0">
                <a:latin typeface="+mn-lt"/>
                <a:cs typeface="+mn-cs"/>
              </a:rPr>
              <a:t>2</a:t>
            </a:r>
            <a:r>
              <a:rPr lang="en-US" sz="2200" dirty="0">
                <a:latin typeface="+mn-lt"/>
                <a:cs typeface="+mn-cs"/>
              </a:rPr>
              <a:t>S.</a:t>
            </a:r>
          </a:p>
          <a:p>
            <a:pPr marL="342900" indent="-342900" fontAlgn="auto">
              <a:lnSpc>
                <a:spcPct val="150000"/>
              </a:lnSpc>
              <a:spcBef>
                <a:spcPts val="600"/>
              </a:spcBef>
              <a:spcAft>
                <a:spcPts val="600"/>
              </a:spcAft>
              <a:buFont typeface="Arial" pitchFamily="34" charset="0"/>
              <a:buChar char="•"/>
              <a:defRPr/>
            </a:pPr>
            <a:r>
              <a:rPr lang="en-US" sz="2200" dirty="0">
                <a:latin typeface="+mn-lt"/>
                <a:cs typeface="+mn-cs"/>
              </a:rPr>
              <a:t>Explain the H</a:t>
            </a:r>
            <a:r>
              <a:rPr lang="en-US" sz="2200" baseline="-25000" dirty="0">
                <a:latin typeface="+mn-lt"/>
                <a:cs typeface="+mn-cs"/>
              </a:rPr>
              <a:t>2</a:t>
            </a:r>
            <a:r>
              <a:rPr lang="en-US" sz="2200" dirty="0">
                <a:latin typeface="+mn-lt"/>
                <a:cs typeface="+mn-cs"/>
              </a:rPr>
              <a:t>S exposure limits.</a:t>
            </a:r>
          </a:p>
          <a:p>
            <a:pPr marL="342900" indent="-342900" fontAlgn="auto">
              <a:lnSpc>
                <a:spcPct val="150000"/>
              </a:lnSpc>
              <a:spcBef>
                <a:spcPts val="600"/>
              </a:spcBef>
              <a:spcAft>
                <a:spcPts val="600"/>
              </a:spcAft>
              <a:buFont typeface="Arial" pitchFamily="34" charset="0"/>
              <a:buChar char="•"/>
              <a:defRPr/>
            </a:pPr>
            <a:r>
              <a:rPr lang="en-US" sz="2200" dirty="0">
                <a:latin typeface="+mn-lt"/>
                <a:cs typeface="+mn-cs"/>
              </a:rPr>
              <a:t>Describe the adverse health effects of H</a:t>
            </a:r>
            <a:r>
              <a:rPr lang="en-US" sz="2200" baseline="-25000" dirty="0">
                <a:latin typeface="+mn-lt"/>
                <a:cs typeface="+mn-cs"/>
              </a:rPr>
              <a:t>2</a:t>
            </a:r>
            <a:r>
              <a:rPr lang="en-US" sz="2200" dirty="0">
                <a:latin typeface="+mn-lt"/>
                <a:cs typeface="+mn-cs"/>
              </a:rPr>
              <a:t>S.</a:t>
            </a:r>
          </a:p>
          <a:p>
            <a:pPr marL="342900" indent="-342900" fontAlgn="auto">
              <a:lnSpc>
                <a:spcPct val="150000"/>
              </a:lnSpc>
              <a:spcBef>
                <a:spcPts val="600"/>
              </a:spcBef>
              <a:spcAft>
                <a:spcPts val="600"/>
              </a:spcAft>
              <a:buFont typeface="Arial" pitchFamily="34" charset="0"/>
              <a:buChar char="•"/>
              <a:defRPr/>
            </a:pPr>
            <a:r>
              <a:rPr lang="en-US" sz="2200" dirty="0">
                <a:latin typeface="+mn-lt"/>
                <a:cs typeface="+mn-cs"/>
              </a:rPr>
              <a:t>Highlight the safety precautions to take when working in an H</a:t>
            </a:r>
            <a:r>
              <a:rPr lang="en-US" sz="2200" baseline="-25000" dirty="0">
                <a:latin typeface="+mn-lt"/>
                <a:cs typeface="+mn-cs"/>
              </a:rPr>
              <a:t>2</a:t>
            </a:r>
            <a:r>
              <a:rPr lang="en-US" sz="2200" dirty="0">
                <a:latin typeface="+mn-lt"/>
                <a:cs typeface="+mn-cs"/>
              </a:rPr>
              <a:t>S Environment.</a:t>
            </a:r>
          </a:p>
          <a:p>
            <a:pPr marL="342900" indent="-342900" fontAlgn="auto">
              <a:spcBef>
                <a:spcPts val="0"/>
              </a:spcBef>
              <a:spcAft>
                <a:spcPts val="0"/>
              </a:spcAft>
              <a:buFont typeface="Arial" pitchFamily="34" charset="0"/>
              <a:buChar char="•"/>
              <a:defRPr/>
            </a:pPr>
            <a:endParaRPr lang="en-US" sz="2000" dirty="0">
              <a:latin typeface="+mn-lt"/>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81025"/>
            <a:ext cx="8358188" cy="755650"/>
          </a:xfrm>
        </p:spPr>
        <p:txBody>
          <a:bodyPr/>
          <a:lstStyle/>
          <a:p>
            <a:pPr fontAlgn="auto">
              <a:spcAft>
                <a:spcPts val="0"/>
              </a:spcAft>
              <a:defRPr/>
            </a:pPr>
            <a:r>
              <a:rPr lang="fi-FI" dirty="0"/>
              <a:t>General </a:t>
            </a:r>
            <a:r>
              <a:rPr lang="fi-FI" dirty="0" smtClean="0"/>
              <a:t>Properties of H</a:t>
            </a:r>
            <a:r>
              <a:rPr lang="fi-FI" baseline="-25000" dirty="0" smtClean="0"/>
              <a:t>2</a:t>
            </a:r>
            <a:r>
              <a:rPr lang="fi-FI" dirty="0" smtClean="0"/>
              <a:t>S</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81D9AF40-A1D5-48C5-A7DA-97FD49A7A99A}" type="slidenum">
              <a:rPr lang="en-CA" altLang="en-US">
                <a:solidFill>
                  <a:schemeClr val="bg2"/>
                </a:solidFill>
              </a:rPr>
              <a:pPr/>
              <a:t>3</a:t>
            </a:fld>
            <a:endParaRPr lang="en-CA" altLang="en-US">
              <a:solidFill>
                <a:schemeClr val="bg2"/>
              </a:solidFill>
            </a:endParaRPr>
          </a:p>
        </p:txBody>
      </p:sp>
      <p:sp>
        <p:nvSpPr>
          <p:cNvPr id="21510" name="TextBox 6"/>
          <p:cNvSpPr txBox="1">
            <a:spLocks noChangeArrowheads="1"/>
          </p:cNvSpPr>
          <p:nvPr/>
        </p:nvSpPr>
        <p:spPr bwMode="auto">
          <a:xfrm>
            <a:off x="503238" y="1431925"/>
            <a:ext cx="7948612" cy="486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spcBef>
                <a:spcPts val="600"/>
              </a:spcBef>
              <a:spcAft>
                <a:spcPts val="600"/>
              </a:spcAft>
              <a:buFont typeface="Arial" panose="020B0604020202020204" pitchFamily="34" charset="0"/>
              <a:buChar char="•"/>
            </a:pPr>
            <a:r>
              <a:rPr lang="en-CA" altLang="en-US" sz="2300" dirty="0"/>
              <a:t>Hydrogen Sulfide (H</a:t>
            </a:r>
            <a:r>
              <a:rPr lang="en-CA" altLang="en-US" sz="2300" baseline="-25000" dirty="0"/>
              <a:t>2</a:t>
            </a:r>
            <a:r>
              <a:rPr lang="en-CA" altLang="en-US" sz="2300" dirty="0"/>
              <a:t>S) is an </a:t>
            </a:r>
            <a:r>
              <a:rPr lang="en-CA" altLang="en-US" sz="2300" dirty="0">
                <a:solidFill>
                  <a:srgbClr val="FF0000"/>
                </a:solidFill>
              </a:rPr>
              <a:t>extremely toxic </a:t>
            </a:r>
            <a:r>
              <a:rPr lang="en-CA" altLang="en-US" sz="2300" dirty="0"/>
              <a:t>gas that is </a:t>
            </a:r>
            <a:r>
              <a:rPr lang="en-CA" altLang="en-US" sz="2300" dirty="0">
                <a:solidFill>
                  <a:srgbClr val="FF0000"/>
                </a:solidFill>
              </a:rPr>
              <a:t>colorless</a:t>
            </a:r>
            <a:r>
              <a:rPr lang="en-CA" altLang="en-US" sz="2300" dirty="0"/>
              <a:t>, </a:t>
            </a:r>
            <a:r>
              <a:rPr lang="en-CA" altLang="en-US" sz="2300" dirty="0">
                <a:solidFill>
                  <a:srgbClr val="FF0000"/>
                </a:solidFill>
              </a:rPr>
              <a:t>flammable</a:t>
            </a:r>
            <a:r>
              <a:rPr lang="en-CA" altLang="en-US" sz="2300" dirty="0"/>
              <a:t>, heavier than air, soluble in water and oil.</a:t>
            </a:r>
          </a:p>
          <a:p>
            <a:pPr algn="just">
              <a:spcBef>
                <a:spcPts val="600"/>
              </a:spcBef>
              <a:spcAft>
                <a:spcPts val="600"/>
              </a:spcAft>
              <a:buFont typeface="Arial" panose="020B0604020202020204" pitchFamily="34" charset="0"/>
              <a:buChar char="•"/>
            </a:pPr>
            <a:r>
              <a:rPr lang="en-CA" altLang="en-US" sz="2300" dirty="0"/>
              <a:t>Has an offensive odor similar to rotten eggs at low concentration, at higher concentrations it rapidly deadens the sense of smell.</a:t>
            </a:r>
          </a:p>
          <a:p>
            <a:pPr algn="just">
              <a:spcBef>
                <a:spcPts val="600"/>
              </a:spcBef>
              <a:spcAft>
                <a:spcPts val="600"/>
              </a:spcAft>
              <a:buFont typeface="Arial" panose="020B0604020202020204" pitchFamily="34" charset="0"/>
              <a:buChar char="•"/>
            </a:pPr>
            <a:r>
              <a:rPr lang="en-CA" altLang="en-US" sz="2300" dirty="0"/>
              <a:t>A poisonous gas that can paralyze the breathing system and can kill in minutes.</a:t>
            </a:r>
          </a:p>
          <a:p>
            <a:pPr algn="just">
              <a:spcBef>
                <a:spcPts val="600"/>
              </a:spcBef>
              <a:spcAft>
                <a:spcPts val="600"/>
              </a:spcAft>
              <a:buFont typeface="Arial" panose="020B0604020202020204" pitchFamily="34" charset="0"/>
              <a:buChar char="•"/>
            </a:pPr>
            <a:r>
              <a:rPr lang="en-CA" altLang="en-US" sz="2300" dirty="0"/>
              <a:t>Belongs to the inorganic Sulfide family.</a:t>
            </a:r>
          </a:p>
          <a:p>
            <a:pPr algn="just">
              <a:spcBef>
                <a:spcPts val="600"/>
              </a:spcBef>
              <a:spcAft>
                <a:spcPts val="600"/>
              </a:spcAft>
              <a:buFont typeface="Arial" panose="020B0604020202020204" pitchFamily="34" charset="0"/>
              <a:buChar char="•"/>
            </a:pPr>
            <a:r>
              <a:rPr lang="en-CA" altLang="en-US" sz="2300" dirty="0"/>
              <a:t>When burning, H</a:t>
            </a:r>
            <a:r>
              <a:rPr lang="en-CA" altLang="en-US" sz="2300" baseline="-25000" dirty="0"/>
              <a:t>2</a:t>
            </a:r>
            <a:r>
              <a:rPr lang="en-CA" altLang="en-US" sz="2300" dirty="0"/>
              <a:t>S produces a Sulfur Dioxide (SO</a:t>
            </a:r>
            <a:r>
              <a:rPr lang="en-CA" altLang="en-US" sz="2300" baseline="-25000" dirty="0"/>
              <a:t>2</a:t>
            </a:r>
            <a:r>
              <a:rPr lang="en-CA" altLang="en-US" sz="2300" dirty="0"/>
              <a:t>) blue flame, this gas is also extremely toxic and has a pungent smell.</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81025"/>
            <a:ext cx="8358188" cy="755650"/>
          </a:xfrm>
        </p:spPr>
        <p:txBody>
          <a:bodyPr/>
          <a:lstStyle/>
          <a:p>
            <a:pPr fontAlgn="auto">
              <a:spcAft>
                <a:spcPts val="0"/>
              </a:spcAft>
              <a:defRPr/>
            </a:pPr>
            <a:r>
              <a:rPr lang="fi-FI" dirty="0" smtClean="0"/>
              <a:t>Formation of H</a:t>
            </a:r>
            <a:r>
              <a:rPr lang="fi-FI" baseline="-25000" dirty="0" smtClean="0"/>
              <a:t>2</a:t>
            </a:r>
            <a:r>
              <a:rPr lang="fi-FI" dirty="0" smtClean="0"/>
              <a:t>S</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FA8E1EA3-561D-4699-850A-95B163EB6E82}" type="slidenum">
              <a:rPr lang="en-CA" altLang="en-US">
                <a:solidFill>
                  <a:schemeClr val="bg2"/>
                </a:solidFill>
              </a:rPr>
              <a:pPr/>
              <a:t>4</a:t>
            </a:fld>
            <a:endParaRPr lang="en-CA" altLang="en-US">
              <a:solidFill>
                <a:schemeClr val="bg2"/>
              </a:solidFill>
            </a:endParaRPr>
          </a:p>
        </p:txBody>
      </p:sp>
      <p:grpSp>
        <p:nvGrpSpPr>
          <p:cNvPr id="22534" name="Group 7"/>
          <p:cNvGrpSpPr>
            <a:grpSpLocks/>
          </p:cNvGrpSpPr>
          <p:nvPr/>
        </p:nvGrpSpPr>
        <p:grpSpPr bwMode="auto">
          <a:xfrm>
            <a:off x="881063" y="3371850"/>
            <a:ext cx="7643812" cy="3365500"/>
            <a:chOff x="265277" y="1117263"/>
            <a:chExt cx="8391603" cy="5065878"/>
          </a:xfrm>
        </p:grpSpPr>
        <p:sp>
          <p:nvSpPr>
            <p:cNvPr id="9" name="Text Box 9"/>
            <p:cNvSpPr txBox="1">
              <a:spLocks noChangeArrowheads="1"/>
            </p:cNvSpPr>
            <p:nvPr/>
          </p:nvSpPr>
          <p:spPr bwMode="auto">
            <a:xfrm>
              <a:off x="3052021" y="2720662"/>
              <a:ext cx="2593293" cy="1529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ct val="50000"/>
                </a:spcBef>
                <a:spcAft>
                  <a:spcPts val="0"/>
                </a:spcAft>
                <a:defRPr/>
              </a:pPr>
              <a:r>
                <a:rPr lang="en-US" sz="6000" i="1" dirty="0">
                  <a:solidFill>
                    <a:srgbClr val="FF0000"/>
                  </a:solidFill>
                  <a:effectLst>
                    <a:outerShdw blurRad="38100" dist="38100" dir="2700000" algn="tl">
                      <a:srgbClr val="C0C0C0"/>
                    </a:outerShdw>
                  </a:effectLst>
                  <a:latin typeface="Times New Roman" pitchFamily="18" charset="0"/>
                  <a:cs typeface="Times New Roman" pitchFamily="18" charset="0"/>
                </a:rPr>
                <a:t>H</a:t>
              </a:r>
              <a:r>
                <a:rPr lang="en-US" sz="6000" i="1" baseline="-25000" dirty="0">
                  <a:solidFill>
                    <a:srgbClr val="FF0000"/>
                  </a:solidFill>
                  <a:effectLst>
                    <a:outerShdw blurRad="38100" dist="38100" dir="2700000" algn="tl">
                      <a:srgbClr val="C0C0C0"/>
                    </a:outerShdw>
                  </a:effectLst>
                  <a:latin typeface="Times New Roman" pitchFamily="18" charset="0"/>
                  <a:cs typeface="Times New Roman" pitchFamily="18" charset="0"/>
                </a:rPr>
                <a:t>2</a:t>
              </a:r>
              <a:r>
                <a:rPr lang="en-US" sz="6000" i="1" dirty="0">
                  <a:solidFill>
                    <a:srgbClr val="FF0000"/>
                  </a:solidFill>
                  <a:effectLst>
                    <a:outerShdw blurRad="38100" dist="38100" dir="2700000" algn="tl">
                      <a:srgbClr val="C0C0C0"/>
                    </a:outerShdw>
                  </a:effectLst>
                  <a:latin typeface="Times New Roman" pitchFamily="18" charset="0"/>
                  <a:cs typeface="Times New Roman" pitchFamily="18" charset="0"/>
                </a:rPr>
                <a:t>S</a:t>
              </a:r>
              <a:endParaRPr lang="en-GB" sz="6000" i="1" dirty="0">
                <a:solidFill>
                  <a:srgbClr val="FF0000"/>
                </a:solidFill>
                <a:effectLst>
                  <a:outerShdw blurRad="38100" dist="38100" dir="2700000" algn="tl">
                    <a:srgbClr val="C0C0C0"/>
                  </a:outerShdw>
                </a:effectLst>
                <a:latin typeface="Times New Roman" pitchFamily="18" charset="0"/>
                <a:cs typeface="Times New Roman" pitchFamily="18" charset="0"/>
              </a:endParaRPr>
            </a:p>
          </p:txBody>
        </p:sp>
        <p:sp>
          <p:nvSpPr>
            <p:cNvPr id="10" name="Rectangle 10"/>
            <p:cNvSpPr>
              <a:spLocks noChangeArrowheads="1"/>
            </p:cNvSpPr>
            <p:nvPr/>
          </p:nvSpPr>
          <p:spPr bwMode="auto">
            <a:xfrm>
              <a:off x="2098220" y="1123799"/>
              <a:ext cx="1957540" cy="705146"/>
            </a:xfrm>
            <a:prstGeom prst="ellipse">
              <a:avLst/>
            </a:prstGeom>
            <a:solidFill>
              <a:srgbClr val="A3FFA3">
                <a:alpha val="40000"/>
              </a:srgbClr>
            </a:solidFill>
            <a:ln>
              <a:noFill/>
            </a:ln>
            <a:effectLst/>
            <a:extLst/>
          </p:spPr>
          <p:txBody>
            <a:bodyPr wrap="none">
              <a:spAutoFit/>
            </a:bodyPr>
            <a:lstStyle/>
            <a:p>
              <a:pPr fontAlgn="auto">
                <a:spcBef>
                  <a:spcPts val="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Stink Damp</a:t>
              </a:r>
              <a:endParaRPr lang="en-GB"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endParaRPr>
            </a:p>
          </p:txBody>
        </p:sp>
        <p:sp>
          <p:nvSpPr>
            <p:cNvPr id="11" name="Rectangle 11"/>
            <p:cNvSpPr>
              <a:spLocks noChangeArrowheads="1"/>
            </p:cNvSpPr>
            <p:nvPr/>
          </p:nvSpPr>
          <p:spPr bwMode="auto">
            <a:xfrm>
              <a:off x="1134614" y="1993138"/>
              <a:ext cx="2571127"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Rotten-Egg Gas</a:t>
              </a:r>
            </a:p>
          </p:txBody>
        </p:sp>
        <p:sp>
          <p:nvSpPr>
            <p:cNvPr id="12" name="Rectangle 12"/>
            <p:cNvSpPr>
              <a:spLocks noChangeArrowheads="1"/>
            </p:cNvSpPr>
            <p:nvPr/>
          </p:nvSpPr>
          <p:spPr bwMode="auto">
            <a:xfrm>
              <a:off x="4919662" y="4790598"/>
              <a:ext cx="3527729" cy="781821"/>
            </a:xfrm>
            <a:prstGeom prst="ellipse">
              <a:avLst/>
            </a:prstGeom>
            <a:solidFill>
              <a:srgbClr val="A3FFA3">
                <a:alpha val="40000"/>
              </a:srgbClr>
            </a:solidFill>
            <a:ln>
              <a:noFill/>
            </a:ln>
            <a:effectLst/>
            <a:extLst/>
          </p:spPr>
          <p:txBody>
            <a:bodyPr wrap="none">
              <a:spAutoFit/>
            </a:bodyPr>
            <a:lstStyle/>
            <a:p>
              <a:pPr fontAlgn="auto">
                <a:spcBef>
                  <a:spcPts val="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Sulphurated Hydrogen</a:t>
              </a:r>
              <a:endParaRPr lang="en-GB"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endParaRPr>
            </a:p>
          </p:txBody>
        </p:sp>
        <p:sp>
          <p:nvSpPr>
            <p:cNvPr id="13" name="Rectangle 13"/>
            <p:cNvSpPr>
              <a:spLocks noChangeArrowheads="1"/>
            </p:cNvSpPr>
            <p:nvPr/>
          </p:nvSpPr>
          <p:spPr bwMode="auto">
            <a:xfrm>
              <a:off x="5241696" y="3909166"/>
              <a:ext cx="3263987" cy="781821"/>
            </a:xfrm>
            <a:prstGeom prst="ellipse">
              <a:avLst/>
            </a:prstGeom>
            <a:solidFill>
              <a:srgbClr val="A3FFA3">
                <a:alpha val="40000"/>
              </a:srgbClr>
            </a:solidFill>
            <a:ln>
              <a:noFill/>
            </a:ln>
            <a:effectLst/>
            <a:extLst/>
          </p:spPr>
          <p:txBody>
            <a:bodyPr wrap="none">
              <a:spAutoFit/>
            </a:bodyPr>
            <a:lstStyle/>
            <a:p>
              <a:pPr fontAlgn="auto">
                <a:spcBef>
                  <a:spcPts val="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Hydrosulphuric Acid</a:t>
              </a:r>
              <a:endParaRPr lang="en-GB"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endParaRPr>
            </a:p>
          </p:txBody>
        </p:sp>
        <p:sp>
          <p:nvSpPr>
            <p:cNvPr id="14" name="Rectangle 14"/>
            <p:cNvSpPr>
              <a:spLocks noChangeArrowheads="1"/>
            </p:cNvSpPr>
            <p:nvPr/>
          </p:nvSpPr>
          <p:spPr bwMode="auto">
            <a:xfrm>
              <a:off x="5105993" y="2051900"/>
              <a:ext cx="3550887"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Sour Crude / Sour Gas</a:t>
              </a:r>
            </a:p>
          </p:txBody>
        </p:sp>
        <p:sp>
          <p:nvSpPr>
            <p:cNvPr id="15" name="Rectangle 15"/>
            <p:cNvSpPr>
              <a:spLocks noChangeArrowheads="1"/>
            </p:cNvSpPr>
            <p:nvPr/>
          </p:nvSpPr>
          <p:spPr bwMode="auto">
            <a:xfrm>
              <a:off x="667954" y="2874569"/>
              <a:ext cx="1977333"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Swamp Gas</a:t>
              </a:r>
            </a:p>
          </p:txBody>
        </p:sp>
        <p:sp>
          <p:nvSpPr>
            <p:cNvPr id="16" name="Rectangle 16"/>
            <p:cNvSpPr>
              <a:spLocks noChangeArrowheads="1"/>
            </p:cNvSpPr>
            <p:nvPr/>
          </p:nvSpPr>
          <p:spPr bwMode="auto">
            <a:xfrm>
              <a:off x="6146990" y="2959055"/>
              <a:ext cx="1818988"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Sewer Gas</a:t>
              </a:r>
            </a:p>
          </p:txBody>
        </p:sp>
        <p:sp>
          <p:nvSpPr>
            <p:cNvPr id="17" name="Rectangle 17"/>
            <p:cNvSpPr>
              <a:spLocks noChangeArrowheads="1"/>
            </p:cNvSpPr>
            <p:nvPr/>
          </p:nvSpPr>
          <p:spPr bwMode="auto">
            <a:xfrm>
              <a:off x="265277" y="3855081"/>
              <a:ext cx="3052694" cy="781821"/>
            </a:xfrm>
            <a:prstGeom prst="ellipse">
              <a:avLst/>
            </a:prstGeom>
            <a:solidFill>
              <a:srgbClr val="A3FFA3">
                <a:alpha val="40000"/>
              </a:srgbClr>
            </a:solidFill>
            <a:ln>
              <a:noFill/>
            </a:ln>
            <a:effectLst/>
            <a:extLst/>
          </p:spPr>
          <p:txBody>
            <a:bodyPr wrap="none">
              <a:spAutoFit/>
            </a:bodyPr>
            <a:lstStyle/>
            <a:p>
              <a:pPr fontAlgn="auto">
                <a:spcBef>
                  <a:spcPts val="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Dihydrogen Sulfide</a:t>
              </a:r>
              <a:endParaRPr lang="en-GB"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endParaRPr>
            </a:p>
          </p:txBody>
        </p:sp>
        <p:sp>
          <p:nvSpPr>
            <p:cNvPr id="18" name="Rectangle 18"/>
            <p:cNvSpPr>
              <a:spLocks noChangeArrowheads="1"/>
            </p:cNvSpPr>
            <p:nvPr/>
          </p:nvSpPr>
          <p:spPr bwMode="auto">
            <a:xfrm>
              <a:off x="1463676" y="4731836"/>
              <a:ext cx="2076300"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Hepatic Gas</a:t>
              </a:r>
            </a:p>
          </p:txBody>
        </p:sp>
        <p:sp>
          <p:nvSpPr>
            <p:cNvPr id="19" name="Rectangle 19"/>
            <p:cNvSpPr>
              <a:spLocks noChangeArrowheads="1"/>
            </p:cNvSpPr>
            <p:nvPr/>
          </p:nvSpPr>
          <p:spPr bwMode="auto">
            <a:xfrm>
              <a:off x="3211867" y="5477995"/>
              <a:ext cx="2274428" cy="705146"/>
            </a:xfrm>
            <a:prstGeom prst="ellipse">
              <a:avLst/>
            </a:prstGeom>
            <a:solidFill>
              <a:srgbClr val="A3FFA3">
                <a:alpha val="40000"/>
              </a:srgbClr>
            </a:solidFill>
            <a:ln>
              <a:noFill/>
            </a:ln>
            <a:effectLst/>
            <a:extLst/>
          </p:spPr>
          <p:txBody>
            <a:bodyPr wrap="none">
              <a:spAutoFit/>
            </a:bodyPr>
            <a:lstStyle/>
            <a:p>
              <a:pPr fontAlgn="auto">
                <a:spcBef>
                  <a:spcPct val="5000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Devil’s breath</a:t>
              </a:r>
            </a:p>
          </p:txBody>
        </p:sp>
        <p:sp>
          <p:nvSpPr>
            <p:cNvPr id="20" name="Rectangle 20"/>
            <p:cNvSpPr>
              <a:spLocks noChangeArrowheads="1"/>
            </p:cNvSpPr>
            <p:nvPr/>
          </p:nvSpPr>
          <p:spPr bwMode="auto">
            <a:xfrm>
              <a:off x="4924395" y="1117263"/>
              <a:ext cx="2775591" cy="705146"/>
            </a:xfrm>
            <a:prstGeom prst="ellipse">
              <a:avLst/>
            </a:prstGeom>
            <a:solidFill>
              <a:srgbClr val="A3FFA3">
                <a:alpha val="40000"/>
              </a:srgbClr>
            </a:solidFill>
            <a:ln>
              <a:noFill/>
            </a:ln>
            <a:effectLst/>
            <a:extLst/>
          </p:spPr>
          <p:txBody>
            <a:bodyPr wrap="none">
              <a:spAutoFit/>
            </a:bodyPr>
            <a:lstStyle/>
            <a:p>
              <a:pPr fontAlgn="auto">
                <a:spcBef>
                  <a:spcPts val="0"/>
                </a:spcBef>
                <a:spcAft>
                  <a:spcPts val="0"/>
                </a:spcAft>
                <a:defRPr/>
              </a:pPr>
              <a:r>
                <a:rPr lang="en-US"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rPr>
                <a:t>Hydrogen Sulfide</a:t>
              </a:r>
              <a:endParaRPr lang="en-GB" i="1" dirty="0">
                <a:ln>
                  <a:solidFill>
                    <a:srgbClr val="002060"/>
                  </a:solidFill>
                </a:ln>
                <a:solidFill>
                  <a:srgbClr val="0066FF"/>
                </a:solidFill>
                <a:effectLst>
                  <a:outerShdw blurRad="38100" dist="38100" dir="2700000" algn="tl">
                    <a:srgbClr val="000000"/>
                  </a:outerShdw>
                </a:effectLst>
                <a:latin typeface="Times New Roman" pitchFamily="18" charset="0"/>
                <a:cs typeface="Times New Roman" pitchFamily="18" charset="0"/>
              </a:endParaRPr>
            </a:p>
          </p:txBody>
        </p:sp>
      </p:grpSp>
      <p:sp>
        <p:nvSpPr>
          <p:cNvPr id="22535" name="TextBox 20"/>
          <p:cNvSpPr txBox="1">
            <a:spLocks noChangeArrowheads="1"/>
          </p:cNvSpPr>
          <p:nvPr/>
        </p:nvSpPr>
        <p:spPr bwMode="auto">
          <a:xfrm>
            <a:off x="503238" y="1431925"/>
            <a:ext cx="8270875"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r>
              <a:rPr lang="en-CA" altLang="en-US" sz="2300" dirty="0"/>
              <a:t>H</a:t>
            </a:r>
            <a:r>
              <a:rPr lang="en-CA" altLang="en-US" sz="2300" baseline="-25000" dirty="0"/>
              <a:t>2</a:t>
            </a:r>
            <a:r>
              <a:rPr lang="en-CA" altLang="en-US" sz="2300" dirty="0"/>
              <a:t>S develops naturally in oxygen deficient environments, such as bogs, swamps, polluted water, and manure pits. It can be also generated as a common by-product of industrial processes such as; oil and gas reservoirs, sewage processing facilities and research laboratories.</a:t>
            </a:r>
            <a:endParaRPr lang="en-CA" altLang="en-US" sz="2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31813"/>
            <a:ext cx="8358188" cy="754062"/>
          </a:xfrm>
        </p:spPr>
        <p:txBody>
          <a:bodyPr/>
          <a:lstStyle/>
          <a:p>
            <a:pPr fontAlgn="auto">
              <a:spcAft>
                <a:spcPts val="0"/>
              </a:spcAft>
              <a:defRPr/>
            </a:pPr>
            <a:r>
              <a:rPr lang="fi-FI" dirty="0"/>
              <a:t>Health Hazards of H</a:t>
            </a:r>
            <a:r>
              <a:rPr lang="fi-FI" baseline="-25000" dirty="0"/>
              <a:t>2</a:t>
            </a:r>
            <a:r>
              <a:rPr lang="fi-FI" dirty="0"/>
              <a:t>S</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4AA91B03-7B04-4069-829D-5CBB10023B41}" type="slidenum">
              <a:rPr lang="en-CA" altLang="en-US">
                <a:solidFill>
                  <a:schemeClr val="bg2"/>
                </a:solidFill>
              </a:rPr>
              <a:pPr/>
              <a:t>5</a:t>
            </a:fld>
            <a:endParaRPr lang="en-CA" altLang="en-US">
              <a:solidFill>
                <a:schemeClr val="bg2"/>
              </a:solidFill>
            </a:endParaRPr>
          </a:p>
        </p:txBody>
      </p:sp>
      <p:sp>
        <p:nvSpPr>
          <p:cNvPr id="23558" name="TextBox 20"/>
          <p:cNvSpPr txBox="1">
            <a:spLocks noChangeArrowheads="1"/>
          </p:cNvSpPr>
          <p:nvPr/>
        </p:nvSpPr>
        <p:spPr bwMode="auto">
          <a:xfrm>
            <a:off x="477838" y="1357313"/>
            <a:ext cx="8294687"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spcBef>
                <a:spcPts val="300"/>
              </a:spcBef>
              <a:spcAft>
                <a:spcPts val="300"/>
              </a:spcAft>
              <a:buFont typeface="Arial" panose="020B0604020202020204" pitchFamily="34" charset="0"/>
              <a:buChar char="•"/>
            </a:pPr>
            <a:r>
              <a:rPr lang="en-CA" altLang="en-US" dirty="0"/>
              <a:t>When inhaled, H</a:t>
            </a:r>
            <a:r>
              <a:rPr lang="en-CA" altLang="en-US" baseline="-25000" dirty="0"/>
              <a:t>2</a:t>
            </a:r>
            <a:r>
              <a:rPr lang="en-CA" altLang="en-US" dirty="0"/>
              <a:t>S will enter through the lungs and is considered a chemical asphyxiate. </a:t>
            </a:r>
          </a:p>
          <a:p>
            <a:pPr algn="just">
              <a:spcBef>
                <a:spcPts val="300"/>
              </a:spcBef>
              <a:spcAft>
                <a:spcPts val="300"/>
              </a:spcAft>
              <a:buFont typeface="Arial" panose="020B0604020202020204" pitchFamily="34" charset="0"/>
              <a:buChar char="•"/>
            </a:pPr>
            <a:r>
              <a:rPr lang="en-CA" altLang="en-US" dirty="0"/>
              <a:t>It blocks O</a:t>
            </a:r>
            <a:r>
              <a:rPr lang="en-CA" altLang="en-US" baseline="-25000" dirty="0"/>
              <a:t>2</a:t>
            </a:r>
            <a:r>
              <a:rPr lang="en-CA" altLang="en-US" dirty="0"/>
              <a:t> from bonding to red 	blood cells causing oxygen deprivation. H</a:t>
            </a:r>
            <a:r>
              <a:rPr lang="en-CA" altLang="en-US" baseline="-25000" dirty="0"/>
              <a:t>2</a:t>
            </a:r>
            <a:r>
              <a:rPr lang="en-CA" altLang="en-US" dirty="0"/>
              <a:t>S is also transported to the brain and attacks the respiratory control center.</a:t>
            </a:r>
          </a:p>
          <a:p>
            <a:pPr algn="just">
              <a:spcBef>
                <a:spcPts val="300"/>
              </a:spcBef>
              <a:spcAft>
                <a:spcPts val="300"/>
              </a:spcAft>
              <a:buFont typeface="Arial" panose="020B0604020202020204" pitchFamily="34" charset="0"/>
              <a:buChar char="•"/>
            </a:pPr>
            <a:r>
              <a:rPr lang="en-CA" altLang="en-US" dirty="0"/>
              <a:t>H</a:t>
            </a:r>
            <a:r>
              <a:rPr lang="en-CA" altLang="en-US" baseline="-25000" dirty="0"/>
              <a:t>2</a:t>
            </a:r>
            <a:r>
              <a:rPr lang="en-CA" altLang="en-US" dirty="0"/>
              <a:t>S can have an array of health effects on the body depending on exposure concentrations. At high concentrations, H</a:t>
            </a:r>
            <a:r>
              <a:rPr lang="en-CA" altLang="en-US" baseline="-25000" dirty="0"/>
              <a:t>2</a:t>
            </a:r>
            <a:r>
              <a:rPr lang="en-CA" altLang="en-US" dirty="0"/>
              <a:t>S can kill in a single breath.</a:t>
            </a:r>
            <a:endParaRPr lang="en-CA" altLang="en-US" sz="2300" dirty="0"/>
          </a:p>
        </p:txBody>
      </p:sp>
      <p:graphicFrame>
        <p:nvGraphicFramePr>
          <p:cNvPr id="3" name="Table 2"/>
          <p:cNvGraphicFramePr>
            <a:graphicFrameLocks noGrp="1"/>
          </p:cNvGraphicFramePr>
          <p:nvPr>
            <p:extLst>
              <p:ext uri="{D42A27DB-BD31-4B8C-83A1-F6EECF244321}">
                <p14:modId xmlns:p14="http://schemas.microsoft.com/office/powerpoint/2010/main" val="3300985227"/>
              </p:ext>
            </p:extLst>
          </p:nvPr>
        </p:nvGraphicFramePr>
        <p:xfrm>
          <a:off x="581025" y="3309938"/>
          <a:ext cx="8193088" cy="3430589"/>
        </p:xfrm>
        <a:graphic>
          <a:graphicData uri="http://schemas.openxmlformats.org/drawingml/2006/table">
            <a:tbl>
              <a:tblPr>
                <a:tableStyleId>{9D7B26C5-4107-4FEC-AEDC-1716B250A1EF}</a:tableStyleId>
              </a:tblPr>
              <a:tblGrid>
                <a:gridCol w="1581651">
                  <a:extLst>
                    <a:ext uri="{9D8B030D-6E8A-4147-A177-3AD203B41FA5}">
                      <a16:colId xmlns:a16="http://schemas.microsoft.com/office/drawing/2014/main" val="20000"/>
                    </a:ext>
                  </a:extLst>
                </a:gridCol>
                <a:gridCol w="6611437">
                  <a:extLst>
                    <a:ext uri="{9D8B030D-6E8A-4147-A177-3AD203B41FA5}">
                      <a16:colId xmlns:a16="http://schemas.microsoft.com/office/drawing/2014/main" val="20001"/>
                    </a:ext>
                  </a:extLst>
                </a:gridCol>
              </a:tblGrid>
              <a:tr h="289966">
                <a:tc>
                  <a:txBody>
                    <a:bodyPr/>
                    <a:lstStyle/>
                    <a:p>
                      <a:pPr marL="0" marR="0" algn="ctr">
                        <a:lnSpc>
                          <a:spcPct val="115000"/>
                        </a:lnSpc>
                        <a:spcBef>
                          <a:spcPts val="0"/>
                        </a:spcBef>
                        <a:spcAft>
                          <a:spcPts val="0"/>
                        </a:spcAft>
                      </a:pPr>
                      <a:r>
                        <a:rPr lang="en-US" sz="1600" b="1" kern="1200" dirty="0">
                          <a:solidFill>
                            <a:schemeClr val="bg1"/>
                          </a:solidFill>
                          <a:effectLst/>
                        </a:rPr>
                        <a:t>Concentration</a:t>
                      </a:r>
                      <a:endParaRPr lang="en-US" sz="1100" b="1" dirty="0">
                        <a:solidFill>
                          <a:schemeClr val="bg1"/>
                        </a:solidFill>
                        <a:effectLst/>
                        <a:latin typeface="Calibri"/>
                        <a:ea typeface="Calibri"/>
                        <a:cs typeface="Arial"/>
                      </a:endParaRPr>
                    </a:p>
                  </a:txBody>
                  <a:tcPr marL="68579" marR="68579" marT="9526" marB="0">
                    <a:solidFill>
                      <a:schemeClr val="tx1"/>
                    </a:solidFill>
                  </a:tcPr>
                </a:tc>
                <a:tc>
                  <a:txBody>
                    <a:bodyPr/>
                    <a:lstStyle/>
                    <a:p>
                      <a:pPr marL="0" marR="0" algn="ctr">
                        <a:lnSpc>
                          <a:spcPct val="115000"/>
                        </a:lnSpc>
                        <a:spcBef>
                          <a:spcPts val="0"/>
                        </a:spcBef>
                        <a:spcAft>
                          <a:spcPts val="0"/>
                        </a:spcAft>
                      </a:pPr>
                      <a:r>
                        <a:rPr lang="en-US" sz="1600" b="1" kern="1200" dirty="0">
                          <a:solidFill>
                            <a:schemeClr val="bg1"/>
                          </a:solidFill>
                          <a:effectLst/>
                        </a:rPr>
                        <a:t>Health </a:t>
                      </a:r>
                      <a:r>
                        <a:rPr lang="en-US" sz="1600" b="1" kern="1200" dirty="0" smtClean="0">
                          <a:solidFill>
                            <a:schemeClr val="bg1"/>
                          </a:solidFill>
                          <a:effectLst/>
                        </a:rPr>
                        <a:t>Effects of H</a:t>
                      </a:r>
                      <a:r>
                        <a:rPr lang="en-US" sz="1600" b="1" kern="1200" baseline="-25000" dirty="0" smtClean="0">
                          <a:solidFill>
                            <a:schemeClr val="bg1"/>
                          </a:solidFill>
                          <a:effectLst/>
                        </a:rPr>
                        <a:t>2</a:t>
                      </a:r>
                      <a:r>
                        <a:rPr lang="en-US" sz="1600" b="1" kern="1200" dirty="0" smtClean="0">
                          <a:solidFill>
                            <a:schemeClr val="bg1"/>
                          </a:solidFill>
                          <a:effectLst/>
                        </a:rPr>
                        <a:t>S</a:t>
                      </a:r>
                      <a:endParaRPr lang="en-US" sz="1100" b="1" dirty="0">
                        <a:solidFill>
                          <a:schemeClr val="bg1"/>
                        </a:solidFill>
                        <a:effectLst/>
                        <a:latin typeface="Calibri"/>
                        <a:ea typeface="Calibri"/>
                        <a:cs typeface="Arial"/>
                      </a:endParaRPr>
                    </a:p>
                  </a:txBody>
                  <a:tcPr marL="68579" marR="68579" marT="9526" marB="0">
                    <a:solidFill>
                      <a:schemeClr val="tx1"/>
                    </a:solidFill>
                  </a:tcPr>
                </a:tc>
                <a:extLst>
                  <a:ext uri="{0D108BD9-81ED-4DB2-BD59-A6C34878D82A}">
                    <a16:rowId xmlns:a16="http://schemas.microsoft.com/office/drawing/2014/main" val="10000"/>
                  </a:ext>
                </a:extLst>
              </a:tr>
              <a:tr h="242074">
                <a:tc>
                  <a:txBody>
                    <a:bodyPr/>
                    <a:lstStyle/>
                    <a:p>
                      <a:pPr marL="0" marR="0">
                        <a:lnSpc>
                          <a:spcPct val="115000"/>
                        </a:lnSpc>
                        <a:spcBef>
                          <a:spcPts val="0"/>
                        </a:spcBef>
                        <a:spcAft>
                          <a:spcPts val="0"/>
                        </a:spcAft>
                      </a:pPr>
                      <a:r>
                        <a:rPr lang="en-US" sz="1200" b="1" kern="1200" dirty="0">
                          <a:effectLst/>
                        </a:rPr>
                        <a:t>10 ppm   </a:t>
                      </a:r>
                      <a:endParaRPr lang="en-US" sz="1100" b="1" dirty="0">
                        <a:effectLst/>
                        <a:latin typeface="Calibri"/>
                        <a:ea typeface="Calibri"/>
                        <a:cs typeface="Arial"/>
                      </a:endParaRPr>
                    </a:p>
                  </a:txBody>
                  <a:tcPr marL="68579" marR="68579" marT="9526" marB="0">
                    <a:solidFill>
                      <a:srgbClr val="FFEBAB"/>
                    </a:solidFill>
                  </a:tcPr>
                </a:tc>
                <a:tc>
                  <a:txBody>
                    <a:bodyPr/>
                    <a:lstStyle/>
                    <a:p>
                      <a:pPr marL="0" marR="0">
                        <a:lnSpc>
                          <a:spcPct val="115000"/>
                        </a:lnSpc>
                        <a:spcBef>
                          <a:spcPts val="0"/>
                        </a:spcBef>
                        <a:spcAft>
                          <a:spcPts val="0"/>
                        </a:spcAft>
                      </a:pPr>
                      <a:r>
                        <a:rPr lang="en-US" sz="1200" kern="1200" dirty="0">
                          <a:effectLst/>
                        </a:rPr>
                        <a:t>Beginning eye irritation</a:t>
                      </a:r>
                      <a:endParaRPr lang="en-US" sz="1100" dirty="0">
                        <a:effectLst/>
                        <a:latin typeface="Calibri"/>
                        <a:ea typeface="Calibri"/>
                        <a:cs typeface="Arial"/>
                      </a:endParaRPr>
                    </a:p>
                  </a:txBody>
                  <a:tcPr marL="68579" marR="68579" marT="9526" marB="0">
                    <a:solidFill>
                      <a:srgbClr val="FFEBAB"/>
                    </a:solidFill>
                  </a:tcPr>
                </a:tc>
                <a:extLst>
                  <a:ext uri="{0D108BD9-81ED-4DB2-BD59-A6C34878D82A}">
                    <a16:rowId xmlns:a16="http://schemas.microsoft.com/office/drawing/2014/main" val="10001"/>
                  </a:ext>
                </a:extLst>
              </a:tr>
              <a:tr h="263678">
                <a:tc>
                  <a:txBody>
                    <a:bodyPr/>
                    <a:lstStyle/>
                    <a:p>
                      <a:pPr marL="0" marR="0">
                        <a:lnSpc>
                          <a:spcPct val="115000"/>
                        </a:lnSpc>
                        <a:spcBef>
                          <a:spcPts val="0"/>
                        </a:spcBef>
                        <a:spcAft>
                          <a:spcPts val="0"/>
                        </a:spcAft>
                      </a:pPr>
                      <a:r>
                        <a:rPr lang="en-US" sz="1200" b="1" kern="1200" dirty="0" smtClean="0">
                          <a:effectLst/>
                        </a:rPr>
                        <a:t>27 </a:t>
                      </a:r>
                      <a:r>
                        <a:rPr lang="en-US" sz="1200" b="1" kern="1200" dirty="0">
                          <a:effectLst/>
                        </a:rPr>
                        <a:t>ppm   </a:t>
                      </a:r>
                      <a:endParaRPr lang="en-US" sz="1100" b="1" dirty="0">
                        <a:effectLst/>
                        <a:latin typeface="Calibri"/>
                        <a:ea typeface="Calibri"/>
                        <a:cs typeface="Arial"/>
                      </a:endParaRPr>
                    </a:p>
                  </a:txBody>
                  <a:tcPr marL="68579" marR="68579" marT="9526" marB="0">
                    <a:solidFill>
                      <a:srgbClr val="FFDF79"/>
                    </a:solidFill>
                  </a:tcPr>
                </a:tc>
                <a:tc>
                  <a:txBody>
                    <a:bodyPr/>
                    <a:lstStyle/>
                    <a:p>
                      <a:pPr marL="0" marR="0">
                        <a:lnSpc>
                          <a:spcPct val="115000"/>
                        </a:lnSpc>
                        <a:spcBef>
                          <a:spcPts val="0"/>
                        </a:spcBef>
                        <a:spcAft>
                          <a:spcPts val="0"/>
                        </a:spcAft>
                      </a:pPr>
                      <a:r>
                        <a:rPr lang="en-US" sz="1200" kern="1200" dirty="0" smtClean="0">
                          <a:solidFill>
                            <a:schemeClr val="tx1"/>
                          </a:solidFill>
                          <a:effectLst/>
                          <a:latin typeface="+mn-lt"/>
                          <a:ea typeface="+mn-ea"/>
                          <a:cs typeface="+mn-cs"/>
                        </a:rPr>
                        <a:t>Strong unpleasant odor, but not intolerable.</a:t>
                      </a:r>
                      <a:endParaRPr lang="en-US" sz="1200" kern="1200" dirty="0">
                        <a:solidFill>
                          <a:schemeClr val="tx1"/>
                        </a:solidFill>
                        <a:effectLst/>
                        <a:latin typeface="+mn-lt"/>
                        <a:ea typeface="+mn-ea"/>
                        <a:cs typeface="+mn-cs"/>
                      </a:endParaRPr>
                    </a:p>
                  </a:txBody>
                  <a:tcPr marL="68579" marR="68579" marT="9526" marB="0">
                    <a:solidFill>
                      <a:srgbClr val="FFDF79"/>
                    </a:solidFill>
                  </a:tcPr>
                </a:tc>
                <a:extLst>
                  <a:ext uri="{0D108BD9-81ED-4DB2-BD59-A6C34878D82A}">
                    <a16:rowId xmlns:a16="http://schemas.microsoft.com/office/drawing/2014/main" val="10002"/>
                  </a:ext>
                </a:extLst>
              </a:tr>
              <a:tr h="263678">
                <a:tc>
                  <a:txBody>
                    <a:bodyPr/>
                    <a:lstStyle/>
                    <a:p>
                      <a:pPr marL="0" marR="0">
                        <a:lnSpc>
                          <a:spcPct val="115000"/>
                        </a:lnSpc>
                        <a:spcBef>
                          <a:spcPts val="0"/>
                        </a:spcBef>
                        <a:spcAft>
                          <a:spcPts val="0"/>
                        </a:spcAft>
                      </a:pPr>
                      <a:r>
                        <a:rPr lang="en-US" sz="1200" b="1" kern="1200" dirty="0">
                          <a:effectLst/>
                        </a:rPr>
                        <a:t>50-100 ppm   </a:t>
                      </a:r>
                      <a:endParaRPr lang="en-US" sz="1100" b="1" dirty="0">
                        <a:effectLst/>
                        <a:latin typeface="Calibri"/>
                        <a:ea typeface="Calibri"/>
                        <a:cs typeface="Arial"/>
                      </a:endParaRPr>
                    </a:p>
                  </a:txBody>
                  <a:tcPr marL="68579" marR="68579" marT="9526" marB="0">
                    <a:solidFill>
                      <a:srgbClr val="FFC000"/>
                    </a:solidFill>
                  </a:tcPr>
                </a:tc>
                <a:tc>
                  <a:txBody>
                    <a:bodyPr/>
                    <a:lstStyle/>
                    <a:p>
                      <a:pPr marL="0" marR="0">
                        <a:lnSpc>
                          <a:spcPct val="115000"/>
                        </a:lnSpc>
                        <a:spcBef>
                          <a:spcPts val="0"/>
                        </a:spcBef>
                        <a:spcAft>
                          <a:spcPts val="0"/>
                        </a:spcAft>
                      </a:pPr>
                      <a:r>
                        <a:rPr lang="en-US" sz="1200" kern="1200" dirty="0">
                          <a:effectLst/>
                        </a:rPr>
                        <a:t>Slight respiratory tract irritation after 1 hour exposure.</a:t>
                      </a:r>
                      <a:endParaRPr lang="en-US" sz="1100" dirty="0">
                        <a:effectLst/>
                        <a:latin typeface="Calibri"/>
                        <a:ea typeface="Calibri"/>
                        <a:cs typeface="Arial"/>
                      </a:endParaRPr>
                    </a:p>
                  </a:txBody>
                  <a:tcPr marL="68579" marR="68579" marT="9526" marB="0">
                    <a:solidFill>
                      <a:srgbClr val="FFC000"/>
                    </a:solidFill>
                  </a:tcPr>
                </a:tc>
                <a:extLst>
                  <a:ext uri="{0D108BD9-81ED-4DB2-BD59-A6C34878D82A}">
                    <a16:rowId xmlns:a16="http://schemas.microsoft.com/office/drawing/2014/main" val="10003"/>
                  </a:ext>
                </a:extLst>
              </a:tr>
              <a:tr h="850846">
                <a:tc>
                  <a:txBody>
                    <a:bodyPr/>
                    <a:lstStyle/>
                    <a:p>
                      <a:pPr marL="0" marR="0">
                        <a:lnSpc>
                          <a:spcPct val="115000"/>
                        </a:lnSpc>
                        <a:spcBef>
                          <a:spcPts val="0"/>
                        </a:spcBef>
                        <a:spcAft>
                          <a:spcPts val="0"/>
                        </a:spcAft>
                      </a:pPr>
                      <a:r>
                        <a:rPr lang="en-US" sz="1200" b="1" kern="1200" dirty="0">
                          <a:effectLst/>
                        </a:rPr>
                        <a:t>100 ppm   </a:t>
                      </a:r>
                      <a:endParaRPr lang="en-US" sz="1100" b="1" dirty="0">
                        <a:effectLst/>
                        <a:latin typeface="Calibri"/>
                        <a:ea typeface="Calibri"/>
                        <a:cs typeface="Arial"/>
                      </a:endParaRPr>
                    </a:p>
                  </a:txBody>
                  <a:tcPr marL="68579" marR="68579" marT="9526" marB="0">
                    <a:solidFill>
                      <a:srgbClr val="FF6969"/>
                    </a:solidFill>
                  </a:tcPr>
                </a:tc>
                <a:tc>
                  <a:txBody>
                    <a:bodyPr/>
                    <a:lstStyle/>
                    <a:p>
                      <a:pPr marL="0" marR="0">
                        <a:lnSpc>
                          <a:spcPct val="115000"/>
                        </a:lnSpc>
                        <a:spcBef>
                          <a:spcPts val="0"/>
                        </a:spcBef>
                        <a:spcAft>
                          <a:spcPts val="0"/>
                        </a:spcAft>
                      </a:pPr>
                      <a:r>
                        <a:rPr lang="en-US" sz="1200" kern="1200" dirty="0">
                          <a:effectLst/>
                        </a:rPr>
                        <a:t>Coughing, eye irritation, </a:t>
                      </a:r>
                      <a:r>
                        <a:rPr lang="en-US" sz="1200" b="1" kern="1200" dirty="0">
                          <a:effectLst/>
                        </a:rPr>
                        <a:t>loss of sense of smell</a:t>
                      </a:r>
                      <a:r>
                        <a:rPr lang="en-US" sz="1200" kern="1200" dirty="0">
                          <a:effectLst/>
                        </a:rPr>
                        <a:t> after 2-15 minutes.  Altered respiration, pain in the eyes, and drowsiness after 15-30 minutes followed by throat irritation after 1 hour. Several hours exposure results in gradual increase in severity of these symptoms and death may occur within the next 48 hours</a:t>
                      </a:r>
                      <a:endParaRPr lang="en-US" sz="1100" dirty="0">
                        <a:effectLst/>
                        <a:latin typeface="Calibri"/>
                        <a:ea typeface="Calibri"/>
                        <a:cs typeface="Arial"/>
                      </a:endParaRPr>
                    </a:p>
                  </a:txBody>
                  <a:tcPr marL="68579" marR="68579" marT="9526" marB="0">
                    <a:solidFill>
                      <a:srgbClr val="FF6969"/>
                    </a:solidFill>
                  </a:tcPr>
                </a:tc>
                <a:extLst>
                  <a:ext uri="{0D108BD9-81ED-4DB2-BD59-A6C34878D82A}">
                    <a16:rowId xmlns:a16="http://schemas.microsoft.com/office/drawing/2014/main" val="10004"/>
                  </a:ext>
                </a:extLst>
              </a:tr>
              <a:tr h="430186">
                <a:tc>
                  <a:txBody>
                    <a:bodyPr/>
                    <a:lstStyle/>
                    <a:p>
                      <a:pPr marL="0" marR="0">
                        <a:lnSpc>
                          <a:spcPct val="115000"/>
                        </a:lnSpc>
                        <a:spcBef>
                          <a:spcPts val="0"/>
                        </a:spcBef>
                        <a:spcAft>
                          <a:spcPts val="0"/>
                        </a:spcAft>
                      </a:pPr>
                      <a:r>
                        <a:rPr lang="en-US" sz="1200" b="1" kern="1200" dirty="0">
                          <a:effectLst/>
                        </a:rPr>
                        <a:t>200-300 ppm   </a:t>
                      </a:r>
                      <a:endParaRPr lang="en-US" sz="1100" b="1" dirty="0">
                        <a:effectLst/>
                        <a:latin typeface="Calibri"/>
                        <a:ea typeface="Calibri"/>
                        <a:cs typeface="Arial"/>
                      </a:endParaRPr>
                    </a:p>
                  </a:txBody>
                  <a:tcPr marL="68579" marR="68579" marT="9526" marB="0">
                    <a:solidFill>
                      <a:srgbClr val="FF5757"/>
                    </a:solidFill>
                  </a:tcPr>
                </a:tc>
                <a:tc>
                  <a:txBody>
                    <a:bodyPr/>
                    <a:lstStyle/>
                    <a:p>
                      <a:pPr marL="0" marR="0">
                        <a:lnSpc>
                          <a:spcPct val="115000"/>
                        </a:lnSpc>
                        <a:spcBef>
                          <a:spcPts val="0"/>
                        </a:spcBef>
                        <a:spcAft>
                          <a:spcPts val="0"/>
                        </a:spcAft>
                      </a:pPr>
                      <a:r>
                        <a:rPr lang="en-US" sz="1200" kern="1200" dirty="0">
                          <a:effectLst/>
                        </a:rPr>
                        <a:t>Severe respiratory tract irritation after 1 hour of exposure.  Possible pulmonary edema (fluid in the lungs).</a:t>
                      </a:r>
                      <a:endParaRPr lang="en-US" sz="1100" dirty="0">
                        <a:effectLst/>
                        <a:latin typeface="Calibri"/>
                        <a:ea typeface="Calibri"/>
                        <a:cs typeface="Arial"/>
                      </a:endParaRPr>
                    </a:p>
                  </a:txBody>
                  <a:tcPr marL="68579" marR="68579" marT="9526" marB="0">
                    <a:solidFill>
                      <a:srgbClr val="FF5757"/>
                    </a:solidFill>
                  </a:tcPr>
                </a:tc>
                <a:extLst>
                  <a:ext uri="{0D108BD9-81ED-4DB2-BD59-A6C34878D82A}">
                    <a16:rowId xmlns:a16="http://schemas.microsoft.com/office/drawing/2014/main" val="10005"/>
                  </a:ext>
                </a:extLst>
              </a:tr>
              <a:tr h="284172">
                <a:tc>
                  <a:txBody>
                    <a:bodyPr/>
                    <a:lstStyle/>
                    <a:p>
                      <a:pPr marL="0" marR="0">
                        <a:lnSpc>
                          <a:spcPct val="115000"/>
                        </a:lnSpc>
                        <a:spcBef>
                          <a:spcPts val="0"/>
                        </a:spcBef>
                        <a:spcAft>
                          <a:spcPts val="0"/>
                        </a:spcAft>
                      </a:pPr>
                      <a:r>
                        <a:rPr lang="en-US" sz="1200" b="1" kern="1200" dirty="0">
                          <a:effectLst/>
                        </a:rPr>
                        <a:t>500-700 ppm   </a:t>
                      </a:r>
                      <a:endParaRPr lang="en-US" sz="1100" b="1" dirty="0">
                        <a:effectLst/>
                        <a:latin typeface="Calibri"/>
                        <a:ea typeface="Calibri"/>
                        <a:cs typeface="Arial"/>
                      </a:endParaRPr>
                    </a:p>
                  </a:txBody>
                  <a:tcPr marL="68579" marR="68579" marT="9526" marB="0">
                    <a:solidFill>
                      <a:srgbClr val="FF2929"/>
                    </a:solidFill>
                  </a:tcPr>
                </a:tc>
                <a:tc>
                  <a:txBody>
                    <a:bodyPr/>
                    <a:lstStyle/>
                    <a:p>
                      <a:pPr marL="0" marR="0">
                        <a:lnSpc>
                          <a:spcPct val="115000"/>
                        </a:lnSpc>
                        <a:spcBef>
                          <a:spcPts val="0"/>
                        </a:spcBef>
                        <a:spcAft>
                          <a:spcPts val="0"/>
                        </a:spcAft>
                      </a:pPr>
                      <a:r>
                        <a:rPr lang="en-US" sz="1200" kern="1200" dirty="0">
                          <a:effectLst/>
                        </a:rPr>
                        <a:t>Loss of consciousness and possibly </a:t>
                      </a:r>
                      <a:r>
                        <a:rPr lang="en-US" sz="1200" u="sng" kern="1200" dirty="0">
                          <a:effectLst/>
                        </a:rPr>
                        <a:t>death in 30 minutes to 1 hour</a:t>
                      </a:r>
                      <a:r>
                        <a:rPr lang="en-US" sz="1200" kern="1200" dirty="0">
                          <a:effectLst/>
                        </a:rPr>
                        <a:t>.</a:t>
                      </a:r>
                      <a:endParaRPr lang="en-US" sz="1100" dirty="0">
                        <a:effectLst/>
                        <a:latin typeface="Calibri"/>
                        <a:ea typeface="Calibri"/>
                        <a:cs typeface="Arial"/>
                      </a:endParaRPr>
                    </a:p>
                  </a:txBody>
                  <a:tcPr marL="68579" marR="68579" marT="9526" marB="0">
                    <a:solidFill>
                      <a:srgbClr val="FF2929"/>
                    </a:solidFill>
                  </a:tcPr>
                </a:tc>
                <a:extLst>
                  <a:ext uri="{0D108BD9-81ED-4DB2-BD59-A6C34878D82A}">
                    <a16:rowId xmlns:a16="http://schemas.microsoft.com/office/drawing/2014/main" val="10006"/>
                  </a:ext>
                </a:extLst>
              </a:tr>
              <a:tr h="263678">
                <a:tc>
                  <a:txBody>
                    <a:bodyPr/>
                    <a:lstStyle/>
                    <a:p>
                      <a:pPr marL="0" marR="0">
                        <a:lnSpc>
                          <a:spcPct val="115000"/>
                        </a:lnSpc>
                        <a:spcBef>
                          <a:spcPts val="0"/>
                        </a:spcBef>
                        <a:spcAft>
                          <a:spcPts val="0"/>
                        </a:spcAft>
                      </a:pPr>
                      <a:r>
                        <a:rPr lang="en-US" sz="1200" b="1" kern="1200" dirty="0">
                          <a:effectLst/>
                        </a:rPr>
                        <a:t>700-1,000 ppm   </a:t>
                      </a:r>
                      <a:endParaRPr lang="en-US" sz="1100" b="1" dirty="0">
                        <a:effectLst/>
                        <a:latin typeface="Calibri"/>
                        <a:ea typeface="Calibri"/>
                        <a:cs typeface="Arial"/>
                      </a:endParaRPr>
                    </a:p>
                  </a:txBody>
                  <a:tcPr marL="68579" marR="68579" marT="9526" marB="0">
                    <a:solidFill>
                      <a:srgbClr val="FF2121"/>
                    </a:solidFill>
                  </a:tcPr>
                </a:tc>
                <a:tc>
                  <a:txBody>
                    <a:bodyPr/>
                    <a:lstStyle/>
                    <a:p>
                      <a:pPr marL="0" marR="0">
                        <a:lnSpc>
                          <a:spcPct val="115000"/>
                        </a:lnSpc>
                        <a:spcBef>
                          <a:spcPts val="0"/>
                        </a:spcBef>
                        <a:spcAft>
                          <a:spcPts val="0"/>
                        </a:spcAft>
                      </a:pPr>
                      <a:r>
                        <a:rPr lang="en-US" sz="1200" kern="1200" dirty="0">
                          <a:effectLst/>
                        </a:rPr>
                        <a:t>Rapid unconsciousness, loss of respiration, and </a:t>
                      </a:r>
                      <a:r>
                        <a:rPr lang="en-US" sz="1200" u="sng" kern="1200" dirty="0">
                          <a:effectLst/>
                        </a:rPr>
                        <a:t>death after 1-3 minutes. </a:t>
                      </a:r>
                      <a:endParaRPr lang="en-US" sz="1100" u="sng" dirty="0">
                        <a:effectLst/>
                        <a:latin typeface="Calibri"/>
                        <a:ea typeface="Calibri"/>
                        <a:cs typeface="Arial"/>
                      </a:endParaRPr>
                    </a:p>
                  </a:txBody>
                  <a:tcPr marL="68579" marR="68579" marT="9526" marB="0">
                    <a:solidFill>
                      <a:srgbClr val="FF2121"/>
                    </a:solidFill>
                  </a:tcPr>
                </a:tc>
                <a:extLst>
                  <a:ext uri="{0D108BD9-81ED-4DB2-BD59-A6C34878D82A}">
                    <a16:rowId xmlns:a16="http://schemas.microsoft.com/office/drawing/2014/main" val="10007"/>
                  </a:ext>
                </a:extLst>
              </a:tr>
              <a:tr h="542311">
                <a:tc>
                  <a:txBody>
                    <a:bodyPr/>
                    <a:lstStyle/>
                    <a:p>
                      <a:pPr marL="0" marR="0">
                        <a:lnSpc>
                          <a:spcPct val="115000"/>
                        </a:lnSpc>
                        <a:spcBef>
                          <a:spcPts val="0"/>
                        </a:spcBef>
                        <a:spcAft>
                          <a:spcPts val="0"/>
                        </a:spcAft>
                      </a:pPr>
                      <a:r>
                        <a:rPr lang="en-US" sz="1200" b="1" kern="1200" dirty="0">
                          <a:effectLst/>
                        </a:rPr>
                        <a:t>1,000-2,000ppm  </a:t>
                      </a:r>
                      <a:endParaRPr lang="en-US" sz="1100" b="1" dirty="0">
                        <a:effectLst/>
                        <a:latin typeface="Calibri"/>
                        <a:ea typeface="Calibri"/>
                        <a:cs typeface="Arial"/>
                      </a:endParaRPr>
                    </a:p>
                  </a:txBody>
                  <a:tcPr marL="68579" marR="68579" marT="9526" marB="0">
                    <a:solidFill>
                      <a:srgbClr val="FF0000"/>
                    </a:solidFill>
                  </a:tcPr>
                </a:tc>
                <a:tc>
                  <a:txBody>
                    <a:bodyPr/>
                    <a:lstStyle/>
                    <a:p>
                      <a:pPr marL="0" marR="0">
                        <a:lnSpc>
                          <a:spcPct val="115000"/>
                        </a:lnSpc>
                        <a:spcBef>
                          <a:spcPts val="0"/>
                        </a:spcBef>
                        <a:spcAft>
                          <a:spcPts val="0"/>
                        </a:spcAft>
                      </a:pPr>
                      <a:r>
                        <a:rPr lang="en-US" sz="1200" kern="1200" dirty="0">
                          <a:effectLst/>
                        </a:rPr>
                        <a:t>Unconsciousness at once, loss of respiration and death in a few minutes. </a:t>
                      </a:r>
                      <a:r>
                        <a:rPr lang="en-US" sz="1200" u="sng" kern="1200" dirty="0">
                          <a:effectLst/>
                        </a:rPr>
                        <a:t>Death</a:t>
                      </a:r>
                      <a:r>
                        <a:rPr lang="en-US" sz="1200" kern="1200" dirty="0">
                          <a:effectLst/>
                        </a:rPr>
                        <a:t> may occur even if individual is removed to fresh air at once.</a:t>
                      </a:r>
                      <a:endParaRPr lang="en-US" sz="1100" dirty="0">
                        <a:effectLst/>
                        <a:latin typeface="Calibri"/>
                        <a:ea typeface="Calibri"/>
                        <a:cs typeface="Arial"/>
                      </a:endParaRPr>
                    </a:p>
                  </a:txBody>
                  <a:tcPr marL="68579" marR="68579" marT="9526" marB="0">
                    <a:solidFill>
                      <a:srgbClr val="FF0000"/>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31813"/>
            <a:ext cx="8358188" cy="754062"/>
          </a:xfrm>
        </p:spPr>
        <p:txBody>
          <a:bodyPr/>
          <a:lstStyle/>
          <a:p>
            <a:pPr fontAlgn="auto">
              <a:spcAft>
                <a:spcPts val="0"/>
              </a:spcAft>
              <a:defRPr/>
            </a:pPr>
            <a:r>
              <a:rPr lang="fi-FI" dirty="0"/>
              <a:t>Symptoms of H</a:t>
            </a:r>
            <a:r>
              <a:rPr lang="fi-FI" baseline="-25000" dirty="0"/>
              <a:t>2</a:t>
            </a:r>
            <a:r>
              <a:rPr lang="fi-FI" dirty="0"/>
              <a:t>S Exposure</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611E8FB-6A00-40A0-A486-F36E9918FAD8}" type="slidenum">
              <a:rPr lang="en-CA" altLang="en-US">
                <a:solidFill>
                  <a:schemeClr val="bg2"/>
                </a:solidFill>
              </a:rPr>
              <a:pPr/>
              <a:t>6</a:t>
            </a:fld>
            <a:endParaRPr lang="en-CA" altLang="en-US">
              <a:solidFill>
                <a:schemeClr val="bg2"/>
              </a:solidFill>
            </a:endParaRPr>
          </a:p>
        </p:txBody>
      </p:sp>
      <p:grpSp>
        <p:nvGrpSpPr>
          <p:cNvPr id="24582" name="Group 6"/>
          <p:cNvGrpSpPr>
            <a:grpSpLocks/>
          </p:cNvGrpSpPr>
          <p:nvPr/>
        </p:nvGrpSpPr>
        <p:grpSpPr bwMode="auto">
          <a:xfrm>
            <a:off x="503238" y="1454150"/>
            <a:ext cx="7933396" cy="3170099"/>
            <a:chOff x="502571" y="1453978"/>
            <a:chExt cx="7933865" cy="3170839"/>
          </a:xfrm>
        </p:grpSpPr>
        <p:sp>
          <p:nvSpPr>
            <p:cNvPr id="24583" name="TextBox 9"/>
            <p:cNvSpPr txBox="1">
              <a:spLocks noChangeArrowheads="1"/>
            </p:cNvSpPr>
            <p:nvPr/>
          </p:nvSpPr>
          <p:spPr bwMode="auto">
            <a:xfrm>
              <a:off x="502571" y="1453978"/>
              <a:ext cx="3328024" cy="317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spcBef>
                  <a:spcPts val="600"/>
                </a:spcBef>
                <a:spcAft>
                  <a:spcPts val="600"/>
                </a:spcAft>
                <a:buFont typeface="Arial" panose="020B0604020202020204" pitchFamily="34" charset="0"/>
                <a:buChar char="•"/>
              </a:pPr>
              <a:r>
                <a:rPr lang="en-CA" altLang="en-US" sz="2600" dirty="0"/>
                <a:t>Eye irritation</a:t>
              </a:r>
            </a:p>
            <a:p>
              <a:pPr algn="just">
                <a:spcBef>
                  <a:spcPts val="600"/>
                </a:spcBef>
                <a:spcAft>
                  <a:spcPts val="600"/>
                </a:spcAft>
                <a:buFont typeface="Arial" panose="020B0604020202020204" pitchFamily="34" charset="0"/>
                <a:buChar char="•"/>
              </a:pPr>
              <a:r>
                <a:rPr lang="en-CA" altLang="en-US" sz="2600" dirty="0"/>
                <a:t>Fatigue</a:t>
              </a:r>
            </a:p>
            <a:p>
              <a:pPr algn="just">
                <a:spcBef>
                  <a:spcPts val="600"/>
                </a:spcBef>
                <a:spcAft>
                  <a:spcPts val="600"/>
                </a:spcAft>
                <a:buFont typeface="Arial" panose="020B0604020202020204" pitchFamily="34" charset="0"/>
                <a:buChar char="•"/>
              </a:pPr>
              <a:r>
                <a:rPr lang="en-CA" altLang="en-US" sz="2600" dirty="0"/>
                <a:t>Throat irritation</a:t>
              </a:r>
            </a:p>
            <a:p>
              <a:pPr algn="just">
                <a:spcBef>
                  <a:spcPts val="600"/>
                </a:spcBef>
                <a:spcAft>
                  <a:spcPts val="600"/>
                </a:spcAft>
                <a:buFont typeface="Arial" panose="020B0604020202020204" pitchFamily="34" charset="0"/>
                <a:buChar char="•"/>
              </a:pPr>
              <a:r>
                <a:rPr lang="en-CA" altLang="en-US" sz="2600" dirty="0"/>
                <a:t>Skin irritation</a:t>
              </a:r>
            </a:p>
            <a:p>
              <a:pPr algn="just">
                <a:spcBef>
                  <a:spcPts val="600"/>
                </a:spcBef>
                <a:spcAft>
                  <a:spcPts val="600"/>
                </a:spcAft>
                <a:buFont typeface="Arial" panose="020B0604020202020204" pitchFamily="34" charset="0"/>
                <a:buChar char="•"/>
              </a:pPr>
              <a:r>
                <a:rPr lang="en-CA" altLang="en-US" sz="2600" dirty="0"/>
                <a:t>Headache</a:t>
              </a:r>
            </a:p>
            <a:p>
              <a:pPr algn="just">
                <a:spcBef>
                  <a:spcPts val="600"/>
                </a:spcBef>
                <a:spcAft>
                  <a:spcPts val="600"/>
                </a:spcAft>
                <a:buFont typeface="Arial" panose="020B0604020202020204" pitchFamily="34" charset="0"/>
                <a:buChar char="•"/>
              </a:pPr>
              <a:r>
                <a:rPr lang="en-CA" altLang="en-US" sz="2600" dirty="0"/>
                <a:t>Nausea</a:t>
              </a:r>
            </a:p>
          </p:txBody>
        </p:sp>
        <p:sp>
          <p:nvSpPr>
            <p:cNvPr id="24584" name="TextBox 10"/>
            <p:cNvSpPr txBox="1">
              <a:spLocks noChangeArrowheads="1"/>
            </p:cNvSpPr>
            <p:nvPr/>
          </p:nvSpPr>
          <p:spPr bwMode="auto">
            <a:xfrm>
              <a:off x="4769709" y="1453978"/>
              <a:ext cx="3666727" cy="317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spcBef>
                  <a:spcPts val="600"/>
                </a:spcBef>
                <a:spcAft>
                  <a:spcPts val="600"/>
                </a:spcAft>
                <a:buFont typeface="Arial" panose="020B0604020202020204" pitchFamily="34" charset="0"/>
                <a:buChar char="•"/>
              </a:pPr>
              <a:r>
                <a:rPr lang="en-CA" altLang="en-US" sz="2600" dirty="0"/>
                <a:t>Dizziness</a:t>
              </a:r>
            </a:p>
            <a:p>
              <a:pPr algn="just">
                <a:spcBef>
                  <a:spcPts val="600"/>
                </a:spcBef>
                <a:spcAft>
                  <a:spcPts val="600"/>
                </a:spcAft>
                <a:buFont typeface="Arial" panose="020B0604020202020204" pitchFamily="34" charset="0"/>
                <a:buChar char="•"/>
              </a:pPr>
              <a:r>
                <a:rPr lang="en-CA" altLang="en-US" sz="2600" dirty="0"/>
                <a:t>Loss of consciousness</a:t>
              </a:r>
            </a:p>
            <a:p>
              <a:pPr algn="just">
                <a:spcBef>
                  <a:spcPts val="600"/>
                </a:spcBef>
                <a:spcAft>
                  <a:spcPts val="600"/>
                </a:spcAft>
                <a:buFont typeface="Arial" panose="020B0604020202020204" pitchFamily="34" charset="0"/>
                <a:buChar char="•"/>
              </a:pPr>
              <a:r>
                <a:rPr lang="en-CA" altLang="en-US" sz="2600" dirty="0"/>
                <a:t>Vomiting</a:t>
              </a:r>
            </a:p>
            <a:p>
              <a:pPr algn="just">
                <a:spcBef>
                  <a:spcPts val="600"/>
                </a:spcBef>
                <a:spcAft>
                  <a:spcPts val="600"/>
                </a:spcAft>
                <a:buFont typeface="Arial" panose="020B0604020202020204" pitchFamily="34" charset="0"/>
                <a:buChar char="•"/>
              </a:pPr>
              <a:r>
                <a:rPr lang="en-CA" altLang="en-US" sz="2600" dirty="0"/>
                <a:t>Irrational behavior</a:t>
              </a:r>
            </a:p>
            <a:p>
              <a:pPr algn="just">
                <a:spcBef>
                  <a:spcPts val="600"/>
                </a:spcBef>
                <a:spcAft>
                  <a:spcPts val="600"/>
                </a:spcAft>
                <a:buFont typeface="Arial" panose="020B0604020202020204" pitchFamily="34" charset="0"/>
                <a:buChar char="•"/>
              </a:pPr>
              <a:r>
                <a:rPr lang="en-CA" altLang="en-US" sz="2600" dirty="0" smtClean="0"/>
                <a:t>Coughing</a:t>
              </a:r>
            </a:p>
            <a:p>
              <a:pPr algn="just">
                <a:spcBef>
                  <a:spcPts val="600"/>
                </a:spcBef>
                <a:spcAft>
                  <a:spcPts val="600"/>
                </a:spcAft>
                <a:buFont typeface="Arial" panose="020B0604020202020204" pitchFamily="34" charset="0"/>
                <a:buChar char="•"/>
              </a:pPr>
              <a:r>
                <a:rPr lang="en-CA" altLang="en-US" sz="2600" dirty="0" smtClean="0"/>
                <a:t>Excitement</a:t>
              </a:r>
              <a:endParaRPr lang="en-CA" altLang="en-US" sz="2600" dirty="0"/>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81025"/>
            <a:ext cx="8358188" cy="755650"/>
          </a:xfrm>
        </p:spPr>
        <p:txBody>
          <a:bodyPr/>
          <a:lstStyle/>
          <a:p>
            <a:pPr fontAlgn="auto">
              <a:spcAft>
                <a:spcPts val="0"/>
              </a:spcAft>
              <a:defRPr/>
            </a:pPr>
            <a:r>
              <a:rPr lang="fi-FI" dirty="0"/>
              <a:t>Exposure </a:t>
            </a:r>
            <a:r>
              <a:rPr lang="fi-FI" dirty="0" smtClean="0"/>
              <a:t>Limits of H</a:t>
            </a:r>
            <a:r>
              <a:rPr lang="fi-FI" baseline="-25000" dirty="0" smtClean="0"/>
              <a:t>2</a:t>
            </a:r>
            <a:r>
              <a:rPr lang="fi-FI" dirty="0" smtClean="0"/>
              <a:t>S</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A08802EF-39C6-4C7B-BBBC-EAAC61ECA8EC}" type="slidenum">
              <a:rPr lang="en-CA" altLang="en-US">
                <a:solidFill>
                  <a:schemeClr val="bg2"/>
                </a:solidFill>
              </a:rPr>
              <a:pPr/>
              <a:t>7</a:t>
            </a:fld>
            <a:endParaRPr lang="en-CA" altLang="en-US">
              <a:solidFill>
                <a:schemeClr val="bg2"/>
              </a:solidFill>
            </a:endParaRPr>
          </a:p>
        </p:txBody>
      </p:sp>
      <p:sp>
        <p:nvSpPr>
          <p:cNvPr id="25606" name="TextBox 20"/>
          <p:cNvSpPr txBox="1">
            <a:spLocks noChangeArrowheads="1"/>
          </p:cNvSpPr>
          <p:nvPr/>
        </p:nvSpPr>
        <p:spPr bwMode="auto">
          <a:xfrm>
            <a:off x="503238" y="1431925"/>
            <a:ext cx="8294687" cy="2077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spcBef>
                <a:spcPts val="600"/>
              </a:spcBef>
              <a:spcAft>
                <a:spcPts val="600"/>
              </a:spcAft>
              <a:buFont typeface="Arial" panose="020B0604020202020204" pitchFamily="34" charset="0"/>
              <a:buChar char="•"/>
            </a:pPr>
            <a:r>
              <a:rPr lang="en-CA" altLang="en-US" sz="2300" dirty="0"/>
              <a:t>Permissible Exposure Limit (PEL) for an 8-hr period average: </a:t>
            </a:r>
            <a:r>
              <a:rPr lang="en-CA" altLang="en-US" sz="2300" dirty="0">
                <a:solidFill>
                  <a:srgbClr val="FF0000"/>
                </a:solidFill>
              </a:rPr>
              <a:t>10 ppm</a:t>
            </a:r>
            <a:r>
              <a:rPr lang="en-CA" altLang="en-US" sz="23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CA" altLang="en-US" sz="2300" dirty="0"/>
              <a:t>.</a:t>
            </a:r>
          </a:p>
          <a:p>
            <a:pPr algn="just">
              <a:spcBef>
                <a:spcPts val="600"/>
              </a:spcBef>
              <a:spcAft>
                <a:spcPts val="600"/>
              </a:spcAft>
              <a:buFont typeface="Arial" panose="020B0604020202020204" pitchFamily="34" charset="0"/>
              <a:buChar char="•"/>
            </a:pPr>
            <a:r>
              <a:rPr lang="en-CA" altLang="en-US" sz="2300" dirty="0"/>
              <a:t>Short Term Exposure Limit (STEL) for a 15-minute average:  </a:t>
            </a:r>
            <a:r>
              <a:rPr lang="en-CA" altLang="en-US" sz="2300" dirty="0">
                <a:solidFill>
                  <a:srgbClr val="FF0000"/>
                </a:solidFill>
              </a:rPr>
              <a:t>15 ppm</a:t>
            </a:r>
            <a:r>
              <a:rPr lang="en-CA" altLang="en-US" sz="2300" dirty="0"/>
              <a:t>.</a:t>
            </a:r>
          </a:p>
          <a:p>
            <a:pPr algn="just">
              <a:spcBef>
                <a:spcPts val="600"/>
              </a:spcBef>
              <a:spcAft>
                <a:spcPts val="600"/>
              </a:spcAft>
              <a:buFont typeface="Arial" panose="020B0604020202020204" pitchFamily="34" charset="0"/>
              <a:buChar char="•"/>
            </a:pPr>
            <a:r>
              <a:rPr lang="en-CA" altLang="en-US" sz="2300" dirty="0"/>
              <a:t>Immediately Dangerous to Life or Health (IDLH): </a:t>
            </a:r>
            <a:r>
              <a:rPr lang="en-CA" altLang="en-US" sz="2300" dirty="0" smtClean="0">
                <a:solidFill>
                  <a:srgbClr val="FF0000"/>
                </a:solidFill>
              </a:rPr>
              <a:t>100 ppm</a:t>
            </a:r>
            <a:endParaRPr lang="en-CA" altLang="en-US" sz="2300" dirty="0">
              <a:solidFill>
                <a:srgbClr val="FF0000"/>
              </a:solidFill>
            </a:endParaRPr>
          </a:p>
        </p:txBody>
      </p:sp>
      <p:sp>
        <p:nvSpPr>
          <p:cNvPr id="9" name="Text Box 12"/>
          <p:cNvSpPr txBox="1">
            <a:spLocks noChangeArrowheads="1"/>
          </p:cNvSpPr>
          <p:nvPr/>
        </p:nvSpPr>
        <p:spPr bwMode="auto">
          <a:xfrm>
            <a:off x="1311275" y="4014788"/>
            <a:ext cx="6481763" cy="204946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ct val="50000"/>
              </a:spcBef>
              <a:spcAft>
                <a:spcPts val="0"/>
              </a:spcAft>
              <a:defRPr/>
            </a:pPr>
            <a:r>
              <a:rPr lang="en-US" sz="6600" dirty="0">
                <a:solidFill>
                  <a:srgbClr val="FF0000"/>
                </a:solidFill>
                <a:effectLst>
                  <a:outerShdw blurRad="38100" dist="38100" dir="2700000" algn="tl">
                    <a:srgbClr val="000000"/>
                  </a:outerShdw>
                </a:effectLst>
                <a:latin typeface="+mj-lt"/>
                <a:cs typeface="+mn-cs"/>
              </a:rPr>
              <a:t>WARNING!!!</a:t>
            </a:r>
          </a:p>
          <a:p>
            <a:pPr algn="ctr" fontAlgn="auto">
              <a:spcBef>
                <a:spcPct val="50000"/>
              </a:spcBef>
              <a:spcAft>
                <a:spcPts val="0"/>
              </a:spcAft>
              <a:defRPr/>
            </a:pPr>
            <a:r>
              <a:rPr lang="en-US" sz="2400" dirty="0">
                <a:solidFill>
                  <a:schemeClr val="hlink"/>
                </a:solidFill>
                <a:effectLst>
                  <a:outerShdw blurRad="38100" dist="38100" dir="2700000" algn="tl">
                    <a:srgbClr val="000000"/>
                  </a:outerShdw>
                </a:effectLst>
                <a:latin typeface="+mj-lt"/>
                <a:cs typeface="+mn-cs"/>
              </a:rPr>
              <a:t>You cannot rely on your sense of smell to tell how much H</a:t>
            </a:r>
            <a:r>
              <a:rPr lang="en-US" sz="2400" baseline="-25000" dirty="0">
                <a:solidFill>
                  <a:schemeClr val="hlink"/>
                </a:solidFill>
                <a:effectLst>
                  <a:outerShdw blurRad="38100" dist="38100" dir="2700000" algn="tl">
                    <a:srgbClr val="000000"/>
                  </a:outerShdw>
                </a:effectLst>
                <a:latin typeface="+mj-lt"/>
                <a:cs typeface="+mn-cs"/>
              </a:rPr>
              <a:t>2</a:t>
            </a:r>
            <a:r>
              <a:rPr lang="en-US" sz="2400" dirty="0">
                <a:solidFill>
                  <a:schemeClr val="hlink"/>
                </a:solidFill>
                <a:effectLst>
                  <a:outerShdw blurRad="38100" dist="38100" dir="2700000" algn="tl">
                    <a:srgbClr val="000000"/>
                  </a:outerShdw>
                </a:effectLst>
                <a:latin typeface="+mj-lt"/>
                <a:cs typeface="+mn-cs"/>
              </a:rPr>
              <a:t>S is present….</a:t>
            </a:r>
            <a:endParaRPr lang="en-GB" sz="2400" dirty="0">
              <a:solidFill>
                <a:schemeClr val="hlink"/>
              </a:solidFill>
              <a:effectLst>
                <a:outerShdw blurRad="38100" dist="38100" dir="2700000" algn="tl">
                  <a:srgbClr val="000000"/>
                </a:outerShdw>
              </a:effectLst>
              <a:latin typeface="+mj-lt"/>
              <a:cs typeface="+mn-cs"/>
            </a:endParaRPr>
          </a:p>
        </p:txBody>
      </p:sp>
      <p:sp>
        <p:nvSpPr>
          <p:cNvPr id="7" name="Rectangle 6"/>
          <p:cNvSpPr/>
          <p:nvPr/>
        </p:nvSpPr>
        <p:spPr>
          <a:xfrm>
            <a:off x="503238" y="6357938"/>
            <a:ext cx="7589837" cy="369887"/>
          </a:xfrm>
          <a:prstGeom prst="rect">
            <a:avLst/>
          </a:prstGeom>
        </p:spPr>
        <p:txBody>
          <a:bodyPr wrap="none">
            <a:spAutoFit/>
          </a:bodyPr>
          <a:lstStyle/>
          <a:p>
            <a:pPr marL="12700" fontAlgn="auto">
              <a:spcBef>
                <a:spcPts val="0"/>
              </a:spcBef>
              <a:spcAft>
                <a:spcPts val="0"/>
              </a:spcAft>
              <a:defRPr/>
            </a:pPr>
            <a:r>
              <a:rPr lang="en-US" b="1" i="1" spc="-15" dirty="0">
                <a:latin typeface="Times New Roman"/>
                <a:cs typeface="Times New Roman"/>
              </a:rPr>
              <a:t>* Note: ppm stands for parts per million, which equals to 0.00010 percent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03391"/>
            <a:ext cx="8358188" cy="755650"/>
          </a:xfrm>
        </p:spPr>
        <p:txBody>
          <a:bodyPr>
            <a:normAutofit fontScale="90000"/>
          </a:bodyPr>
          <a:lstStyle/>
          <a:p>
            <a:pPr fontAlgn="auto">
              <a:spcAft>
                <a:spcPts val="0"/>
              </a:spcAft>
              <a:defRPr/>
            </a:pPr>
            <a:r>
              <a:rPr lang="fi-FI" dirty="0" smtClean="0"/>
              <a:t>Safety </a:t>
            </a:r>
            <a:r>
              <a:rPr lang="fi-FI" dirty="0"/>
              <a:t>Precautions </a:t>
            </a:r>
            <a:r>
              <a:rPr lang="fi-FI" dirty="0" smtClean="0"/>
              <a:t>for H</a:t>
            </a:r>
            <a:r>
              <a:rPr lang="fi-FI" baseline="-25000" dirty="0" smtClean="0"/>
              <a:t>2</a:t>
            </a:r>
            <a:r>
              <a:rPr lang="fi-FI" dirty="0" smtClean="0"/>
              <a:t>S </a:t>
            </a:r>
            <a:r>
              <a:rPr lang="fi-FI" dirty="0"/>
              <a:t>Environment</a:t>
            </a:r>
            <a:endParaRPr lang="en-US" dirty="0"/>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B9DD546B-5C39-4FEA-9F63-7F115F381C01}" type="slidenum">
              <a:rPr lang="en-CA" altLang="en-US">
                <a:solidFill>
                  <a:schemeClr val="bg2"/>
                </a:solidFill>
              </a:rPr>
              <a:pPr/>
              <a:t>8</a:t>
            </a:fld>
            <a:endParaRPr lang="en-CA" altLang="en-US">
              <a:solidFill>
                <a:schemeClr val="bg2"/>
              </a:solidFill>
            </a:endParaRPr>
          </a:p>
        </p:txBody>
      </p:sp>
      <p:sp>
        <p:nvSpPr>
          <p:cNvPr id="21" name="TextBox 20">
            <a:extLst/>
          </p:cNvPr>
          <p:cNvSpPr txBox="1"/>
          <p:nvPr/>
        </p:nvSpPr>
        <p:spPr>
          <a:xfrm>
            <a:off x="362309" y="1370942"/>
            <a:ext cx="8435701" cy="5453801"/>
          </a:xfrm>
          <a:prstGeom prst="rect">
            <a:avLst/>
          </a:prstGeom>
          <a:noFill/>
        </p:spPr>
        <p:txBody>
          <a:bodyPr wrap="square" lIns="0" tIns="0" rIns="0" bIns="0">
            <a:spAutoFit/>
          </a:bodyPr>
          <a:lstStyle/>
          <a:p>
            <a:pPr marL="285750" indent="-285750" algn="just" fontAlgn="auto">
              <a:spcBef>
                <a:spcPts val="600"/>
              </a:spcBef>
              <a:spcAft>
                <a:spcPts val="600"/>
              </a:spcAft>
              <a:buFont typeface="Arial" pitchFamily="34" charset="0"/>
              <a:buChar char="•"/>
              <a:defRPr/>
            </a:pPr>
            <a:r>
              <a:rPr lang="en-US" sz="1840" dirty="0">
                <a:latin typeface="+mj-lt"/>
                <a:cs typeface="+mn-cs"/>
              </a:rPr>
              <a:t>Warning signs are to be posted when H</a:t>
            </a:r>
            <a:r>
              <a:rPr lang="en-US" sz="1840" baseline="-25000" dirty="0">
                <a:latin typeface="+mj-lt"/>
                <a:cs typeface="+mn-cs"/>
              </a:rPr>
              <a:t>2</a:t>
            </a:r>
            <a:r>
              <a:rPr lang="en-US" sz="1840" dirty="0">
                <a:latin typeface="+mj-lt"/>
                <a:cs typeface="+mn-cs"/>
              </a:rPr>
              <a:t>S gas may be present. </a:t>
            </a:r>
          </a:p>
          <a:p>
            <a:pPr marL="285750" indent="-285750" algn="just" fontAlgn="auto">
              <a:spcBef>
                <a:spcPts val="600"/>
              </a:spcBef>
              <a:spcAft>
                <a:spcPts val="600"/>
              </a:spcAft>
              <a:buFont typeface="Arial" pitchFamily="34" charset="0"/>
              <a:buChar char="•"/>
              <a:defRPr/>
            </a:pPr>
            <a:r>
              <a:rPr lang="en-US" sz="1840" dirty="0">
                <a:latin typeface="+mj-lt"/>
                <a:cs typeface="+mn-cs"/>
              </a:rPr>
              <a:t>H</a:t>
            </a:r>
            <a:r>
              <a:rPr lang="en-US" sz="1840" baseline="-25000" dirty="0">
                <a:latin typeface="+mj-lt"/>
                <a:cs typeface="+mn-cs"/>
              </a:rPr>
              <a:t>2</a:t>
            </a:r>
            <a:r>
              <a:rPr lang="en-US" sz="1840" dirty="0">
                <a:latin typeface="+mj-lt"/>
                <a:cs typeface="+mn-cs"/>
              </a:rPr>
              <a:t>S gas detectors (either personal/portable or fixed) with an alarm system should be available and used.</a:t>
            </a:r>
          </a:p>
          <a:p>
            <a:pPr marL="285750" indent="-285750" algn="just" fontAlgn="auto">
              <a:spcBef>
                <a:spcPts val="600"/>
              </a:spcBef>
              <a:spcAft>
                <a:spcPts val="600"/>
              </a:spcAft>
              <a:buFont typeface="Arial" pitchFamily="34" charset="0"/>
              <a:buChar char="•"/>
              <a:defRPr/>
            </a:pPr>
            <a:r>
              <a:rPr lang="en-US" sz="1840" dirty="0">
                <a:latin typeface="+mj-lt"/>
                <a:cs typeface="+mn-cs"/>
              </a:rPr>
              <a:t>At elevated possible concentrations, the involved team are to be trained on the use of breathing equipment, its location for use in an emergency and first aid techniques.</a:t>
            </a:r>
          </a:p>
          <a:p>
            <a:pPr marL="285750" indent="-285750" algn="just" fontAlgn="auto">
              <a:spcBef>
                <a:spcPts val="600"/>
              </a:spcBef>
              <a:spcAft>
                <a:spcPts val="600"/>
              </a:spcAft>
              <a:buFont typeface="Arial" pitchFamily="34" charset="0"/>
              <a:buChar char="•"/>
              <a:defRPr/>
            </a:pPr>
            <a:r>
              <a:rPr lang="en-US" sz="1840" dirty="0">
                <a:latin typeface="+mj-lt"/>
                <a:cs typeface="+mn-cs"/>
              </a:rPr>
              <a:t>Work should be carried out under a supervision of competent and trained person following the buddy system.</a:t>
            </a:r>
          </a:p>
          <a:p>
            <a:pPr marL="285750" lvl="1" indent="-285750" algn="just" fontAlgn="auto">
              <a:spcBef>
                <a:spcPts val="600"/>
              </a:spcBef>
              <a:spcAft>
                <a:spcPts val="600"/>
              </a:spcAft>
              <a:buFont typeface="Arial" pitchFamily="34" charset="0"/>
              <a:buChar char="•"/>
              <a:defRPr/>
            </a:pPr>
            <a:r>
              <a:rPr lang="en-US" sz="1840" dirty="0">
                <a:latin typeface="+mj-lt"/>
                <a:cs typeface="+mn-cs"/>
              </a:rPr>
              <a:t>If detector alarm sounds, site occupants must evacuate promptly the building to the nearest assembly point. Protect yourself first. Don’t become another victim.</a:t>
            </a:r>
          </a:p>
          <a:p>
            <a:pPr marL="285750" indent="-285750" algn="just" fontAlgn="auto">
              <a:spcBef>
                <a:spcPts val="600"/>
              </a:spcBef>
              <a:spcAft>
                <a:spcPts val="600"/>
              </a:spcAft>
              <a:buFont typeface="Arial" pitchFamily="34" charset="0"/>
              <a:buChar char="•"/>
              <a:defRPr/>
            </a:pPr>
            <a:r>
              <a:rPr lang="en-US" sz="1840" dirty="0">
                <a:latin typeface="+mj-lt"/>
                <a:cs typeface="+mn-cs"/>
              </a:rPr>
              <a:t>When work in environments with more than 10 ppm H</a:t>
            </a:r>
            <a:r>
              <a:rPr lang="en-US" sz="1840" baseline="-25000" dirty="0">
                <a:latin typeface="+mj-lt"/>
                <a:cs typeface="+mn-cs"/>
              </a:rPr>
              <a:t>2</a:t>
            </a:r>
            <a:r>
              <a:rPr lang="en-US" sz="1840" dirty="0">
                <a:latin typeface="+mj-lt"/>
                <a:cs typeface="+mn-cs"/>
              </a:rPr>
              <a:t>S (continues), it is recommended to use one of the common Breathing Apparatus; Self-Contained Breathing Apparatus (SCBA) </a:t>
            </a:r>
            <a:r>
              <a:rPr lang="en-US" sz="1840" b="1" dirty="0">
                <a:latin typeface="+mj-lt"/>
                <a:cs typeface="+mn-cs"/>
              </a:rPr>
              <a:t>OR</a:t>
            </a:r>
            <a:r>
              <a:rPr lang="en-US" sz="1840" dirty="0">
                <a:latin typeface="+mj-lt"/>
                <a:cs typeface="+mn-cs"/>
              </a:rPr>
              <a:t> Supplied Air Respirator (SAR).</a:t>
            </a:r>
          </a:p>
          <a:p>
            <a:pPr marL="285750" indent="-285750" algn="just" fontAlgn="auto">
              <a:spcBef>
                <a:spcPts val="600"/>
              </a:spcBef>
              <a:spcAft>
                <a:spcPts val="600"/>
              </a:spcAft>
              <a:buFont typeface="Arial" pitchFamily="34" charset="0"/>
              <a:buChar char="•"/>
              <a:defRPr/>
            </a:pPr>
            <a:r>
              <a:rPr lang="en-US" sz="1840" dirty="0">
                <a:latin typeface="+mj-lt"/>
                <a:cs typeface="+mn-cs"/>
              </a:rPr>
              <a:t>Remember, NO job is so important and NO service is so urgent that we cannot take time to perform our work </a:t>
            </a:r>
            <a:r>
              <a:rPr lang="en-US" sz="1840" dirty="0">
                <a:solidFill>
                  <a:srgbClr val="00B050"/>
                </a:solidFill>
                <a:latin typeface="+mj-lt"/>
                <a:cs typeface="+mn-cs"/>
              </a:rPr>
              <a:t>SAFELY</a:t>
            </a:r>
            <a:r>
              <a:rPr lang="en-US" sz="1840" dirty="0">
                <a:latin typeface="+mj-lt"/>
                <a:cs typeface="+mn-cs"/>
              </a:rPr>
              <a:t> “</a:t>
            </a:r>
            <a:r>
              <a:rPr lang="en-US" sz="1840" dirty="0">
                <a:ln>
                  <a:solidFill>
                    <a:srgbClr val="92D050"/>
                  </a:solidFill>
                </a:ln>
                <a:solidFill>
                  <a:srgbClr val="00B050"/>
                </a:solidFill>
                <a:effectLst>
                  <a:outerShdw blurRad="38100" dist="38100" dir="2700000" algn="tl">
                    <a:srgbClr val="000000"/>
                  </a:outerShdw>
                </a:effectLst>
                <a:latin typeface="+mj-lt"/>
                <a:cs typeface="+mn-cs"/>
              </a:rPr>
              <a:t>SAFETY FIRST</a:t>
            </a:r>
            <a:r>
              <a:rPr lang="en-US" sz="1840" dirty="0">
                <a:solidFill>
                  <a:schemeClr val="bg1"/>
                </a:solidFill>
                <a:effectLst>
                  <a:outerShdw blurRad="38100" dist="38100" dir="2700000" algn="tl">
                    <a:srgbClr val="000000"/>
                  </a:outerShdw>
                </a:effectLst>
                <a:latin typeface="+mj-lt"/>
                <a:cs typeface="+mn-cs"/>
              </a:rPr>
              <a:t>”...</a:t>
            </a:r>
            <a:endParaRPr lang="en-US" sz="1840" dirty="0">
              <a:latin typeface="+mj-lt"/>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279400" y="581025"/>
            <a:ext cx="8358188" cy="755650"/>
          </a:xfrm>
        </p:spPr>
        <p:txBody>
          <a:bodyPr>
            <a:normAutofit fontScale="90000"/>
          </a:bodyPr>
          <a:lstStyle/>
          <a:p>
            <a:pPr fontAlgn="auto">
              <a:spcAft>
                <a:spcPts val="0"/>
              </a:spcAft>
              <a:defRPr/>
            </a:pPr>
            <a:r>
              <a:rPr lang="fi-FI" dirty="0"/>
              <a:t>Breathing </a:t>
            </a:r>
            <a:r>
              <a:rPr lang="fi-FI" dirty="0" smtClean="0"/>
              <a:t>Apparatus </a:t>
            </a:r>
            <a:r>
              <a:rPr lang="fi-FI" sz="2900" dirty="0" smtClean="0"/>
              <a:t>(Respiratory </a:t>
            </a:r>
            <a:r>
              <a:rPr lang="fi-FI" sz="2900" dirty="0"/>
              <a:t>Protection)</a:t>
            </a:r>
          </a:p>
        </p:txBody>
      </p:sp>
      <p:sp>
        <p:nvSpPr>
          <p:cNvPr id="4" name="Date Placeholder 3">
            <a:extLst/>
          </p:cNvPr>
          <p:cNvSpPr>
            <a:spLocks noGrp="1"/>
          </p:cNvSpPr>
          <p:nvPr>
            <p:ph type="dt" sz="quarter" idx="14"/>
          </p:nvPr>
        </p:nvSpPr>
        <p:spPr>
          <a:xfrm>
            <a:off x="6164263" y="203200"/>
            <a:ext cx="1300162" cy="244475"/>
          </a:xfrm>
        </p:spPr>
        <p:txBody>
          <a:bodyPr/>
          <a:lstStyle/>
          <a:p>
            <a:pPr algn="ctr">
              <a:defRPr/>
            </a:pPr>
            <a:r>
              <a:rPr lang="en-US" dirty="0" smtClean="0"/>
              <a:t>2023</a:t>
            </a:r>
            <a:endParaRPr lang="en-US" dirty="0"/>
          </a:p>
        </p:txBody>
      </p:sp>
      <p:sp>
        <p:nvSpPr>
          <p:cNvPr id="5" name="Footer Placeholder 4">
            <a:extLst/>
          </p:cNvPr>
          <p:cNvSpPr>
            <a:spLocks noGrp="1"/>
          </p:cNvSpPr>
          <p:nvPr>
            <p:ph type="ftr" sz="quarter" idx="15"/>
          </p:nvPr>
        </p:nvSpPr>
        <p:spPr>
          <a:xfrm>
            <a:off x="2644775" y="190500"/>
            <a:ext cx="3086100" cy="244475"/>
          </a:xfrm>
        </p:spPr>
        <p:txBody>
          <a:bodyPr/>
          <a:lstStyle/>
          <a:p>
            <a:pPr>
              <a:defRPr/>
            </a:pPr>
            <a:r>
              <a:rPr lang="en-US" dirty="0" smtClean="0"/>
              <a:t>H</a:t>
            </a:r>
            <a:r>
              <a:rPr lang="en-US" baseline="-25000" dirty="0" smtClean="0"/>
              <a:t>2</a:t>
            </a:r>
            <a:r>
              <a:rPr lang="en-US" dirty="0" smtClean="0"/>
              <a:t>S Safety </a:t>
            </a:r>
            <a:r>
              <a:rPr lang="en-US" dirty="0"/>
              <a:t>Awareness </a:t>
            </a:r>
          </a:p>
        </p:txBody>
      </p:sp>
      <p:sp>
        <p:nvSpPr>
          <p:cNvPr id="6" name="Slide Number Placeholder 5">
            <a:extLst/>
          </p:cNvPr>
          <p:cNvSpPr>
            <a:spLocks noGrp="1"/>
          </p:cNvSpPr>
          <p:nvPr>
            <p:ph type="sldNum" sz="quarter" idx="16"/>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1D4D0FB-BB31-4252-B136-CEDFC51B2A4B}" type="slidenum">
              <a:rPr lang="en-CA" altLang="en-US">
                <a:solidFill>
                  <a:schemeClr val="bg2"/>
                </a:solidFill>
              </a:rPr>
              <a:pPr/>
              <a:t>9</a:t>
            </a:fld>
            <a:endParaRPr lang="en-CA" altLang="en-US">
              <a:solidFill>
                <a:schemeClr val="bg2"/>
              </a:solidFill>
            </a:endParaRPr>
          </a:p>
        </p:txBody>
      </p:sp>
      <p:sp>
        <p:nvSpPr>
          <p:cNvPr id="21" name="TextBox 20">
            <a:extLst/>
          </p:cNvPr>
          <p:cNvSpPr txBox="1"/>
          <p:nvPr/>
        </p:nvSpPr>
        <p:spPr>
          <a:xfrm>
            <a:off x="435514" y="1360897"/>
            <a:ext cx="5965285" cy="5416868"/>
          </a:xfrm>
          <a:prstGeom prst="rect">
            <a:avLst/>
          </a:prstGeom>
          <a:noFill/>
        </p:spPr>
        <p:txBody>
          <a:bodyPr wrap="square" lIns="0" tIns="0" rIns="0" bIns="0">
            <a:spAutoFit/>
          </a:bodyPr>
          <a:lstStyle/>
          <a:p>
            <a:pPr algn="just" fontAlgn="auto">
              <a:spcBef>
                <a:spcPts val="600"/>
              </a:spcBef>
              <a:spcAft>
                <a:spcPts val="600"/>
              </a:spcAft>
              <a:defRPr/>
            </a:pPr>
            <a:r>
              <a:rPr lang="en-US" sz="1600" b="1" i="1" dirty="0">
                <a:latin typeface="+mn-lt"/>
                <a:cs typeface="+mn-cs"/>
              </a:rPr>
              <a:t>Emergency Escape Breathing Device ‎(EEBD) </a:t>
            </a:r>
          </a:p>
          <a:p>
            <a:pPr algn="just" fontAlgn="auto">
              <a:spcBef>
                <a:spcPts val="0"/>
              </a:spcBef>
              <a:spcAft>
                <a:spcPts val="600"/>
              </a:spcAft>
              <a:defRPr/>
            </a:pPr>
            <a:r>
              <a:rPr lang="en-US" sz="1500" dirty="0" smtClean="0">
                <a:latin typeface="+mn-lt"/>
                <a:cs typeface="+mn-cs"/>
              </a:rPr>
              <a:t>Contains </a:t>
            </a:r>
            <a:r>
              <a:rPr lang="en-US" sz="1500" dirty="0">
                <a:latin typeface="+mn-lt"/>
                <a:cs typeface="+mn-cs"/>
              </a:rPr>
              <a:t>breathing </a:t>
            </a:r>
            <a:r>
              <a:rPr lang="en-US" sz="1500" dirty="0" smtClean="0">
                <a:latin typeface="+mn-lt"/>
                <a:cs typeface="+mn-cs"/>
              </a:rPr>
              <a:t>air </a:t>
            </a:r>
            <a:r>
              <a:rPr lang="en-US" sz="1500" dirty="0">
                <a:latin typeface="+mn-lt"/>
                <a:cs typeface="+mn-cs"/>
              </a:rPr>
              <a:t>for a time period of </a:t>
            </a:r>
            <a:r>
              <a:rPr lang="en-US" sz="1500" dirty="0" smtClean="0">
                <a:latin typeface="+mn-lt"/>
                <a:cs typeface="+mn-cs"/>
              </a:rPr>
              <a:t>approximately 15 </a:t>
            </a:r>
            <a:r>
              <a:rPr lang="en-US" sz="1500" dirty="0">
                <a:latin typeface="+mn-lt"/>
                <a:cs typeface="+mn-cs"/>
              </a:rPr>
              <a:t>minutes, along with a low pressure audible alarm. It can be used during hazardous conditions such as fire, smoke, poisonous gases in order to rapidly rescue of the casualty or/and take a prompt corrective action (e.g. closing a valve, turn off all electrical equipment, shut off the fuel supply…etc</a:t>
            </a:r>
            <a:r>
              <a:rPr lang="en-US" sz="1500" dirty="0" smtClean="0">
                <a:latin typeface="+mn-lt"/>
                <a:cs typeface="+mn-cs"/>
              </a:rPr>
              <a:t>.).</a:t>
            </a:r>
            <a:endParaRPr lang="en-US" sz="1500" b="1" i="1" dirty="0" smtClean="0">
              <a:latin typeface="+mn-lt"/>
              <a:cs typeface="+mn-cs"/>
            </a:endParaRPr>
          </a:p>
          <a:p>
            <a:pPr algn="just" fontAlgn="auto">
              <a:spcBef>
                <a:spcPts val="600"/>
              </a:spcBef>
              <a:spcAft>
                <a:spcPts val="600"/>
              </a:spcAft>
              <a:defRPr/>
            </a:pPr>
            <a:r>
              <a:rPr lang="en-US" sz="1600" b="1" i="1" dirty="0" smtClean="0">
                <a:latin typeface="+mn-lt"/>
                <a:cs typeface="+mn-cs"/>
              </a:rPr>
              <a:t>Self-Contained </a:t>
            </a:r>
            <a:r>
              <a:rPr lang="en-US" sz="1600" b="1" i="1" dirty="0">
                <a:latin typeface="+mn-lt"/>
                <a:cs typeface="+mn-cs"/>
              </a:rPr>
              <a:t>Breathing Apparatus (SCBA)</a:t>
            </a:r>
          </a:p>
          <a:p>
            <a:pPr algn="just" fontAlgn="auto">
              <a:spcBef>
                <a:spcPts val="0"/>
              </a:spcBef>
              <a:spcAft>
                <a:spcPts val="600"/>
              </a:spcAft>
              <a:defRPr/>
            </a:pPr>
            <a:r>
              <a:rPr lang="en-US" sz="1500" dirty="0">
                <a:latin typeface="+mn-lt"/>
                <a:cs typeface="+mn-cs"/>
              </a:rPr>
              <a:t>This type of apparatus provides air from a cylinder worn on the back. A commonly used cylinder will supply air for 30 minutes while the wearer is engaged in heavy physical work. Other cylinders are available for longer or shorter usage. Duration of air supply is dependent on the type of work performed and the individual’s physical condition</a:t>
            </a:r>
            <a:r>
              <a:rPr lang="en-US" sz="1500" dirty="0" smtClean="0">
                <a:latin typeface="+mn-lt"/>
                <a:cs typeface="+mn-cs"/>
              </a:rPr>
              <a:t>.</a:t>
            </a:r>
            <a:r>
              <a:rPr lang="en-US" sz="1400" b="1" i="1" dirty="0"/>
              <a:t> </a:t>
            </a:r>
            <a:r>
              <a:rPr lang="en-US" sz="1400" b="1" i="1" dirty="0">
                <a:solidFill>
                  <a:srgbClr val="92D050"/>
                </a:solidFill>
              </a:rPr>
              <a:t>Required Training to </a:t>
            </a:r>
            <a:r>
              <a:rPr lang="en-US" sz="1400" b="1" i="1" dirty="0" smtClean="0">
                <a:solidFill>
                  <a:srgbClr val="92D050"/>
                </a:solidFill>
              </a:rPr>
              <a:t>Use</a:t>
            </a:r>
            <a:r>
              <a:rPr lang="en-US" sz="1400" b="1" i="1" dirty="0" smtClean="0"/>
              <a:t>.</a:t>
            </a:r>
            <a:r>
              <a:rPr lang="en-US" sz="1400" dirty="0">
                <a:latin typeface="+mn-lt"/>
                <a:cs typeface="+mn-cs"/>
              </a:rPr>
              <a:t>	</a:t>
            </a:r>
          </a:p>
          <a:p>
            <a:pPr algn="just" fontAlgn="auto">
              <a:spcBef>
                <a:spcPts val="600"/>
              </a:spcBef>
              <a:spcAft>
                <a:spcPts val="600"/>
              </a:spcAft>
              <a:defRPr/>
            </a:pPr>
            <a:r>
              <a:rPr lang="en-US" sz="1600" b="1" i="1" dirty="0">
                <a:latin typeface="+mn-lt"/>
                <a:cs typeface="+mn-cs"/>
              </a:rPr>
              <a:t>Supplied Air Respirator (SAR) </a:t>
            </a:r>
          </a:p>
          <a:p>
            <a:pPr algn="just" fontAlgn="auto">
              <a:spcBef>
                <a:spcPts val="0"/>
              </a:spcBef>
              <a:spcAft>
                <a:spcPts val="600"/>
              </a:spcAft>
              <a:defRPr/>
            </a:pPr>
            <a:r>
              <a:rPr lang="en-US" sz="1500" dirty="0">
                <a:latin typeface="+mn-lt"/>
                <a:cs typeface="+mn-cs"/>
              </a:rPr>
              <a:t>Also known as air-line respirators. Supply air to a facepiece via a supply line from a stationary source. SARs are available in positive-pressure and negative-pressure modes. Pressure-demand SARs with escape provisions provide the highest level of protection. SARs are not recommended for entry into IDLH atmospheres unless the apparatus is equipped with a SCBA unit</a:t>
            </a:r>
            <a:r>
              <a:rPr lang="en-US" sz="1500" dirty="0" smtClean="0">
                <a:latin typeface="+mn-lt"/>
                <a:cs typeface="+mn-cs"/>
              </a:rPr>
              <a:t>. </a:t>
            </a:r>
            <a:r>
              <a:rPr lang="en-US" sz="1500" b="1" i="1" dirty="0" smtClean="0">
                <a:solidFill>
                  <a:srgbClr val="92D050"/>
                </a:solidFill>
                <a:latin typeface="+mn-lt"/>
                <a:cs typeface="+mn-cs"/>
              </a:rPr>
              <a:t>Required Training to Use</a:t>
            </a:r>
            <a:r>
              <a:rPr lang="en-US" sz="1500" b="1" i="1" dirty="0" smtClean="0">
                <a:latin typeface="+mn-lt"/>
                <a:cs typeface="+mn-cs"/>
              </a:rPr>
              <a:t>.</a:t>
            </a:r>
            <a:endParaRPr lang="en-US" sz="1500" b="1" i="1" dirty="0">
              <a:latin typeface="+mn-lt"/>
              <a:cs typeface="+mn-cs"/>
            </a:endParaRPr>
          </a:p>
        </p:txBody>
      </p:sp>
      <p:grpSp>
        <p:nvGrpSpPr>
          <p:cNvPr id="14" name="Group 13"/>
          <p:cNvGrpSpPr/>
          <p:nvPr/>
        </p:nvGrpSpPr>
        <p:grpSpPr>
          <a:xfrm>
            <a:off x="7464425" y="1464370"/>
            <a:ext cx="1344372" cy="1686377"/>
            <a:chOff x="7464425" y="1464370"/>
            <a:chExt cx="1344372" cy="1686377"/>
          </a:xfrm>
        </p:grpSpPr>
        <p:pic>
          <p:nvPicPr>
            <p:cNvPr id="12" name="Picture 11"/>
            <p:cNvPicPr>
              <a:picLocks noChangeAspect="1"/>
            </p:cNvPicPr>
            <p:nvPr/>
          </p:nvPicPr>
          <p:blipFill rotWithShape="1">
            <a:blip r:embed="rId2" cstate="print">
              <a:extLst>
                <a:ext uri="{28A0092B-C50C-407E-A947-70E740481C1C}">
                  <a14:useLocalDpi xmlns:a14="http://schemas.microsoft.com/office/drawing/2010/main" val="0"/>
                </a:ext>
              </a:extLst>
            </a:blip>
            <a:srcRect l="9366" t="3917" r="1239" b="1367"/>
            <a:stretch/>
          </p:blipFill>
          <p:spPr>
            <a:xfrm>
              <a:off x="7464425" y="1464370"/>
              <a:ext cx="1344372" cy="1686377"/>
            </a:xfrm>
            <a:prstGeom prst="rect">
              <a:avLst/>
            </a:prstGeom>
            <a:ln w="38100" cap="sq">
              <a:solidFill>
                <a:srgbClr val="FF2929"/>
              </a:solidFill>
              <a:miter lim="800000"/>
            </a:ln>
            <a:effectLst>
              <a:outerShdw blurRad="57150" dist="50800" dir="2700000" algn="tl" rotWithShape="0">
                <a:srgbClr val="000000">
                  <a:alpha val="40000"/>
                </a:srgbClr>
              </a:outerShdw>
            </a:effectLst>
          </p:spPr>
        </p:pic>
        <p:sp>
          <p:nvSpPr>
            <p:cNvPr id="13" name="TextBox 12"/>
            <p:cNvSpPr txBox="1"/>
            <p:nvPr/>
          </p:nvSpPr>
          <p:spPr>
            <a:xfrm>
              <a:off x="8289985" y="2932981"/>
              <a:ext cx="518812" cy="153888"/>
            </a:xfrm>
            <a:prstGeom prst="rect">
              <a:avLst/>
            </a:prstGeom>
            <a:noFill/>
          </p:spPr>
          <p:txBody>
            <a:bodyPr wrap="square" lIns="0" tIns="0" rIns="0" bIns="0" rtlCol="0">
              <a:spAutoFit/>
            </a:bodyPr>
            <a:lstStyle/>
            <a:p>
              <a:pPr algn="ctr"/>
              <a:r>
                <a:rPr lang="en-US" sz="1000" b="1" dirty="0" smtClean="0"/>
                <a:t>EEBD</a:t>
              </a:r>
              <a:endParaRPr lang="en-CA" sz="1850" dirty="0" smtClean="0"/>
            </a:p>
          </p:txBody>
        </p:sp>
      </p:grpSp>
      <p:grpSp>
        <p:nvGrpSpPr>
          <p:cNvPr id="15" name="Group 14"/>
          <p:cNvGrpSpPr/>
          <p:nvPr/>
        </p:nvGrpSpPr>
        <p:grpSpPr>
          <a:xfrm>
            <a:off x="6583303" y="3242371"/>
            <a:ext cx="1344373" cy="1687444"/>
            <a:chOff x="6583303" y="3242371"/>
            <a:chExt cx="1344373" cy="1687444"/>
          </a:xfrm>
        </p:grpSpPr>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9797" t="1147" r="7428" b="2521"/>
            <a:stretch/>
          </p:blipFill>
          <p:spPr>
            <a:xfrm>
              <a:off x="6583303" y="3242371"/>
              <a:ext cx="1344373" cy="1686377"/>
            </a:xfrm>
            <a:prstGeom prst="rect">
              <a:avLst/>
            </a:prstGeom>
            <a:ln w="28575" cap="sq">
              <a:solidFill>
                <a:srgbClr val="FF2929"/>
              </a:solidFill>
              <a:miter lim="800000"/>
            </a:ln>
            <a:effectLst>
              <a:outerShdw blurRad="57150" dist="50800" dir="2700000" algn="tl" rotWithShape="0">
                <a:srgbClr val="000000">
                  <a:alpha val="40000"/>
                </a:srgbClr>
              </a:outerShdw>
            </a:effectLst>
          </p:spPr>
        </p:pic>
        <p:sp>
          <p:nvSpPr>
            <p:cNvPr id="16" name="TextBox 15"/>
            <p:cNvSpPr txBox="1"/>
            <p:nvPr/>
          </p:nvSpPr>
          <p:spPr>
            <a:xfrm>
              <a:off x="7408864" y="4775927"/>
              <a:ext cx="518812" cy="153888"/>
            </a:xfrm>
            <a:prstGeom prst="rect">
              <a:avLst/>
            </a:prstGeom>
            <a:noFill/>
          </p:spPr>
          <p:txBody>
            <a:bodyPr wrap="square" lIns="0" tIns="0" rIns="0" bIns="0" rtlCol="0">
              <a:spAutoFit/>
            </a:bodyPr>
            <a:lstStyle/>
            <a:p>
              <a:pPr algn="ctr"/>
              <a:r>
                <a:rPr lang="en-US" sz="1000" b="1" dirty="0" smtClean="0"/>
                <a:t>SCBA</a:t>
              </a:r>
              <a:endParaRPr lang="en-CA" sz="1850" dirty="0" smtClean="0"/>
            </a:p>
          </p:txBody>
        </p:sp>
      </p:grpSp>
      <p:grpSp>
        <p:nvGrpSpPr>
          <p:cNvPr id="17" name="Group 16"/>
          <p:cNvGrpSpPr/>
          <p:nvPr/>
        </p:nvGrpSpPr>
        <p:grpSpPr>
          <a:xfrm>
            <a:off x="7507154" y="5056443"/>
            <a:ext cx="1361415" cy="1675064"/>
            <a:chOff x="7507154" y="5056443"/>
            <a:chExt cx="1361415" cy="1675064"/>
          </a:xfrm>
        </p:grpSpPr>
        <p:pic>
          <p:nvPicPr>
            <p:cNvPr id="9" name="Picture 17" descr="PC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0284" y="5056443"/>
              <a:ext cx="1318285" cy="1675064"/>
            </a:xfrm>
            <a:prstGeom prst="rect">
              <a:avLst/>
            </a:prstGeom>
            <a:ln w="28575">
              <a:solidFill>
                <a:srgbClr val="FF2929"/>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8" name="TextBox 17"/>
            <p:cNvSpPr txBox="1"/>
            <p:nvPr/>
          </p:nvSpPr>
          <p:spPr>
            <a:xfrm>
              <a:off x="7507154" y="5172974"/>
              <a:ext cx="518812" cy="153888"/>
            </a:xfrm>
            <a:prstGeom prst="rect">
              <a:avLst/>
            </a:prstGeom>
            <a:noFill/>
          </p:spPr>
          <p:txBody>
            <a:bodyPr wrap="square" lIns="0" tIns="0" rIns="0" bIns="0" rtlCol="0">
              <a:spAutoFit/>
            </a:bodyPr>
            <a:lstStyle/>
            <a:p>
              <a:pPr algn="ctr"/>
              <a:r>
                <a:rPr lang="en-US" sz="1000" b="1" dirty="0" smtClean="0">
                  <a:solidFill>
                    <a:schemeClr val="bg1"/>
                  </a:solidFill>
                </a:rPr>
                <a:t>SAR</a:t>
              </a:r>
              <a:endParaRPr lang="en-CA" sz="1850" dirty="0" smtClean="0">
                <a:solidFill>
                  <a:schemeClr val="bg1"/>
                </a:solidFill>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KU Theme">
  <a:themeElements>
    <a:clrScheme name="Khalifa">
      <a:dk1>
        <a:srgbClr val="000000"/>
      </a:dk1>
      <a:lt1>
        <a:srgbClr val="FFFFFF"/>
      </a:lt1>
      <a:dk2>
        <a:srgbClr val="0057B8"/>
      </a:dk2>
      <a:lt2>
        <a:srgbClr val="75787B"/>
      </a:lt2>
      <a:accent1>
        <a:srgbClr val="78D64B"/>
      </a:accent1>
      <a:accent2>
        <a:srgbClr val="F8485E"/>
      </a:accent2>
      <a:accent3>
        <a:srgbClr val="00A9CE"/>
      </a:accent3>
      <a:accent4>
        <a:srgbClr val="6F5091"/>
      </a:accent4>
      <a:accent5>
        <a:srgbClr val="FF8F1C"/>
      </a:accent5>
      <a:accent6>
        <a:srgbClr val="D0CECE"/>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2018-04-09 E.potx" id="{AF960482-6B50-417C-AC38-1AFEBFC77BA4}" vid="{1F04D338-456F-4FFC-9561-BAAA645232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KU_H2S_Fadi Created</Template>
  <TotalTime>239</TotalTime>
  <Words>1035</Words>
  <Application>Microsoft Office PowerPoint</Application>
  <PresentationFormat>On-screen Show (4:3)</PresentationFormat>
  <Paragraphs>113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KU Theme</vt:lpstr>
      <vt:lpstr>Online EHS Training</vt:lpstr>
      <vt:lpstr>Course Objective</vt:lpstr>
      <vt:lpstr>General Properties of H2S</vt:lpstr>
      <vt:lpstr>Formation of H2S</vt:lpstr>
      <vt:lpstr>Health Hazards of H2S</vt:lpstr>
      <vt:lpstr>Symptoms of H2S Exposure</vt:lpstr>
      <vt:lpstr>Exposure Limits of H2S</vt:lpstr>
      <vt:lpstr>Safety Precautions for H2S Environment</vt:lpstr>
      <vt:lpstr>Breathing Apparatus (Respiratory Protection)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EHSS Training</dc:title>
  <dc:creator>Fadi Abdullah Ahmed Al Jallad</dc:creator>
  <cp:lastModifiedBy>Ahammed Padinjare</cp:lastModifiedBy>
  <cp:revision>11</cp:revision>
  <dcterms:created xsi:type="dcterms:W3CDTF">2018-11-19T08:36:48Z</dcterms:created>
  <dcterms:modified xsi:type="dcterms:W3CDTF">2023-01-23T14:53:08Z</dcterms:modified>
</cp:coreProperties>
</file>