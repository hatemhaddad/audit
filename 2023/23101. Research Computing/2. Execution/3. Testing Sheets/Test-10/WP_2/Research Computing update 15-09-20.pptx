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61" r:id="rId3"/>
    <p:sldId id="291" r:id="rId4"/>
    <p:sldId id="292" r:id="rId5"/>
    <p:sldId id="283" r:id="rId6"/>
    <p:sldId id="284" r:id="rId7"/>
    <p:sldId id="297" r:id="rId8"/>
    <p:sldId id="298" r:id="rId9"/>
    <p:sldId id="289" r:id="rId10"/>
    <p:sldId id="286" r:id="rId11"/>
    <p:sldId id="287" r:id="rId12"/>
    <p:sldId id="293" r:id="rId1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62" autoAdjust="0"/>
    <p:restoredTop sz="86395" autoAdjust="0"/>
  </p:normalViewPr>
  <p:slideViewPr>
    <p:cSldViewPr snapToGrid="0" showGuides="1">
      <p:cViewPr varScale="1">
        <p:scale>
          <a:sx n="105" d="100"/>
          <a:sy n="105" d="100"/>
        </p:scale>
        <p:origin x="1128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9/15/20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up.com/ksquu2jki56nesnr6n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noProof="0" dirty="0"/>
              <a:t>August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KU</a:t>
            </a:r>
            <a:r>
              <a:rPr lang="en-US" sz="2400" noProof="0" dirty="0"/>
              <a:t> HPC Cluster</a:t>
            </a:r>
          </a:p>
          <a:p>
            <a:pPr lvl="1"/>
            <a:r>
              <a:rPr lang="en-US" sz="1997" dirty="0"/>
              <a:t> Continuing with re-registration process for all HPC users. This was to remove inactive accounts, as well as to collect project and PI information from users.</a:t>
            </a:r>
          </a:p>
          <a:p>
            <a:pPr lvl="2"/>
            <a:r>
              <a:rPr lang="en-US" sz="1997" dirty="0"/>
              <a:t>PR for support for h/w is still in process.</a:t>
            </a:r>
            <a:endParaRPr lang="en-US" noProof="0" dirty="0"/>
          </a:p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Still in process.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848604" cy="5104562"/>
          </a:xfrm>
        </p:spPr>
        <p:txBody>
          <a:bodyPr>
            <a:normAutofit/>
          </a:bodyPr>
          <a:lstStyle/>
          <a:p>
            <a:r>
              <a:rPr lang="en-US" sz="2400" b="0" dirty="0"/>
              <a:t>“Research Computing intro session”, “Introduction to Linux”, and “Introduction to HPC” courses are all well attended and well received. </a:t>
            </a:r>
          </a:p>
          <a:p>
            <a:pPr lvl="1"/>
            <a:r>
              <a:rPr lang="en-US" sz="2400" dirty="0"/>
              <a:t>Training calendar is available at </a:t>
            </a:r>
            <a:r>
              <a:rPr lang="en-US" sz="2400" dirty="0">
                <a:hlinkClick r:id="rId2"/>
              </a:rPr>
              <a:t>https://teamup.com/ksquu2jki56nesnr6n</a:t>
            </a:r>
            <a:endParaRPr lang="en-US" sz="2400" dirty="0"/>
          </a:p>
          <a:p>
            <a:r>
              <a:rPr lang="en-US" sz="2400" b="0" dirty="0"/>
              <a:t> Due to course being online, places are limited to 5 per session.</a:t>
            </a:r>
          </a:p>
          <a:p>
            <a:r>
              <a:rPr lang="en-US" sz="2400" b="0" dirty="0"/>
              <a:t>All three courses are delivered on a weekly basis.</a:t>
            </a:r>
          </a:p>
          <a:p>
            <a:r>
              <a:rPr lang="en-US" sz="2400" b="0" dirty="0"/>
              <a:t>Continuing to schedule three courses per week, and sending out invites at beginning of the month.</a:t>
            </a:r>
          </a:p>
          <a:p>
            <a:r>
              <a:rPr lang="en-US" sz="2400" b="0" dirty="0"/>
              <a:t>As number of attendees </a:t>
            </a:r>
            <a:r>
              <a:rPr lang="en-US" sz="2400" b="0" dirty="0" err="1"/>
              <a:t>dimishing</a:t>
            </a:r>
            <a:r>
              <a:rPr lang="en-US" sz="2400" b="0" dirty="0"/>
              <a:t>, have paused the regular scheduling of the courses, and only carrying on with the RC Intro session for new users as and when required.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39F6E19-6F2C-9C43-B968-0966C5DE9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4636"/>
            <a:ext cx="9906000" cy="462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96DB79CF-6173-084F-BE7D-770264CF2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9604"/>
            <a:ext cx="9906000" cy="479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C4394-7153-754A-AC73-D700FC69A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2934"/>
            <a:ext cx="9906000" cy="475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August 2020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208A348-4F29-A644-8019-622B0D216A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37831"/>
              </p:ext>
            </p:extLst>
          </p:nvPr>
        </p:nvGraphicFramePr>
        <p:xfrm>
          <a:off x="1236550" y="1227115"/>
          <a:ext cx="5477178" cy="5257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Worksheet" r:id="rId4" imgW="6959600" imgH="6680200" progId="Excel.Sheet.12">
                  <p:embed/>
                </p:oleObj>
              </mc:Choice>
              <mc:Fallback>
                <p:oleObj name="Worksheet" r:id="rId4" imgW="6959600" imgH="6680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36550" y="1227115"/>
                        <a:ext cx="5477178" cy="5257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 descr="A picture containing stationary, implement&#10;&#10;Description automatically generated">
            <a:extLst>
              <a:ext uri="{FF2B5EF4-FFF2-40B4-BE49-F238E27FC236}">
                <a16:creationId xmlns:a16="http://schemas.microsoft.com/office/drawing/2014/main" id="{44AAE664-2E31-984E-A575-6F67C5893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9507"/>
            <a:ext cx="9906000" cy="463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F2169C8-2F50-DF40-A17A-2305D9689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964399"/>
              </p:ext>
            </p:extLst>
          </p:nvPr>
        </p:nvGraphicFramePr>
        <p:xfrm>
          <a:off x="554038" y="1146175"/>
          <a:ext cx="8666162" cy="546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Worksheet" r:id="rId3" imgW="11531600" imgH="7277100" progId="Excel.Sheet.12">
                  <p:embed/>
                </p:oleObj>
              </mc:Choice>
              <mc:Fallback>
                <p:oleObj name="Worksheet" r:id="rId3" imgW="11531600" imgH="7277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4038" y="1146175"/>
                        <a:ext cx="8666162" cy="546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KU_presentation_template_v03_dureid</Template>
  <TotalTime>2532</TotalTime>
  <Words>285</Words>
  <Application>Microsoft Macintosh PowerPoint</Application>
  <PresentationFormat>A4 Paper (210x297 mm)</PresentationFormat>
  <Paragraphs>52</Paragraphs>
  <Slides>12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Training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El-Moghraby</dc:creator>
  <cp:lastModifiedBy>Dureid El-Moghraby</cp:lastModifiedBy>
  <cp:revision>73</cp:revision>
  <dcterms:created xsi:type="dcterms:W3CDTF">2018-11-13T08:10:11Z</dcterms:created>
  <dcterms:modified xsi:type="dcterms:W3CDTF">2020-09-15T09:31:24Z</dcterms:modified>
</cp:coreProperties>
</file>