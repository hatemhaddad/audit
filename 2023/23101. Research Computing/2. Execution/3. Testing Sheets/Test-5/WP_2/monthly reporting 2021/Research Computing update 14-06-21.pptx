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1" r:id="rId2"/>
    <p:sldId id="261" r:id="rId3"/>
    <p:sldId id="292" r:id="rId4"/>
    <p:sldId id="283" r:id="rId5"/>
    <p:sldId id="284" r:id="rId6"/>
    <p:sldId id="297" r:id="rId7"/>
    <p:sldId id="298" r:id="rId8"/>
    <p:sldId id="289" r:id="rId9"/>
    <p:sldId id="286" r:id="rId10"/>
    <p:sldId id="287" r:id="rId11"/>
    <p:sldId id="300" r:id="rId12"/>
  </p:sldIdLst>
  <p:sldSz cx="9906000" cy="6858000" type="A4"/>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1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47BA"/>
    <a:srgbClr val="FF014A"/>
    <a:srgbClr val="FFFFFF"/>
    <a:srgbClr val="D0CF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E8B1032C-EA38-4F05-BA0D-38AFFFC7BED3}">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344" autoAdjust="0"/>
    <p:restoredTop sz="86259" autoAdjust="0"/>
  </p:normalViewPr>
  <p:slideViewPr>
    <p:cSldViewPr snapToGrid="0" showGuides="1">
      <p:cViewPr varScale="1">
        <p:scale>
          <a:sx n="110" d="100"/>
          <a:sy n="110" d="100"/>
        </p:scale>
        <p:origin x="2424" y="168"/>
      </p:cViewPr>
      <p:guideLst>
        <p:guide orient="horz" pos="2160"/>
        <p:guide pos="312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Users/delmoghraby/midriveapp/research%20documents/Clusters_Statistics/Queues_distribution.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delmoghraby/midriveapp/research%20documents/Clusters_Statistics/Queues_distribution.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r>
              <a:rPr lang="en-US"/>
              <a:t>Percentage of Cores per queue</a:t>
            </a:r>
          </a:p>
          <a:p>
            <a:pPr>
              <a:defRPr/>
            </a:pPr>
            <a:r>
              <a:rPr lang="en-US"/>
              <a:t>total number of cores = 2016</a:t>
            </a:r>
          </a:p>
        </c:rich>
      </c:tx>
      <c:overlay val="0"/>
      <c:spPr>
        <a:noFill/>
        <a:ln>
          <a:noFill/>
        </a:ln>
        <a:effectLst/>
      </c:spPr>
      <c:txPr>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endParaRPr lang="en-AE"/>
        </a:p>
      </c:txPr>
    </c:title>
    <c:autoTitleDeleted val="0"/>
    <c:plotArea>
      <c:layout/>
      <c:pieChart>
        <c:varyColors val="1"/>
        <c:ser>
          <c:idx val="0"/>
          <c:order val="0"/>
          <c:tx>
            <c:strRef>
              <c:f>MI!$D$2</c:f>
              <c:strCache>
                <c:ptCount val="1"/>
                <c:pt idx="0">
                  <c:v>Cores</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EC5C-DA4F-9F1D-8A9447855207}"/>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EC5C-DA4F-9F1D-8A9447855207}"/>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EC5C-DA4F-9F1D-8A9447855207}"/>
              </c:ext>
            </c:extLst>
          </c:dPt>
          <c:dPt>
            <c:idx val="3"/>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7-EC5C-DA4F-9F1D-8A9447855207}"/>
              </c:ext>
            </c:extLst>
          </c:dPt>
          <c:dPt>
            <c:idx val="4"/>
            <c:bubble3D val="0"/>
            <c:spPr>
              <a:solidFill>
                <a:schemeClr val="accent5"/>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9-EC5C-DA4F-9F1D-8A9447855207}"/>
              </c:ext>
            </c:extLst>
          </c:dPt>
          <c:dLbls>
            <c:dLbl>
              <c:idx val="0"/>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1"/>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1-EC5C-DA4F-9F1D-8A9447855207}"/>
                </c:ext>
              </c:extLst>
            </c:dLbl>
            <c:dLbl>
              <c:idx val="1"/>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2"/>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3-EC5C-DA4F-9F1D-8A9447855207}"/>
                </c:ext>
              </c:extLst>
            </c:dLbl>
            <c:dLbl>
              <c:idx val="2"/>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3"/>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5-EC5C-DA4F-9F1D-8A9447855207}"/>
                </c:ext>
              </c:extLst>
            </c:dLbl>
            <c:dLbl>
              <c:idx val="3"/>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4"/>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7-EC5C-DA4F-9F1D-8A9447855207}"/>
                </c:ext>
              </c:extLst>
            </c:dLbl>
            <c:dLbl>
              <c:idx val="4"/>
              <c:layout>
                <c:manualLayout>
                  <c:x val="1.1738810541143761E-2"/>
                  <c:y val="-1.6443985892700186E-2"/>
                </c:manualLayout>
              </c:layout>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5"/>
                      </a:solidFill>
                      <a:latin typeface="+mn-lt"/>
                      <a:ea typeface="+mn-ea"/>
                      <a:cs typeface="+mn-cs"/>
                    </a:defRPr>
                  </a:pPr>
                  <a:endParaRPr lang="en-AE"/>
                </a:p>
              </c:txPr>
              <c:dLblPos val="bestFit"/>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9-EC5C-DA4F-9F1D-8A9447855207}"/>
                </c:ext>
              </c:extLst>
            </c:dLbl>
            <c:spPr>
              <a:solidFill>
                <a:sysClr val="window" lastClr="FFFFFF"/>
              </a:solidFill>
              <a:ln>
                <a:solidFill>
                  <a:srgbClr val="5B9BD5"/>
                </a:solidFill>
              </a:ln>
              <a:effectLst/>
            </c:spPr>
            <c:dLblPos val="outEnd"/>
            <c:showLegendKey val="0"/>
            <c:showVal val="1"/>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MI!$A$3:$A$7</c:f>
              <c:strCache>
                <c:ptCount val="5"/>
                <c:pt idx="0">
                  <c:v>general</c:v>
                </c:pt>
                <c:pt idx="1">
                  <c:v>long</c:v>
                </c:pt>
                <c:pt idx="2">
                  <c:v>gpu</c:v>
                </c:pt>
                <c:pt idx="3">
                  <c:v>high</c:v>
                </c:pt>
                <c:pt idx="4">
                  <c:v>training</c:v>
                </c:pt>
              </c:strCache>
            </c:strRef>
          </c:cat>
          <c:val>
            <c:numRef>
              <c:f>MI!$D$3:$D$7</c:f>
              <c:numCache>
                <c:formatCode>General</c:formatCode>
                <c:ptCount val="5"/>
                <c:pt idx="0">
                  <c:v>1560</c:v>
                </c:pt>
                <c:pt idx="1">
                  <c:v>168</c:v>
                </c:pt>
                <c:pt idx="2">
                  <c:v>96</c:v>
                </c:pt>
                <c:pt idx="3">
                  <c:v>96</c:v>
                </c:pt>
                <c:pt idx="4">
                  <c:v>96</c:v>
                </c:pt>
              </c:numCache>
            </c:numRef>
          </c:val>
          <c:extLst>
            <c:ext xmlns:c16="http://schemas.microsoft.com/office/drawing/2014/chart" uri="{C3380CC4-5D6E-409C-BE32-E72D297353CC}">
              <c16:uniqueId val="{0000000A-EC5C-DA4F-9F1D-8A9447855207}"/>
            </c:ext>
          </c:extLst>
        </c:ser>
        <c:ser>
          <c:idx val="1"/>
          <c:order val="1"/>
          <c:tx>
            <c:strRef>
              <c:f>MI!$I$2</c:f>
              <c:strCache>
                <c:ptCount val="1"/>
                <c:pt idx="0">
                  <c:v>Perc Cores</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C-EC5C-DA4F-9F1D-8A9447855207}"/>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E-EC5C-DA4F-9F1D-8A9447855207}"/>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10-EC5C-DA4F-9F1D-8A9447855207}"/>
              </c:ext>
            </c:extLst>
          </c:dPt>
          <c:dPt>
            <c:idx val="3"/>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12-EC5C-DA4F-9F1D-8A9447855207}"/>
              </c:ext>
            </c:extLst>
          </c:dPt>
          <c:dPt>
            <c:idx val="4"/>
            <c:bubble3D val="0"/>
            <c:spPr>
              <a:solidFill>
                <a:schemeClr val="accent5"/>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14-EC5C-DA4F-9F1D-8A9447855207}"/>
              </c:ext>
            </c:extLst>
          </c:dPt>
          <c:dLbls>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0C-EC5C-DA4F-9F1D-8A9447855207}"/>
                </c:ext>
              </c:extLst>
            </c:dLbl>
            <c:dLbl>
              <c:idx val="1"/>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0E-EC5C-DA4F-9F1D-8A9447855207}"/>
                </c:ext>
              </c:extLst>
            </c:dLbl>
            <c:dLbl>
              <c:idx val="2"/>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3"/>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10-EC5C-DA4F-9F1D-8A9447855207}"/>
                </c:ext>
              </c:extLst>
            </c:dLbl>
            <c:dLbl>
              <c:idx val="3"/>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12-EC5C-DA4F-9F1D-8A9447855207}"/>
                </c:ext>
              </c:extLst>
            </c:dLbl>
            <c:dLbl>
              <c:idx val="4"/>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5"/>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14-EC5C-DA4F-9F1D-8A9447855207}"/>
                </c:ext>
              </c:extLst>
            </c:dLbl>
            <c:spPr>
              <a:noFill/>
              <a:ln>
                <a:noFill/>
              </a:ln>
              <a:effectLst/>
            </c:spPr>
            <c:dLblPos val="outEnd"/>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MI!$A$3:$A$7</c:f>
              <c:strCache>
                <c:ptCount val="5"/>
                <c:pt idx="0">
                  <c:v>general</c:v>
                </c:pt>
                <c:pt idx="1">
                  <c:v>long</c:v>
                </c:pt>
                <c:pt idx="2">
                  <c:v>gpu</c:v>
                </c:pt>
                <c:pt idx="3">
                  <c:v>high</c:v>
                </c:pt>
                <c:pt idx="4">
                  <c:v>training</c:v>
                </c:pt>
              </c:strCache>
            </c:strRef>
          </c:cat>
          <c:val>
            <c:numRef>
              <c:f>MI!$I$3:$I$7</c:f>
              <c:numCache>
                <c:formatCode>General</c:formatCode>
                <c:ptCount val="5"/>
                <c:pt idx="0">
                  <c:v>0.77380952380952384</c:v>
                </c:pt>
                <c:pt idx="1">
                  <c:v>8.3333333333333329E-2</c:v>
                </c:pt>
                <c:pt idx="2">
                  <c:v>4.7619047619047616E-2</c:v>
                </c:pt>
                <c:pt idx="3">
                  <c:v>4.7619047619047616E-2</c:v>
                </c:pt>
                <c:pt idx="4">
                  <c:v>4.7619047619047616E-2</c:v>
                </c:pt>
              </c:numCache>
            </c:numRef>
          </c:val>
          <c:extLst>
            <c:ext xmlns:c16="http://schemas.microsoft.com/office/drawing/2014/chart" uri="{C3380CC4-5D6E-409C-BE32-E72D297353CC}">
              <c16:uniqueId val="{00000015-EC5C-DA4F-9F1D-8A9447855207}"/>
            </c:ext>
          </c:extLst>
        </c:ser>
        <c:dLbls>
          <c:dLblPos val="outEnd"/>
          <c:showLegendKey val="0"/>
          <c:showVal val="0"/>
          <c:showCatName val="1"/>
          <c:showSerName val="0"/>
          <c:showPercent val="0"/>
          <c:showBubbleSize val="0"/>
          <c:showLeaderLines val="0"/>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AE"/>
        </a:p>
      </c:txPr>
    </c:legend>
    <c:plotVisOnly val="1"/>
    <c:dispBlanksAs val="gap"/>
    <c:showDLblsOverMax val="0"/>
  </c:chart>
  <c:spPr>
    <a:noFill/>
    <a:ln>
      <a:noFill/>
    </a:ln>
    <a:effectLst/>
  </c:spPr>
  <c:txPr>
    <a:bodyPr/>
    <a:lstStyle/>
    <a:p>
      <a:pPr>
        <a:defRPr/>
      </a:pPr>
      <a:endParaRPr lang="en-A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r>
              <a:rPr lang="en-US"/>
              <a:t>Percentage of Cores per queue</a:t>
            </a:r>
          </a:p>
          <a:p>
            <a:pPr>
              <a:defRPr/>
            </a:pPr>
            <a:r>
              <a:rPr lang="en-US"/>
              <a:t>total number of cores = 1100</a:t>
            </a:r>
          </a:p>
        </c:rich>
      </c:tx>
      <c:overlay val="0"/>
      <c:spPr>
        <a:noFill/>
        <a:ln>
          <a:noFill/>
        </a:ln>
        <a:effectLst/>
      </c:spPr>
      <c:txPr>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endParaRPr lang="en-AE"/>
        </a:p>
      </c:txPr>
    </c:title>
    <c:autoTitleDeleted val="0"/>
    <c:plotArea>
      <c:layout/>
      <c:pieChart>
        <c:varyColors val="1"/>
        <c:ser>
          <c:idx val="0"/>
          <c:order val="0"/>
          <c:tx>
            <c:strRef>
              <c:f>SAN!$D$2</c:f>
              <c:strCache>
                <c:ptCount val="1"/>
                <c:pt idx="0">
                  <c:v>Cores</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4374-5A4B-8311-55090FFE2166}"/>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4374-5A4B-8311-55090FFE2166}"/>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4374-5A4B-8311-55090FFE2166}"/>
              </c:ext>
            </c:extLst>
          </c:dPt>
          <c:dPt>
            <c:idx val="3"/>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7-4374-5A4B-8311-55090FFE2166}"/>
              </c:ext>
            </c:extLst>
          </c:dPt>
          <c:dLbls>
            <c:dLbl>
              <c:idx val="0"/>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1"/>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1-4374-5A4B-8311-55090FFE2166}"/>
                </c:ext>
              </c:extLst>
            </c:dLbl>
            <c:dLbl>
              <c:idx val="1"/>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2"/>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3-4374-5A4B-8311-55090FFE2166}"/>
                </c:ext>
              </c:extLst>
            </c:dLbl>
            <c:dLbl>
              <c:idx val="2"/>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3"/>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5-4374-5A4B-8311-55090FFE2166}"/>
                </c:ext>
              </c:extLst>
            </c:dLbl>
            <c:dLbl>
              <c:idx val="3"/>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4"/>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7-4374-5A4B-8311-55090FFE2166}"/>
                </c:ext>
              </c:extLst>
            </c:dLbl>
            <c:spPr>
              <a:solidFill>
                <a:sysClr val="window" lastClr="FFFFFF"/>
              </a:solidFill>
              <a:ln>
                <a:solidFill>
                  <a:srgbClr val="5B9BD5"/>
                </a:solidFill>
              </a:ln>
              <a:effectLst/>
            </c:spPr>
            <c:dLblPos val="outEnd"/>
            <c:showLegendKey val="0"/>
            <c:showVal val="1"/>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SAN!$A$3:$A$6</c:f>
              <c:strCache>
                <c:ptCount val="4"/>
                <c:pt idx="0">
                  <c:v>Q1</c:v>
                </c:pt>
                <c:pt idx="1">
                  <c:v>Q2</c:v>
                </c:pt>
                <c:pt idx="2">
                  <c:v>Q3</c:v>
                </c:pt>
                <c:pt idx="3">
                  <c:v>QGPU</c:v>
                </c:pt>
              </c:strCache>
            </c:strRef>
          </c:cat>
          <c:val>
            <c:numRef>
              <c:f>SAN!$D$3:$D$6</c:f>
              <c:numCache>
                <c:formatCode>General</c:formatCode>
                <c:ptCount val="4"/>
                <c:pt idx="0">
                  <c:v>72</c:v>
                </c:pt>
                <c:pt idx="1">
                  <c:v>276</c:v>
                </c:pt>
                <c:pt idx="2">
                  <c:v>656</c:v>
                </c:pt>
                <c:pt idx="3">
                  <c:v>96</c:v>
                </c:pt>
              </c:numCache>
            </c:numRef>
          </c:val>
          <c:extLst>
            <c:ext xmlns:c16="http://schemas.microsoft.com/office/drawing/2014/chart" uri="{C3380CC4-5D6E-409C-BE32-E72D297353CC}">
              <c16:uniqueId val="{00000008-4374-5A4B-8311-55090FFE2166}"/>
            </c:ext>
          </c:extLst>
        </c:ser>
        <c:ser>
          <c:idx val="1"/>
          <c:order val="1"/>
          <c:tx>
            <c:strRef>
              <c:f>SAN!$I$2</c:f>
              <c:strCache>
                <c:ptCount val="1"/>
                <c:pt idx="0">
                  <c:v>Perc Cores</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A-4374-5A4B-8311-55090FFE2166}"/>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C-4374-5A4B-8311-55090FFE2166}"/>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E-4374-5A4B-8311-55090FFE2166}"/>
              </c:ext>
            </c:extLst>
          </c:dPt>
          <c:dPt>
            <c:idx val="3"/>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10-4374-5A4B-8311-55090FFE2166}"/>
              </c:ext>
            </c:extLst>
          </c:dPt>
          <c:dLbls>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0A-4374-5A4B-8311-55090FFE2166}"/>
                </c:ext>
              </c:extLst>
            </c:dLbl>
            <c:dLbl>
              <c:idx val="1"/>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0C-4374-5A4B-8311-55090FFE2166}"/>
                </c:ext>
              </c:extLst>
            </c:dLbl>
            <c:dLbl>
              <c:idx val="2"/>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3"/>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0E-4374-5A4B-8311-55090FFE2166}"/>
                </c:ext>
              </c:extLst>
            </c:dLbl>
            <c:dLbl>
              <c:idx val="3"/>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10-4374-5A4B-8311-55090FFE2166}"/>
                </c:ext>
              </c:extLst>
            </c:dLbl>
            <c:spPr>
              <a:noFill/>
              <a:ln>
                <a:noFill/>
              </a:ln>
              <a:effectLst/>
            </c:spPr>
            <c:dLblPos val="outEnd"/>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SAN!$A$3:$A$6</c:f>
              <c:strCache>
                <c:ptCount val="4"/>
                <c:pt idx="0">
                  <c:v>Q1</c:v>
                </c:pt>
                <c:pt idx="1">
                  <c:v>Q2</c:v>
                </c:pt>
                <c:pt idx="2">
                  <c:v>Q3</c:v>
                </c:pt>
                <c:pt idx="3">
                  <c:v>QGPU</c:v>
                </c:pt>
              </c:strCache>
            </c:strRef>
          </c:cat>
          <c:val>
            <c:numRef>
              <c:f>SAN!$I$3:$I$6</c:f>
              <c:numCache>
                <c:formatCode>General</c:formatCode>
                <c:ptCount val="4"/>
                <c:pt idx="0">
                  <c:v>6.545454545454546E-2</c:v>
                </c:pt>
                <c:pt idx="1">
                  <c:v>0.25090909090909091</c:v>
                </c:pt>
                <c:pt idx="2">
                  <c:v>0.59636363636363632</c:v>
                </c:pt>
                <c:pt idx="3">
                  <c:v>8.727272727272728E-2</c:v>
                </c:pt>
              </c:numCache>
            </c:numRef>
          </c:val>
          <c:extLst>
            <c:ext xmlns:c16="http://schemas.microsoft.com/office/drawing/2014/chart" uri="{C3380CC4-5D6E-409C-BE32-E72D297353CC}">
              <c16:uniqueId val="{00000011-4374-5A4B-8311-55090FFE2166}"/>
            </c:ext>
          </c:extLst>
        </c:ser>
        <c:dLbls>
          <c:dLblPos val="outEnd"/>
          <c:showLegendKey val="0"/>
          <c:showVal val="0"/>
          <c:showCatName val="1"/>
          <c:showSerName val="0"/>
          <c:showPercent val="0"/>
          <c:showBubbleSize val="0"/>
          <c:showLeaderLines val="0"/>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AE"/>
        </a:p>
      </c:txPr>
    </c:legend>
    <c:plotVisOnly val="1"/>
    <c:dispBlanksAs val="gap"/>
    <c:showDLblsOverMax val="0"/>
  </c:chart>
  <c:spPr>
    <a:noFill/>
    <a:ln>
      <a:noFill/>
    </a:ln>
    <a:effectLst/>
  </c:spPr>
  <c:txPr>
    <a:bodyPr/>
    <a:lstStyle/>
    <a:p>
      <a:pPr>
        <a:defRPr/>
      </a:pPr>
      <a:endParaRPr lang="en-A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B66FD6-D2A9-4F00-B491-A99A8AA44ED0}" type="datetimeFigureOut">
              <a:rPr lang="en-US" smtClean="0"/>
              <a:t>9/14/21</a:t>
            </a:fld>
            <a:endParaRPr lang="en-US"/>
          </a:p>
        </p:txBody>
      </p:sp>
      <p:sp>
        <p:nvSpPr>
          <p:cNvPr id="4" name="Slide Image Placehold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5F57D8-2956-440C-8FE5-2823967F9ED1}" type="slidenum">
              <a:rPr lang="en-US" smtClean="0"/>
              <a:t>‹#›</a:t>
            </a:fld>
            <a:endParaRPr lang="en-US"/>
          </a:p>
        </p:txBody>
      </p:sp>
    </p:spTree>
    <p:extLst>
      <p:ext uri="{BB962C8B-B14F-4D97-AF65-F5344CB8AC3E}">
        <p14:creationId xmlns:p14="http://schemas.microsoft.com/office/powerpoint/2010/main" val="38166299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D5F57D8-2956-440C-8FE5-2823967F9ED1}" type="slidenum">
              <a:rPr lang="en-US" smtClean="0"/>
              <a:t>1</a:t>
            </a:fld>
            <a:endParaRPr lang="en-US"/>
          </a:p>
        </p:txBody>
      </p:sp>
    </p:spTree>
    <p:extLst>
      <p:ext uri="{BB962C8B-B14F-4D97-AF65-F5344CB8AC3E}">
        <p14:creationId xmlns:p14="http://schemas.microsoft.com/office/powerpoint/2010/main" val="903729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BD5F57D8-2956-440C-8FE5-2823967F9ED1}" type="slidenum">
              <a:rPr lang="en-US" smtClean="0"/>
              <a:t>2</a:t>
            </a:fld>
            <a:endParaRPr lang="en-US"/>
          </a:p>
        </p:txBody>
      </p:sp>
    </p:spTree>
    <p:extLst>
      <p:ext uri="{BB962C8B-B14F-4D97-AF65-F5344CB8AC3E}">
        <p14:creationId xmlns:p14="http://schemas.microsoft.com/office/powerpoint/2010/main" val="11385618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F57D8-2956-440C-8FE5-2823967F9ED1}" type="slidenum">
              <a:rPr lang="en-US" smtClean="0"/>
              <a:t>5</a:t>
            </a:fld>
            <a:endParaRPr lang="en-US"/>
          </a:p>
        </p:txBody>
      </p:sp>
    </p:spTree>
    <p:extLst>
      <p:ext uri="{BB962C8B-B14F-4D97-AF65-F5344CB8AC3E}">
        <p14:creationId xmlns:p14="http://schemas.microsoft.com/office/powerpoint/2010/main" val="39658287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F57D8-2956-440C-8FE5-2823967F9ED1}" type="slidenum">
              <a:rPr lang="en-US" smtClean="0"/>
              <a:t>6</a:t>
            </a:fld>
            <a:endParaRPr lang="en-US"/>
          </a:p>
        </p:txBody>
      </p:sp>
    </p:spTree>
    <p:extLst>
      <p:ext uri="{BB962C8B-B14F-4D97-AF65-F5344CB8AC3E}">
        <p14:creationId xmlns:p14="http://schemas.microsoft.com/office/powerpoint/2010/main" val="37312173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F57D8-2956-440C-8FE5-2823967F9ED1}" type="slidenum">
              <a:rPr lang="en-US" smtClean="0"/>
              <a:t>7</a:t>
            </a:fld>
            <a:endParaRPr lang="en-US"/>
          </a:p>
        </p:txBody>
      </p:sp>
    </p:spTree>
    <p:extLst>
      <p:ext uri="{BB962C8B-B14F-4D97-AF65-F5344CB8AC3E}">
        <p14:creationId xmlns:p14="http://schemas.microsoft.com/office/powerpoint/2010/main" val="14591530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F57D8-2956-440C-8FE5-2823967F9ED1}" type="slidenum">
              <a:rPr lang="en-US" smtClean="0"/>
              <a:t>8</a:t>
            </a:fld>
            <a:endParaRPr lang="en-US"/>
          </a:p>
        </p:txBody>
      </p:sp>
    </p:spTree>
    <p:extLst>
      <p:ext uri="{BB962C8B-B14F-4D97-AF65-F5344CB8AC3E}">
        <p14:creationId xmlns:p14="http://schemas.microsoft.com/office/powerpoint/2010/main" val="15366942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F57D8-2956-440C-8FE5-2823967F9ED1}" type="slidenum">
              <a:rPr lang="en-US" smtClean="0"/>
              <a:t>10</a:t>
            </a:fld>
            <a:endParaRPr lang="en-US"/>
          </a:p>
        </p:txBody>
      </p:sp>
    </p:spTree>
    <p:extLst>
      <p:ext uri="{BB962C8B-B14F-4D97-AF65-F5344CB8AC3E}">
        <p14:creationId xmlns:p14="http://schemas.microsoft.com/office/powerpoint/2010/main" val="16744043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BD5F57D8-2956-440C-8FE5-2823967F9ED1}" type="slidenum">
              <a:rPr lang="en-US" smtClean="0"/>
              <a:t>11</a:t>
            </a:fld>
            <a:endParaRPr lang="en-US"/>
          </a:p>
        </p:txBody>
      </p:sp>
    </p:spTree>
    <p:extLst>
      <p:ext uri="{BB962C8B-B14F-4D97-AF65-F5344CB8AC3E}">
        <p14:creationId xmlns:p14="http://schemas.microsoft.com/office/powerpoint/2010/main" val="11011326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0047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ED11D-86B6-41D9-804F-B21E465E6E73}"/>
              </a:ext>
            </a:extLst>
          </p:cNvPr>
          <p:cNvSpPr>
            <a:spLocks noGrp="1"/>
          </p:cNvSpPr>
          <p:nvPr>
            <p:ph type="ctrTitle"/>
          </p:nvPr>
        </p:nvSpPr>
        <p:spPr>
          <a:xfrm>
            <a:off x="1238250" y="2676525"/>
            <a:ext cx="7429500" cy="1714500"/>
          </a:xfrm>
        </p:spPr>
        <p:txBody>
          <a:bodyPr anchor="b"/>
          <a:lstStyle>
            <a:lvl1pPr algn="ctr">
              <a:defRPr sz="4875" spc="0" baseline="0">
                <a:solidFill>
                  <a:srgbClr val="FFFFFF"/>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B4DCADE-2A34-4B9D-9987-0330895D737E}"/>
              </a:ext>
            </a:extLst>
          </p:cNvPr>
          <p:cNvSpPr>
            <a:spLocks noGrp="1"/>
          </p:cNvSpPr>
          <p:nvPr>
            <p:ph type="subTitle" idx="1"/>
          </p:nvPr>
        </p:nvSpPr>
        <p:spPr>
          <a:xfrm>
            <a:off x="1238250" y="4429126"/>
            <a:ext cx="7429500" cy="1247775"/>
          </a:xfrm>
        </p:spPr>
        <p:txBody>
          <a:bodyPr>
            <a:normAutofit/>
          </a:bodyPr>
          <a:lstStyle>
            <a:lvl1pPr marL="0" indent="0" algn="ctr">
              <a:lnSpc>
                <a:spcPct val="80000"/>
              </a:lnSpc>
              <a:spcBef>
                <a:spcPts val="0"/>
              </a:spcBef>
              <a:buNone/>
              <a:defRPr sz="3088">
                <a:solidFill>
                  <a:srgbClr val="FFFFFF"/>
                </a:solidFill>
              </a:defRPr>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lang="en-US"/>
              <a:t>Click to edit Master subtitle style</a:t>
            </a:r>
          </a:p>
        </p:txBody>
      </p:sp>
      <p:pic>
        <p:nvPicPr>
          <p:cNvPr id="10" name="Picture 9">
            <a:extLst>
              <a:ext uri="{FF2B5EF4-FFF2-40B4-BE49-F238E27FC236}">
                <a16:creationId xmlns:a16="http://schemas.microsoft.com/office/drawing/2014/main" id="{CEA79536-344B-4703-95C3-7F5AD0BFB38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53918" y="654528"/>
            <a:ext cx="2876309" cy="774496"/>
          </a:xfrm>
          <a:prstGeom prst="rect">
            <a:avLst/>
          </a:prstGeom>
        </p:spPr>
      </p:pic>
      <p:sp>
        <p:nvSpPr>
          <p:cNvPr id="12" name="Text Placeholder 11">
            <a:extLst>
              <a:ext uri="{FF2B5EF4-FFF2-40B4-BE49-F238E27FC236}">
                <a16:creationId xmlns:a16="http://schemas.microsoft.com/office/drawing/2014/main" id="{45D87C84-1993-43C1-A570-C771C220FB5D}"/>
              </a:ext>
            </a:extLst>
          </p:cNvPr>
          <p:cNvSpPr>
            <a:spLocks noGrp="1"/>
          </p:cNvSpPr>
          <p:nvPr>
            <p:ph type="body" sz="quarter" idx="10"/>
          </p:nvPr>
        </p:nvSpPr>
        <p:spPr>
          <a:xfrm>
            <a:off x="3018235" y="6162675"/>
            <a:ext cx="3877270" cy="314325"/>
          </a:xfrm>
        </p:spPr>
        <p:txBody>
          <a:bodyPr>
            <a:normAutofit/>
          </a:bodyPr>
          <a:lstStyle>
            <a:lvl1pPr marL="0" indent="0" algn="ctr">
              <a:buNone/>
              <a:defRPr sz="1097" cap="all" baseline="0">
                <a:solidFill>
                  <a:srgbClr val="FFFFFF"/>
                </a:solidFill>
              </a:defRPr>
            </a:lvl1pPr>
            <a:lvl2pPr algn="ctr">
              <a:defRPr/>
            </a:lvl2pPr>
            <a:lvl3pPr algn="ctr">
              <a:defRPr/>
            </a:lvl3pPr>
            <a:lvl4pPr algn="ctr">
              <a:defRPr/>
            </a:lvl4pPr>
            <a:lvl5pPr algn="ctr">
              <a:defRPr/>
            </a:lvl5pPr>
          </a:lstStyle>
          <a:p>
            <a:pPr lvl="0"/>
            <a:r>
              <a:rPr lang="en-US"/>
              <a:t>Click to edit Master text styles</a:t>
            </a:r>
          </a:p>
        </p:txBody>
      </p:sp>
      <p:cxnSp>
        <p:nvCxnSpPr>
          <p:cNvPr id="14" name="Straight Connector 13">
            <a:extLst>
              <a:ext uri="{FF2B5EF4-FFF2-40B4-BE49-F238E27FC236}">
                <a16:creationId xmlns:a16="http://schemas.microsoft.com/office/drawing/2014/main" id="{BB5B0621-5201-4B3C-B3F3-03D9DDA06A71}"/>
              </a:ext>
            </a:extLst>
          </p:cNvPr>
          <p:cNvCxnSpPr/>
          <p:nvPr userDrawn="1"/>
        </p:nvCxnSpPr>
        <p:spPr>
          <a:xfrm>
            <a:off x="1437342" y="2752725"/>
            <a:ext cx="1470422"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0663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Nega">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ED11D-86B6-41D9-804F-B21E465E6E73}"/>
              </a:ext>
            </a:extLst>
          </p:cNvPr>
          <p:cNvSpPr>
            <a:spLocks noGrp="1"/>
          </p:cNvSpPr>
          <p:nvPr>
            <p:ph type="ctrTitle"/>
          </p:nvPr>
        </p:nvSpPr>
        <p:spPr>
          <a:xfrm>
            <a:off x="1238250" y="2676525"/>
            <a:ext cx="7429500" cy="1714500"/>
          </a:xfrm>
        </p:spPr>
        <p:txBody>
          <a:bodyPr anchor="b"/>
          <a:lstStyle>
            <a:lvl1pPr algn="ctr">
              <a:defRPr sz="4875" spc="0" baseline="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B4DCADE-2A34-4B9D-9987-0330895D737E}"/>
              </a:ext>
            </a:extLst>
          </p:cNvPr>
          <p:cNvSpPr>
            <a:spLocks noGrp="1"/>
          </p:cNvSpPr>
          <p:nvPr>
            <p:ph type="subTitle" idx="1"/>
          </p:nvPr>
        </p:nvSpPr>
        <p:spPr>
          <a:xfrm>
            <a:off x="1238250" y="4429126"/>
            <a:ext cx="7429500" cy="1247775"/>
          </a:xfrm>
        </p:spPr>
        <p:txBody>
          <a:bodyPr>
            <a:normAutofit/>
          </a:bodyPr>
          <a:lstStyle>
            <a:lvl1pPr marL="0" indent="0" algn="ctr">
              <a:lnSpc>
                <a:spcPct val="80000"/>
              </a:lnSpc>
              <a:spcBef>
                <a:spcPts val="0"/>
              </a:spcBef>
              <a:buNone/>
              <a:defRPr sz="3088">
                <a:solidFill>
                  <a:schemeClr val="bg2"/>
                </a:solidFill>
              </a:defRPr>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lang="en-US"/>
              <a:t>Click to edit Master subtitle style</a:t>
            </a:r>
          </a:p>
        </p:txBody>
      </p:sp>
      <p:sp>
        <p:nvSpPr>
          <p:cNvPr id="12" name="Text Placeholder 11">
            <a:extLst>
              <a:ext uri="{FF2B5EF4-FFF2-40B4-BE49-F238E27FC236}">
                <a16:creationId xmlns:a16="http://schemas.microsoft.com/office/drawing/2014/main" id="{45D87C84-1993-43C1-A570-C771C220FB5D}"/>
              </a:ext>
            </a:extLst>
          </p:cNvPr>
          <p:cNvSpPr>
            <a:spLocks noGrp="1"/>
          </p:cNvSpPr>
          <p:nvPr>
            <p:ph type="body" sz="quarter" idx="10"/>
          </p:nvPr>
        </p:nvSpPr>
        <p:spPr>
          <a:xfrm>
            <a:off x="3018235" y="6162675"/>
            <a:ext cx="3877270" cy="314325"/>
          </a:xfrm>
        </p:spPr>
        <p:txBody>
          <a:bodyPr>
            <a:normAutofit/>
          </a:bodyPr>
          <a:lstStyle>
            <a:lvl1pPr marL="0" indent="0" algn="ctr">
              <a:buNone/>
              <a:defRPr sz="1097" cap="all" baseline="0">
                <a:solidFill>
                  <a:schemeClr val="bg2"/>
                </a:solidFill>
              </a:defRPr>
            </a:lvl1pPr>
            <a:lvl2pPr algn="ctr">
              <a:defRPr/>
            </a:lvl2pPr>
            <a:lvl3pPr algn="ctr">
              <a:defRPr/>
            </a:lvl3pPr>
            <a:lvl4pPr algn="ctr">
              <a:defRPr/>
            </a:lvl4pPr>
            <a:lvl5pPr algn="ctr">
              <a:defRPr/>
            </a:lvl5pPr>
          </a:lstStyle>
          <a:p>
            <a:pPr lvl="0"/>
            <a:r>
              <a:rPr lang="en-US"/>
              <a:t>Click to edit Master text styles</a:t>
            </a:r>
          </a:p>
        </p:txBody>
      </p:sp>
      <p:cxnSp>
        <p:nvCxnSpPr>
          <p:cNvPr id="14" name="Straight Connector 13">
            <a:extLst>
              <a:ext uri="{FF2B5EF4-FFF2-40B4-BE49-F238E27FC236}">
                <a16:creationId xmlns:a16="http://schemas.microsoft.com/office/drawing/2014/main" id="{BB5B0621-5201-4B3C-B3F3-03D9DDA06A71}"/>
              </a:ext>
            </a:extLst>
          </p:cNvPr>
          <p:cNvCxnSpPr/>
          <p:nvPr userDrawn="1"/>
        </p:nvCxnSpPr>
        <p:spPr>
          <a:xfrm>
            <a:off x="4210050" y="2752725"/>
            <a:ext cx="1470422"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27211BEC-8A05-5048-8010-DA55CE4672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53919" y="654528"/>
            <a:ext cx="2876309" cy="774496"/>
          </a:xfrm>
          <a:prstGeom prst="rect">
            <a:avLst/>
          </a:prstGeom>
        </p:spPr>
      </p:pic>
    </p:spTree>
    <p:extLst>
      <p:ext uri="{BB962C8B-B14F-4D97-AF65-F5344CB8AC3E}">
        <p14:creationId xmlns:p14="http://schemas.microsoft.com/office/powerpoint/2010/main" val="36847877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hoto">
    <p:bg>
      <p:bgPr>
        <a:solidFill>
          <a:srgbClr val="0047BA"/>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EB21E90-80D8-4070-8157-51F5D9E9BA7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2" name="Title 1">
            <a:extLst>
              <a:ext uri="{FF2B5EF4-FFF2-40B4-BE49-F238E27FC236}">
                <a16:creationId xmlns:a16="http://schemas.microsoft.com/office/drawing/2014/main" id="{796ED11D-86B6-41D9-804F-B21E465E6E73}"/>
              </a:ext>
            </a:extLst>
          </p:cNvPr>
          <p:cNvSpPr>
            <a:spLocks noGrp="1"/>
          </p:cNvSpPr>
          <p:nvPr>
            <p:ph type="ctrTitle"/>
          </p:nvPr>
        </p:nvSpPr>
        <p:spPr>
          <a:xfrm>
            <a:off x="1238250" y="2676525"/>
            <a:ext cx="7429500" cy="1714500"/>
          </a:xfrm>
        </p:spPr>
        <p:txBody>
          <a:bodyPr anchor="b"/>
          <a:lstStyle>
            <a:lvl1pPr algn="ctr">
              <a:defRPr sz="4875" spc="0" baseline="0">
                <a:solidFill>
                  <a:srgbClr val="FFFFFF"/>
                </a:solidFill>
              </a:defRPr>
            </a:lvl1pPr>
          </a:lstStyle>
          <a:p>
            <a:r>
              <a:rPr lang="en-US"/>
              <a:t>Click to edit Master title style</a:t>
            </a:r>
          </a:p>
        </p:txBody>
      </p:sp>
      <p:sp>
        <p:nvSpPr>
          <p:cNvPr id="3" name="Subtitle 2">
            <a:extLst>
              <a:ext uri="{FF2B5EF4-FFF2-40B4-BE49-F238E27FC236}">
                <a16:creationId xmlns:a16="http://schemas.microsoft.com/office/drawing/2014/main" id="{FB4DCADE-2A34-4B9D-9987-0330895D737E}"/>
              </a:ext>
            </a:extLst>
          </p:cNvPr>
          <p:cNvSpPr>
            <a:spLocks noGrp="1"/>
          </p:cNvSpPr>
          <p:nvPr>
            <p:ph type="subTitle" idx="1"/>
          </p:nvPr>
        </p:nvSpPr>
        <p:spPr>
          <a:xfrm>
            <a:off x="1238250" y="4429126"/>
            <a:ext cx="7429500" cy="1247775"/>
          </a:xfrm>
        </p:spPr>
        <p:txBody>
          <a:bodyPr>
            <a:normAutofit/>
          </a:bodyPr>
          <a:lstStyle>
            <a:lvl1pPr marL="0" indent="0" algn="ctr">
              <a:lnSpc>
                <a:spcPct val="80000"/>
              </a:lnSpc>
              <a:spcBef>
                <a:spcPts val="0"/>
              </a:spcBef>
              <a:buNone/>
              <a:defRPr sz="3088">
                <a:solidFill>
                  <a:srgbClr val="FFFFFF"/>
                </a:solidFill>
              </a:defRPr>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lang="en-US"/>
              <a:t>Click to edit Master subtitle style</a:t>
            </a:r>
          </a:p>
        </p:txBody>
      </p:sp>
      <p:sp>
        <p:nvSpPr>
          <p:cNvPr id="12" name="Text Placeholder 11">
            <a:extLst>
              <a:ext uri="{FF2B5EF4-FFF2-40B4-BE49-F238E27FC236}">
                <a16:creationId xmlns:a16="http://schemas.microsoft.com/office/drawing/2014/main" id="{45D87C84-1993-43C1-A570-C771C220FB5D}"/>
              </a:ext>
            </a:extLst>
          </p:cNvPr>
          <p:cNvSpPr>
            <a:spLocks noGrp="1"/>
          </p:cNvSpPr>
          <p:nvPr>
            <p:ph type="body" sz="quarter" idx="10"/>
          </p:nvPr>
        </p:nvSpPr>
        <p:spPr>
          <a:xfrm>
            <a:off x="3018235" y="6162675"/>
            <a:ext cx="3877270" cy="314325"/>
          </a:xfrm>
        </p:spPr>
        <p:txBody>
          <a:bodyPr>
            <a:normAutofit/>
          </a:bodyPr>
          <a:lstStyle>
            <a:lvl1pPr marL="0" indent="0" algn="ctr">
              <a:buNone/>
              <a:defRPr sz="1097" cap="all" baseline="0">
                <a:solidFill>
                  <a:srgbClr val="FFFFFF"/>
                </a:solidFill>
              </a:defRPr>
            </a:lvl1pPr>
            <a:lvl2pPr algn="ctr">
              <a:defRPr/>
            </a:lvl2pPr>
            <a:lvl3pPr algn="ctr">
              <a:defRPr/>
            </a:lvl3pPr>
            <a:lvl4pPr algn="ctr">
              <a:defRPr/>
            </a:lvl4pPr>
            <a:lvl5pPr algn="ctr">
              <a:defRPr/>
            </a:lvl5pPr>
          </a:lstStyle>
          <a:p>
            <a:pPr lvl="0"/>
            <a:r>
              <a:rPr lang="en-US"/>
              <a:t>Click to edit Master text styles</a:t>
            </a:r>
          </a:p>
        </p:txBody>
      </p:sp>
      <p:pic>
        <p:nvPicPr>
          <p:cNvPr id="8" name="Picture 7">
            <a:extLst>
              <a:ext uri="{FF2B5EF4-FFF2-40B4-BE49-F238E27FC236}">
                <a16:creationId xmlns:a16="http://schemas.microsoft.com/office/drawing/2014/main" id="{E14C8DC6-096E-714D-AF28-58697258972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53918" y="654528"/>
            <a:ext cx="2876309" cy="774496"/>
          </a:xfrm>
          <a:prstGeom prst="rect">
            <a:avLst/>
          </a:prstGeom>
        </p:spPr>
      </p:pic>
      <p:cxnSp>
        <p:nvCxnSpPr>
          <p:cNvPr id="9" name="Straight Connector 8">
            <a:extLst>
              <a:ext uri="{FF2B5EF4-FFF2-40B4-BE49-F238E27FC236}">
                <a16:creationId xmlns:a16="http://schemas.microsoft.com/office/drawing/2014/main" id="{41EF1488-91C4-7449-841C-78AF4CE5EB83}"/>
              </a:ext>
            </a:extLst>
          </p:cNvPr>
          <p:cNvCxnSpPr/>
          <p:nvPr userDrawn="1"/>
        </p:nvCxnSpPr>
        <p:spPr>
          <a:xfrm>
            <a:off x="1437342" y="2752725"/>
            <a:ext cx="1470422"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58409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760974" y="542926"/>
            <a:ext cx="8463393" cy="815095"/>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2CB3A0E-D963-4BA4-863C-413B32E51AE7}"/>
              </a:ext>
            </a:extLst>
          </p:cNvPr>
          <p:cNvSpPr>
            <a:spLocks noGrp="1"/>
          </p:cNvSpPr>
          <p:nvPr>
            <p:ph idx="1"/>
          </p:nvPr>
        </p:nvSpPr>
        <p:spPr>
          <a:xfrm>
            <a:off x="760974" y="1502876"/>
            <a:ext cx="8520709" cy="4812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lvl1pPr>
              <a:defRPr>
                <a:solidFill>
                  <a:srgbClr val="000000"/>
                </a:solidFill>
              </a:defRPr>
            </a:lvl1p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lvl1pPr>
              <a:defRPr>
                <a:solidFill>
                  <a:srgbClr val="000000"/>
                </a:solidFill>
              </a:defRPr>
            </a:lvl1pPr>
          </a:lstStyle>
          <a:p>
            <a:r>
              <a:rPr lang="en-US" dirty="0"/>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lvl1pPr>
              <a:defRPr>
                <a:solidFill>
                  <a:srgbClr val="000000"/>
                </a:solidFill>
              </a:defRPr>
            </a:lvl1pPr>
          </a:lstStyle>
          <a:p>
            <a:fld id="{1E68DD1B-5CD8-424B-8173-19E182143E0A}" type="slidenum">
              <a:rPr lang="en-US" smtClean="0"/>
              <a:pPr/>
              <a:t>‹#›</a:t>
            </a:fld>
            <a:endParaRPr lang="en-US"/>
          </a:p>
        </p:txBody>
      </p:sp>
      <p:pic>
        <p:nvPicPr>
          <p:cNvPr id="7" name="Picture 6">
            <a:extLst>
              <a:ext uri="{FF2B5EF4-FFF2-40B4-BE49-F238E27FC236}">
                <a16:creationId xmlns:a16="http://schemas.microsoft.com/office/drawing/2014/main" id="{85F31A79-8F5C-4459-9F47-4F4A56020D63}"/>
              </a:ext>
            </a:extLst>
          </p:cNvPr>
          <p:cNvPicPr>
            <a:picLocks noChangeAspect="1"/>
          </p:cNvPicPr>
          <p:nvPr userDrawn="1"/>
        </p:nvPicPr>
        <p:blipFill>
          <a:blip r:embed="rId2" cstate="print">
            <a:duotone>
              <a:prstClr val="black"/>
              <a:srgbClr val="0047BA">
                <a:tint val="45000"/>
                <a:satMod val="400000"/>
              </a:srgbClr>
            </a:duotone>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sp>
        <p:nvSpPr>
          <p:cNvPr id="8" name="TextBox 7">
            <a:extLst>
              <a:ext uri="{FF2B5EF4-FFF2-40B4-BE49-F238E27FC236}">
                <a16:creationId xmlns:a16="http://schemas.microsoft.com/office/drawing/2014/main" id="{4E74C6A6-466D-458F-9462-128882D6EF6C}"/>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rgbClr val="000000"/>
                </a:solidFill>
              </a:rPr>
              <a:t>ku.ac.ae</a:t>
            </a:r>
            <a:endParaRPr lang="en-US" sz="691">
              <a:solidFill>
                <a:srgbClr val="000000"/>
              </a:solidFill>
            </a:endParaRPr>
          </a:p>
        </p:txBody>
      </p:sp>
      <p:cxnSp>
        <p:nvCxnSpPr>
          <p:cNvPr id="11" name="Straight Connector 10">
            <a:extLst>
              <a:ext uri="{FF2B5EF4-FFF2-40B4-BE49-F238E27FC236}">
                <a16:creationId xmlns:a16="http://schemas.microsoft.com/office/drawing/2014/main" id="{8690FDB3-7706-4B32-BD35-532B4AC7ECDA}"/>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2791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ortrai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CB3A0E-D963-4BA4-863C-413B32E51AE7}"/>
              </a:ext>
            </a:extLst>
          </p:cNvPr>
          <p:cNvSpPr>
            <a:spLocks noGrp="1"/>
          </p:cNvSpPr>
          <p:nvPr>
            <p:ph idx="1" hasCustomPrompt="1"/>
          </p:nvPr>
        </p:nvSpPr>
        <p:spPr>
          <a:xfrm>
            <a:off x="5007174" y="669956"/>
            <a:ext cx="4217788" cy="5644689"/>
          </a:xfrm>
        </p:spPr>
        <p:txBody>
          <a:bodyPr/>
          <a:lstStyle>
            <a:lvl1pPr>
              <a:defRPr b="0"/>
            </a:lvl1pPr>
          </a:lstStyle>
          <a:p>
            <a:pPr lvl="0"/>
            <a:r>
              <a:rPr lang="en-US" dirty="0"/>
              <a:t>Heading 1</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lvl1pPr>
              <a:defRPr>
                <a:solidFill>
                  <a:srgbClr val="000000"/>
                </a:solidFill>
              </a:defRPr>
            </a:lvl1p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lvl1pPr>
              <a:defRPr>
                <a:solidFill>
                  <a:srgbClr val="000000"/>
                </a:solidFill>
              </a:defRPr>
            </a:lvl1p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lvl1pPr>
              <a:defRPr>
                <a:solidFill>
                  <a:srgbClr val="000000"/>
                </a:solidFill>
              </a:defRPr>
            </a:lvl1pPr>
          </a:lstStyle>
          <a:p>
            <a:fld id="{1E68DD1B-5CD8-424B-8173-19E182143E0A}" type="slidenum">
              <a:rPr lang="en-US" smtClean="0"/>
              <a:pPr/>
              <a:t>‹#›</a:t>
            </a:fld>
            <a:endParaRPr lang="en-US"/>
          </a:p>
        </p:txBody>
      </p:sp>
      <p:pic>
        <p:nvPicPr>
          <p:cNvPr id="7" name="Picture 6">
            <a:extLst>
              <a:ext uri="{FF2B5EF4-FFF2-40B4-BE49-F238E27FC236}">
                <a16:creationId xmlns:a16="http://schemas.microsoft.com/office/drawing/2014/main" id="{85F31A79-8F5C-4459-9F47-4F4A56020D63}"/>
              </a:ext>
            </a:extLst>
          </p:cNvPr>
          <p:cNvPicPr>
            <a:picLocks noChangeAspect="1"/>
          </p:cNvPicPr>
          <p:nvPr userDrawn="1"/>
        </p:nvPicPr>
        <p:blipFill>
          <a:blip r:embed="rId2" cstate="print">
            <a:duotone>
              <a:prstClr val="black"/>
              <a:srgbClr val="0047BA">
                <a:tint val="45000"/>
                <a:satMod val="400000"/>
              </a:srgbClr>
            </a:duotone>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sp>
        <p:nvSpPr>
          <p:cNvPr id="8" name="TextBox 7">
            <a:extLst>
              <a:ext uri="{FF2B5EF4-FFF2-40B4-BE49-F238E27FC236}">
                <a16:creationId xmlns:a16="http://schemas.microsoft.com/office/drawing/2014/main" id="{4E74C6A6-466D-458F-9462-128882D6EF6C}"/>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rgbClr val="000000"/>
                </a:solidFill>
              </a:rPr>
              <a:t>ku.ac.ae</a:t>
            </a:r>
            <a:endParaRPr lang="en-US" sz="691">
              <a:solidFill>
                <a:srgbClr val="000000"/>
              </a:solidFill>
            </a:endParaRPr>
          </a:p>
        </p:txBody>
      </p:sp>
      <p:sp>
        <p:nvSpPr>
          <p:cNvPr id="11" name="Title 10">
            <a:extLst>
              <a:ext uri="{FF2B5EF4-FFF2-40B4-BE49-F238E27FC236}">
                <a16:creationId xmlns:a16="http://schemas.microsoft.com/office/drawing/2014/main" id="{1C1F0F3F-166A-422E-B49B-E35296BCC605}"/>
              </a:ext>
            </a:extLst>
          </p:cNvPr>
          <p:cNvSpPr>
            <a:spLocks noGrp="1"/>
          </p:cNvSpPr>
          <p:nvPr>
            <p:ph type="title"/>
          </p:nvPr>
        </p:nvSpPr>
        <p:spPr>
          <a:xfrm>
            <a:off x="1106686" y="669956"/>
            <a:ext cx="3590925" cy="5644689"/>
          </a:xfrm>
        </p:spPr>
        <p:txBody>
          <a:bodyPr anchor="t" anchorCtr="0"/>
          <a:lstStyle/>
          <a:p>
            <a:r>
              <a:rPr lang="en-US"/>
              <a:t>Click to edit Master title style</a:t>
            </a:r>
            <a:endParaRPr lang="en-US" dirty="0"/>
          </a:p>
        </p:txBody>
      </p:sp>
      <p:cxnSp>
        <p:nvCxnSpPr>
          <p:cNvPr id="13" name="Straight Connector 12">
            <a:extLst>
              <a:ext uri="{FF2B5EF4-FFF2-40B4-BE49-F238E27FC236}">
                <a16:creationId xmlns:a16="http://schemas.microsoft.com/office/drawing/2014/main" id="{1385506D-9F69-4855-B473-3BFDAF44ED69}"/>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9095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8BB98-3A1E-4BA6-A18A-C711FCA9CA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F5B3EF-8293-4FA5-B31C-91F5BA7D4E00}"/>
              </a:ext>
            </a:extLst>
          </p:cNvPr>
          <p:cNvSpPr>
            <a:spLocks noGrp="1"/>
          </p:cNvSpPr>
          <p:nvPr>
            <p:ph sz="half" idx="1"/>
          </p:nvPr>
        </p:nvSpPr>
        <p:spPr>
          <a:xfrm>
            <a:off x="1105650" y="1868400"/>
            <a:ext cx="3802500" cy="444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F6ED27-71A5-4DAD-A199-5EA0A05E7D6B}"/>
              </a:ext>
            </a:extLst>
          </p:cNvPr>
          <p:cNvSpPr>
            <a:spLocks noGrp="1"/>
          </p:cNvSpPr>
          <p:nvPr>
            <p:ph sz="half" idx="2"/>
          </p:nvPr>
        </p:nvSpPr>
        <p:spPr>
          <a:xfrm>
            <a:off x="5417344" y="1868400"/>
            <a:ext cx="3802500" cy="444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D6C24C3-5F25-4ACD-A2D4-0198F4B9FF53}"/>
              </a:ext>
            </a:extLst>
          </p:cNvPr>
          <p:cNvSpPr>
            <a:spLocks noGrp="1"/>
          </p:cNvSpPr>
          <p:nvPr>
            <p:ph type="dt" sz="half" idx="10"/>
          </p:nvPr>
        </p:nvSpPr>
        <p:spPr/>
        <p:txBody>
          <a:bodyPr/>
          <a:lstStyle/>
          <a:p>
            <a:r>
              <a:rPr lang="en-US"/>
              <a:t>DD Month 20XX</a:t>
            </a:r>
          </a:p>
        </p:txBody>
      </p:sp>
      <p:sp>
        <p:nvSpPr>
          <p:cNvPr id="6" name="Footer Placeholder 5">
            <a:extLst>
              <a:ext uri="{FF2B5EF4-FFF2-40B4-BE49-F238E27FC236}">
                <a16:creationId xmlns:a16="http://schemas.microsoft.com/office/drawing/2014/main" id="{EC61D6D0-37D4-42A5-B774-5A583D8407F5}"/>
              </a:ext>
            </a:extLst>
          </p:cNvPr>
          <p:cNvSpPr>
            <a:spLocks noGrp="1"/>
          </p:cNvSpPr>
          <p:nvPr>
            <p:ph type="ftr" sz="quarter" idx="11"/>
          </p:nvPr>
        </p:nvSpPr>
        <p:spPr/>
        <p:txBody>
          <a:bodyPr/>
          <a:lstStyle/>
          <a:p>
            <a:r>
              <a:rPr lang="en-US"/>
              <a:t>Presentation Title Goes Here</a:t>
            </a:r>
          </a:p>
        </p:txBody>
      </p:sp>
      <p:sp>
        <p:nvSpPr>
          <p:cNvPr id="7" name="Slide Number Placeholder 6">
            <a:extLst>
              <a:ext uri="{FF2B5EF4-FFF2-40B4-BE49-F238E27FC236}">
                <a16:creationId xmlns:a16="http://schemas.microsoft.com/office/drawing/2014/main" id="{C4B79724-736B-42D4-9FC2-BBF87F438A01}"/>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8" name="TextBox 7">
            <a:extLst>
              <a:ext uri="{FF2B5EF4-FFF2-40B4-BE49-F238E27FC236}">
                <a16:creationId xmlns:a16="http://schemas.microsoft.com/office/drawing/2014/main" id="{AA8462DF-95A9-4839-9F28-1A83BCE28186}"/>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bg2"/>
                </a:solidFill>
              </a:rPr>
              <a:t>ku.ac.ae</a:t>
            </a:r>
            <a:endParaRPr lang="en-US" sz="691">
              <a:solidFill>
                <a:schemeClr val="bg2"/>
              </a:solidFill>
            </a:endParaRPr>
          </a:p>
        </p:txBody>
      </p:sp>
      <p:pic>
        <p:nvPicPr>
          <p:cNvPr id="9" name="Picture 8">
            <a:extLst>
              <a:ext uri="{FF2B5EF4-FFF2-40B4-BE49-F238E27FC236}">
                <a16:creationId xmlns:a16="http://schemas.microsoft.com/office/drawing/2014/main" id="{DEDB1926-9526-4026-8069-F153FB78BD8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cxnSp>
        <p:nvCxnSpPr>
          <p:cNvPr id="10" name="Straight Connector 9">
            <a:extLst>
              <a:ext uri="{FF2B5EF4-FFF2-40B4-BE49-F238E27FC236}">
                <a16:creationId xmlns:a16="http://schemas.microsoft.com/office/drawing/2014/main" id="{5B93EDA0-B8B5-41ED-80CE-BFDA6DF8FC4B}"/>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645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8BB98-3A1E-4BA6-A18A-C711FCA9CA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F5B3EF-8293-4FA5-B31C-91F5BA7D4E00}"/>
              </a:ext>
            </a:extLst>
          </p:cNvPr>
          <p:cNvSpPr>
            <a:spLocks noGrp="1"/>
          </p:cNvSpPr>
          <p:nvPr>
            <p:ph sz="half" idx="1"/>
          </p:nvPr>
        </p:nvSpPr>
        <p:spPr>
          <a:xfrm>
            <a:off x="1105650" y="2352675"/>
            <a:ext cx="3802500" cy="3965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F6ED27-71A5-4DAD-A199-5EA0A05E7D6B}"/>
              </a:ext>
            </a:extLst>
          </p:cNvPr>
          <p:cNvSpPr>
            <a:spLocks noGrp="1"/>
          </p:cNvSpPr>
          <p:nvPr>
            <p:ph sz="half" idx="2"/>
          </p:nvPr>
        </p:nvSpPr>
        <p:spPr>
          <a:xfrm>
            <a:off x="5417344" y="2352675"/>
            <a:ext cx="3802500" cy="3965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D6C24C3-5F25-4ACD-A2D4-0198F4B9FF53}"/>
              </a:ext>
            </a:extLst>
          </p:cNvPr>
          <p:cNvSpPr>
            <a:spLocks noGrp="1"/>
          </p:cNvSpPr>
          <p:nvPr>
            <p:ph type="dt" sz="half" idx="10"/>
          </p:nvPr>
        </p:nvSpPr>
        <p:spPr/>
        <p:txBody>
          <a:bodyPr/>
          <a:lstStyle/>
          <a:p>
            <a:r>
              <a:rPr lang="en-US"/>
              <a:t>DD Month 20XX</a:t>
            </a:r>
          </a:p>
        </p:txBody>
      </p:sp>
      <p:sp>
        <p:nvSpPr>
          <p:cNvPr id="6" name="Footer Placeholder 5">
            <a:extLst>
              <a:ext uri="{FF2B5EF4-FFF2-40B4-BE49-F238E27FC236}">
                <a16:creationId xmlns:a16="http://schemas.microsoft.com/office/drawing/2014/main" id="{EC61D6D0-37D4-42A5-B774-5A583D8407F5}"/>
              </a:ext>
            </a:extLst>
          </p:cNvPr>
          <p:cNvSpPr>
            <a:spLocks noGrp="1"/>
          </p:cNvSpPr>
          <p:nvPr>
            <p:ph type="ftr" sz="quarter" idx="11"/>
          </p:nvPr>
        </p:nvSpPr>
        <p:spPr/>
        <p:txBody>
          <a:bodyPr/>
          <a:lstStyle/>
          <a:p>
            <a:r>
              <a:rPr lang="en-US"/>
              <a:t>Presentation Title Goes Here</a:t>
            </a:r>
          </a:p>
        </p:txBody>
      </p:sp>
      <p:sp>
        <p:nvSpPr>
          <p:cNvPr id="7" name="Slide Number Placeholder 6">
            <a:extLst>
              <a:ext uri="{FF2B5EF4-FFF2-40B4-BE49-F238E27FC236}">
                <a16:creationId xmlns:a16="http://schemas.microsoft.com/office/drawing/2014/main" id="{C4B79724-736B-42D4-9FC2-BBF87F438A01}"/>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8" name="Text Placeholder 2">
            <a:extLst>
              <a:ext uri="{FF2B5EF4-FFF2-40B4-BE49-F238E27FC236}">
                <a16:creationId xmlns:a16="http://schemas.microsoft.com/office/drawing/2014/main" id="{E4673FD0-9E13-4C1A-B859-688309735A0D}"/>
              </a:ext>
            </a:extLst>
          </p:cNvPr>
          <p:cNvSpPr>
            <a:spLocks noGrp="1"/>
          </p:cNvSpPr>
          <p:nvPr>
            <p:ph type="body" idx="13"/>
          </p:nvPr>
        </p:nvSpPr>
        <p:spPr>
          <a:xfrm>
            <a:off x="1105650" y="1868400"/>
            <a:ext cx="3802500" cy="379501"/>
          </a:xfrm>
        </p:spPr>
        <p:txBody>
          <a:bodyPr anchor="b">
            <a:normAutofit/>
          </a:bodyPr>
          <a:lstStyle>
            <a:lvl1pPr marL="0" indent="0">
              <a:buNone/>
              <a:defRPr sz="1625" b="1"/>
            </a:lvl1pPr>
            <a:lvl2pPr marL="371475" indent="0">
              <a:buNone/>
              <a:defRPr sz="1625" b="1"/>
            </a:lvl2pPr>
            <a:lvl3pPr marL="742950" indent="0">
              <a:buNone/>
              <a:defRPr sz="1463" b="1"/>
            </a:lvl3pPr>
            <a:lvl4pPr marL="1114425" indent="0">
              <a:buNone/>
              <a:defRPr sz="1300" b="1"/>
            </a:lvl4pPr>
            <a:lvl5pPr marL="1485900" indent="0">
              <a:buNone/>
              <a:defRPr sz="1300" b="1"/>
            </a:lvl5pPr>
            <a:lvl6pPr marL="1857375" indent="0">
              <a:buNone/>
              <a:defRPr sz="1300" b="1"/>
            </a:lvl6pPr>
            <a:lvl7pPr marL="2228850" indent="0">
              <a:buNone/>
              <a:defRPr sz="1300" b="1"/>
            </a:lvl7pPr>
            <a:lvl8pPr marL="2600325" indent="0">
              <a:buNone/>
              <a:defRPr sz="1300" b="1"/>
            </a:lvl8pPr>
            <a:lvl9pPr marL="2971800" indent="0">
              <a:buNone/>
              <a:defRPr sz="1300" b="1"/>
            </a:lvl9pPr>
          </a:lstStyle>
          <a:p>
            <a:pPr lvl="0"/>
            <a:r>
              <a:rPr lang="en-US"/>
              <a:t>Click to edit Master text styles</a:t>
            </a:r>
          </a:p>
        </p:txBody>
      </p:sp>
      <p:sp>
        <p:nvSpPr>
          <p:cNvPr id="9" name="Text Placeholder 4">
            <a:extLst>
              <a:ext uri="{FF2B5EF4-FFF2-40B4-BE49-F238E27FC236}">
                <a16:creationId xmlns:a16="http://schemas.microsoft.com/office/drawing/2014/main" id="{E81F1501-AF73-4AAC-9FF0-0767311D3E75}"/>
              </a:ext>
            </a:extLst>
          </p:cNvPr>
          <p:cNvSpPr>
            <a:spLocks noGrp="1"/>
          </p:cNvSpPr>
          <p:nvPr>
            <p:ph type="body" sz="quarter" idx="3"/>
          </p:nvPr>
        </p:nvSpPr>
        <p:spPr>
          <a:xfrm>
            <a:off x="5417344" y="1868400"/>
            <a:ext cx="3808909" cy="379501"/>
          </a:xfrm>
        </p:spPr>
        <p:txBody>
          <a:bodyPr anchor="b">
            <a:normAutofit/>
          </a:bodyPr>
          <a:lstStyle>
            <a:lvl1pPr marL="0" indent="0">
              <a:buNone/>
              <a:defRPr sz="1625" b="1"/>
            </a:lvl1pPr>
            <a:lvl2pPr marL="371475" indent="0">
              <a:buNone/>
              <a:defRPr sz="1625" b="1"/>
            </a:lvl2pPr>
            <a:lvl3pPr marL="742950" indent="0">
              <a:buNone/>
              <a:defRPr sz="1463" b="1"/>
            </a:lvl3pPr>
            <a:lvl4pPr marL="1114425" indent="0">
              <a:buNone/>
              <a:defRPr sz="1300" b="1"/>
            </a:lvl4pPr>
            <a:lvl5pPr marL="1485900" indent="0">
              <a:buNone/>
              <a:defRPr sz="1300" b="1"/>
            </a:lvl5pPr>
            <a:lvl6pPr marL="1857375" indent="0">
              <a:buNone/>
              <a:defRPr sz="1300" b="1"/>
            </a:lvl6pPr>
            <a:lvl7pPr marL="2228850" indent="0">
              <a:buNone/>
              <a:defRPr sz="1300" b="1"/>
            </a:lvl7pPr>
            <a:lvl8pPr marL="2600325" indent="0">
              <a:buNone/>
              <a:defRPr sz="1300" b="1"/>
            </a:lvl8pPr>
            <a:lvl9pPr marL="2971800" indent="0">
              <a:buNone/>
              <a:defRPr sz="1300" b="1"/>
            </a:lvl9pPr>
          </a:lstStyle>
          <a:p>
            <a:pPr lvl="0"/>
            <a:r>
              <a:rPr lang="en-US"/>
              <a:t>Click to edit Master text styles</a:t>
            </a:r>
          </a:p>
        </p:txBody>
      </p:sp>
      <p:sp>
        <p:nvSpPr>
          <p:cNvPr id="10" name="TextBox 9">
            <a:extLst>
              <a:ext uri="{FF2B5EF4-FFF2-40B4-BE49-F238E27FC236}">
                <a16:creationId xmlns:a16="http://schemas.microsoft.com/office/drawing/2014/main" id="{7ADE178B-FD49-4EE2-9A05-5F6BE0A0483C}"/>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bg2"/>
                </a:solidFill>
              </a:rPr>
              <a:t>ku.ac.ae</a:t>
            </a:r>
            <a:endParaRPr lang="en-US" sz="691">
              <a:solidFill>
                <a:schemeClr val="bg2"/>
              </a:solidFill>
            </a:endParaRPr>
          </a:p>
        </p:txBody>
      </p:sp>
      <p:pic>
        <p:nvPicPr>
          <p:cNvPr id="11" name="Picture 10">
            <a:extLst>
              <a:ext uri="{FF2B5EF4-FFF2-40B4-BE49-F238E27FC236}">
                <a16:creationId xmlns:a16="http://schemas.microsoft.com/office/drawing/2014/main" id="{68D110D8-F82F-4692-8B00-F633DEF1AC1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cxnSp>
        <p:nvCxnSpPr>
          <p:cNvPr id="12" name="Straight Connector 11">
            <a:extLst>
              <a:ext uri="{FF2B5EF4-FFF2-40B4-BE49-F238E27FC236}">
                <a16:creationId xmlns:a16="http://schemas.microsoft.com/office/drawing/2014/main" id="{6132C51C-6D36-4A71-A1DB-6C92A35CA313}"/>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2714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 with Caption">
    <p:spTree>
      <p:nvGrpSpPr>
        <p:cNvPr id="1" name=""/>
        <p:cNvGrpSpPr/>
        <p:nvPr/>
      </p:nvGrpSpPr>
      <p:grpSpPr>
        <a:xfrm>
          <a:off x="0" y="0"/>
          <a:ext cx="0" cy="0"/>
          <a:chOff x="0" y="0"/>
          <a:chExt cx="0" cy="0"/>
        </a:xfrm>
      </p:grpSpPr>
      <p:sp>
        <p:nvSpPr>
          <p:cNvPr id="8" name="Chart Placeholder 7">
            <a:extLst>
              <a:ext uri="{FF2B5EF4-FFF2-40B4-BE49-F238E27FC236}">
                <a16:creationId xmlns:a16="http://schemas.microsoft.com/office/drawing/2014/main" id="{F29153F9-78D4-4D70-B44A-4B9B91D91CB2}"/>
              </a:ext>
            </a:extLst>
          </p:cNvPr>
          <p:cNvSpPr>
            <a:spLocks noGrp="1"/>
          </p:cNvSpPr>
          <p:nvPr>
            <p:ph type="chart" sz="quarter" idx="14"/>
          </p:nvPr>
        </p:nvSpPr>
        <p:spPr>
          <a:xfrm>
            <a:off x="5007173" y="771526"/>
            <a:ext cx="4581525" cy="5534025"/>
          </a:xfrm>
        </p:spPr>
        <p:txBody>
          <a:bodyPr/>
          <a:lstStyle>
            <a:lvl1pPr marL="0" indent="0">
              <a:buNone/>
              <a:defRPr/>
            </a:lvl1pPr>
          </a:lstStyle>
          <a:p>
            <a:r>
              <a:rPr lang="en-US"/>
              <a:t>Click icon to add chart</a:t>
            </a:r>
          </a:p>
        </p:txBody>
      </p:sp>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1106686" y="542926"/>
            <a:ext cx="3397449" cy="111442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2CB3A0E-D963-4BA4-863C-413B32E51AE7}"/>
              </a:ext>
            </a:extLst>
          </p:cNvPr>
          <p:cNvSpPr>
            <a:spLocks noGrp="1"/>
          </p:cNvSpPr>
          <p:nvPr>
            <p:ph idx="1"/>
          </p:nvPr>
        </p:nvSpPr>
        <p:spPr>
          <a:xfrm>
            <a:off x="1106686" y="1866901"/>
            <a:ext cx="3397449" cy="4448175"/>
          </a:xfrm>
        </p:spPr>
        <p:txBody>
          <a:bodyPr/>
          <a:lstStyle>
            <a:lvl1pPr marL="0" indent="0">
              <a:buNone/>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11" name="TextBox 10">
            <a:extLst>
              <a:ext uri="{FF2B5EF4-FFF2-40B4-BE49-F238E27FC236}">
                <a16:creationId xmlns:a16="http://schemas.microsoft.com/office/drawing/2014/main" id="{27C296D0-EF25-4659-9A29-DE874EE0BD57}"/>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bg2"/>
                </a:solidFill>
              </a:rPr>
              <a:t>ku.ac.ae</a:t>
            </a:r>
            <a:endParaRPr lang="en-US" sz="691">
              <a:solidFill>
                <a:schemeClr val="bg2"/>
              </a:solidFill>
            </a:endParaRPr>
          </a:p>
        </p:txBody>
      </p:sp>
      <p:pic>
        <p:nvPicPr>
          <p:cNvPr id="12" name="Picture 11">
            <a:extLst>
              <a:ext uri="{FF2B5EF4-FFF2-40B4-BE49-F238E27FC236}">
                <a16:creationId xmlns:a16="http://schemas.microsoft.com/office/drawing/2014/main" id="{872D0369-8EEE-446D-A24C-9E71B18567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cxnSp>
        <p:nvCxnSpPr>
          <p:cNvPr id="13" name="Straight Connector 12">
            <a:extLst>
              <a:ext uri="{FF2B5EF4-FFF2-40B4-BE49-F238E27FC236}">
                <a16:creationId xmlns:a16="http://schemas.microsoft.com/office/drawing/2014/main" id="{BDF66C09-963E-47DD-8166-11F0934BF635}"/>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143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1106686" y="542926"/>
            <a:ext cx="3397449" cy="111442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2CB3A0E-D963-4BA4-863C-413B32E51AE7}"/>
              </a:ext>
            </a:extLst>
          </p:cNvPr>
          <p:cNvSpPr>
            <a:spLocks noGrp="1"/>
          </p:cNvSpPr>
          <p:nvPr>
            <p:ph idx="1"/>
          </p:nvPr>
        </p:nvSpPr>
        <p:spPr>
          <a:xfrm>
            <a:off x="1106686" y="1866901"/>
            <a:ext cx="3397449" cy="4448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9" name="Picture Placeholder 8">
            <a:extLst>
              <a:ext uri="{FF2B5EF4-FFF2-40B4-BE49-F238E27FC236}">
                <a16:creationId xmlns:a16="http://schemas.microsoft.com/office/drawing/2014/main" id="{A46E416A-BFDB-410E-9AC9-671259E5DAFB}"/>
              </a:ext>
            </a:extLst>
          </p:cNvPr>
          <p:cNvSpPr>
            <a:spLocks noGrp="1"/>
          </p:cNvSpPr>
          <p:nvPr>
            <p:ph type="pic" sz="quarter" idx="13"/>
          </p:nvPr>
        </p:nvSpPr>
        <p:spPr>
          <a:xfrm>
            <a:off x="5007173" y="771526"/>
            <a:ext cx="4581525" cy="5534025"/>
          </a:xfrm>
          <a:solidFill>
            <a:schemeClr val="bg1">
              <a:lumMod val="85000"/>
            </a:schemeClr>
          </a:solidFill>
        </p:spPr>
        <p:txBody>
          <a:bodyPr/>
          <a:lstStyle>
            <a:lvl1pPr marL="0" indent="0">
              <a:buNone/>
              <a:defRPr/>
            </a:lvl1pPr>
          </a:lstStyle>
          <a:p>
            <a:r>
              <a:rPr lang="en-US"/>
              <a:t>Drag picture to placeholder or click icon to add</a:t>
            </a:r>
          </a:p>
        </p:txBody>
      </p:sp>
      <p:sp>
        <p:nvSpPr>
          <p:cNvPr id="11" name="TextBox 10">
            <a:extLst>
              <a:ext uri="{FF2B5EF4-FFF2-40B4-BE49-F238E27FC236}">
                <a16:creationId xmlns:a16="http://schemas.microsoft.com/office/drawing/2014/main" id="{27C296D0-EF25-4659-9A29-DE874EE0BD57}"/>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bg2"/>
                </a:solidFill>
              </a:rPr>
              <a:t>ku.ac.ae</a:t>
            </a:r>
            <a:endParaRPr lang="en-US" sz="691">
              <a:solidFill>
                <a:schemeClr val="bg2"/>
              </a:solidFill>
            </a:endParaRPr>
          </a:p>
        </p:txBody>
      </p:sp>
      <p:pic>
        <p:nvPicPr>
          <p:cNvPr id="12" name="Picture 11">
            <a:extLst>
              <a:ext uri="{FF2B5EF4-FFF2-40B4-BE49-F238E27FC236}">
                <a16:creationId xmlns:a16="http://schemas.microsoft.com/office/drawing/2014/main" id="{872D0369-8EEE-446D-A24C-9E71B18567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cxnSp>
        <p:nvCxnSpPr>
          <p:cNvPr id="13" name="Straight Connector 12">
            <a:extLst>
              <a:ext uri="{FF2B5EF4-FFF2-40B4-BE49-F238E27FC236}">
                <a16:creationId xmlns:a16="http://schemas.microsoft.com/office/drawing/2014/main" id="{BDF66C09-963E-47DD-8166-11F0934BF635}"/>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05989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673299" y="542926"/>
            <a:ext cx="8567141" cy="1114425"/>
          </a:xfrm>
        </p:spPr>
        <p:txBody>
          <a:bodyPr/>
          <a:lstStyle>
            <a:lvl1pPr algn="ctr">
              <a:defRPr/>
            </a:lvl1pPr>
          </a:lstStyle>
          <a:p>
            <a:r>
              <a:rPr lang="en-US"/>
              <a:t>Click to edit Master title style</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pic>
        <p:nvPicPr>
          <p:cNvPr id="7" name="Picture 6">
            <a:extLst>
              <a:ext uri="{FF2B5EF4-FFF2-40B4-BE49-F238E27FC236}">
                <a16:creationId xmlns:a16="http://schemas.microsoft.com/office/drawing/2014/main" id="{85F31A79-8F5C-4459-9F47-4F4A56020D6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sp>
        <p:nvSpPr>
          <p:cNvPr id="8" name="TextBox 7">
            <a:extLst>
              <a:ext uri="{FF2B5EF4-FFF2-40B4-BE49-F238E27FC236}">
                <a16:creationId xmlns:a16="http://schemas.microsoft.com/office/drawing/2014/main" id="{4E74C6A6-466D-458F-9462-128882D6EF6C}"/>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bg2"/>
                </a:solidFill>
              </a:rPr>
              <a:t>ku.ac.ae</a:t>
            </a:r>
            <a:endParaRPr lang="en-US" sz="691">
              <a:solidFill>
                <a:schemeClr val="bg2"/>
              </a:solidFill>
            </a:endParaRPr>
          </a:p>
        </p:txBody>
      </p:sp>
      <p:cxnSp>
        <p:nvCxnSpPr>
          <p:cNvPr id="11" name="Straight Connector 10">
            <a:extLst>
              <a:ext uri="{FF2B5EF4-FFF2-40B4-BE49-F238E27FC236}">
                <a16:creationId xmlns:a16="http://schemas.microsoft.com/office/drawing/2014/main" id="{8690FDB3-7706-4B32-BD35-532B4AC7ECDA}"/>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3930B2A2-81DA-4F3D-9D9E-46E4F7B93857}"/>
              </a:ext>
            </a:extLst>
          </p:cNvPr>
          <p:cNvSpPr>
            <a:spLocks noGrp="1"/>
          </p:cNvSpPr>
          <p:nvPr>
            <p:ph type="pic" sz="quarter" idx="13"/>
          </p:nvPr>
        </p:nvSpPr>
        <p:spPr>
          <a:xfrm>
            <a:off x="3443883" y="2752725"/>
            <a:ext cx="3018234" cy="3562350"/>
          </a:xfrm>
          <a:solidFill>
            <a:schemeClr val="bg1">
              <a:lumMod val="85000"/>
            </a:schemeClr>
          </a:solidFill>
        </p:spPr>
        <p:txBody>
          <a:bodyPr/>
          <a:lstStyle>
            <a:lvl1pPr marL="0" indent="0">
              <a:buNone/>
              <a:defRPr/>
            </a:lvl1pPr>
          </a:lstStyle>
          <a:p>
            <a:r>
              <a:rPr lang="en-US"/>
              <a:t>Drag picture to placeholder or click icon to add</a:t>
            </a:r>
          </a:p>
        </p:txBody>
      </p:sp>
      <p:sp>
        <p:nvSpPr>
          <p:cNvPr id="14" name="Picture Placeholder 12">
            <a:extLst>
              <a:ext uri="{FF2B5EF4-FFF2-40B4-BE49-F238E27FC236}">
                <a16:creationId xmlns:a16="http://schemas.microsoft.com/office/drawing/2014/main" id="{F16E22AE-DDB9-4C04-8CBA-FF04F1AFB382}"/>
              </a:ext>
            </a:extLst>
          </p:cNvPr>
          <p:cNvSpPr>
            <a:spLocks noGrp="1"/>
          </p:cNvSpPr>
          <p:nvPr>
            <p:ph type="pic" sz="quarter" idx="14"/>
          </p:nvPr>
        </p:nvSpPr>
        <p:spPr>
          <a:xfrm>
            <a:off x="325041" y="2752725"/>
            <a:ext cx="3018234" cy="3562350"/>
          </a:xfrm>
          <a:solidFill>
            <a:schemeClr val="bg1">
              <a:lumMod val="85000"/>
            </a:schemeClr>
          </a:solidFill>
        </p:spPr>
        <p:txBody>
          <a:bodyPr/>
          <a:lstStyle>
            <a:lvl1pPr marL="0" indent="0">
              <a:buNone/>
              <a:defRPr/>
            </a:lvl1pPr>
          </a:lstStyle>
          <a:p>
            <a:r>
              <a:rPr lang="en-US"/>
              <a:t>Drag picture to placeholder or click icon to add</a:t>
            </a:r>
          </a:p>
        </p:txBody>
      </p:sp>
      <p:sp>
        <p:nvSpPr>
          <p:cNvPr id="15" name="Picture Placeholder 12">
            <a:extLst>
              <a:ext uri="{FF2B5EF4-FFF2-40B4-BE49-F238E27FC236}">
                <a16:creationId xmlns:a16="http://schemas.microsoft.com/office/drawing/2014/main" id="{55F3CFBF-C13C-4A9F-BDDF-0E18286F15C6}"/>
              </a:ext>
            </a:extLst>
          </p:cNvPr>
          <p:cNvSpPr>
            <a:spLocks noGrp="1"/>
          </p:cNvSpPr>
          <p:nvPr>
            <p:ph type="pic" sz="quarter" idx="15"/>
          </p:nvPr>
        </p:nvSpPr>
        <p:spPr>
          <a:xfrm>
            <a:off x="6562725" y="2752725"/>
            <a:ext cx="3018234" cy="3562350"/>
          </a:xfrm>
          <a:solidFill>
            <a:schemeClr val="bg1">
              <a:lumMod val="85000"/>
            </a:schemeClr>
          </a:solidFill>
        </p:spPr>
        <p:txBody>
          <a:bodyPr/>
          <a:lstStyle>
            <a:lvl1pPr marL="0" indent="0">
              <a:buNone/>
              <a:defRPr/>
            </a:lvl1pPr>
          </a:lstStyle>
          <a:p>
            <a:r>
              <a:rPr lang="en-US"/>
              <a:t>Drag picture to placeholder or click icon to add</a:t>
            </a:r>
          </a:p>
        </p:txBody>
      </p:sp>
    </p:spTree>
    <p:extLst>
      <p:ext uri="{BB962C8B-B14F-4D97-AF65-F5344CB8AC3E}">
        <p14:creationId xmlns:p14="http://schemas.microsoft.com/office/powerpoint/2010/main" val="4188493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s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1106686" y="1114425"/>
            <a:ext cx="5154216" cy="1438275"/>
          </a:xfrm>
        </p:spPr>
        <p:txBody>
          <a:bodyPr anchor="t" anchorCtr="0"/>
          <a:lstStyle>
            <a:lvl1pPr algn="l">
              <a:lnSpc>
                <a:spcPct val="100000"/>
              </a:lnSpc>
              <a:defRPr/>
            </a:lvl1pPr>
          </a:lstStyle>
          <a:p>
            <a:r>
              <a:rPr lang="en-US"/>
              <a:t>Click to edit Master title style</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lvl1pPr>
              <a:defRPr>
                <a:solidFill>
                  <a:srgbClr val="000000"/>
                </a:solidFill>
              </a:defRPr>
            </a:lvl1p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lvl1pPr>
              <a:defRPr b="1">
                <a:solidFill>
                  <a:srgbClr val="000000"/>
                </a:solidFill>
              </a:defRPr>
            </a:lvl1pPr>
          </a:lstStyle>
          <a:p>
            <a:r>
              <a:rPr lang="en-US"/>
              <a:t>Presentation Title Goes Here</a:t>
            </a:r>
            <a:endParaRPr lang="en-US" dirty="0"/>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lvl1pPr>
              <a:defRPr>
                <a:solidFill>
                  <a:srgbClr val="000000"/>
                </a:solidFill>
              </a:defRPr>
            </a:lvl1pPr>
          </a:lstStyle>
          <a:p>
            <a:fld id="{1E68DD1B-5CD8-424B-8173-19E182143E0A}" type="slidenum">
              <a:rPr lang="en-US" smtClean="0"/>
              <a:pPr/>
              <a:t>‹#›</a:t>
            </a:fld>
            <a:endParaRPr lang="en-US"/>
          </a:p>
        </p:txBody>
      </p:sp>
      <p:pic>
        <p:nvPicPr>
          <p:cNvPr id="7" name="Picture 6">
            <a:extLst>
              <a:ext uri="{FF2B5EF4-FFF2-40B4-BE49-F238E27FC236}">
                <a16:creationId xmlns:a16="http://schemas.microsoft.com/office/drawing/2014/main" id="{85F31A79-8F5C-4459-9F47-4F4A56020D63}"/>
              </a:ext>
            </a:extLst>
          </p:cNvPr>
          <p:cNvPicPr>
            <a:picLocks noChangeAspect="1"/>
          </p:cNvPicPr>
          <p:nvPr userDrawn="1"/>
        </p:nvPicPr>
        <p:blipFill>
          <a:blip r:embed="rId2" cstate="print">
            <a:duotone>
              <a:prstClr val="black"/>
              <a:srgbClr val="0070C0">
                <a:tint val="45000"/>
                <a:satMod val="400000"/>
              </a:srgbClr>
            </a:duotone>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sp>
        <p:nvSpPr>
          <p:cNvPr id="8" name="TextBox 7">
            <a:extLst>
              <a:ext uri="{FF2B5EF4-FFF2-40B4-BE49-F238E27FC236}">
                <a16:creationId xmlns:a16="http://schemas.microsoft.com/office/drawing/2014/main" id="{4E74C6A6-466D-458F-9462-128882D6EF6C}"/>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dirty="0">
                <a:solidFill>
                  <a:srgbClr val="000000"/>
                </a:solidFill>
              </a:rPr>
              <a:t>ku.ac.ae</a:t>
            </a:r>
            <a:endParaRPr lang="en-US" sz="691" dirty="0">
              <a:solidFill>
                <a:srgbClr val="000000"/>
              </a:solidFill>
            </a:endParaRPr>
          </a:p>
        </p:txBody>
      </p:sp>
      <p:cxnSp>
        <p:nvCxnSpPr>
          <p:cNvPr id="11" name="Straight Connector 10">
            <a:extLst>
              <a:ext uri="{FF2B5EF4-FFF2-40B4-BE49-F238E27FC236}">
                <a16:creationId xmlns:a16="http://schemas.microsoft.com/office/drawing/2014/main" id="{8690FDB3-7706-4B32-BD35-532B4AC7ECDA}"/>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3930B2A2-81DA-4F3D-9D9E-46E4F7B93857}"/>
              </a:ext>
            </a:extLst>
          </p:cNvPr>
          <p:cNvSpPr>
            <a:spLocks noGrp="1"/>
          </p:cNvSpPr>
          <p:nvPr>
            <p:ph type="pic" sz="quarter" idx="13"/>
          </p:nvPr>
        </p:nvSpPr>
        <p:spPr>
          <a:xfrm>
            <a:off x="3443883" y="2752725"/>
            <a:ext cx="3018234" cy="3562350"/>
          </a:xfrm>
          <a:solidFill>
            <a:schemeClr val="bg1">
              <a:lumMod val="85000"/>
            </a:schemeClr>
          </a:solidFill>
        </p:spPr>
        <p:txBody>
          <a:bodyPr/>
          <a:lstStyle>
            <a:lvl1pPr marL="0" indent="0">
              <a:buNone/>
              <a:defRPr/>
            </a:lvl1pPr>
          </a:lstStyle>
          <a:p>
            <a:r>
              <a:rPr lang="en-US"/>
              <a:t>Drag picture to placeholder or click icon to add</a:t>
            </a:r>
          </a:p>
        </p:txBody>
      </p:sp>
      <p:sp>
        <p:nvSpPr>
          <p:cNvPr id="14" name="Picture Placeholder 12">
            <a:extLst>
              <a:ext uri="{FF2B5EF4-FFF2-40B4-BE49-F238E27FC236}">
                <a16:creationId xmlns:a16="http://schemas.microsoft.com/office/drawing/2014/main" id="{F16E22AE-DDB9-4C04-8CBA-FF04F1AFB382}"/>
              </a:ext>
            </a:extLst>
          </p:cNvPr>
          <p:cNvSpPr>
            <a:spLocks noGrp="1"/>
          </p:cNvSpPr>
          <p:nvPr>
            <p:ph type="pic" sz="quarter" idx="14"/>
          </p:nvPr>
        </p:nvSpPr>
        <p:spPr>
          <a:xfrm>
            <a:off x="325041" y="2752725"/>
            <a:ext cx="3018234" cy="3562350"/>
          </a:xfrm>
          <a:solidFill>
            <a:schemeClr val="bg1">
              <a:lumMod val="85000"/>
            </a:schemeClr>
          </a:solidFill>
        </p:spPr>
        <p:txBody>
          <a:bodyPr/>
          <a:lstStyle>
            <a:lvl1pPr marL="0" indent="0">
              <a:buNone/>
              <a:defRPr/>
            </a:lvl1pPr>
          </a:lstStyle>
          <a:p>
            <a:r>
              <a:rPr lang="en-US"/>
              <a:t>Drag picture to placeholder or click icon to add</a:t>
            </a:r>
          </a:p>
        </p:txBody>
      </p:sp>
      <p:sp>
        <p:nvSpPr>
          <p:cNvPr id="15" name="Picture Placeholder 12">
            <a:extLst>
              <a:ext uri="{FF2B5EF4-FFF2-40B4-BE49-F238E27FC236}">
                <a16:creationId xmlns:a16="http://schemas.microsoft.com/office/drawing/2014/main" id="{55F3CFBF-C13C-4A9F-BDDF-0E18286F15C6}"/>
              </a:ext>
            </a:extLst>
          </p:cNvPr>
          <p:cNvSpPr>
            <a:spLocks noGrp="1"/>
          </p:cNvSpPr>
          <p:nvPr>
            <p:ph type="pic" sz="quarter" idx="15"/>
          </p:nvPr>
        </p:nvSpPr>
        <p:spPr>
          <a:xfrm>
            <a:off x="6562725" y="762001"/>
            <a:ext cx="3018234" cy="5553075"/>
          </a:xfrm>
          <a:solidFill>
            <a:schemeClr val="bg1">
              <a:lumMod val="85000"/>
            </a:schemeClr>
          </a:solidFill>
        </p:spPr>
        <p:txBody>
          <a:bodyPr/>
          <a:lstStyle>
            <a:lvl1pPr marL="0" indent="0">
              <a:buNone/>
              <a:defRPr/>
            </a:lvl1pPr>
          </a:lstStyle>
          <a:p>
            <a:r>
              <a:rPr lang="en-US"/>
              <a:t>Drag picture to placeholder or click icon to add</a:t>
            </a:r>
          </a:p>
        </p:txBody>
      </p:sp>
    </p:spTree>
    <p:extLst>
      <p:ext uri="{BB962C8B-B14F-4D97-AF65-F5344CB8AC3E}">
        <p14:creationId xmlns:p14="http://schemas.microsoft.com/office/powerpoint/2010/main" val="6066545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25EDB-8165-4C09-A93D-01F9B0F72B0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49EA8E-5754-4FAF-B3D4-63EA441FBC46}"/>
              </a:ext>
            </a:extLst>
          </p:cNvPr>
          <p:cNvSpPr>
            <a:spLocks noGrp="1"/>
          </p:cNvSpPr>
          <p:nvPr>
            <p:ph type="dt" sz="half" idx="10"/>
          </p:nvPr>
        </p:nvSpPr>
        <p:spPr/>
        <p:txBody>
          <a:bodyPr/>
          <a:lstStyle>
            <a:lvl1pPr>
              <a:defRPr>
                <a:solidFill>
                  <a:srgbClr val="000000"/>
                </a:solidFill>
              </a:defRPr>
            </a:lvl1pPr>
          </a:lstStyle>
          <a:p>
            <a:r>
              <a:rPr lang="en-US"/>
              <a:t>DD Month 20XX</a:t>
            </a:r>
          </a:p>
        </p:txBody>
      </p:sp>
      <p:sp>
        <p:nvSpPr>
          <p:cNvPr id="4" name="Footer Placeholder 3">
            <a:extLst>
              <a:ext uri="{FF2B5EF4-FFF2-40B4-BE49-F238E27FC236}">
                <a16:creationId xmlns:a16="http://schemas.microsoft.com/office/drawing/2014/main" id="{CFF6CD72-BAC2-4994-B821-40432481E830}"/>
              </a:ext>
            </a:extLst>
          </p:cNvPr>
          <p:cNvSpPr>
            <a:spLocks noGrp="1"/>
          </p:cNvSpPr>
          <p:nvPr>
            <p:ph type="ftr" sz="quarter" idx="11"/>
          </p:nvPr>
        </p:nvSpPr>
        <p:spPr/>
        <p:txBody>
          <a:bodyPr/>
          <a:lstStyle>
            <a:lvl1pPr>
              <a:defRPr>
                <a:solidFill>
                  <a:srgbClr val="000000"/>
                </a:solidFill>
              </a:defRPr>
            </a:lvl1pPr>
          </a:lstStyle>
          <a:p>
            <a:r>
              <a:rPr lang="en-US"/>
              <a:t>Presentation Title Goes Here</a:t>
            </a:r>
          </a:p>
        </p:txBody>
      </p:sp>
      <p:sp>
        <p:nvSpPr>
          <p:cNvPr id="5" name="Slide Number Placeholder 4">
            <a:extLst>
              <a:ext uri="{FF2B5EF4-FFF2-40B4-BE49-F238E27FC236}">
                <a16:creationId xmlns:a16="http://schemas.microsoft.com/office/drawing/2014/main" id="{D593CFAF-562D-445B-846A-E8F71A026870}"/>
              </a:ext>
            </a:extLst>
          </p:cNvPr>
          <p:cNvSpPr>
            <a:spLocks noGrp="1"/>
          </p:cNvSpPr>
          <p:nvPr>
            <p:ph type="sldNum" sz="quarter" idx="12"/>
          </p:nvPr>
        </p:nvSpPr>
        <p:spPr/>
        <p:txBody>
          <a:bodyPr/>
          <a:lstStyle>
            <a:lvl1pPr>
              <a:defRPr>
                <a:solidFill>
                  <a:srgbClr val="000000"/>
                </a:solidFill>
              </a:defRPr>
            </a:lvl1pPr>
          </a:lstStyle>
          <a:p>
            <a:fld id="{1E68DD1B-5CD8-424B-8173-19E182143E0A}" type="slidenum">
              <a:rPr lang="en-US" smtClean="0"/>
              <a:pPr/>
              <a:t>‹#›</a:t>
            </a:fld>
            <a:endParaRPr lang="en-US"/>
          </a:p>
        </p:txBody>
      </p:sp>
      <p:sp>
        <p:nvSpPr>
          <p:cNvPr id="6" name="TextBox 5">
            <a:extLst>
              <a:ext uri="{FF2B5EF4-FFF2-40B4-BE49-F238E27FC236}">
                <a16:creationId xmlns:a16="http://schemas.microsoft.com/office/drawing/2014/main" id="{7C98C825-F06D-4987-81B8-02D493880414}"/>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rgbClr val="000000"/>
                </a:solidFill>
              </a:rPr>
              <a:t>ku.ac.ae</a:t>
            </a:r>
            <a:endParaRPr lang="en-US" sz="691">
              <a:solidFill>
                <a:srgbClr val="000000"/>
              </a:solidFill>
            </a:endParaRPr>
          </a:p>
        </p:txBody>
      </p:sp>
      <p:pic>
        <p:nvPicPr>
          <p:cNvPr id="7" name="Picture 6">
            <a:extLst>
              <a:ext uri="{FF2B5EF4-FFF2-40B4-BE49-F238E27FC236}">
                <a16:creationId xmlns:a16="http://schemas.microsoft.com/office/drawing/2014/main" id="{53464E6B-FB97-4EC4-BBD3-24FE3C8D13D2}"/>
              </a:ext>
            </a:extLst>
          </p:cNvPr>
          <p:cNvPicPr>
            <a:picLocks noChangeAspect="1"/>
          </p:cNvPicPr>
          <p:nvPr userDrawn="1"/>
        </p:nvPicPr>
        <p:blipFill>
          <a:blip r:embed="rId2" cstate="print">
            <a:duotone>
              <a:prstClr val="black"/>
              <a:srgbClr val="0047BA">
                <a:tint val="45000"/>
                <a:satMod val="400000"/>
              </a:srgbClr>
            </a:duotone>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cxnSp>
        <p:nvCxnSpPr>
          <p:cNvPr id="8" name="Straight Connector 7">
            <a:extLst>
              <a:ext uri="{FF2B5EF4-FFF2-40B4-BE49-F238E27FC236}">
                <a16:creationId xmlns:a16="http://schemas.microsoft.com/office/drawing/2014/main" id="{7A8822A8-864B-49B0-9C0B-A862217EF3B8}"/>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5884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25EDB-8165-4C09-A93D-01F9B0F72B0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49EA8E-5754-4FAF-B3D4-63EA441FBC46}"/>
              </a:ext>
            </a:extLst>
          </p:cNvPr>
          <p:cNvSpPr>
            <a:spLocks noGrp="1"/>
          </p:cNvSpPr>
          <p:nvPr>
            <p:ph type="dt" sz="half" idx="10"/>
          </p:nvPr>
        </p:nvSpPr>
        <p:spPr/>
        <p:txBody>
          <a:bodyPr/>
          <a:lstStyle>
            <a:lvl1pPr>
              <a:defRPr>
                <a:solidFill>
                  <a:schemeClr val="tx2"/>
                </a:solidFill>
              </a:defRPr>
            </a:lvl1pPr>
          </a:lstStyle>
          <a:p>
            <a:r>
              <a:rPr lang="en-US"/>
              <a:t>DD Month 20XX</a:t>
            </a:r>
          </a:p>
        </p:txBody>
      </p:sp>
      <p:sp>
        <p:nvSpPr>
          <p:cNvPr id="4" name="Footer Placeholder 3">
            <a:extLst>
              <a:ext uri="{FF2B5EF4-FFF2-40B4-BE49-F238E27FC236}">
                <a16:creationId xmlns:a16="http://schemas.microsoft.com/office/drawing/2014/main" id="{CFF6CD72-BAC2-4994-B821-40432481E830}"/>
              </a:ext>
            </a:extLst>
          </p:cNvPr>
          <p:cNvSpPr>
            <a:spLocks noGrp="1"/>
          </p:cNvSpPr>
          <p:nvPr>
            <p:ph type="ftr" sz="quarter" idx="11"/>
          </p:nvPr>
        </p:nvSpPr>
        <p:spPr/>
        <p:txBody>
          <a:bodyPr/>
          <a:lstStyle>
            <a:lvl1pPr>
              <a:defRPr>
                <a:solidFill>
                  <a:schemeClr val="tx2"/>
                </a:solidFill>
              </a:defRPr>
            </a:lvl1pPr>
          </a:lstStyle>
          <a:p>
            <a:r>
              <a:rPr lang="en-US"/>
              <a:t>Presentation Title Goes Here</a:t>
            </a:r>
          </a:p>
        </p:txBody>
      </p:sp>
      <p:sp>
        <p:nvSpPr>
          <p:cNvPr id="5" name="Slide Number Placeholder 4">
            <a:extLst>
              <a:ext uri="{FF2B5EF4-FFF2-40B4-BE49-F238E27FC236}">
                <a16:creationId xmlns:a16="http://schemas.microsoft.com/office/drawing/2014/main" id="{D593CFAF-562D-445B-846A-E8F71A026870}"/>
              </a:ext>
            </a:extLst>
          </p:cNvPr>
          <p:cNvSpPr>
            <a:spLocks noGrp="1"/>
          </p:cNvSpPr>
          <p:nvPr>
            <p:ph type="sldNum" sz="quarter" idx="12"/>
          </p:nvPr>
        </p:nvSpPr>
        <p:spPr/>
        <p:txBody>
          <a:bodyPr/>
          <a:lstStyle>
            <a:lvl1pPr>
              <a:defRPr>
                <a:solidFill>
                  <a:schemeClr val="tx2"/>
                </a:solidFill>
              </a:defRPr>
            </a:lvl1pPr>
          </a:lstStyle>
          <a:p>
            <a:fld id="{1E68DD1B-5CD8-424B-8173-19E182143E0A}" type="slidenum">
              <a:rPr lang="en-US" smtClean="0"/>
              <a:pPr/>
              <a:t>‹#›</a:t>
            </a:fld>
            <a:endParaRPr lang="en-US"/>
          </a:p>
        </p:txBody>
      </p:sp>
      <p:sp>
        <p:nvSpPr>
          <p:cNvPr id="6" name="TextBox 5">
            <a:extLst>
              <a:ext uri="{FF2B5EF4-FFF2-40B4-BE49-F238E27FC236}">
                <a16:creationId xmlns:a16="http://schemas.microsoft.com/office/drawing/2014/main" id="{7C98C825-F06D-4987-81B8-02D493880414}"/>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tx2"/>
                </a:solidFill>
              </a:rPr>
              <a:t>ku.ac.ae</a:t>
            </a:r>
            <a:endParaRPr lang="en-US" sz="691">
              <a:solidFill>
                <a:schemeClr val="tx2"/>
              </a:solidFill>
            </a:endParaRPr>
          </a:p>
        </p:txBody>
      </p:sp>
      <p:pic>
        <p:nvPicPr>
          <p:cNvPr id="7" name="Picture 6">
            <a:extLst>
              <a:ext uri="{FF2B5EF4-FFF2-40B4-BE49-F238E27FC236}">
                <a16:creationId xmlns:a16="http://schemas.microsoft.com/office/drawing/2014/main" id="{53464E6B-FB97-4EC4-BBD3-24FE3C8D13D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6" cy="185303"/>
          </a:xfrm>
          <a:prstGeom prst="rect">
            <a:avLst/>
          </a:prstGeom>
        </p:spPr>
      </p:pic>
      <p:cxnSp>
        <p:nvCxnSpPr>
          <p:cNvPr id="8" name="Straight Connector 7">
            <a:extLst>
              <a:ext uri="{FF2B5EF4-FFF2-40B4-BE49-F238E27FC236}">
                <a16:creationId xmlns:a16="http://schemas.microsoft.com/office/drawing/2014/main" id="{7A8822A8-864B-49B0-9C0B-A862217EF3B8}"/>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8852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94EFBB-C8CA-4201-A903-805856BEB310}"/>
              </a:ext>
            </a:extLst>
          </p:cNvPr>
          <p:cNvSpPr>
            <a:spLocks noGrp="1"/>
          </p:cNvSpPr>
          <p:nvPr>
            <p:ph type="dt" sz="half" idx="10"/>
          </p:nvPr>
        </p:nvSpPr>
        <p:spPr/>
        <p:txBody>
          <a:bodyPr/>
          <a:lstStyle/>
          <a:p>
            <a:r>
              <a:rPr lang="en-US"/>
              <a:t>DD Month 20XX</a:t>
            </a:r>
          </a:p>
        </p:txBody>
      </p:sp>
      <p:sp>
        <p:nvSpPr>
          <p:cNvPr id="3" name="Footer Placeholder 2">
            <a:extLst>
              <a:ext uri="{FF2B5EF4-FFF2-40B4-BE49-F238E27FC236}">
                <a16:creationId xmlns:a16="http://schemas.microsoft.com/office/drawing/2014/main" id="{8551DCEB-2462-4151-B7CC-F3EC0D3A59D6}"/>
              </a:ext>
            </a:extLst>
          </p:cNvPr>
          <p:cNvSpPr>
            <a:spLocks noGrp="1"/>
          </p:cNvSpPr>
          <p:nvPr>
            <p:ph type="ftr" sz="quarter" idx="11"/>
          </p:nvPr>
        </p:nvSpPr>
        <p:spPr/>
        <p:txBody>
          <a:bodyPr/>
          <a:lstStyle/>
          <a:p>
            <a:r>
              <a:rPr lang="en-US"/>
              <a:t>Presentation Title Goes Here</a:t>
            </a:r>
          </a:p>
        </p:txBody>
      </p:sp>
      <p:sp>
        <p:nvSpPr>
          <p:cNvPr id="4" name="Slide Number Placeholder 3">
            <a:extLst>
              <a:ext uri="{FF2B5EF4-FFF2-40B4-BE49-F238E27FC236}">
                <a16:creationId xmlns:a16="http://schemas.microsoft.com/office/drawing/2014/main" id="{B5A57B99-432B-45A8-9216-9BC01B297D0C}"/>
              </a:ext>
            </a:extLst>
          </p:cNvPr>
          <p:cNvSpPr>
            <a:spLocks noGrp="1"/>
          </p:cNvSpPr>
          <p:nvPr>
            <p:ph type="sldNum" sz="quarter" idx="12"/>
          </p:nvPr>
        </p:nvSpPr>
        <p:spPr/>
        <p:txBody>
          <a:bodyPr/>
          <a:lstStyle/>
          <a:p>
            <a:fld id="{1E68DD1B-5CD8-424B-8173-19E182143E0A}" type="slidenum">
              <a:rPr lang="en-US" smtClean="0"/>
              <a:t>‹#›</a:t>
            </a:fld>
            <a:endParaRPr lang="en-US"/>
          </a:p>
        </p:txBody>
      </p:sp>
    </p:spTree>
    <p:extLst>
      <p:ext uri="{BB962C8B-B14F-4D97-AF65-F5344CB8AC3E}">
        <p14:creationId xmlns:p14="http://schemas.microsoft.com/office/powerpoint/2010/main" val="42591543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D0CFC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49F49-C197-4276-BA18-25EE446879E5}"/>
              </a:ext>
            </a:extLst>
          </p:cNvPr>
          <p:cNvSpPr>
            <a:spLocks noGrp="1"/>
          </p:cNvSpPr>
          <p:nvPr>
            <p:ph type="title"/>
          </p:nvPr>
        </p:nvSpPr>
        <p:spPr>
          <a:xfrm>
            <a:off x="675878" y="1204914"/>
            <a:ext cx="8543925" cy="2852737"/>
          </a:xfrm>
        </p:spPr>
        <p:txBody>
          <a:bodyPr anchor="b"/>
          <a:lstStyle>
            <a:lvl1pPr algn="ctr">
              <a:lnSpc>
                <a:spcPct val="100000"/>
              </a:lnSpc>
              <a:defRPr sz="4875"/>
            </a:lvl1pPr>
          </a:lstStyle>
          <a:p>
            <a:r>
              <a:rPr lang="en-US"/>
              <a:t>Click to edit Master title style</a:t>
            </a:r>
          </a:p>
        </p:txBody>
      </p:sp>
      <p:sp>
        <p:nvSpPr>
          <p:cNvPr id="3" name="Text Placeholder 2">
            <a:extLst>
              <a:ext uri="{FF2B5EF4-FFF2-40B4-BE49-F238E27FC236}">
                <a16:creationId xmlns:a16="http://schemas.microsoft.com/office/drawing/2014/main" id="{1104C747-8640-4D13-A1FA-90CDB4EBBF1D}"/>
              </a:ext>
            </a:extLst>
          </p:cNvPr>
          <p:cNvSpPr>
            <a:spLocks noGrp="1"/>
          </p:cNvSpPr>
          <p:nvPr>
            <p:ph type="body" idx="1"/>
          </p:nvPr>
        </p:nvSpPr>
        <p:spPr>
          <a:xfrm>
            <a:off x="675878" y="4000500"/>
            <a:ext cx="8543925" cy="1584326"/>
          </a:xfrm>
        </p:spPr>
        <p:txBody>
          <a:bodyPr>
            <a:normAutofit/>
          </a:bodyPr>
          <a:lstStyle>
            <a:lvl1pPr marL="0" indent="0" algn="ctr">
              <a:buNone/>
              <a:defRPr sz="3088">
                <a:solidFill>
                  <a:srgbClr val="000000"/>
                </a:solidFill>
              </a:defRPr>
            </a:lvl1pPr>
            <a:lvl2pPr marL="371475" indent="0">
              <a:buNone/>
              <a:defRPr sz="1625">
                <a:solidFill>
                  <a:schemeClr val="tx1">
                    <a:tint val="75000"/>
                  </a:schemeClr>
                </a:solidFill>
              </a:defRPr>
            </a:lvl2pPr>
            <a:lvl3pPr marL="742950" indent="0">
              <a:buNone/>
              <a:defRPr sz="1463">
                <a:solidFill>
                  <a:schemeClr val="tx1">
                    <a:tint val="75000"/>
                  </a:schemeClr>
                </a:solidFill>
              </a:defRPr>
            </a:lvl3pPr>
            <a:lvl4pPr marL="1114425" indent="0">
              <a:buNone/>
              <a:defRPr sz="1300">
                <a:solidFill>
                  <a:schemeClr val="tx1">
                    <a:tint val="75000"/>
                  </a:schemeClr>
                </a:solidFill>
              </a:defRPr>
            </a:lvl4pPr>
            <a:lvl5pPr marL="1485900" indent="0">
              <a:buNone/>
              <a:defRPr sz="1300">
                <a:solidFill>
                  <a:schemeClr val="tx1">
                    <a:tint val="75000"/>
                  </a:schemeClr>
                </a:solidFill>
              </a:defRPr>
            </a:lvl5pPr>
            <a:lvl6pPr marL="1857375" indent="0">
              <a:buNone/>
              <a:defRPr sz="1300">
                <a:solidFill>
                  <a:schemeClr val="tx1">
                    <a:tint val="75000"/>
                  </a:schemeClr>
                </a:solidFill>
              </a:defRPr>
            </a:lvl6pPr>
            <a:lvl7pPr marL="2228850" indent="0">
              <a:buNone/>
              <a:defRPr sz="1300">
                <a:solidFill>
                  <a:schemeClr val="tx1">
                    <a:tint val="75000"/>
                  </a:schemeClr>
                </a:solidFill>
              </a:defRPr>
            </a:lvl7pPr>
            <a:lvl8pPr marL="2600325" indent="0">
              <a:buNone/>
              <a:defRPr sz="1300">
                <a:solidFill>
                  <a:schemeClr val="tx1">
                    <a:tint val="75000"/>
                  </a:schemeClr>
                </a:solidFill>
              </a:defRPr>
            </a:lvl8pPr>
            <a:lvl9pPr marL="2971800" indent="0">
              <a:buNone/>
              <a:defRPr sz="13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D46D51-CC51-458D-B7F8-BB8DC09CBA9B}"/>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BD7397C4-D37A-45E1-B1B8-7100D475BDA3}"/>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3393DD6E-BA6A-445E-B542-43DE3AEB0032}"/>
              </a:ext>
            </a:extLst>
          </p:cNvPr>
          <p:cNvSpPr>
            <a:spLocks noGrp="1"/>
          </p:cNvSpPr>
          <p:nvPr>
            <p:ph type="sldNum" sz="quarter" idx="12"/>
          </p:nvPr>
        </p:nvSpPr>
        <p:spPr/>
        <p:txBody>
          <a:bodyPr/>
          <a:lstStyle/>
          <a:p>
            <a:fld id="{1E68DD1B-5CD8-424B-8173-19E182143E0A}" type="slidenum">
              <a:rPr lang="en-US" smtClean="0"/>
              <a:t>‹#›</a:t>
            </a:fld>
            <a:endParaRPr lang="en-US"/>
          </a:p>
        </p:txBody>
      </p:sp>
      <p:pic>
        <p:nvPicPr>
          <p:cNvPr id="9" name="Picture 8">
            <a:extLst>
              <a:ext uri="{FF2B5EF4-FFF2-40B4-BE49-F238E27FC236}">
                <a16:creationId xmlns:a16="http://schemas.microsoft.com/office/drawing/2014/main" id="{965424D6-2475-46D6-A699-3A7CA5F8B12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sp>
        <p:nvSpPr>
          <p:cNvPr id="10" name="TextBox 9">
            <a:extLst>
              <a:ext uri="{FF2B5EF4-FFF2-40B4-BE49-F238E27FC236}">
                <a16:creationId xmlns:a16="http://schemas.microsoft.com/office/drawing/2014/main" id="{7265327D-BC3D-4548-B6FC-FF18B53D2785}"/>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bg2"/>
                </a:solidFill>
              </a:rPr>
              <a:t>ku.ac.ae</a:t>
            </a:r>
            <a:endParaRPr lang="en-US" sz="691">
              <a:solidFill>
                <a:schemeClr val="bg2"/>
              </a:solidFill>
            </a:endParaRPr>
          </a:p>
        </p:txBody>
      </p:sp>
    </p:spTree>
    <p:extLst>
      <p:ext uri="{BB962C8B-B14F-4D97-AF65-F5344CB8AC3E}">
        <p14:creationId xmlns:p14="http://schemas.microsoft.com/office/powerpoint/2010/main" val="25453610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eading Picture Backgroun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49F49-C197-4276-BA18-25EE446879E5}"/>
              </a:ext>
            </a:extLst>
          </p:cNvPr>
          <p:cNvSpPr>
            <a:spLocks noGrp="1"/>
          </p:cNvSpPr>
          <p:nvPr>
            <p:ph type="title"/>
          </p:nvPr>
        </p:nvSpPr>
        <p:spPr>
          <a:xfrm>
            <a:off x="675878" y="1052514"/>
            <a:ext cx="8543925" cy="2852737"/>
          </a:xfrm>
        </p:spPr>
        <p:txBody>
          <a:bodyPr anchor="b"/>
          <a:lstStyle>
            <a:lvl1pPr algn="ctr">
              <a:lnSpc>
                <a:spcPct val="100000"/>
              </a:lnSpc>
              <a:defRPr sz="4875">
                <a:solidFill>
                  <a:srgbClr val="FFFFFF"/>
                </a:solidFill>
              </a:defRPr>
            </a:lvl1pPr>
          </a:lstStyle>
          <a:p>
            <a:r>
              <a:rPr lang="en-US"/>
              <a:t>Click to edit Master title style</a:t>
            </a:r>
          </a:p>
        </p:txBody>
      </p:sp>
      <p:sp>
        <p:nvSpPr>
          <p:cNvPr id="4" name="Date Placeholder 3">
            <a:extLst>
              <a:ext uri="{FF2B5EF4-FFF2-40B4-BE49-F238E27FC236}">
                <a16:creationId xmlns:a16="http://schemas.microsoft.com/office/drawing/2014/main" id="{08D46D51-CC51-458D-B7F8-BB8DC09CBA9B}"/>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BD7397C4-D37A-45E1-B1B8-7100D475BDA3}"/>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3393DD6E-BA6A-445E-B542-43DE3AEB0032}"/>
              </a:ext>
            </a:extLst>
          </p:cNvPr>
          <p:cNvSpPr>
            <a:spLocks noGrp="1"/>
          </p:cNvSpPr>
          <p:nvPr>
            <p:ph type="sldNum" sz="quarter" idx="12"/>
          </p:nvPr>
        </p:nvSpPr>
        <p:spPr/>
        <p:txBody>
          <a:bodyPr/>
          <a:lstStyle/>
          <a:p>
            <a:fld id="{1E68DD1B-5CD8-424B-8173-19E182143E0A}" type="slidenum">
              <a:rPr lang="en-US" smtClean="0"/>
              <a:t>‹#›</a:t>
            </a:fld>
            <a:endParaRPr lang="en-US"/>
          </a:p>
        </p:txBody>
      </p:sp>
      <p:pic>
        <p:nvPicPr>
          <p:cNvPr id="9" name="Picture 8">
            <a:extLst>
              <a:ext uri="{FF2B5EF4-FFF2-40B4-BE49-F238E27FC236}">
                <a16:creationId xmlns:a16="http://schemas.microsoft.com/office/drawing/2014/main" id="{965424D6-2475-46D6-A699-3A7CA5F8B12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sp>
        <p:nvSpPr>
          <p:cNvPr id="10" name="TextBox 9">
            <a:extLst>
              <a:ext uri="{FF2B5EF4-FFF2-40B4-BE49-F238E27FC236}">
                <a16:creationId xmlns:a16="http://schemas.microsoft.com/office/drawing/2014/main" id="{7265327D-BC3D-4548-B6FC-FF18B53D2785}"/>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bg2"/>
                </a:solidFill>
              </a:rPr>
              <a:t>ku.ac.ae</a:t>
            </a:r>
            <a:endParaRPr lang="en-US" sz="691">
              <a:solidFill>
                <a:schemeClr val="bg2"/>
              </a:solidFill>
            </a:endParaRPr>
          </a:p>
        </p:txBody>
      </p:sp>
    </p:spTree>
    <p:extLst>
      <p:ext uri="{BB962C8B-B14F-4D97-AF65-F5344CB8AC3E}">
        <p14:creationId xmlns:p14="http://schemas.microsoft.com/office/powerpoint/2010/main" val="36582986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rgbClr val="0047BA"/>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EA79536-344B-4703-95C3-7F5AD0BFB38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755917" y="891158"/>
            <a:ext cx="1924556" cy="518220"/>
          </a:xfrm>
          <a:prstGeom prst="rect">
            <a:avLst/>
          </a:prstGeom>
        </p:spPr>
      </p:pic>
      <p:sp>
        <p:nvSpPr>
          <p:cNvPr id="4" name="TextBox 3">
            <a:extLst>
              <a:ext uri="{FF2B5EF4-FFF2-40B4-BE49-F238E27FC236}">
                <a16:creationId xmlns:a16="http://schemas.microsoft.com/office/drawing/2014/main" id="{AFAD5768-C7B0-4ABF-BE83-522BCD1F6FE5}"/>
              </a:ext>
            </a:extLst>
          </p:cNvPr>
          <p:cNvSpPr txBox="1"/>
          <p:nvPr userDrawn="1"/>
        </p:nvSpPr>
        <p:spPr>
          <a:xfrm>
            <a:off x="611386" y="2711687"/>
            <a:ext cx="8652272" cy="1437958"/>
          </a:xfrm>
          <a:prstGeom prst="rect">
            <a:avLst/>
          </a:prstGeom>
          <a:noFill/>
        </p:spPr>
        <p:txBody>
          <a:bodyPr wrap="square" lIns="0" tIns="0" rIns="0" bIns="0" rtlCol="0" anchor="ctr" anchorCtr="0">
            <a:spAutoFit/>
          </a:bodyPr>
          <a:lstStyle/>
          <a:p>
            <a:pPr algn="ctr"/>
            <a:r>
              <a:rPr lang="en-US" sz="9344" b="1" spc="-81" baseline="0" noProof="0" dirty="0">
                <a:solidFill>
                  <a:srgbClr val="FFFFFF"/>
                </a:solidFill>
                <a:latin typeface="+mj-lt"/>
              </a:rPr>
              <a:t>Thank You</a:t>
            </a:r>
          </a:p>
        </p:txBody>
      </p:sp>
      <p:sp>
        <p:nvSpPr>
          <p:cNvPr id="13" name="TextBox 12">
            <a:extLst>
              <a:ext uri="{FF2B5EF4-FFF2-40B4-BE49-F238E27FC236}">
                <a16:creationId xmlns:a16="http://schemas.microsoft.com/office/drawing/2014/main" id="{A94333D0-73BA-48D2-AA6E-3F2C63C9CA8F}"/>
              </a:ext>
            </a:extLst>
          </p:cNvPr>
          <p:cNvSpPr txBox="1"/>
          <p:nvPr userDrawn="1"/>
        </p:nvSpPr>
        <p:spPr>
          <a:xfrm>
            <a:off x="4210051" y="6146801"/>
            <a:ext cx="1493638" cy="244475"/>
          </a:xfrm>
          <a:prstGeom prst="rect">
            <a:avLst/>
          </a:prstGeom>
          <a:noFill/>
        </p:spPr>
        <p:txBody>
          <a:bodyPr wrap="square" lIns="0" tIns="0" rIns="0" bIns="0" rtlCol="0" anchor="ctr" anchorCtr="0">
            <a:noAutofit/>
          </a:bodyPr>
          <a:lstStyle/>
          <a:p>
            <a:pPr algn="ctr"/>
            <a:r>
              <a:rPr lang="en-US" sz="1016" b="1" noProof="0" dirty="0">
                <a:solidFill>
                  <a:srgbClr val="FFFFFF"/>
                </a:solidFill>
              </a:rPr>
              <a:t>ku.ac.ae</a:t>
            </a:r>
          </a:p>
        </p:txBody>
      </p:sp>
    </p:spTree>
    <p:extLst>
      <p:ext uri="{BB962C8B-B14F-4D97-AF65-F5344CB8AC3E}">
        <p14:creationId xmlns:p14="http://schemas.microsoft.com/office/powerpoint/2010/main" val="2419569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7564FE-F745-443F-8321-B0EFD169FAC6}"/>
              </a:ext>
            </a:extLst>
          </p:cNvPr>
          <p:cNvSpPr>
            <a:spLocks noGrp="1"/>
          </p:cNvSpPr>
          <p:nvPr>
            <p:ph type="title"/>
          </p:nvPr>
        </p:nvSpPr>
        <p:spPr>
          <a:xfrm>
            <a:off x="922796" y="542925"/>
            <a:ext cx="8286851" cy="824148"/>
          </a:xfrm>
          <a:prstGeom prst="rect">
            <a:avLst/>
          </a:prstGeom>
        </p:spPr>
        <p:txBody>
          <a:bodyPr vert="horz" lIns="0" tIns="0" rIns="0" bIns="0" rtlCol="0" anchor="b"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6911581-2B37-40B3-825A-043921DFB80C}"/>
              </a:ext>
            </a:extLst>
          </p:cNvPr>
          <p:cNvSpPr>
            <a:spLocks noGrp="1"/>
          </p:cNvSpPr>
          <p:nvPr>
            <p:ph type="body" idx="1"/>
          </p:nvPr>
        </p:nvSpPr>
        <p:spPr>
          <a:xfrm>
            <a:off x="902873" y="1530037"/>
            <a:ext cx="8321486" cy="4839360"/>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A172D0-FD25-45C4-A82E-F4094DCDE0CC}"/>
              </a:ext>
            </a:extLst>
          </p:cNvPr>
          <p:cNvSpPr>
            <a:spLocks noGrp="1"/>
          </p:cNvSpPr>
          <p:nvPr>
            <p:ph type="dt" sz="half" idx="2"/>
          </p:nvPr>
        </p:nvSpPr>
        <p:spPr>
          <a:xfrm>
            <a:off x="6570464" y="203201"/>
            <a:ext cx="1408509" cy="244475"/>
          </a:xfrm>
          <a:prstGeom prst="rect">
            <a:avLst/>
          </a:prstGeom>
        </p:spPr>
        <p:txBody>
          <a:bodyPr vert="horz" lIns="0" tIns="0" rIns="0" bIns="0" rtlCol="0" anchor="ctr"/>
          <a:lstStyle>
            <a:lvl1pPr algn="r">
              <a:defRPr sz="691">
                <a:solidFill>
                  <a:srgbClr val="000000"/>
                </a:solidFill>
              </a:defRPr>
            </a:lvl1pPr>
          </a:lstStyle>
          <a:p>
            <a:r>
              <a:rPr lang="en-US"/>
              <a:t>DD Month 20XX</a:t>
            </a:r>
          </a:p>
        </p:txBody>
      </p:sp>
      <p:sp>
        <p:nvSpPr>
          <p:cNvPr id="5" name="Footer Placeholder 4">
            <a:extLst>
              <a:ext uri="{FF2B5EF4-FFF2-40B4-BE49-F238E27FC236}">
                <a16:creationId xmlns:a16="http://schemas.microsoft.com/office/drawing/2014/main" id="{F5B18871-7BC3-4A13-9CC9-B9A1DB22F262}"/>
              </a:ext>
            </a:extLst>
          </p:cNvPr>
          <p:cNvSpPr>
            <a:spLocks noGrp="1"/>
          </p:cNvSpPr>
          <p:nvPr>
            <p:ph type="ftr" sz="quarter" idx="3"/>
          </p:nvPr>
        </p:nvSpPr>
        <p:spPr>
          <a:xfrm>
            <a:off x="2329458" y="203201"/>
            <a:ext cx="3343275" cy="244475"/>
          </a:xfrm>
          <a:prstGeom prst="rect">
            <a:avLst/>
          </a:prstGeom>
        </p:spPr>
        <p:txBody>
          <a:bodyPr vert="horz" lIns="0" tIns="0" rIns="0" bIns="0" rtlCol="0" anchor="ctr"/>
          <a:lstStyle>
            <a:lvl1pPr algn="ctr">
              <a:defRPr sz="691">
                <a:solidFill>
                  <a:srgbClr val="000000"/>
                </a:solidFill>
              </a:defRPr>
            </a:lvl1pPr>
          </a:lstStyle>
          <a:p>
            <a:r>
              <a:rPr lang="en-US" dirty="0"/>
              <a:t>Presentation Title Goes Here</a:t>
            </a:r>
          </a:p>
        </p:txBody>
      </p:sp>
      <p:sp>
        <p:nvSpPr>
          <p:cNvPr id="6" name="Slide Number Placeholder 5">
            <a:extLst>
              <a:ext uri="{FF2B5EF4-FFF2-40B4-BE49-F238E27FC236}">
                <a16:creationId xmlns:a16="http://schemas.microsoft.com/office/drawing/2014/main" id="{A7EA17DA-0D3F-410F-A9AA-3171ED151327}"/>
              </a:ext>
            </a:extLst>
          </p:cNvPr>
          <p:cNvSpPr>
            <a:spLocks noGrp="1"/>
          </p:cNvSpPr>
          <p:nvPr>
            <p:ph type="sldNum" sz="quarter" idx="4"/>
          </p:nvPr>
        </p:nvSpPr>
        <p:spPr>
          <a:xfrm>
            <a:off x="9395222" y="203201"/>
            <a:ext cx="425648" cy="244475"/>
          </a:xfrm>
          <a:prstGeom prst="rect">
            <a:avLst/>
          </a:prstGeom>
        </p:spPr>
        <p:txBody>
          <a:bodyPr vert="horz" lIns="0" tIns="0" rIns="0" bIns="0" rtlCol="0" anchor="ctr"/>
          <a:lstStyle>
            <a:lvl1pPr algn="ctr">
              <a:defRPr sz="691">
                <a:solidFill>
                  <a:srgbClr val="000000"/>
                </a:solidFill>
              </a:defRPr>
            </a:lvl1pPr>
          </a:lstStyle>
          <a:p>
            <a:fld id="{1E68DD1B-5CD8-424B-8173-19E182143E0A}" type="slidenum">
              <a:rPr lang="en-US" smtClean="0"/>
              <a:pPr/>
              <a:t>‹#›</a:t>
            </a:fld>
            <a:endParaRPr lang="en-US"/>
          </a:p>
        </p:txBody>
      </p:sp>
      <p:sp>
        <p:nvSpPr>
          <p:cNvPr id="13" name="TextBox 12">
            <a:extLst>
              <a:ext uri="{FF2B5EF4-FFF2-40B4-BE49-F238E27FC236}">
                <a16:creationId xmlns:a16="http://schemas.microsoft.com/office/drawing/2014/main" id="{AC18493A-1FC9-483C-BC41-405831F9D965}"/>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rgbClr val="000000"/>
                </a:solidFill>
              </a:rPr>
              <a:t>ku.ac.ae</a:t>
            </a:r>
            <a:endParaRPr lang="en-US" sz="691">
              <a:solidFill>
                <a:srgbClr val="000000"/>
              </a:solidFill>
            </a:endParaRPr>
          </a:p>
        </p:txBody>
      </p:sp>
      <p:pic>
        <p:nvPicPr>
          <p:cNvPr id="8" name="Picture 7">
            <a:extLst>
              <a:ext uri="{FF2B5EF4-FFF2-40B4-BE49-F238E27FC236}">
                <a16:creationId xmlns:a16="http://schemas.microsoft.com/office/drawing/2014/main" id="{85F31A79-8F5C-4459-9F47-4F4A56020D63}"/>
              </a:ext>
            </a:extLst>
          </p:cNvPr>
          <p:cNvPicPr>
            <a:picLocks noChangeAspect="1"/>
          </p:cNvPicPr>
          <p:nvPr userDrawn="1"/>
        </p:nvPicPr>
        <p:blipFill>
          <a:blip r:embed="rId19" cstate="print">
            <a:duotone>
              <a:prstClr val="black"/>
              <a:srgbClr val="0047BA">
                <a:tint val="45000"/>
                <a:satMod val="400000"/>
              </a:srgbClr>
            </a:duotone>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spTree>
    <p:extLst>
      <p:ext uri="{BB962C8B-B14F-4D97-AF65-F5344CB8AC3E}">
        <p14:creationId xmlns:p14="http://schemas.microsoft.com/office/powerpoint/2010/main" val="1107456480"/>
      </p:ext>
    </p:extLst>
  </p:cSld>
  <p:clrMap bg1="lt1" tx1="dk1" bg2="lt2" tx2="dk2" accent1="accent1" accent2="accent2" accent3="accent3" accent4="accent4" accent5="accent5" accent6="accent6" hlink="hlink" folHlink="folHlink"/>
  <p:sldLayoutIdLst>
    <p:sldLayoutId id="2147483649" r:id="rId1"/>
    <p:sldLayoutId id="2147483669" r:id="rId2"/>
    <p:sldLayoutId id="2147483668" r:id="rId3"/>
    <p:sldLayoutId id="2147483650" r:id="rId4"/>
    <p:sldLayoutId id="2147483662" r:id="rId5"/>
    <p:sldLayoutId id="2147483652" r:id="rId6"/>
    <p:sldLayoutId id="2147483661" r:id="rId7"/>
    <p:sldLayoutId id="2147483663" r:id="rId8"/>
    <p:sldLayoutId id="2147483660" r:id="rId9"/>
    <p:sldLayoutId id="2147483664" r:id="rId10"/>
    <p:sldLayoutId id="2147483665" r:id="rId11"/>
    <p:sldLayoutId id="2147483654" r:id="rId12"/>
    <p:sldLayoutId id="2147483671" r:id="rId13"/>
    <p:sldLayoutId id="2147483655" r:id="rId14"/>
    <p:sldLayoutId id="2147483651" r:id="rId15"/>
    <p:sldLayoutId id="2147483666" r:id="rId16"/>
    <p:sldLayoutId id="2147483667" r:id="rId17"/>
  </p:sldLayoutIdLst>
  <p:hf hdr="0"/>
  <p:txStyles>
    <p:titleStyle>
      <a:lvl1pPr algn="l" defTabSz="742950" rtl="0" eaLnBrk="1" latinLnBrk="0" hangingPunct="1">
        <a:lnSpc>
          <a:spcPct val="100000"/>
        </a:lnSpc>
        <a:spcBef>
          <a:spcPct val="0"/>
        </a:spcBef>
        <a:buNone/>
        <a:defRPr sz="2925" b="1" kern="1200" spc="41" baseline="0">
          <a:solidFill>
            <a:schemeClr val="tx2"/>
          </a:solidFill>
          <a:latin typeface="+mj-lt"/>
          <a:ea typeface="+mj-ea"/>
          <a:cs typeface="+mj-cs"/>
        </a:defRPr>
      </a:lvl1pPr>
    </p:titleStyle>
    <p:bodyStyle>
      <a:lvl1pPr marL="147042" indent="-147042" algn="l" defTabSz="742950" rtl="0" eaLnBrk="1" latinLnBrk="0" hangingPunct="1">
        <a:lnSpc>
          <a:spcPct val="100000"/>
        </a:lnSpc>
        <a:spcBef>
          <a:spcPts val="325"/>
        </a:spcBef>
        <a:buFont typeface="Arial" panose="020B0604020202020204" pitchFamily="34" charset="0"/>
        <a:buChar char="•"/>
        <a:defRPr sz="1503" b="1" kern="1200">
          <a:solidFill>
            <a:schemeClr val="tx1"/>
          </a:solidFill>
          <a:latin typeface="+mn-lt"/>
          <a:ea typeface="+mn-ea"/>
          <a:cs typeface="+mn-cs"/>
        </a:defRPr>
      </a:lvl1pPr>
      <a:lvl2pPr marL="441127" indent="-147042" algn="l" defTabSz="742950" rtl="0" eaLnBrk="1" latinLnBrk="0" hangingPunct="1">
        <a:lnSpc>
          <a:spcPct val="100000"/>
        </a:lnSpc>
        <a:spcBef>
          <a:spcPts val="325"/>
        </a:spcBef>
        <a:buFont typeface="Arial" panose="020B0604020202020204" pitchFamily="34" charset="0"/>
        <a:buChar char="•"/>
        <a:defRPr sz="1503" kern="1200">
          <a:solidFill>
            <a:schemeClr val="tx1"/>
          </a:solidFill>
          <a:latin typeface="+mn-lt"/>
          <a:ea typeface="+mn-ea"/>
          <a:cs typeface="+mn-cs"/>
        </a:defRPr>
      </a:lvl2pPr>
      <a:lvl3pPr marL="580430" indent="-139303" algn="l" defTabSz="742950" rtl="0" eaLnBrk="1" latinLnBrk="0" hangingPunct="1">
        <a:lnSpc>
          <a:spcPct val="100000"/>
        </a:lnSpc>
        <a:spcBef>
          <a:spcPts val="325"/>
        </a:spcBef>
        <a:buFont typeface="Arial" panose="020B0604020202020204" pitchFamily="34" charset="0"/>
        <a:buChar char="•"/>
        <a:defRPr sz="1300" kern="1200">
          <a:solidFill>
            <a:schemeClr val="tx1"/>
          </a:solidFill>
          <a:latin typeface="+mn-lt"/>
          <a:ea typeface="+mn-ea"/>
          <a:cs typeface="+mn-cs"/>
        </a:defRPr>
      </a:lvl3pPr>
      <a:lvl4pPr marL="727472" indent="-147042" algn="l" defTabSz="742950" rtl="0" eaLnBrk="1" latinLnBrk="0" hangingPunct="1">
        <a:lnSpc>
          <a:spcPct val="100000"/>
        </a:lnSpc>
        <a:spcBef>
          <a:spcPts val="325"/>
        </a:spcBef>
        <a:buFont typeface="Arial" panose="020B0604020202020204" pitchFamily="34" charset="0"/>
        <a:buChar char="•"/>
        <a:defRPr sz="1300" kern="1200">
          <a:solidFill>
            <a:schemeClr val="tx1"/>
          </a:solidFill>
          <a:latin typeface="+mn-lt"/>
          <a:ea typeface="+mn-ea"/>
          <a:cs typeface="+mn-cs"/>
        </a:defRPr>
      </a:lvl4pPr>
      <a:lvl5pPr marL="874514" indent="-147042" algn="l" defTabSz="742950" rtl="0" eaLnBrk="1" latinLnBrk="0" hangingPunct="1">
        <a:lnSpc>
          <a:spcPct val="100000"/>
        </a:lnSpc>
        <a:spcBef>
          <a:spcPts val="325"/>
        </a:spcBef>
        <a:buFont typeface="Arial" panose="020B0604020202020204" pitchFamily="34" charset="0"/>
        <a:buChar char="•"/>
        <a:defRPr sz="13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p:bodyStyle>
    <p:otherStyle>
      <a:defPPr>
        <a:defRPr lang="en-US"/>
      </a:defPPr>
      <a:lvl1pPr marL="0" algn="l" defTabSz="742950" rtl="0" eaLnBrk="1" latinLnBrk="0" hangingPunct="1">
        <a:defRPr sz="1463" kern="1200">
          <a:solidFill>
            <a:schemeClr val="tx1"/>
          </a:solidFill>
          <a:latin typeface="+mn-lt"/>
          <a:ea typeface="+mn-ea"/>
          <a:cs typeface="+mn-cs"/>
        </a:defRPr>
      </a:lvl1pPr>
      <a:lvl2pPr marL="371475" algn="l" defTabSz="742950" rtl="0" eaLnBrk="1" latinLnBrk="0" hangingPunct="1">
        <a:defRPr sz="1463" kern="1200">
          <a:solidFill>
            <a:schemeClr val="tx1"/>
          </a:solidFill>
          <a:latin typeface="+mn-lt"/>
          <a:ea typeface="+mn-ea"/>
          <a:cs typeface="+mn-cs"/>
        </a:defRPr>
      </a:lvl2pPr>
      <a:lvl3pPr marL="742950" algn="l" defTabSz="742950" rtl="0" eaLnBrk="1" latinLnBrk="0" hangingPunct="1">
        <a:defRPr sz="1463" kern="1200">
          <a:solidFill>
            <a:schemeClr val="tx1"/>
          </a:solidFill>
          <a:latin typeface="+mn-lt"/>
          <a:ea typeface="+mn-ea"/>
          <a:cs typeface="+mn-cs"/>
        </a:defRPr>
      </a:lvl3pPr>
      <a:lvl4pPr marL="1114425" algn="l" defTabSz="742950" rtl="0" eaLnBrk="1" latinLnBrk="0" hangingPunct="1">
        <a:defRPr sz="1463" kern="1200">
          <a:solidFill>
            <a:schemeClr val="tx1"/>
          </a:solidFill>
          <a:latin typeface="+mn-lt"/>
          <a:ea typeface="+mn-ea"/>
          <a:cs typeface="+mn-cs"/>
        </a:defRPr>
      </a:lvl4pPr>
      <a:lvl5pPr marL="1485900" algn="l" defTabSz="742950" rtl="0" eaLnBrk="1" latinLnBrk="0" hangingPunct="1">
        <a:defRPr sz="1463" kern="1200">
          <a:solidFill>
            <a:schemeClr val="tx1"/>
          </a:solidFill>
          <a:latin typeface="+mn-lt"/>
          <a:ea typeface="+mn-ea"/>
          <a:cs typeface="+mn-cs"/>
        </a:defRPr>
      </a:lvl5pPr>
      <a:lvl6pPr marL="1857375" algn="l" defTabSz="742950" rtl="0" eaLnBrk="1" latinLnBrk="0" hangingPunct="1">
        <a:defRPr sz="1463" kern="1200">
          <a:solidFill>
            <a:schemeClr val="tx1"/>
          </a:solidFill>
          <a:latin typeface="+mn-lt"/>
          <a:ea typeface="+mn-ea"/>
          <a:cs typeface="+mn-cs"/>
        </a:defRPr>
      </a:lvl6pPr>
      <a:lvl7pPr marL="2228850" algn="l" defTabSz="742950" rtl="0" eaLnBrk="1" latinLnBrk="0" hangingPunct="1">
        <a:defRPr sz="1463" kern="1200">
          <a:solidFill>
            <a:schemeClr val="tx1"/>
          </a:solidFill>
          <a:latin typeface="+mn-lt"/>
          <a:ea typeface="+mn-ea"/>
          <a:cs typeface="+mn-cs"/>
        </a:defRPr>
      </a:lvl7pPr>
      <a:lvl8pPr marL="2600325" algn="l" defTabSz="742950" rtl="0" eaLnBrk="1" latinLnBrk="0" hangingPunct="1">
        <a:defRPr sz="1463" kern="1200">
          <a:solidFill>
            <a:schemeClr val="tx1"/>
          </a:solidFill>
          <a:latin typeface="+mn-lt"/>
          <a:ea typeface="+mn-ea"/>
          <a:cs typeface="+mn-cs"/>
        </a:defRPr>
      </a:lvl8pPr>
      <a:lvl9pPr marL="2971800" algn="l" defTabSz="742950" rtl="0" eaLnBrk="1" latinLnBrk="0" hangingPunct="1">
        <a:defRPr sz="146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4.xml"/><Relationship Id="rId1" Type="http://schemas.openxmlformats.org/officeDocument/2006/relationships/vmlDrawing" Target="../drawings/vmlDrawing1.vml"/><Relationship Id="rId5" Type="http://schemas.openxmlformats.org/officeDocument/2006/relationships/image" Target="../media/image10.emf"/><Relationship Id="rId4" Type="http://schemas.openxmlformats.org/officeDocument/2006/relationships/package" Target="../embeddings/Microsoft_Excel_Worksheet.xlsx"/></Relationships>
</file>

<file path=ppt/slides/_rels/slide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9.xml"/><Relationship Id="rId1" Type="http://schemas.openxmlformats.org/officeDocument/2006/relationships/vmlDrawing" Target="../drawings/vmlDrawing2.vml"/><Relationship Id="rId5" Type="http://schemas.openxmlformats.org/officeDocument/2006/relationships/image" Target="../media/image12.emf"/><Relationship Id="rId4" Type="http://schemas.openxmlformats.org/officeDocument/2006/relationships/package" Target="../embeddings/Microsoft_Excel_Worksheet1.xlsx"/></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43ABC-9A46-4327-BF74-FE0C643DC4CF}"/>
              </a:ext>
            </a:extLst>
          </p:cNvPr>
          <p:cNvSpPr>
            <a:spLocks noGrp="1"/>
          </p:cNvSpPr>
          <p:nvPr>
            <p:ph type="ctrTitle"/>
          </p:nvPr>
        </p:nvSpPr>
        <p:spPr>
          <a:xfrm>
            <a:off x="669535" y="2271472"/>
            <a:ext cx="7240504" cy="1393031"/>
          </a:xfrm>
        </p:spPr>
        <p:txBody>
          <a:bodyPr>
            <a:normAutofit fontScale="90000"/>
          </a:bodyPr>
          <a:lstStyle/>
          <a:p>
            <a:pPr algn="l"/>
            <a:r>
              <a:rPr lang="en-US" noProof="0" dirty="0"/>
              <a:t>Research Computing Update</a:t>
            </a:r>
          </a:p>
        </p:txBody>
      </p:sp>
      <p:sp>
        <p:nvSpPr>
          <p:cNvPr id="3" name="Subtitle 2">
            <a:extLst>
              <a:ext uri="{FF2B5EF4-FFF2-40B4-BE49-F238E27FC236}">
                <a16:creationId xmlns:a16="http://schemas.microsoft.com/office/drawing/2014/main" id="{C0FC7021-FB77-4D35-AE1D-A857D1A422CD}"/>
              </a:ext>
            </a:extLst>
          </p:cNvPr>
          <p:cNvSpPr>
            <a:spLocks noGrp="1"/>
          </p:cNvSpPr>
          <p:nvPr>
            <p:ph type="subTitle" idx="1"/>
          </p:nvPr>
        </p:nvSpPr>
        <p:spPr>
          <a:xfrm>
            <a:off x="669535" y="3695460"/>
            <a:ext cx="7240504" cy="1013817"/>
          </a:xfrm>
        </p:spPr>
        <p:txBody>
          <a:bodyPr/>
          <a:lstStyle/>
          <a:p>
            <a:pPr algn="l"/>
            <a:r>
              <a:rPr lang="en-US" dirty="0"/>
              <a:t>May</a:t>
            </a:r>
            <a:r>
              <a:rPr lang="en-US" noProof="0" dirty="0"/>
              <a:t> 2021</a:t>
            </a:r>
          </a:p>
        </p:txBody>
      </p:sp>
      <p:sp>
        <p:nvSpPr>
          <p:cNvPr id="4" name="Text Placeholder 3">
            <a:extLst>
              <a:ext uri="{FF2B5EF4-FFF2-40B4-BE49-F238E27FC236}">
                <a16:creationId xmlns:a16="http://schemas.microsoft.com/office/drawing/2014/main" id="{4D96F05C-E8E5-40A0-96E2-70DA59031E10}"/>
              </a:ext>
            </a:extLst>
          </p:cNvPr>
          <p:cNvSpPr>
            <a:spLocks noGrp="1"/>
          </p:cNvSpPr>
          <p:nvPr>
            <p:ph type="body" sz="quarter" idx="10"/>
          </p:nvPr>
        </p:nvSpPr>
        <p:spPr>
          <a:xfrm>
            <a:off x="669535" y="5103968"/>
            <a:ext cx="5468259" cy="255389"/>
          </a:xfrm>
        </p:spPr>
        <p:txBody>
          <a:bodyPr/>
          <a:lstStyle/>
          <a:p>
            <a:pPr algn="l"/>
            <a:endParaRPr lang="en-US" noProof="0" dirty="0"/>
          </a:p>
        </p:txBody>
      </p:sp>
    </p:spTree>
    <p:extLst>
      <p:ext uri="{BB962C8B-B14F-4D97-AF65-F5344CB8AC3E}">
        <p14:creationId xmlns:p14="http://schemas.microsoft.com/office/powerpoint/2010/main" val="31986395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AE0E4-85DE-4F16-91DA-63A23F739F1F}"/>
              </a:ext>
            </a:extLst>
          </p:cNvPr>
          <p:cNvSpPr>
            <a:spLocks noGrp="1"/>
          </p:cNvSpPr>
          <p:nvPr>
            <p:ph type="title"/>
          </p:nvPr>
        </p:nvSpPr>
        <p:spPr>
          <a:xfrm>
            <a:off x="898297" y="871952"/>
            <a:ext cx="3397449" cy="609876"/>
          </a:xfrm>
        </p:spPr>
        <p:txBody>
          <a:bodyPr>
            <a:normAutofit/>
          </a:bodyPr>
          <a:lstStyle/>
          <a:p>
            <a:r>
              <a:rPr lang="en-US" noProof="0" dirty="0"/>
              <a:t>HPC Resources</a:t>
            </a:r>
          </a:p>
        </p:txBody>
      </p:sp>
      <p:sp>
        <p:nvSpPr>
          <p:cNvPr id="3" name="Content Placeholder 2">
            <a:extLst>
              <a:ext uri="{FF2B5EF4-FFF2-40B4-BE49-F238E27FC236}">
                <a16:creationId xmlns:a16="http://schemas.microsoft.com/office/drawing/2014/main" id="{C194C429-305C-4CC4-9AAC-45E533DB8CCF}"/>
              </a:ext>
            </a:extLst>
          </p:cNvPr>
          <p:cNvSpPr>
            <a:spLocks noGrp="1"/>
          </p:cNvSpPr>
          <p:nvPr>
            <p:ph idx="1"/>
          </p:nvPr>
        </p:nvSpPr>
        <p:spPr>
          <a:xfrm>
            <a:off x="898297" y="1567544"/>
            <a:ext cx="8388577" cy="5104562"/>
          </a:xfrm>
        </p:spPr>
        <p:txBody>
          <a:bodyPr>
            <a:normAutofit lnSpcReduction="10000"/>
          </a:bodyPr>
          <a:lstStyle/>
          <a:p>
            <a:r>
              <a:rPr lang="en-US" sz="2400" dirty="0"/>
              <a:t>New HPC Procurement via ANKABUT</a:t>
            </a:r>
          </a:p>
          <a:p>
            <a:pPr lvl="1"/>
            <a:r>
              <a:rPr lang="en-US" sz="2400" dirty="0"/>
              <a:t>Created identity management system and in process of integrating it with cluster software. </a:t>
            </a:r>
          </a:p>
          <a:p>
            <a:pPr lvl="1"/>
            <a:r>
              <a:rPr lang="en-US" sz="2400" dirty="0"/>
              <a:t>This has caused more delays to launch</a:t>
            </a:r>
          </a:p>
          <a:p>
            <a:r>
              <a:rPr lang="en-US" sz="2400" dirty="0"/>
              <a:t>Masdar </a:t>
            </a:r>
            <a:r>
              <a:rPr lang="en-US" sz="2400" dirty="0" err="1"/>
              <a:t>Datacentre</a:t>
            </a:r>
            <a:r>
              <a:rPr lang="en-US" sz="2400" dirty="0"/>
              <a:t> resources HPC Cluster</a:t>
            </a:r>
          </a:p>
          <a:p>
            <a:pPr lvl="1"/>
            <a:r>
              <a:rPr lang="en-US" sz="2400" dirty="0"/>
              <a:t>Big push to vacate Masdar </a:t>
            </a:r>
            <a:r>
              <a:rPr lang="en-US" sz="2400" dirty="0" err="1"/>
              <a:t>Datacentre</a:t>
            </a:r>
            <a:r>
              <a:rPr lang="en-US" sz="2400" dirty="0"/>
              <a:t>, indications are that this will happen in late June or early July.</a:t>
            </a:r>
          </a:p>
          <a:p>
            <a:pPr lvl="1"/>
            <a:r>
              <a:rPr lang="en-US" sz="2400" dirty="0"/>
              <a:t>Continuing to work with IT/</a:t>
            </a:r>
            <a:r>
              <a:rPr lang="en-US" sz="2400" dirty="0" err="1"/>
              <a:t>Ankabut</a:t>
            </a:r>
            <a:r>
              <a:rPr lang="en-US" sz="2400" dirty="0"/>
              <a:t> to vacate as soon as possible</a:t>
            </a:r>
          </a:p>
          <a:p>
            <a:r>
              <a:rPr lang="en-US" sz="2400" dirty="0"/>
              <a:t>SAN HPC Cluster</a:t>
            </a:r>
          </a:p>
          <a:p>
            <a:pPr lvl="1"/>
            <a:r>
              <a:rPr lang="en-US" sz="2400" dirty="0" err="1"/>
              <a:t>Continueing</a:t>
            </a:r>
            <a:r>
              <a:rPr lang="en-US" sz="2400" dirty="0"/>
              <a:t> to provide KU researches access to cluster, though we expect to shutdown access soon.</a:t>
            </a:r>
          </a:p>
          <a:p>
            <a:pPr lvl="1"/>
            <a:r>
              <a:rPr lang="en-US" sz="2400" dirty="0"/>
              <a:t>In process of transferring research and HPC data from ADRIC </a:t>
            </a:r>
            <a:r>
              <a:rPr lang="en-US" sz="2400" dirty="0" err="1"/>
              <a:t>datacentre</a:t>
            </a:r>
            <a:r>
              <a:rPr lang="en-US" sz="2400" dirty="0"/>
              <a:t>.</a:t>
            </a:r>
          </a:p>
        </p:txBody>
      </p:sp>
      <p:sp>
        <p:nvSpPr>
          <p:cNvPr id="6" name="Slide Number Placeholder 5">
            <a:extLst>
              <a:ext uri="{FF2B5EF4-FFF2-40B4-BE49-F238E27FC236}">
                <a16:creationId xmlns:a16="http://schemas.microsoft.com/office/drawing/2014/main" id="{5E918707-6809-45DB-87A9-B541AB553D1C}"/>
              </a:ext>
            </a:extLst>
          </p:cNvPr>
          <p:cNvSpPr>
            <a:spLocks noGrp="1"/>
          </p:cNvSpPr>
          <p:nvPr>
            <p:ph type="sldNum" sz="quarter" idx="12"/>
          </p:nvPr>
        </p:nvSpPr>
        <p:spPr/>
        <p:txBody>
          <a:bodyPr/>
          <a:lstStyle/>
          <a:p>
            <a:fld id="{1E68DD1B-5CD8-424B-8173-19E182143E0A}" type="slidenum">
              <a:rPr lang="en-US" smtClean="0"/>
              <a:pPr/>
              <a:t>2</a:t>
            </a:fld>
            <a:endParaRPr lang="en-US"/>
          </a:p>
        </p:txBody>
      </p:sp>
    </p:spTree>
    <p:extLst>
      <p:ext uri="{BB962C8B-B14F-4D97-AF65-F5344CB8AC3E}">
        <p14:creationId xmlns:p14="http://schemas.microsoft.com/office/powerpoint/2010/main" val="5372526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AF31104-3D8A-0B44-9CC2-F61A30B4AF0B}"/>
              </a:ext>
            </a:extLst>
          </p:cNvPr>
          <p:cNvSpPr>
            <a:spLocks noGrp="1"/>
          </p:cNvSpPr>
          <p:nvPr>
            <p:ph type="title"/>
          </p:nvPr>
        </p:nvSpPr>
        <p:spPr/>
        <p:txBody>
          <a:bodyPr/>
          <a:lstStyle/>
          <a:p>
            <a:r>
              <a:rPr lang="en-US" dirty="0"/>
              <a:t>Resource Utilization</a:t>
            </a:r>
          </a:p>
        </p:txBody>
      </p:sp>
      <p:sp>
        <p:nvSpPr>
          <p:cNvPr id="4" name="Date Placeholder 3">
            <a:extLst>
              <a:ext uri="{FF2B5EF4-FFF2-40B4-BE49-F238E27FC236}">
                <a16:creationId xmlns:a16="http://schemas.microsoft.com/office/drawing/2014/main" id="{A69D9926-E230-B042-AAAC-E240A106E2A2}"/>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F378F346-C148-3D45-B589-43294848291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1340B75F-FBEC-2A43-82EA-CF34228987A8}"/>
              </a:ext>
            </a:extLst>
          </p:cNvPr>
          <p:cNvSpPr>
            <a:spLocks noGrp="1"/>
          </p:cNvSpPr>
          <p:nvPr>
            <p:ph type="sldNum" sz="quarter" idx="12"/>
          </p:nvPr>
        </p:nvSpPr>
        <p:spPr/>
        <p:txBody>
          <a:bodyPr/>
          <a:lstStyle/>
          <a:p>
            <a:fld id="{1E68DD1B-5CD8-424B-8173-19E182143E0A}" type="slidenum">
              <a:rPr lang="en-US" smtClean="0"/>
              <a:t>3</a:t>
            </a:fld>
            <a:endParaRPr lang="en-US"/>
          </a:p>
        </p:txBody>
      </p:sp>
    </p:spTree>
    <p:extLst>
      <p:ext uri="{BB962C8B-B14F-4D97-AF65-F5344CB8AC3E}">
        <p14:creationId xmlns:p14="http://schemas.microsoft.com/office/powerpoint/2010/main" val="2679952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C2B18CD-314B-E342-B3B4-7614009BEBC5}"/>
              </a:ext>
            </a:extLst>
          </p:cNvPr>
          <p:cNvSpPr>
            <a:spLocks noGrp="1"/>
          </p:cNvSpPr>
          <p:nvPr>
            <p:ph type="title"/>
          </p:nvPr>
        </p:nvSpPr>
        <p:spPr/>
        <p:txBody>
          <a:bodyPr/>
          <a:lstStyle/>
          <a:p>
            <a:r>
              <a:rPr lang="en-US" dirty="0"/>
              <a:t>KU Cluster core distribution</a:t>
            </a:r>
          </a:p>
        </p:txBody>
      </p:sp>
      <p:sp>
        <p:nvSpPr>
          <p:cNvPr id="6" name="Slide Number Placeholder 5">
            <a:extLst>
              <a:ext uri="{FF2B5EF4-FFF2-40B4-BE49-F238E27FC236}">
                <a16:creationId xmlns:a16="http://schemas.microsoft.com/office/drawing/2014/main" id="{FC26E497-6E76-9A43-9B29-13DEE3536AD1}"/>
              </a:ext>
            </a:extLst>
          </p:cNvPr>
          <p:cNvSpPr>
            <a:spLocks noGrp="1"/>
          </p:cNvSpPr>
          <p:nvPr>
            <p:ph type="sldNum" sz="quarter" idx="12"/>
          </p:nvPr>
        </p:nvSpPr>
        <p:spPr/>
        <p:txBody>
          <a:bodyPr/>
          <a:lstStyle/>
          <a:p>
            <a:fld id="{1E68DD1B-5CD8-424B-8173-19E182143E0A}" type="slidenum">
              <a:rPr lang="en-US" smtClean="0"/>
              <a:t>4</a:t>
            </a:fld>
            <a:endParaRPr lang="en-US"/>
          </a:p>
        </p:txBody>
      </p:sp>
      <p:graphicFrame>
        <p:nvGraphicFramePr>
          <p:cNvPr id="10" name="Content Placeholder 9">
            <a:extLst>
              <a:ext uri="{FF2B5EF4-FFF2-40B4-BE49-F238E27FC236}">
                <a16:creationId xmlns:a16="http://schemas.microsoft.com/office/drawing/2014/main" id="{F7222D7C-BAC1-C443-B54C-AF8CEA06189B}"/>
              </a:ext>
            </a:extLst>
          </p:cNvPr>
          <p:cNvGraphicFramePr>
            <a:graphicFrameLocks noGrp="1"/>
          </p:cNvGraphicFramePr>
          <p:nvPr>
            <p:ph idx="1"/>
          </p:nvPr>
        </p:nvGraphicFramePr>
        <p:xfrm>
          <a:off x="760413" y="1503363"/>
          <a:ext cx="8521700" cy="481171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981546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D1C281-C1D6-544F-93FE-1B8992782BF6}"/>
              </a:ext>
            </a:extLst>
          </p:cNvPr>
          <p:cNvSpPr>
            <a:spLocks noGrp="1"/>
          </p:cNvSpPr>
          <p:nvPr>
            <p:ph type="sldNum" sz="quarter" idx="12"/>
          </p:nvPr>
        </p:nvSpPr>
        <p:spPr/>
        <p:txBody>
          <a:bodyPr/>
          <a:lstStyle/>
          <a:p>
            <a:fld id="{1E68DD1B-5CD8-424B-8173-19E182143E0A}" type="slidenum">
              <a:rPr lang="en-US" smtClean="0"/>
              <a:pPr/>
              <a:t>5</a:t>
            </a:fld>
            <a:endParaRPr lang="en-US"/>
          </a:p>
        </p:txBody>
      </p:sp>
      <p:pic>
        <p:nvPicPr>
          <p:cNvPr id="4" name="Picture 3">
            <a:extLst>
              <a:ext uri="{FF2B5EF4-FFF2-40B4-BE49-F238E27FC236}">
                <a16:creationId xmlns:a16="http://schemas.microsoft.com/office/drawing/2014/main" id="{071C7F44-05CF-CD45-925C-A41D222EF6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43570"/>
            <a:ext cx="9906000" cy="5170859"/>
          </a:xfrm>
          <a:prstGeom prst="rect">
            <a:avLst/>
          </a:prstGeom>
        </p:spPr>
      </p:pic>
    </p:spTree>
    <p:extLst>
      <p:ext uri="{BB962C8B-B14F-4D97-AF65-F5344CB8AC3E}">
        <p14:creationId xmlns:p14="http://schemas.microsoft.com/office/powerpoint/2010/main" val="2637941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D1C281-C1D6-544F-93FE-1B8992782BF6}"/>
              </a:ext>
            </a:extLst>
          </p:cNvPr>
          <p:cNvSpPr>
            <a:spLocks noGrp="1"/>
          </p:cNvSpPr>
          <p:nvPr>
            <p:ph type="sldNum" sz="quarter" idx="12"/>
          </p:nvPr>
        </p:nvSpPr>
        <p:spPr/>
        <p:txBody>
          <a:bodyPr/>
          <a:lstStyle/>
          <a:p>
            <a:fld id="{1E68DD1B-5CD8-424B-8173-19E182143E0A}" type="slidenum">
              <a:rPr lang="en-US" smtClean="0"/>
              <a:pPr/>
              <a:t>6</a:t>
            </a:fld>
            <a:endParaRPr lang="en-US"/>
          </a:p>
        </p:txBody>
      </p:sp>
      <p:pic>
        <p:nvPicPr>
          <p:cNvPr id="3" name="Picture 2">
            <a:extLst>
              <a:ext uri="{FF2B5EF4-FFF2-40B4-BE49-F238E27FC236}">
                <a16:creationId xmlns:a16="http://schemas.microsoft.com/office/drawing/2014/main" id="{A180BD4D-9E7E-B34A-B807-DF0AC99083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55741"/>
            <a:ext cx="9906000" cy="5146517"/>
          </a:xfrm>
          <a:prstGeom prst="rect">
            <a:avLst/>
          </a:prstGeom>
        </p:spPr>
      </p:pic>
    </p:spTree>
    <p:extLst>
      <p:ext uri="{BB962C8B-B14F-4D97-AF65-F5344CB8AC3E}">
        <p14:creationId xmlns:p14="http://schemas.microsoft.com/office/powerpoint/2010/main" val="1999662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D1C281-C1D6-544F-93FE-1B8992782BF6}"/>
              </a:ext>
            </a:extLst>
          </p:cNvPr>
          <p:cNvSpPr>
            <a:spLocks noGrp="1"/>
          </p:cNvSpPr>
          <p:nvPr>
            <p:ph type="sldNum" sz="quarter" idx="12"/>
          </p:nvPr>
        </p:nvSpPr>
        <p:spPr/>
        <p:txBody>
          <a:bodyPr/>
          <a:lstStyle/>
          <a:p>
            <a:fld id="{1E68DD1B-5CD8-424B-8173-19E182143E0A}" type="slidenum">
              <a:rPr lang="en-US" smtClean="0"/>
              <a:pPr/>
              <a:t>7</a:t>
            </a:fld>
            <a:endParaRPr lang="en-US"/>
          </a:p>
        </p:txBody>
      </p:sp>
      <p:pic>
        <p:nvPicPr>
          <p:cNvPr id="4" name="Picture 3">
            <a:extLst>
              <a:ext uri="{FF2B5EF4-FFF2-40B4-BE49-F238E27FC236}">
                <a16:creationId xmlns:a16="http://schemas.microsoft.com/office/drawing/2014/main" id="{97A25AF7-4DF2-0A44-842F-02C6E50CCC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53126"/>
            <a:ext cx="9906000" cy="5151748"/>
          </a:xfrm>
          <a:prstGeom prst="rect">
            <a:avLst/>
          </a:prstGeom>
        </p:spPr>
      </p:pic>
    </p:spTree>
    <p:extLst>
      <p:ext uri="{BB962C8B-B14F-4D97-AF65-F5344CB8AC3E}">
        <p14:creationId xmlns:p14="http://schemas.microsoft.com/office/powerpoint/2010/main" val="41390989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9381500-920A-9240-8423-D6601A796116}"/>
              </a:ext>
            </a:extLst>
          </p:cNvPr>
          <p:cNvSpPr>
            <a:spLocks noGrp="1"/>
          </p:cNvSpPr>
          <p:nvPr>
            <p:ph type="sldNum" sz="quarter" idx="12"/>
          </p:nvPr>
        </p:nvSpPr>
        <p:spPr/>
        <p:txBody>
          <a:bodyPr/>
          <a:lstStyle/>
          <a:p>
            <a:fld id="{1E68DD1B-5CD8-424B-8173-19E182143E0A}" type="slidenum">
              <a:rPr lang="en-US" smtClean="0"/>
              <a:t>8</a:t>
            </a:fld>
            <a:endParaRPr lang="en-US"/>
          </a:p>
        </p:txBody>
      </p:sp>
      <p:sp>
        <p:nvSpPr>
          <p:cNvPr id="6" name="TextBox 5">
            <a:extLst>
              <a:ext uri="{FF2B5EF4-FFF2-40B4-BE49-F238E27FC236}">
                <a16:creationId xmlns:a16="http://schemas.microsoft.com/office/drawing/2014/main" id="{D095D356-119E-BF46-9F72-A9AC75C905C0}"/>
              </a:ext>
            </a:extLst>
          </p:cNvPr>
          <p:cNvSpPr txBox="1"/>
          <p:nvPr/>
        </p:nvSpPr>
        <p:spPr>
          <a:xfrm>
            <a:off x="763458" y="540341"/>
            <a:ext cx="8705007" cy="715581"/>
          </a:xfrm>
          <a:prstGeom prst="rect">
            <a:avLst/>
          </a:prstGeom>
          <a:noFill/>
        </p:spPr>
        <p:txBody>
          <a:bodyPr wrap="square" lIns="0" tIns="0" rIns="0" bIns="0" rtlCol="0">
            <a:spAutoFit/>
          </a:bodyPr>
          <a:lstStyle/>
          <a:p>
            <a:pPr algn="l"/>
            <a:r>
              <a:rPr lang="en-US" sz="1850" dirty="0"/>
              <a:t>KU HPC  Group Utilization for May 2021.</a:t>
            </a:r>
          </a:p>
          <a:p>
            <a:pPr marL="742950" lvl="1" indent="-285750">
              <a:buFont typeface="Arial" panose="020B0604020202020204" pitchFamily="34" charset="0"/>
              <a:buChar char="•"/>
            </a:pPr>
            <a:r>
              <a:rPr lang="en-US" sz="1400" dirty="0"/>
              <a:t>Groups were created under PI names, some of which have left KU, though the group remains. There is no link directly between HPC accounts and HR data. That is being worked on for the new cluster.</a:t>
            </a:r>
          </a:p>
        </p:txBody>
      </p:sp>
      <p:graphicFrame>
        <p:nvGraphicFramePr>
          <p:cNvPr id="2" name="Object 1">
            <a:extLst>
              <a:ext uri="{FF2B5EF4-FFF2-40B4-BE49-F238E27FC236}">
                <a16:creationId xmlns:a16="http://schemas.microsoft.com/office/drawing/2014/main" id="{8AF7B2DC-2709-E445-8A40-FAE6C709F9BC}"/>
              </a:ext>
            </a:extLst>
          </p:cNvPr>
          <p:cNvGraphicFramePr>
            <a:graphicFrameLocks noChangeAspect="1"/>
          </p:cNvGraphicFramePr>
          <p:nvPr>
            <p:extLst>
              <p:ext uri="{D42A27DB-BD31-4B8C-83A1-F6EECF244321}">
                <p14:modId xmlns:p14="http://schemas.microsoft.com/office/powerpoint/2010/main" val="1903459251"/>
              </p:ext>
            </p:extLst>
          </p:nvPr>
        </p:nvGraphicFramePr>
        <p:xfrm>
          <a:off x="662210" y="1273420"/>
          <a:ext cx="8182497" cy="5192323"/>
        </p:xfrm>
        <a:graphic>
          <a:graphicData uri="http://schemas.openxmlformats.org/presentationml/2006/ole">
            <mc:AlternateContent xmlns:mc="http://schemas.openxmlformats.org/markup-compatibility/2006">
              <mc:Choice xmlns:v="urn:schemas-microsoft-com:vml" Requires="v">
                <p:oleObj spid="_x0000_s1100" name="Worksheet" r:id="rId4" imgW="9626600" imgH="6108700" progId="Excel.Sheet.12">
                  <p:embed/>
                </p:oleObj>
              </mc:Choice>
              <mc:Fallback>
                <p:oleObj name="Worksheet" r:id="rId4" imgW="9626600" imgH="6108700" progId="Excel.Sheet.12">
                  <p:embed/>
                  <p:pic>
                    <p:nvPicPr>
                      <p:cNvPr id="0" name=""/>
                      <p:cNvPicPr/>
                      <p:nvPr/>
                    </p:nvPicPr>
                    <p:blipFill>
                      <a:blip r:embed="rId5"/>
                      <a:stretch>
                        <a:fillRect/>
                      </a:stretch>
                    </p:blipFill>
                    <p:spPr>
                      <a:xfrm>
                        <a:off x="662210" y="1273420"/>
                        <a:ext cx="8182497" cy="5192323"/>
                      </a:xfrm>
                      <a:prstGeom prst="rect">
                        <a:avLst/>
                      </a:prstGeom>
                    </p:spPr>
                  </p:pic>
                </p:oleObj>
              </mc:Fallback>
            </mc:AlternateContent>
          </a:graphicData>
        </a:graphic>
      </p:graphicFrame>
    </p:spTree>
    <p:extLst>
      <p:ext uri="{BB962C8B-B14F-4D97-AF65-F5344CB8AC3E}">
        <p14:creationId xmlns:p14="http://schemas.microsoft.com/office/powerpoint/2010/main" val="3904714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C2B18CD-314B-E342-B3B4-7614009BEBC5}"/>
              </a:ext>
            </a:extLst>
          </p:cNvPr>
          <p:cNvSpPr>
            <a:spLocks noGrp="1"/>
          </p:cNvSpPr>
          <p:nvPr>
            <p:ph type="title"/>
          </p:nvPr>
        </p:nvSpPr>
        <p:spPr/>
        <p:txBody>
          <a:bodyPr/>
          <a:lstStyle/>
          <a:p>
            <a:r>
              <a:rPr lang="en-US" dirty="0"/>
              <a:t>PI Cluster core distribution</a:t>
            </a:r>
          </a:p>
        </p:txBody>
      </p:sp>
      <p:sp>
        <p:nvSpPr>
          <p:cNvPr id="6" name="Slide Number Placeholder 5">
            <a:extLst>
              <a:ext uri="{FF2B5EF4-FFF2-40B4-BE49-F238E27FC236}">
                <a16:creationId xmlns:a16="http://schemas.microsoft.com/office/drawing/2014/main" id="{FC26E497-6E76-9A43-9B29-13DEE3536AD1}"/>
              </a:ext>
            </a:extLst>
          </p:cNvPr>
          <p:cNvSpPr>
            <a:spLocks noGrp="1"/>
          </p:cNvSpPr>
          <p:nvPr>
            <p:ph type="sldNum" sz="quarter" idx="12"/>
          </p:nvPr>
        </p:nvSpPr>
        <p:spPr/>
        <p:txBody>
          <a:bodyPr/>
          <a:lstStyle/>
          <a:p>
            <a:fld id="{1E68DD1B-5CD8-424B-8173-19E182143E0A}" type="slidenum">
              <a:rPr lang="en-US" smtClean="0"/>
              <a:t>9</a:t>
            </a:fld>
            <a:endParaRPr lang="en-US"/>
          </a:p>
        </p:txBody>
      </p:sp>
      <p:graphicFrame>
        <p:nvGraphicFramePr>
          <p:cNvPr id="7" name="Content Placeholder 6">
            <a:extLst>
              <a:ext uri="{FF2B5EF4-FFF2-40B4-BE49-F238E27FC236}">
                <a16:creationId xmlns:a16="http://schemas.microsoft.com/office/drawing/2014/main" id="{B50C76DE-7CD8-CE4D-B768-A45CAEDDBC86}"/>
              </a:ext>
            </a:extLst>
          </p:cNvPr>
          <p:cNvGraphicFramePr>
            <a:graphicFrameLocks noGrp="1"/>
          </p:cNvGraphicFramePr>
          <p:nvPr>
            <p:ph idx="1"/>
          </p:nvPr>
        </p:nvGraphicFramePr>
        <p:xfrm>
          <a:off x="760413" y="1503363"/>
          <a:ext cx="8521700" cy="481171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147538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9381500-920A-9240-8423-D6601A796116}"/>
              </a:ext>
            </a:extLst>
          </p:cNvPr>
          <p:cNvSpPr>
            <a:spLocks noGrp="1"/>
          </p:cNvSpPr>
          <p:nvPr>
            <p:ph type="sldNum" sz="quarter" idx="12"/>
          </p:nvPr>
        </p:nvSpPr>
        <p:spPr/>
        <p:txBody>
          <a:bodyPr/>
          <a:lstStyle/>
          <a:p>
            <a:fld id="{1E68DD1B-5CD8-424B-8173-19E182143E0A}" type="slidenum">
              <a:rPr lang="en-US" smtClean="0"/>
              <a:t>10</a:t>
            </a:fld>
            <a:endParaRPr lang="en-US" dirty="0"/>
          </a:p>
        </p:txBody>
      </p:sp>
      <p:pic>
        <p:nvPicPr>
          <p:cNvPr id="3" name="Picture 2">
            <a:extLst>
              <a:ext uri="{FF2B5EF4-FFF2-40B4-BE49-F238E27FC236}">
                <a16:creationId xmlns:a16="http://schemas.microsoft.com/office/drawing/2014/main" id="{5E821CCC-2CFE-9741-A8A3-397FDBB698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73539"/>
            <a:ext cx="9906000" cy="5310921"/>
          </a:xfrm>
          <a:prstGeom prst="rect">
            <a:avLst/>
          </a:prstGeom>
        </p:spPr>
      </p:pic>
    </p:spTree>
    <p:extLst>
      <p:ext uri="{BB962C8B-B14F-4D97-AF65-F5344CB8AC3E}">
        <p14:creationId xmlns:p14="http://schemas.microsoft.com/office/powerpoint/2010/main" val="5756757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E918707-6809-45DB-87A9-B541AB553D1C}"/>
              </a:ext>
            </a:extLst>
          </p:cNvPr>
          <p:cNvSpPr>
            <a:spLocks noGrp="1"/>
          </p:cNvSpPr>
          <p:nvPr>
            <p:ph type="sldNum" sz="quarter" idx="12"/>
          </p:nvPr>
        </p:nvSpPr>
        <p:spPr/>
        <p:txBody>
          <a:bodyPr/>
          <a:lstStyle/>
          <a:p>
            <a:fld id="{1E68DD1B-5CD8-424B-8173-19E182143E0A}" type="slidenum">
              <a:rPr lang="en-US" smtClean="0"/>
              <a:pPr/>
              <a:t>11</a:t>
            </a:fld>
            <a:endParaRPr lang="en-US"/>
          </a:p>
        </p:txBody>
      </p:sp>
      <p:graphicFrame>
        <p:nvGraphicFramePr>
          <p:cNvPr id="10" name="Object 9">
            <a:extLst>
              <a:ext uri="{FF2B5EF4-FFF2-40B4-BE49-F238E27FC236}">
                <a16:creationId xmlns:a16="http://schemas.microsoft.com/office/drawing/2014/main" id="{5A9764EE-DC33-1C4B-BAAA-4235A24D773A}"/>
              </a:ext>
            </a:extLst>
          </p:cNvPr>
          <p:cNvGraphicFramePr>
            <a:graphicFrameLocks noChangeAspect="1"/>
          </p:cNvGraphicFramePr>
          <p:nvPr>
            <p:extLst>
              <p:ext uri="{D42A27DB-BD31-4B8C-83A1-F6EECF244321}">
                <p14:modId xmlns:p14="http://schemas.microsoft.com/office/powerpoint/2010/main" val="146262"/>
              </p:ext>
            </p:extLst>
          </p:nvPr>
        </p:nvGraphicFramePr>
        <p:xfrm>
          <a:off x="449944" y="569441"/>
          <a:ext cx="9252856" cy="6085357"/>
        </p:xfrm>
        <a:graphic>
          <a:graphicData uri="http://schemas.openxmlformats.org/presentationml/2006/ole">
            <mc:AlternateContent xmlns:mc="http://schemas.openxmlformats.org/markup-compatibility/2006">
              <mc:Choice xmlns:v="urn:schemas-microsoft-com:vml" Requires="v">
                <p:oleObj spid="_x0000_s2052" name="Worksheet" r:id="rId4" imgW="11531600" imgH="10566400" progId="Excel.Sheet.12">
                  <p:embed/>
                </p:oleObj>
              </mc:Choice>
              <mc:Fallback>
                <p:oleObj name="Worksheet" r:id="rId4" imgW="11531600" imgH="10566400" progId="Excel.Sheet.12">
                  <p:embed/>
                  <p:pic>
                    <p:nvPicPr>
                      <p:cNvPr id="0" name=""/>
                      <p:cNvPicPr/>
                      <p:nvPr/>
                    </p:nvPicPr>
                    <p:blipFill>
                      <a:blip r:embed="rId5"/>
                      <a:stretch>
                        <a:fillRect/>
                      </a:stretch>
                    </p:blipFill>
                    <p:spPr>
                      <a:xfrm>
                        <a:off x="449944" y="569441"/>
                        <a:ext cx="9252856" cy="6085357"/>
                      </a:xfrm>
                      <a:prstGeom prst="rect">
                        <a:avLst/>
                      </a:prstGeom>
                    </p:spPr>
                  </p:pic>
                </p:oleObj>
              </mc:Fallback>
            </mc:AlternateContent>
          </a:graphicData>
        </a:graphic>
      </p:graphicFrame>
      <p:sp>
        <p:nvSpPr>
          <p:cNvPr id="15" name="TextBox 14">
            <a:extLst>
              <a:ext uri="{FF2B5EF4-FFF2-40B4-BE49-F238E27FC236}">
                <a16:creationId xmlns:a16="http://schemas.microsoft.com/office/drawing/2014/main" id="{DB2C74D3-EBE6-0241-8DB0-87BF21200B4D}"/>
              </a:ext>
            </a:extLst>
          </p:cNvPr>
          <p:cNvSpPr txBox="1"/>
          <p:nvPr/>
        </p:nvSpPr>
        <p:spPr>
          <a:xfrm flipH="1">
            <a:off x="3512490" y="203201"/>
            <a:ext cx="2881020" cy="307777"/>
          </a:xfrm>
          <a:prstGeom prst="rect">
            <a:avLst/>
          </a:prstGeom>
          <a:noFill/>
        </p:spPr>
        <p:txBody>
          <a:bodyPr wrap="square" lIns="0" tIns="0" rIns="0" bIns="0" rtlCol="0">
            <a:spAutoFit/>
          </a:bodyPr>
          <a:lstStyle/>
          <a:p>
            <a:r>
              <a:rPr lang="en-US" sz="2000" dirty="0"/>
              <a:t>Status of KPI’s</a:t>
            </a:r>
            <a:endParaRPr lang="en-AE" sz="1850" dirty="0"/>
          </a:p>
        </p:txBody>
      </p:sp>
    </p:spTree>
    <p:extLst>
      <p:ext uri="{BB962C8B-B14F-4D97-AF65-F5344CB8AC3E}">
        <p14:creationId xmlns:p14="http://schemas.microsoft.com/office/powerpoint/2010/main" val="1499910277"/>
      </p:ext>
    </p:extLst>
  </p:cSld>
  <p:clrMapOvr>
    <a:masterClrMapping/>
  </p:clrMapOvr>
</p:sld>
</file>

<file path=ppt/theme/theme1.xml><?xml version="1.0" encoding="utf-8"?>
<a:theme xmlns:a="http://schemas.openxmlformats.org/drawingml/2006/main" name="KU Theme">
  <a:themeElements>
    <a:clrScheme name="KU">
      <a:dk1>
        <a:sysClr val="windowText" lastClr="000000"/>
      </a:dk1>
      <a:lt1>
        <a:sysClr val="window" lastClr="FFFFFF"/>
      </a:lt1>
      <a:dk2>
        <a:srgbClr val="0047BA"/>
      </a:dk2>
      <a:lt2>
        <a:srgbClr val="96969A"/>
      </a:lt2>
      <a:accent1>
        <a:srgbClr val="00CE7C"/>
      </a:accent1>
      <a:accent2>
        <a:srgbClr val="E53E51"/>
      </a:accent2>
      <a:accent3>
        <a:srgbClr val="84DADE"/>
      </a:accent3>
      <a:accent4>
        <a:srgbClr val="4C3041"/>
      </a:accent4>
      <a:accent5>
        <a:srgbClr val="F5CE3E"/>
      </a:accent5>
      <a:accent6>
        <a:srgbClr val="D0CFCD"/>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850" smtClean="0"/>
        </a:defPPr>
      </a:lstStyle>
    </a:txDef>
  </a:objectDefaults>
  <a:extraClrSchemeLst/>
  <a:extLst>
    <a:ext uri="{05A4C25C-085E-4340-85A3-A5531E510DB2}">
      <thm15:themeFamily xmlns:thm15="http://schemas.microsoft.com/office/thememl/2012/main" name="KU_presentation_template_v03_dureid" id="{E5C0B40D-4810-4141-950B-63592BF28D0C}" vid="{E0DD810D-9114-6044-9274-3619F9170DC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13332</TotalTime>
  <Words>257</Words>
  <Application>Microsoft Macintosh PowerPoint</Application>
  <PresentationFormat>A4 Paper (210x297 mm)</PresentationFormat>
  <Paragraphs>51</Paragraphs>
  <Slides>11</Slides>
  <Notes>8</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2</vt:i4>
      </vt:variant>
      <vt:variant>
        <vt:lpstr>Slide Titles</vt:lpstr>
      </vt:variant>
      <vt:variant>
        <vt:i4>11</vt:i4>
      </vt:variant>
    </vt:vector>
  </HeadingPairs>
  <TitlesOfParts>
    <vt:vector size="16" baseType="lpstr">
      <vt:lpstr>Arial</vt:lpstr>
      <vt:lpstr>Calibri</vt:lpstr>
      <vt:lpstr>KU Theme</vt:lpstr>
      <vt:lpstr>Worksheet</vt:lpstr>
      <vt:lpstr>Microsoft Excel Worksheet</vt:lpstr>
      <vt:lpstr>Research Computing Update</vt:lpstr>
      <vt:lpstr>HPC Resources</vt:lpstr>
      <vt:lpstr>Resource Utilization</vt:lpstr>
      <vt:lpstr>KU Cluster core distribution</vt:lpstr>
      <vt:lpstr>PowerPoint Presentation</vt:lpstr>
      <vt:lpstr>PowerPoint Presentation</vt:lpstr>
      <vt:lpstr>PowerPoint Presentation</vt:lpstr>
      <vt:lpstr>PowerPoint Presentation</vt:lpstr>
      <vt:lpstr>PI Cluster core distribution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Computing Update</dc:title>
  <dc:creator>Dureid El Moghraby</dc:creator>
  <cp:lastModifiedBy>Dureid El Moghraby</cp:lastModifiedBy>
  <cp:revision>30</cp:revision>
  <dcterms:created xsi:type="dcterms:W3CDTF">2020-11-15T07:17:18Z</dcterms:created>
  <dcterms:modified xsi:type="dcterms:W3CDTF">2021-09-14T08:32:27Z</dcterms:modified>
</cp:coreProperties>
</file>