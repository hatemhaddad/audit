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61" r:id="rId3"/>
    <p:sldId id="292" r:id="rId4"/>
    <p:sldId id="283" r:id="rId5"/>
    <p:sldId id="284" r:id="rId6"/>
    <p:sldId id="297" r:id="rId7"/>
    <p:sldId id="298" r:id="rId8"/>
    <p:sldId id="289" r:id="rId9"/>
    <p:sldId id="286" r:id="rId10"/>
    <p:sldId id="287" r:id="rId11"/>
    <p:sldId id="293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86211" autoAdjust="0"/>
  </p:normalViewPr>
  <p:slideViewPr>
    <p:cSldViewPr snapToGrid="0" showGuides="1">
      <p:cViewPr varScale="1">
        <p:scale>
          <a:sx n="130" d="100"/>
          <a:sy n="130" d="100"/>
        </p:scale>
        <p:origin x="2208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1/7/21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December</a:t>
            </a:r>
            <a:r>
              <a:rPr lang="en-US" noProof="0" dirty="0"/>
              <a:t>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Hardware has been delivered and processed in time!</a:t>
            </a:r>
          </a:p>
          <a:p>
            <a:pPr lvl="1"/>
            <a:r>
              <a:rPr lang="en-US" sz="2400" dirty="0"/>
              <a:t>Will start planning and deployment in January 2021</a:t>
            </a:r>
          </a:p>
          <a:p>
            <a:pPr lvl="1"/>
            <a:r>
              <a:rPr lang="en-US" sz="2400" dirty="0"/>
              <a:t>HPC service planned to be up and running by early 2021</a:t>
            </a:r>
          </a:p>
          <a:p>
            <a:endParaRPr lang="en-US" sz="2400" dirty="0"/>
          </a:p>
          <a:p>
            <a:r>
              <a:rPr lang="en-US" sz="2400" dirty="0"/>
              <a:t>SAN HPC Cluster</a:t>
            </a:r>
          </a:p>
          <a:p>
            <a:pPr lvl="1"/>
            <a:r>
              <a:rPr lang="en-US" sz="2400" dirty="0"/>
              <a:t>SAN HPC cluster to be decommissioned by end of January 2021</a:t>
            </a:r>
          </a:p>
          <a:p>
            <a:pPr lvl="1"/>
            <a:r>
              <a:rPr lang="en-US" sz="2400" dirty="0"/>
              <a:t>Continuing with planning the migration of data</a:t>
            </a:r>
          </a:p>
          <a:p>
            <a:pPr lvl="1"/>
            <a:r>
              <a:rPr lang="en-US" sz="2400" dirty="0"/>
              <a:t>On-site Dell engineer will be leaving first week of January 2021, as contract is finished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71C997C4-0854-614D-BC04-BE5502573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1688"/>
            <a:ext cx="9906000" cy="4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DF8CCC3C-EE15-B34C-83ED-7328AF720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1601"/>
            <a:ext cx="9906000" cy="47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3D902669-E9D6-E74E-901A-FD4A0A2C7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8720"/>
            <a:ext cx="9906000" cy="47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715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December 2020.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Note that do not yet keep track of applications used automatically. This is a work in progress, and will be added to future reports.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4115FDE-C7DE-5045-A235-41D3CBD98C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883966"/>
              </p:ext>
            </p:extLst>
          </p:nvPr>
        </p:nvGraphicFramePr>
        <p:xfrm>
          <a:off x="1052051" y="1681743"/>
          <a:ext cx="7430934" cy="445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Worksheet" r:id="rId4" imgW="8928100" imgH="5346700" progId="Excel.Sheet.12">
                  <p:embed/>
                </p:oleObj>
              </mc:Choice>
              <mc:Fallback>
                <p:oleObj name="Worksheet" r:id="rId4" imgW="8928100" imgH="5346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2051" y="1681743"/>
                        <a:ext cx="7430934" cy="4450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E2358BDE-7E49-3346-808C-B0496B641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3257"/>
            <a:ext cx="9906000" cy="481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E20592C-AB0D-A643-8234-6534F1AF3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375732"/>
              </p:ext>
            </p:extLst>
          </p:nvPr>
        </p:nvGraphicFramePr>
        <p:xfrm>
          <a:off x="160944" y="1012723"/>
          <a:ext cx="9694544" cy="5642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Worksheet" r:id="rId3" imgW="15290800" imgH="7708900" progId="Excel.Sheet.12">
                  <p:embed/>
                </p:oleObj>
              </mc:Choice>
              <mc:Fallback>
                <p:oleObj name="Worksheet" r:id="rId3" imgW="15290800" imgH="7708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944" y="1012723"/>
                        <a:ext cx="9694544" cy="5642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215</Words>
  <Application>Microsoft Macintosh PowerPoint</Application>
  <PresentationFormat>A4 Paper (210x297 mm)</PresentationFormat>
  <Paragraphs>49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13</cp:revision>
  <dcterms:created xsi:type="dcterms:W3CDTF">2020-11-15T07:17:18Z</dcterms:created>
  <dcterms:modified xsi:type="dcterms:W3CDTF">2021-01-07T09:26:50Z</dcterms:modified>
</cp:coreProperties>
</file>