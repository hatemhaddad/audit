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1" r:id="rId2"/>
    <p:sldId id="261" r:id="rId3"/>
    <p:sldId id="287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DF55"/>
    <a:srgbClr val="F74242"/>
    <a:srgbClr val="95D651"/>
    <a:srgbClr val="0047BA"/>
    <a:srgbClr val="000000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88" d="100"/>
          <a:sy n="88" d="100"/>
        </p:scale>
        <p:origin x="384" y="62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4230" y="2004060"/>
            <a:ext cx="9781540" cy="1714500"/>
          </a:xfrm>
        </p:spPr>
        <p:txBody>
          <a:bodyPr>
            <a:normAutofit/>
          </a:bodyPr>
          <a:lstStyle/>
          <a:p>
            <a:pPr algn="l"/>
            <a:r>
              <a:rPr lang="en-US" altLang="en-US" sz="4000" dirty="0"/>
              <a:t>Research Resource Usage Calculation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dirty="0" smtClean="0"/>
              <a:t>April 2021</a:t>
            </a:r>
            <a:endParaRPr lang="en-US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897" y="700004"/>
            <a:ext cx="5036654" cy="598170"/>
          </a:xfrm>
        </p:spPr>
        <p:txBody>
          <a:bodyPr/>
          <a:lstStyle/>
          <a:p>
            <a:r>
              <a:rPr lang="en-US" altLang="en-US" dirty="0" smtClean="0"/>
              <a:t>VM Resource Details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April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62074" y="4533900"/>
            <a:ext cx="4181477" cy="568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850">
              <a:solidFill>
                <a:schemeClr val="bg2"/>
              </a:solidFill>
            </a:endParaRPr>
          </a:p>
          <a:p>
            <a:endParaRPr lang="en-US" sz="1850">
              <a:solidFill>
                <a:schemeClr val="bg2"/>
              </a:solidFill>
            </a:endParaRPr>
          </a:p>
        </p:txBody>
      </p:sp>
      <p:graphicFrame>
        <p:nvGraphicFramePr>
          <p:cNvPr id="3" name="Table 2"/>
          <p:cNvGraphicFramePr/>
          <p:nvPr>
            <p:extLst>
              <p:ext uri="{D42A27DB-BD31-4B8C-83A1-F6EECF244321}">
                <p14:modId xmlns:p14="http://schemas.microsoft.com/office/powerpoint/2010/main" val="3310541040"/>
              </p:ext>
            </p:extLst>
          </p:nvPr>
        </p:nvGraphicFramePr>
        <p:xfrm>
          <a:off x="857193" y="1830566"/>
          <a:ext cx="594236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0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Zone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Count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Current Usage 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48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37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474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22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449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1609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64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0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1533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06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228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(Project)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220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543843261"/>
              </p:ext>
            </p:extLst>
          </p:nvPr>
        </p:nvGraphicFramePr>
        <p:xfrm>
          <a:off x="1076325" y="4591546"/>
          <a:ext cx="3581400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0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2021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poweredOn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48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474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1609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 + Project)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Calibri" charset="-122"/>
                        </a:rPr>
                        <a:t>228</a:t>
                      </a:r>
                      <a:endParaRPr lang="en-US" sz="1100" b="0" dirty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April 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591461" y="939482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5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 Storage </a:t>
            </a:r>
            <a:r>
              <a:rPr lang="en-US" altLang="en-US" dirty="0" smtClean="0"/>
              <a:t>Details  </a:t>
            </a:r>
            <a:endParaRPr lang="en-US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17727"/>
              </p:ext>
            </p:extLst>
          </p:nvPr>
        </p:nvGraphicFramePr>
        <p:xfrm>
          <a:off x="1092476" y="2551734"/>
          <a:ext cx="4381500" cy="153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3900">
                  <a:extLst>
                    <a:ext uri="{9D8B030D-6E8A-4147-A177-3AD203B41FA5}">
                      <a16:colId xmlns:a16="http://schemas.microsoft.com/office/drawing/2014/main" val="32802376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30611622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Allocated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in TB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9290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 storage - all VM's (</a:t>
                      </a:r>
                      <a:r>
                        <a:rPr lang="en-US" sz="1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Datastore</a:t>
                      </a: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9455997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area - all VM's (Datastore)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80327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storage (Project+OS)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126414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NAS storage - Res Infra (including HPC)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814 TB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415618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NAS storage - HPC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89603621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00302"/>
              </p:ext>
            </p:extLst>
          </p:nvPr>
        </p:nvGraphicFramePr>
        <p:xfrm>
          <a:off x="6061074" y="2551734"/>
          <a:ext cx="5502275" cy="153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1183">
                  <a:extLst>
                    <a:ext uri="{9D8B030D-6E8A-4147-A177-3AD203B41FA5}">
                      <a16:colId xmlns:a16="http://schemas.microsoft.com/office/drawing/2014/main" val="89498652"/>
                    </a:ext>
                  </a:extLst>
                </a:gridCol>
                <a:gridCol w="1171092">
                  <a:extLst>
                    <a:ext uri="{9D8B030D-6E8A-4147-A177-3AD203B41FA5}">
                      <a16:colId xmlns:a16="http://schemas.microsoft.com/office/drawing/2014/main" val="4073955550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Used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in TB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82899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 storage - all VM's (</a:t>
                      </a:r>
                      <a:r>
                        <a:rPr lang="en-US" sz="1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Datastore</a:t>
                      </a: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3966537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area - all VM's (Datastore)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534621805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storage (</a:t>
                      </a:r>
                      <a:r>
                        <a:rPr lang="en-US" sz="1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Project+OS</a:t>
                      </a: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974579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NAS storage used by Res Infra (Including HPC)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300TB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6743028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NAS storage used in HPC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2867995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689</TotalTime>
  <Words>204</Words>
  <Application>Microsoft Office PowerPoint</Application>
  <PresentationFormat>Widescreen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KU Theme</vt:lpstr>
      <vt:lpstr>Research Resource Usage Calculation</vt:lpstr>
      <vt:lpstr>VM Resource Details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Vinisha Pillai</cp:lastModifiedBy>
  <cp:revision>53</cp:revision>
  <dcterms:created xsi:type="dcterms:W3CDTF">2019-07-09T08:31:31Z</dcterms:created>
  <dcterms:modified xsi:type="dcterms:W3CDTF">2021-04-22T07:17:35Z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1033-11.1.0.8722</vt:lpwstr>
  </property>
</Properties>
</file>