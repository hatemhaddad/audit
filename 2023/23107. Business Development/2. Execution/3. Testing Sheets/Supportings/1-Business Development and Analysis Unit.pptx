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8" r:id="rId5"/>
    <p:sldId id="264" r:id="rId6"/>
    <p:sldId id="266" r:id="rId7"/>
    <p:sldId id="265" r:id="rId8"/>
    <p:sldId id="267" r:id="rId9"/>
    <p:sldId id="261"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18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3" autoAdjust="0"/>
    <p:restoredTop sz="94660"/>
  </p:normalViewPr>
  <p:slideViewPr>
    <p:cSldViewPr snapToGrid="0">
      <p:cViewPr varScale="1">
        <p:scale>
          <a:sx n="92" d="100"/>
          <a:sy n="92" d="100"/>
        </p:scale>
        <p:origin x="88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image" Target="../media/image3.png"/></Relationships>
</file>

<file path=ppt/diagrams/_rels/data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image" Target="../media/image6.jpeg"/></Relationships>
</file>

<file path=ppt/diagrams/_rels/data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image" Target="../media/image9.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image" Target="../media/image3.png"/></Relationships>
</file>

<file path=ppt/diagrams/_rels/drawing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image" Target="../media/image6.jpeg"/></Relationships>
</file>

<file path=ppt/diagrams/_rels/drawing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image" Target="../media/image9.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D2EF00-1178-458F-8423-183623414F12}" type="doc">
      <dgm:prSet loTypeId="urn:microsoft.com/office/officeart/2005/8/layout/gear1" loCatId="cycle" qsTypeId="urn:microsoft.com/office/officeart/2005/8/quickstyle/simple1" qsCatId="simple" csTypeId="urn:microsoft.com/office/officeart/2005/8/colors/accent1_2" csCatId="accent1" phldr="1"/>
      <dgm:spPr/>
    </dgm:pt>
    <dgm:pt modelId="{E03AEDCC-7E10-491B-9309-70C3ED4D1288}">
      <dgm:prSet phldrT="[Text]" custT="1"/>
      <dgm:spPr>
        <a:solidFill>
          <a:schemeClr val="accent6">
            <a:lumMod val="75000"/>
          </a:schemeClr>
        </a:solidFill>
      </dgm:spPr>
      <dgm:t>
        <a:bodyPr/>
        <a:lstStyle/>
        <a:p>
          <a:r>
            <a:rPr lang="en-US" sz="1400" dirty="0" smtClean="0"/>
            <a:t>KU Operation       ( Academic – Research – Students- Centers  departments) </a:t>
          </a:r>
          <a:endParaRPr lang="en-US" sz="1400" dirty="0"/>
        </a:p>
      </dgm:t>
    </dgm:pt>
    <dgm:pt modelId="{A0CBAEEC-DE15-4C83-8D34-1A50991AEE0C}" type="parTrans" cxnId="{4B287208-0713-48E0-BDAC-E1C658F1B2D5}">
      <dgm:prSet/>
      <dgm:spPr/>
      <dgm:t>
        <a:bodyPr/>
        <a:lstStyle/>
        <a:p>
          <a:endParaRPr lang="en-US"/>
        </a:p>
      </dgm:t>
    </dgm:pt>
    <dgm:pt modelId="{E8FCAE6C-E723-4104-B87A-38CB9B4D4353}" type="sibTrans" cxnId="{4B287208-0713-48E0-BDAC-E1C658F1B2D5}">
      <dgm:prSet/>
      <dgm:spPr/>
      <dgm:t>
        <a:bodyPr/>
        <a:lstStyle/>
        <a:p>
          <a:endParaRPr lang="en-US"/>
        </a:p>
      </dgm:t>
    </dgm:pt>
    <dgm:pt modelId="{C2738429-3F35-413B-B918-6598B17662E7}">
      <dgm:prSet phldrT="[Text]" custT="1"/>
      <dgm:spPr>
        <a:solidFill>
          <a:schemeClr val="accent2">
            <a:lumMod val="75000"/>
          </a:schemeClr>
        </a:solidFill>
      </dgm:spPr>
      <dgm:t>
        <a:bodyPr/>
        <a:lstStyle/>
        <a:p>
          <a:r>
            <a:rPr lang="en-US" sz="1100" dirty="0" smtClean="0"/>
            <a:t>Business Development </a:t>
          </a:r>
          <a:endParaRPr lang="en-US" sz="1100" dirty="0"/>
        </a:p>
      </dgm:t>
    </dgm:pt>
    <dgm:pt modelId="{BCA777DF-BA38-46CC-828C-2693ABCB0785}" type="parTrans" cxnId="{9C07ECA6-9979-4B5D-9A36-306294086F98}">
      <dgm:prSet/>
      <dgm:spPr/>
      <dgm:t>
        <a:bodyPr/>
        <a:lstStyle/>
        <a:p>
          <a:endParaRPr lang="en-US"/>
        </a:p>
      </dgm:t>
    </dgm:pt>
    <dgm:pt modelId="{3133CC9A-6F14-4CE8-A689-CA00D4A145D7}" type="sibTrans" cxnId="{9C07ECA6-9979-4B5D-9A36-306294086F98}">
      <dgm:prSet/>
      <dgm:spPr/>
      <dgm:t>
        <a:bodyPr/>
        <a:lstStyle/>
        <a:p>
          <a:endParaRPr lang="en-US"/>
        </a:p>
      </dgm:t>
    </dgm:pt>
    <dgm:pt modelId="{2EB5A315-BD17-48CA-BA2F-FC449F724C1D}">
      <dgm:prSet phldrT="[Text]"/>
      <dgm:spPr>
        <a:solidFill>
          <a:schemeClr val="accent5">
            <a:lumMod val="60000"/>
            <a:lumOff val="40000"/>
          </a:schemeClr>
        </a:solidFill>
      </dgm:spPr>
      <dgm:t>
        <a:bodyPr/>
        <a:lstStyle/>
        <a:p>
          <a:r>
            <a:rPr lang="en-US" dirty="0" smtClean="0"/>
            <a:t>Communication Department</a:t>
          </a:r>
          <a:endParaRPr lang="en-US" dirty="0"/>
        </a:p>
      </dgm:t>
    </dgm:pt>
    <dgm:pt modelId="{CD3CFEDD-4E04-49F0-8296-55DED64F1680}" type="parTrans" cxnId="{E8582BD1-23DA-4D28-ABFB-4344CF46D798}">
      <dgm:prSet/>
      <dgm:spPr/>
      <dgm:t>
        <a:bodyPr/>
        <a:lstStyle/>
        <a:p>
          <a:endParaRPr lang="en-US"/>
        </a:p>
      </dgm:t>
    </dgm:pt>
    <dgm:pt modelId="{4F111C66-B413-4DBD-AA53-2F0A58088928}" type="sibTrans" cxnId="{E8582BD1-23DA-4D28-ABFB-4344CF46D798}">
      <dgm:prSet/>
      <dgm:spPr/>
      <dgm:t>
        <a:bodyPr/>
        <a:lstStyle/>
        <a:p>
          <a:endParaRPr lang="en-US"/>
        </a:p>
      </dgm:t>
    </dgm:pt>
    <dgm:pt modelId="{F7A48D82-24CE-4C69-90DF-D691B89136BE}" type="pres">
      <dgm:prSet presAssocID="{CBD2EF00-1178-458F-8423-183623414F12}" presName="composite" presStyleCnt="0">
        <dgm:presLayoutVars>
          <dgm:chMax val="3"/>
          <dgm:animLvl val="lvl"/>
          <dgm:resizeHandles val="exact"/>
        </dgm:presLayoutVars>
      </dgm:prSet>
      <dgm:spPr/>
    </dgm:pt>
    <dgm:pt modelId="{369D00E7-F854-4C19-AAE2-B1FC2B4A3476}" type="pres">
      <dgm:prSet presAssocID="{E03AEDCC-7E10-491B-9309-70C3ED4D1288}" presName="gear1" presStyleLbl="node1" presStyleIdx="0" presStyleCnt="3" custLinFactNeighborX="1860" custLinFactNeighborY="465">
        <dgm:presLayoutVars>
          <dgm:chMax val="1"/>
          <dgm:bulletEnabled val="1"/>
        </dgm:presLayoutVars>
      </dgm:prSet>
      <dgm:spPr/>
      <dgm:t>
        <a:bodyPr/>
        <a:lstStyle/>
        <a:p>
          <a:endParaRPr lang="en-US"/>
        </a:p>
      </dgm:t>
    </dgm:pt>
    <dgm:pt modelId="{D093677B-65B4-4F54-96B1-1718B880570C}" type="pres">
      <dgm:prSet presAssocID="{E03AEDCC-7E10-491B-9309-70C3ED4D1288}" presName="gear1srcNode" presStyleLbl="node1" presStyleIdx="0" presStyleCnt="3"/>
      <dgm:spPr/>
    </dgm:pt>
    <dgm:pt modelId="{81A06C1C-DC4B-4959-90AD-4C7D81665A96}" type="pres">
      <dgm:prSet presAssocID="{E03AEDCC-7E10-491B-9309-70C3ED4D1288}" presName="gear1dstNode" presStyleLbl="node1" presStyleIdx="0" presStyleCnt="3"/>
      <dgm:spPr/>
    </dgm:pt>
    <dgm:pt modelId="{8EC51908-016B-43E9-998F-8FEE414CF655}" type="pres">
      <dgm:prSet presAssocID="{C2738429-3F35-413B-B918-6598B17662E7}" presName="gear2" presStyleLbl="node1" presStyleIdx="1" presStyleCnt="3">
        <dgm:presLayoutVars>
          <dgm:chMax val="1"/>
          <dgm:bulletEnabled val="1"/>
        </dgm:presLayoutVars>
      </dgm:prSet>
      <dgm:spPr/>
      <dgm:t>
        <a:bodyPr/>
        <a:lstStyle/>
        <a:p>
          <a:endParaRPr lang="en-US"/>
        </a:p>
      </dgm:t>
    </dgm:pt>
    <dgm:pt modelId="{52E40784-C634-4A2F-8FDE-A784BE6ED9EB}" type="pres">
      <dgm:prSet presAssocID="{C2738429-3F35-413B-B918-6598B17662E7}" presName="gear2srcNode" presStyleLbl="node1" presStyleIdx="1" presStyleCnt="3"/>
      <dgm:spPr/>
    </dgm:pt>
    <dgm:pt modelId="{B4295319-D8EB-4BBE-B8F5-4FF4A2CBF0AD}" type="pres">
      <dgm:prSet presAssocID="{C2738429-3F35-413B-B918-6598B17662E7}" presName="gear2dstNode" presStyleLbl="node1" presStyleIdx="1" presStyleCnt="3"/>
      <dgm:spPr/>
    </dgm:pt>
    <dgm:pt modelId="{79E98314-DA32-4BD7-B89B-F00480827CED}" type="pres">
      <dgm:prSet presAssocID="{2EB5A315-BD17-48CA-BA2F-FC449F724C1D}" presName="gear3" presStyleLbl="node1" presStyleIdx="2" presStyleCnt="3"/>
      <dgm:spPr/>
    </dgm:pt>
    <dgm:pt modelId="{49CE8B07-25F1-4744-A83C-D8451F2C5195}" type="pres">
      <dgm:prSet presAssocID="{2EB5A315-BD17-48CA-BA2F-FC449F724C1D}" presName="gear3tx" presStyleLbl="node1" presStyleIdx="2" presStyleCnt="3">
        <dgm:presLayoutVars>
          <dgm:chMax val="1"/>
          <dgm:bulletEnabled val="1"/>
        </dgm:presLayoutVars>
      </dgm:prSet>
      <dgm:spPr/>
    </dgm:pt>
    <dgm:pt modelId="{93AD0F01-9C03-4BD8-82AF-78E3A9140F4C}" type="pres">
      <dgm:prSet presAssocID="{2EB5A315-BD17-48CA-BA2F-FC449F724C1D}" presName="gear3srcNode" presStyleLbl="node1" presStyleIdx="2" presStyleCnt="3"/>
      <dgm:spPr/>
    </dgm:pt>
    <dgm:pt modelId="{B7F32CB6-BE28-4F5F-BB86-C4EBAE83E987}" type="pres">
      <dgm:prSet presAssocID="{2EB5A315-BD17-48CA-BA2F-FC449F724C1D}" presName="gear3dstNode" presStyleLbl="node1" presStyleIdx="2" presStyleCnt="3"/>
      <dgm:spPr/>
    </dgm:pt>
    <dgm:pt modelId="{C1CEBED7-F920-440D-A5C1-DD62C992C987}" type="pres">
      <dgm:prSet presAssocID="{E8FCAE6C-E723-4104-B87A-38CB9B4D4353}" presName="connector1" presStyleLbl="sibTrans2D1" presStyleIdx="0" presStyleCnt="3"/>
      <dgm:spPr/>
    </dgm:pt>
    <dgm:pt modelId="{EEF7AE49-8DE8-4B80-91A3-E9AB43E44F0C}" type="pres">
      <dgm:prSet presAssocID="{3133CC9A-6F14-4CE8-A689-CA00D4A145D7}" presName="connector2" presStyleLbl="sibTrans2D1" presStyleIdx="1" presStyleCnt="3"/>
      <dgm:spPr/>
    </dgm:pt>
    <dgm:pt modelId="{EF921B9B-0046-4691-823D-6713D9FFD6FB}" type="pres">
      <dgm:prSet presAssocID="{4F111C66-B413-4DBD-AA53-2F0A58088928}" presName="connector3" presStyleLbl="sibTrans2D1" presStyleIdx="2" presStyleCnt="3"/>
      <dgm:spPr/>
    </dgm:pt>
  </dgm:ptLst>
  <dgm:cxnLst>
    <dgm:cxn modelId="{EA7093EA-3358-4709-A456-B11E5B59DAA2}" type="presOf" srcId="{C2738429-3F35-413B-B918-6598B17662E7}" destId="{52E40784-C634-4A2F-8FDE-A784BE6ED9EB}" srcOrd="1" destOrd="0" presId="urn:microsoft.com/office/officeart/2005/8/layout/gear1"/>
    <dgm:cxn modelId="{9C07ECA6-9979-4B5D-9A36-306294086F98}" srcId="{CBD2EF00-1178-458F-8423-183623414F12}" destId="{C2738429-3F35-413B-B918-6598B17662E7}" srcOrd="1" destOrd="0" parTransId="{BCA777DF-BA38-46CC-828C-2693ABCB0785}" sibTransId="{3133CC9A-6F14-4CE8-A689-CA00D4A145D7}"/>
    <dgm:cxn modelId="{E8582BD1-23DA-4D28-ABFB-4344CF46D798}" srcId="{CBD2EF00-1178-458F-8423-183623414F12}" destId="{2EB5A315-BD17-48CA-BA2F-FC449F724C1D}" srcOrd="2" destOrd="0" parTransId="{CD3CFEDD-4E04-49F0-8296-55DED64F1680}" sibTransId="{4F111C66-B413-4DBD-AA53-2F0A58088928}"/>
    <dgm:cxn modelId="{9D652D99-E29A-47BA-A3E6-E9F505A2BA79}" type="presOf" srcId="{E8FCAE6C-E723-4104-B87A-38CB9B4D4353}" destId="{C1CEBED7-F920-440D-A5C1-DD62C992C987}" srcOrd="0" destOrd="0" presId="urn:microsoft.com/office/officeart/2005/8/layout/gear1"/>
    <dgm:cxn modelId="{4B287208-0713-48E0-BDAC-E1C658F1B2D5}" srcId="{CBD2EF00-1178-458F-8423-183623414F12}" destId="{E03AEDCC-7E10-491B-9309-70C3ED4D1288}" srcOrd="0" destOrd="0" parTransId="{A0CBAEEC-DE15-4C83-8D34-1A50991AEE0C}" sibTransId="{E8FCAE6C-E723-4104-B87A-38CB9B4D4353}"/>
    <dgm:cxn modelId="{F8589BB3-42E8-4A48-A714-F1FCA4173F24}" type="presOf" srcId="{C2738429-3F35-413B-B918-6598B17662E7}" destId="{8EC51908-016B-43E9-998F-8FEE414CF655}" srcOrd="0" destOrd="0" presId="urn:microsoft.com/office/officeart/2005/8/layout/gear1"/>
    <dgm:cxn modelId="{D08AF74A-49CA-4D1D-B846-EC781C20796D}" type="presOf" srcId="{2EB5A315-BD17-48CA-BA2F-FC449F724C1D}" destId="{93AD0F01-9C03-4BD8-82AF-78E3A9140F4C}" srcOrd="2" destOrd="0" presId="urn:microsoft.com/office/officeart/2005/8/layout/gear1"/>
    <dgm:cxn modelId="{B3A0027D-BB6E-46BF-A485-50AB9E15C8EB}" type="presOf" srcId="{2EB5A315-BD17-48CA-BA2F-FC449F724C1D}" destId="{B7F32CB6-BE28-4F5F-BB86-C4EBAE83E987}" srcOrd="3" destOrd="0" presId="urn:microsoft.com/office/officeart/2005/8/layout/gear1"/>
    <dgm:cxn modelId="{A243ED8C-C86B-4C82-B31B-EB596019A24C}" type="presOf" srcId="{4F111C66-B413-4DBD-AA53-2F0A58088928}" destId="{EF921B9B-0046-4691-823D-6713D9FFD6FB}" srcOrd="0" destOrd="0" presId="urn:microsoft.com/office/officeart/2005/8/layout/gear1"/>
    <dgm:cxn modelId="{DF6BD943-E430-4814-8056-35A24B5A60D2}" type="presOf" srcId="{C2738429-3F35-413B-B918-6598B17662E7}" destId="{B4295319-D8EB-4BBE-B8F5-4FF4A2CBF0AD}" srcOrd="2" destOrd="0" presId="urn:microsoft.com/office/officeart/2005/8/layout/gear1"/>
    <dgm:cxn modelId="{1A31C0DD-1527-4F98-8890-F0FB180AC2E6}" type="presOf" srcId="{E03AEDCC-7E10-491B-9309-70C3ED4D1288}" destId="{369D00E7-F854-4C19-AAE2-B1FC2B4A3476}" srcOrd="0" destOrd="0" presId="urn:microsoft.com/office/officeart/2005/8/layout/gear1"/>
    <dgm:cxn modelId="{88493F8B-679E-4533-B4A7-B3207D208561}" type="presOf" srcId="{E03AEDCC-7E10-491B-9309-70C3ED4D1288}" destId="{81A06C1C-DC4B-4959-90AD-4C7D81665A96}" srcOrd="2" destOrd="0" presId="urn:microsoft.com/office/officeart/2005/8/layout/gear1"/>
    <dgm:cxn modelId="{C6B0A82D-F1AD-4D9F-A572-FA180A2EE17A}" type="presOf" srcId="{2EB5A315-BD17-48CA-BA2F-FC449F724C1D}" destId="{79E98314-DA32-4BD7-B89B-F00480827CED}" srcOrd="0" destOrd="0" presId="urn:microsoft.com/office/officeart/2005/8/layout/gear1"/>
    <dgm:cxn modelId="{619B1316-43D1-458F-A45E-336E6FF17BA4}" type="presOf" srcId="{2EB5A315-BD17-48CA-BA2F-FC449F724C1D}" destId="{49CE8B07-25F1-4744-A83C-D8451F2C5195}" srcOrd="1" destOrd="0" presId="urn:microsoft.com/office/officeart/2005/8/layout/gear1"/>
    <dgm:cxn modelId="{0FE844DE-1FFC-468D-9219-E6B57E826359}" type="presOf" srcId="{E03AEDCC-7E10-491B-9309-70C3ED4D1288}" destId="{D093677B-65B4-4F54-96B1-1718B880570C}" srcOrd="1" destOrd="0" presId="urn:microsoft.com/office/officeart/2005/8/layout/gear1"/>
    <dgm:cxn modelId="{6B4E2FEA-9E02-4A5C-ACCA-B918C1F7EC4D}" type="presOf" srcId="{3133CC9A-6F14-4CE8-A689-CA00D4A145D7}" destId="{EEF7AE49-8DE8-4B80-91A3-E9AB43E44F0C}" srcOrd="0" destOrd="0" presId="urn:microsoft.com/office/officeart/2005/8/layout/gear1"/>
    <dgm:cxn modelId="{5CEA9BD7-9764-4C05-A165-4AD5BD4B1980}" type="presOf" srcId="{CBD2EF00-1178-458F-8423-183623414F12}" destId="{F7A48D82-24CE-4C69-90DF-D691B89136BE}" srcOrd="0" destOrd="0" presId="urn:microsoft.com/office/officeart/2005/8/layout/gear1"/>
    <dgm:cxn modelId="{C4FFCF94-7C4A-458D-BFA3-82DE091E5733}" type="presParOf" srcId="{F7A48D82-24CE-4C69-90DF-D691B89136BE}" destId="{369D00E7-F854-4C19-AAE2-B1FC2B4A3476}" srcOrd="0" destOrd="0" presId="urn:microsoft.com/office/officeart/2005/8/layout/gear1"/>
    <dgm:cxn modelId="{6FE5D1CB-1BBA-4CF1-BC7D-EA683125553F}" type="presParOf" srcId="{F7A48D82-24CE-4C69-90DF-D691B89136BE}" destId="{D093677B-65B4-4F54-96B1-1718B880570C}" srcOrd="1" destOrd="0" presId="urn:microsoft.com/office/officeart/2005/8/layout/gear1"/>
    <dgm:cxn modelId="{F53E7EFB-38AF-4A1B-A416-1358101B511F}" type="presParOf" srcId="{F7A48D82-24CE-4C69-90DF-D691B89136BE}" destId="{81A06C1C-DC4B-4959-90AD-4C7D81665A96}" srcOrd="2" destOrd="0" presId="urn:microsoft.com/office/officeart/2005/8/layout/gear1"/>
    <dgm:cxn modelId="{08346455-7EE6-4499-988E-2CA352FED410}" type="presParOf" srcId="{F7A48D82-24CE-4C69-90DF-D691B89136BE}" destId="{8EC51908-016B-43E9-998F-8FEE414CF655}" srcOrd="3" destOrd="0" presId="urn:microsoft.com/office/officeart/2005/8/layout/gear1"/>
    <dgm:cxn modelId="{F466FF2A-4EDD-41CD-B62B-926979B354C5}" type="presParOf" srcId="{F7A48D82-24CE-4C69-90DF-D691B89136BE}" destId="{52E40784-C634-4A2F-8FDE-A784BE6ED9EB}" srcOrd="4" destOrd="0" presId="urn:microsoft.com/office/officeart/2005/8/layout/gear1"/>
    <dgm:cxn modelId="{FA168D42-432C-4A51-932C-5EC81D91A15E}" type="presParOf" srcId="{F7A48D82-24CE-4C69-90DF-D691B89136BE}" destId="{B4295319-D8EB-4BBE-B8F5-4FF4A2CBF0AD}" srcOrd="5" destOrd="0" presId="urn:microsoft.com/office/officeart/2005/8/layout/gear1"/>
    <dgm:cxn modelId="{4F498958-44CB-432A-B6BD-D51A4F59B888}" type="presParOf" srcId="{F7A48D82-24CE-4C69-90DF-D691B89136BE}" destId="{79E98314-DA32-4BD7-B89B-F00480827CED}" srcOrd="6" destOrd="0" presId="urn:microsoft.com/office/officeart/2005/8/layout/gear1"/>
    <dgm:cxn modelId="{71861C21-6068-4F31-9073-A700BECD6997}" type="presParOf" srcId="{F7A48D82-24CE-4C69-90DF-D691B89136BE}" destId="{49CE8B07-25F1-4744-A83C-D8451F2C5195}" srcOrd="7" destOrd="0" presId="urn:microsoft.com/office/officeart/2005/8/layout/gear1"/>
    <dgm:cxn modelId="{20E1F080-E116-42DC-A3AD-BB353C5B2597}" type="presParOf" srcId="{F7A48D82-24CE-4C69-90DF-D691B89136BE}" destId="{93AD0F01-9C03-4BD8-82AF-78E3A9140F4C}" srcOrd="8" destOrd="0" presId="urn:microsoft.com/office/officeart/2005/8/layout/gear1"/>
    <dgm:cxn modelId="{B3FA104C-BFA2-44E4-9DC7-B8DF20482F83}" type="presParOf" srcId="{F7A48D82-24CE-4C69-90DF-D691B89136BE}" destId="{B7F32CB6-BE28-4F5F-BB86-C4EBAE83E987}" srcOrd="9" destOrd="0" presId="urn:microsoft.com/office/officeart/2005/8/layout/gear1"/>
    <dgm:cxn modelId="{3EACC38F-E02F-4A7A-9AAE-1519934ADB8E}" type="presParOf" srcId="{F7A48D82-24CE-4C69-90DF-D691B89136BE}" destId="{C1CEBED7-F920-440D-A5C1-DD62C992C987}" srcOrd="10" destOrd="0" presId="urn:microsoft.com/office/officeart/2005/8/layout/gear1"/>
    <dgm:cxn modelId="{682F9C68-499B-4AB8-BB63-B95B6104DA0C}" type="presParOf" srcId="{F7A48D82-24CE-4C69-90DF-D691B89136BE}" destId="{EEF7AE49-8DE8-4B80-91A3-E9AB43E44F0C}" srcOrd="11" destOrd="0" presId="urn:microsoft.com/office/officeart/2005/8/layout/gear1"/>
    <dgm:cxn modelId="{451A6746-8EC0-4E77-A4FA-4889737F8680}" type="presParOf" srcId="{F7A48D82-24CE-4C69-90DF-D691B89136BE}" destId="{EF921B9B-0046-4691-823D-6713D9FFD6FB}"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CDA3CC-24C1-4498-B912-305236D2A4A8}"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54E50878-B4C0-4FF1-8F90-42F16499F5B6}">
      <dgm:prSet phldrT="[Text]" phldr="1"/>
      <dgm:spPr>
        <a:solidFill>
          <a:schemeClr val="accent4">
            <a:lumMod val="75000"/>
          </a:schemeClr>
        </a:solidFill>
      </dgm:spPr>
      <dgm:t>
        <a:bodyPr/>
        <a:lstStyle/>
        <a:p>
          <a:endParaRPr lang="en-US" dirty="0"/>
        </a:p>
      </dgm:t>
    </dgm:pt>
    <dgm:pt modelId="{FCDFE869-316E-4F87-ACF1-066D413F671B}" type="parTrans" cxnId="{6E8E8E26-8260-46C4-BAB4-8E08A7B339FA}">
      <dgm:prSet/>
      <dgm:spPr/>
      <dgm:t>
        <a:bodyPr/>
        <a:lstStyle/>
        <a:p>
          <a:endParaRPr lang="en-US"/>
        </a:p>
      </dgm:t>
    </dgm:pt>
    <dgm:pt modelId="{02B18C6E-5BF6-4993-9BC8-DD83EEE5A304}" type="sibTrans" cxnId="{6E8E8E26-8260-46C4-BAB4-8E08A7B339FA}">
      <dgm:prSet/>
      <dgm:spPr/>
      <dgm:t>
        <a:bodyPr/>
        <a:lstStyle/>
        <a:p>
          <a:endParaRPr lang="en-US"/>
        </a:p>
      </dgm:t>
    </dgm:pt>
    <dgm:pt modelId="{14819365-7224-4AB4-9EE4-05C1FABCB0B0}">
      <dgm:prSet phldrT="[Text]" custT="1"/>
      <dgm:spPr/>
      <dgm:t>
        <a:bodyPr/>
        <a:lstStyle/>
        <a:p>
          <a:r>
            <a:rPr lang="en-US" sz="2000" dirty="0" smtClean="0"/>
            <a:t>Business Plans </a:t>
          </a:r>
          <a:endParaRPr lang="en-US" sz="2000" dirty="0"/>
        </a:p>
      </dgm:t>
    </dgm:pt>
    <dgm:pt modelId="{227E4C3F-CEC2-48B0-9711-DE44322A04CD}" type="parTrans" cxnId="{9C95D8D0-0C00-41AA-9A78-EF410EC78750}">
      <dgm:prSet/>
      <dgm:spPr/>
      <dgm:t>
        <a:bodyPr/>
        <a:lstStyle/>
        <a:p>
          <a:endParaRPr lang="en-US"/>
        </a:p>
      </dgm:t>
    </dgm:pt>
    <dgm:pt modelId="{422B61B5-C313-4D21-933A-01EE2D226A31}" type="sibTrans" cxnId="{9C95D8D0-0C00-41AA-9A78-EF410EC78750}">
      <dgm:prSet/>
      <dgm:spPr/>
      <dgm:t>
        <a:bodyPr/>
        <a:lstStyle/>
        <a:p>
          <a:endParaRPr lang="en-US"/>
        </a:p>
      </dgm:t>
    </dgm:pt>
    <dgm:pt modelId="{41FE0A4D-8EAA-46DF-A070-27AC5CC2A5A3}">
      <dgm:prSet phldrT="[Text]" phldr="1"/>
      <dgm:spPr>
        <a:solidFill>
          <a:schemeClr val="accent4">
            <a:lumMod val="75000"/>
          </a:schemeClr>
        </a:solidFill>
      </dgm:spPr>
      <dgm:t>
        <a:bodyPr/>
        <a:lstStyle/>
        <a:p>
          <a:endParaRPr lang="en-US" dirty="0"/>
        </a:p>
      </dgm:t>
    </dgm:pt>
    <dgm:pt modelId="{3AC11C47-1F26-41EE-AF6B-5C38EF6FE5D1}" type="parTrans" cxnId="{D5D75C45-AE93-4EEE-A769-73A75E8BAEA2}">
      <dgm:prSet/>
      <dgm:spPr/>
      <dgm:t>
        <a:bodyPr/>
        <a:lstStyle/>
        <a:p>
          <a:endParaRPr lang="en-US"/>
        </a:p>
      </dgm:t>
    </dgm:pt>
    <dgm:pt modelId="{0C11520B-C55A-47E1-96B9-57BACC5343E3}" type="sibTrans" cxnId="{D5D75C45-AE93-4EEE-A769-73A75E8BAEA2}">
      <dgm:prSet/>
      <dgm:spPr/>
      <dgm:t>
        <a:bodyPr/>
        <a:lstStyle/>
        <a:p>
          <a:endParaRPr lang="en-US"/>
        </a:p>
      </dgm:t>
    </dgm:pt>
    <dgm:pt modelId="{F5D62E4E-6B83-4A06-87F6-D95CC3014D81}">
      <dgm:prSet phldrT="[Text]" custT="1"/>
      <dgm:spPr/>
      <dgm:t>
        <a:bodyPr/>
        <a:lstStyle/>
        <a:p>
          <a:r>
            <a:rPr lang="en-US" sz="2000" b="0" dirty="0" smtClean="0"/>
            <a:t>Business Model</a:t>
          </a:r>
          <a:endParaRPr lang="en-US" sz="2000" b="0" dirty="0"/>
        </a:p>
      </dgm:t>
    </dgm:pt>
    <dgm:pt modelId="{D68B96B6-B298-4F99-B352-38DD43752FDD}" type="parTrans" cxnId="{B987F5CA-782D-4423-8C9A-E871FE5B1263}">
      <dgm:prSet/>
      <dgm:spPr/>
      <dgm:t>
        <a:bodyPr/>
        <a:lstStyle/>
        <a:p>
          <a:endParaRPr lang="en-US"/>
        </a:p>
      </dgm:t>
    </dgm:pt>
    <dgm:pt modelId="{B15B6A07-DC10-4EDA-938A-ED192B79239D}" type="sibTrans" cxnId="{B987F5CA-782D-4423-8C9A-E871FE5B1263}">
      <dgm:prSet/>
      <dgm:spPr/>
      <dgm:t>
        <a:bodyPr/>
        <a:lstStyle/>
        <a:p>
          <a:endParaRPr lang="en-US"/>
        </a:p>
      </dgm:t>
    </dgm:pt>
    <dgm:pt modelId="{01CA820E-E9CF-4E33-A36F-0C2ADE193CF8}">
      <dgm:prSet phldrT="[Text]" phldr="1"/>
      <dgm:spPr>
        <a:solidFill>
          <a:schemeClr val="accent4">
            <a:lumMod val="75000"/>
          </a:schemeClr>
        </a:solidFill>
      </dgm:spPr>
      <dgm:t>
        <a:bodyPr/>
        <a:lstStyle/>
        <a:p>
          <a:endParaRPr lang="en-US" dirty="0"/>
        </a:p>
      </dgm:t>
    </dgm:pt>
    <dgm:pt modelId="{E5038A22-748E-44E3-A928-624EE499F945}" type="parTrans" cxnId="{AAE1D7BC-60D5-4C78-A5CF-44CA60EACECC}">
      <dgm:prSet/>
      <dgm:spPr/>
      <dgm:t>
        <a:bodyPr/>
        <a:lstStyle/>
        <a:p>
          <a:endParaRPr lang="en-US"/>
        </a:p>
      </dgm:t>
    </dgm:pt>
    <dgm:pt modelId="{1BAB5A07-D9AF-4A86-94CA-B0D4BC06AD88}" type="sibTrans" cxnId="{AAE1D7BC-60D5-4C78-A5CF-44CA60EACECC}">
      <dgm:prSet/>
      <dgm:spPr/>
      <dgm:t>
        <a:bodyPr/>
        <a:lstStyle/>
        <a:p>
          <a:endParaRPr lang="en-US"/>
        </a:p>
      </dgm:t>
    </dgm:pt>
    <dgm:pt modelId="{61A9A165-1399-4E94-8DA9-03C2448E4A4D}">
      <dgm:prSet phldrT="[Text]" custT="1"/>
      <dgm:spPr/>
      <dgm:t>
        <a:bodyPr/>
        <a:lstStyle/>
        <a:p>
          <a:r>
            <a:rPr lang="en-US" sz="2000" dirty="0" smtClean="0"/>
            <a:t>SWOT</a:t>
          </a:r>
          <a:r>
            <a:rPr lang="en-US" sz="2800" dirty="0" smtClean="0"/>
            <a:t> </a:t>
          </a:r>
          <a:r>
            <a:rPr lang="en-US" sz="2000" dirty="0" smtClean="0"/>
            <a:t>Analysis</a:t>
          </a:r>
          <a:r>
            <a:rPr lang="en-US" sz="2800" dirty="0" smtClean="0"/>
            <a:t> </a:t>
          </a:r>
          <a:endParaRPr lang="en-US" sz="2800" dirty="0"/>
        </a:p>
      </dgm:t>
    </dgm:pt>
    <dgm:pt modelId="{D876D57F-20F7-4D9E-A0EE-9F3BFB0AD0AA}" type="parTrans" cxnId="{26D0A57A-CC91-4671-8DE2-6064846E107B}">
      <dgm:prSet/>
      <dgm:spPr/>
      <dgm:t>
        <a:bodyPr/>
        <a:lstStyle/>
        <a:p>
          <a:endParaRPr lang="en-US"/>
        </a:p>
      </dgm:t>
    </dgm:pt>
    <dgm:pt modelId="{13080C11-3E3A-46BB-A0A9-7EB7397EA322}" type="sibTrans" cxnId="{26D0A57A-CC91-4671-8DE2-6064846E107B}">
      <dgm:prSet/>
      <dgm:spPr/>
      <dgm:t>
        <a:bodyPr/>
        <a:lstStyle/>
        <a:p>
          <a:endParaRPr lang="en-US"/>
        </a:p>
      </dgm:t>
    </dgm:pt>
    <dgm:pt modelId="{E009DAA6-327B-43D8-AE73-0EBCE3A31E7C}">
      <dgm:prSet phldrT="[Text]" phldr="1"/>
      <dgm:spPr>
        <a:solidFill>
          <a:schemeClr val="accent4">
            <a:lumMod val="75000"/>
          </a:schemeClr>
        </a:solidFill>
      </dgm:spPr>
      <dgm:t>
        <a:bodyPr/>
        <a:lstStyle/>
        <a:p>
          <a:endParaRPr lang="en-US" dirty="0"/>
        </a:p>
      </dgm:t>
    </dgm:pt>
    <dgm:pt modelId="{0AFFD8B0-D0AC-462C-98D5-D2594F96A695}" type="parTrans" cxnId="{0F4116A1-614E-4E27-B9B4-4AEBBB574B20}">
      <dgm:prSet/>
      <dgm:spPr/>
      <dgm:t>
        <a:bodyPr/>
        <a:lstStyle/>
        <a:p>
          <a:endParaRPr lang="en-US"/>
        </a:p>
      </dgm:t>
    </dgm:pt>
    <dgm:pt modelId="{D24E54EF-629B-4204-A827-C61DE084E384}" type="sibTrans" cxnId="{0F4116A1-614E-4E27-B9B4-4AEBBB574B20}">
      <dgm:prSet/>
      <dgm:spPr/>
      <dgm:t>
        <a:bodyPr/>
        <a:lstStyle/>
        <a:p>
          <a:endParaRPr lang="en-US"/>
        </a:p>
      </dgm:t>
    </dgm:pt>
    <dgm:pt modelId="{DDB6B639-182F-4E15-B522-8EEC9A3BCABF}">
      <dgm:prSet phldrT="[Text]" custT="1"/>
      <dgm:spPr/>
      <dgm:t>
        <a:bodyPr/>
        <a:lstStyle/>
        <a:p>
          <a:r>
            <a:rPr lang="en-US" sz="2000" dirty="0" smtClean="0"/>
            <a:t>Market Analysis</a:t>
          </a:r>
          <a:endParaRPr lang="en-US" sz="2000" dirty="0"/>
        </a:p>
      </dgm:t>
    </dgm:pt>
    <dgm:pt modelId="{550567B6-21F6-4AA8-A116-3DD3C0B4861B}" type="parTrans" cxnId="{A1EE6696-939E-4503-9607-A462780ACE77}">
      <dgm:prSet/>
      <dgm:spPr/>
      <dgm:t>
        <a:bodyPr/>
        <a:lstStyle/>
        <a:p>
          <a:endParaRPr lang="en-US"/>
        </a:p>
      </dgm:t>
    </dgm:pt>
    <dgm:pt modelId="{227AF239-FF66-4440-8C17-4E747D23337A}" type="sibTrans" cxnId="{A1EE6696-939E-4503-9607-A462780ACE77}">
      <dgm:prSet/>
      <dgm:spPr/>
      <dgm:t>
        <a:bodyPr/>
        <a:lstStyle/>
        <a:p>
          <a:endParaRPr lang="en-US"/>
        </a:p>
      </dgm:t>
    </dgm:pt>
    <dgm:pt modelId="{37E1D01E-C9FC-4C9B-959B-2DC40E471915}">
      <dgm:prSet phldrT="[Text]" phldr="1"/>
      <dgm:spPr>
        <a:solidFill>
          <a:schemeClr val="accent4">
            <a:lumMod val="75000"/>
          </a:schemeClr>
        </a:solidFill>
      </dgm:spPr>
      <dgm:t>
        <a:bodyPr/>
        <a:lstStyle/>
        <a:p>
          <a:endParaRPr lang="en-US"/>
        </a:p>
      </dgm:t>
    </dgm:pt>
    <dgm:pt modelId="{5C7A60D1-A516-47B9-A0FD-F634EDA7A444}" type="parTrans" cxnId="{EDB6E598-EC63-4660-84E8-29183129E6FC}">
      <dgm:prSet/>
      <dgm:spPr/>
      <dgm:t>
        <a:bodyPr/>
        <a:lstStyle/>
        <a:p>
          <a:endParaRPr lang="en-US"/>
        </a:p>
      </dgm:t>
    </dgm:pt>
    <dgm:pt modelId="{54DA3345-874B-472E-8AEA-0D1A5E22FB6A}" type="sibTrans" cxnId="{EDB6E598-EC63-4660-84E8-29183129E6FC}">
      <dgm:prSet/>
      <dgm:spPr/>
      <dgm:t>
        <a:bodyPr/>
        <a:lstStyle/>
        <a:p>
          <a:endParaRPr lang="en-US"/>
        </a:p>
      </dgm:t>
    </dgm:pt>
    <dgm:pt modelId="{D1781FEE-FFC0-4BF2-872D-98099F5DCDEE}">
      <dgm:prSet phldrT="[Text]" custT="1"/>
      <dgm:spPr/>
      <dgm:t>
        <a:bodyPr/>
        <a:lstStyle/>
        <a:p>
          <a:r>
            <a:rPr lang="en-US" sz="2000" b="0" dirty="0" smtClean="0"/>
            <a:t>Assess and Explore</a:t>
          </a:r>
          <a:endParaRPr lang="en-US" sz="2000" b="0" dirty="0"/>
        </a:p>
      </dgm:t>
    </dgm:pt>
    <dgm:pt modelId="{7D545602-0306-4C5A-8A92-57FF9C665915}" type="parTrans" cxnId="{25CA2738-E9EA-411A-A3B4-22FD8B139EEB}">
      <dgm:prSet/>
      <dgm:spPr/>
      <dgm:t>
        <a:bodyPr/>
        <a:lstStyle/>
        <a:p>
          <a:endParaRPr lang="en-US"/>
        </a:p>
      </dgm:t>
    </dgm:pt>
    <dgm:pt modelId="{FB5176AC-2869-433B-91F0-63E68074F834}" type="sibTrans" cxnId="{25CA2738-E9EA-411A-A3B4-22FD8B139EEB}">
      <dgm:prSet/>
      <dgm:spPr/>
      <dgm:t>
        <a:bodyPr/>
        <a:lstStyle/>
        <a:p>
          <a:endParaRPr lang="en-US"/>
        </a:p>
      </dgm:t>
    </dgm:pt>
    <dgm:pt modelId="{5B93E6E2-D30D-4C73-B6D5-CA2658A89842}" type="pres">
      <dgm:prSet presAssocID="{45CDA3CC-24C1-4498-B912-305236D2A4A8}" presName="linearFlow" presStyleCnt="0">
        <dgm:presLayoutVars>
          <dgm:dir/>
          <dgm:animLvl val="lvl"/>
          <dgm:resizeHandles val="exact"/>
        </dgm:presLayoutVars>
      </dgm:prSet>
      <dgm:spPr/>
      <dgm:t>
        <a:bodyPr/>
        <a:lstStyle/>
        <a:p>
          <a:endParaRPr lang="en-US"/>
        </a:p>
      </dgm:t>
    </dgm:pt>
    <dgm:pt modelId="{AA77A3B1-959C-44EB-B4ED-5ABA3D7F31D2}" type="pres">
      <dgm:prSet presAssocID="{54E50878-B4C0-4FF1-8F90-42F16499F5B6}" presName="composite" presStyleCnt="0"/>
      <dgm:spPr/>
    </dgm:pt>
    <dgm:pt modelId="{8FA8C8CA-2343-4FE7-82BE-42F37FBEC351}" type="pres">
      <dgm:prSet presAssocID="{54E50878-B4C0-4FF1-8F90-42F16499F5B6}" presName="parentText" presStyleLbl="alignNode1" presStyleIdx="0" presStyleCnt="5">
        <dgm:presLayoutVars>
          <dgm:chMax val="1"/>
          <dgm:bulletEnabled val="1"/>
        </dgm:presLayoutVars>
      </dgm:prSet>
      <dgm:spPr/>
      <dgm:t>
        <a:bodyPr/>
        <a:lstStyle/>
        <a:p>
          <a:endParaRPr lang="en-US"/>
        </a:p>
      </dgm:t>
    </dgm:pt>
    <dgm:pt modelId="{C07B1FDF-B0FE-4F4C-8435-9756853ABC45}" type="pres">
      <dgm:prSet presAssocID="{54E50878-B4C0-4FF1-8F90-42F16499F5B6}" presName="descendantText" presStyleLbl="alignAcc1" presStyleIdx="0" presStyleCnt="5">
        <dgm:presLayoutVars>
          <dgm:bulletEnabled val="1"/>
        </dgm:presLayoutVars>
      </dgm:prSet>
      <dgm:spPr/>
      <dgm:t>
        <a:bodyPr/>
        <a:lstStyle/>
        <a:p>
          <a:endParaRPr lang="en-US"/>
        </a:p>
      </dgm:t>
    </dgm:pt>
    <dgm:pt modelId="{FF1C4463-56FF-48DE-90F2-0D2DAEC1C56D}" type="pres">
      <dgm:prSet presAssocID="{02B18C6E-5BF6-4993-9BC8-DD83EEE5A304}" presName="sp" presStyleCnt="0"/>
      <dgm:spPr/>
    </dgm:pt>
    <dgm:pt modelId="{8C8E3A8D-2837-480F-B24D-887A6A5C6859}" type="pres">
      <dgm:prSet presAssocID="{41FE0A4D-8EAA-46DF-A070-27AC5CC2A5A3}" presName="composite" presStyleCnt="0"/>
      <dgm:spPr/>
    </dgm:pt>
    <dgm:pt modelId="{74379F5D-8E8A-451B-B524-F2B08F8ABC55}" type="pres">
      <dgm:prSet presAssocID="{41FE0A4D-8EAA-46DF-A070-27AC5CC2A5A3}" presName="parentText" presStyleLbl="alignNode1" presStyleIdx="1" presStyleCnt="5">
        <dgm:presLayoutVars>
          <dgm:chMax val="1"/>
          <dgm:bulletEnabled val="1"/>
        </dgm:presLayoutVars>
      </dgm:prSet>
      <dgm:spPr/>
      <dgm:t>
        <a:bodyPr/>
        <a:lstStyle/>
        <a:p>
          <a:endParaRPr lang="en-US"/>
        </a:p>
      </dgm:t>
    </dgm:pt>
    <dgm:pt modelId="{EE8B6D83-521D-4A9D-86D0-2B8E20CFD9C1}" type="pres">
      <dgm:prSet presAssocID="{41FE0A4D-8EAA-46DF-A070-27AC5CC2A5A3}" presName="descendantText" presStyleLbl="alignAcc1" presStyleIdx="1" presStyleCnt="5">
        <dgm:presLayoutVars>
          <dgm:bulletEnabled val="1"/>
        </dgm:presLayoutVars>
      </dgm:prSet>
      <dgm:spPr/>
      <dgm:t>
        <a:bodyPr/>
        <a:lstStyle/>
        <a:p>
          <a:endParaRPr lang="en-US"/>
        </a:p>
      </dgm:t>
    </dgm:pt>
    <dgm:pt modelId="{EE876C86-5548-4A6C-A1D1-3C1AD4D00520}" type="pres">
      <dgm:prSet presAssocID="{0C11520B-C55A-47E1-96B9-57BACC5343E3}" presName="sp" presStyleCnt="0"/>
      <dgm:spPr/>
    </dgm:pt>
    <dgm:pt modelId="{79C55EDC-2BA6-4FDE-BDA3-724BDA289CF7}" type="pres">
      <dgm:prSet presAssocID="{01CA820E-E9CF-4E33-A36F-0C2ADE193CF8}" presName="composite" presStyleCnt="0"/>
      <dgm:spPr/>
    </dgm:pt>
    <dgm:pt modelId="{FBE763B7-33E0-4557-A9C7-244F9427E06F}" type="pres">
      <dgm:prSet presAssocID="{01CA820E-E9CF-4E33-A36F-0C2ADE193CF8}" presName="parentText" presStyleLbl="alignNode1" presStyleIdx="2" presStyleCnt="5">
        <dgm:presLayoutVars>
          <dgm:chMax val="1"/>
          <dgm:bulletEnabled val="1"/>
        </dgm:presLayoutVars>
      </dgm:prSet>
      <dgm:spPr/>
      <dgm:t>
        <a:bodyPr/>
        <a:lstStyle/>
        <a:p>
          <a:endParaRPr lang="en-US"/>
        </a:p>
      </dgm:t>
    </dgm:pt>
    <dgm:pt modelId="{BDDBE963-78BB-40F9-B994-0FB9356DA62B}" type="pres">
      <dgm:prSet presAssocID="{01CA820E-E9CF-4E33-A36F-0C2ADE193CF8}" presName="descendantText" presStyleLbl="alignAcc1" presStyleIdx="2" presStyleCnt="5">
        <dgm:presLayoutVars>
          <dgm:bulletEnabled val="1"/>
        </dgm:presLayoutVars>
      </dgm:prSet>
      <dgm:spPr/>
      <dgm:t>
        <a:bodyPr/>
        <a:lstStyle/>
        <a:p>
          <a:endParaRPr lang="en-US"/>
        </a:p>
      </dgm:t>
    </dgm:pt>
    <dgm:pt modelId="{E1DD2E32-075B-4C6C-AEE3-2EB643F6B3BD}" type="pres">
      <dgm:prSet presAssocID="{1BAB5A07-D9AF-4A86-94CA-B0D4BC06AD88}" presName="sp" presStyleCnt="0"/>
      <dgm:spPr/>
    </dgm:pt>
    <dgm:pt modelId="{BC30644E-1424-4DDE-A87C-6DDDFCB2F295}" type="pres">
      <dgm:prSet presAssocID="{E009DAA6-327B-43D8-AE73-0EBCE3A31E7C}" presName="composite" presStyleCnt="0"/>
      <dgm:spPr/>
    </dgm:pt>
    <dgm:pt modelId="{C401048B-06D2-4947-BBE4-FC1625E96F50}" type="pres">
      <dgm:prSet presAssocID="{E009DAA6-327B-43D8-AE73-0EBCE3A31E7C}" presName="parentText" presStyleLbl="alignNode1" presStyleIdx="3" presStyleCnt="5">
        <dgm:presLayoutVars>
          <dgm:chMax val="1"/>
          <dgm:bulletEnabled val="1"/>
        </dgm:presLayoutVars>
      </dgm:prSet>
      <dgm:spPr/>
      <dgm:t>
        <a:bodyPr/>
        <a:lstStyle/>
        <a:p>
          <a:endParaRPr lang="en-US"/>
        </a:p>
      </dgm:t>
    </dgm:pt>
    <dgm:pt modelId="{08174615-5D6B-4A54-A185-31B9991303A7}" type="pres">
      <dgm:prSet presAssocID="{E009DAA6-327B-43D8-AE73-0EBCE3A31E7C}" presName="descendantText" presStyleLbl="alignAcc1" presStyleIdx="3" presStyleCnt="5">
        <dgm:presLayoutVars>
          <dgm:bulletEnabled val="1"/>
        </dgm:presLayoutVars>
      </dgm:prSet>
      <dgm:spPr/>
      <dgm:t>
        <a:bodyPr/>
        <a:lstStyle/>
        <a:p>
          <a:endParaRPr lang="en-US"/>
        </a:p>
      </dgm:t>
    </dgm:pt>
    <dgm:pt modelId="{95812E01-7692-4464-BB4D-88304E569140}" type="pres">
      <dgm:prSet presAssocID="{D24E54EF-629B-4204-A827-C61DE084E384}" presName="sp" presStyleCnt="0"/>
      <dgm:spPr/>
    </dgm:pt>
    <dgm:pt modelId="{88524AA4-81DC-4781-B77F-AE0315AD4AD1}" type="pres">
      <dgm:prSet presAssocID="{37E1D01E-C9FC-4C9B-959B-2DC40E471915}" presName="composite" presStyleCnt="0"/>
      <dgm:spPr/>
    </dgm:pt>
    <dgm:pt modelId="{C2BCD766-E415-4F0E-A7D4-9B7285DEBB3A}" type="pres">
      <dgm:prSet presAssocID="{37E1D01E-C9FC-4C9B-959B-2DC40E471915}" presName="parentText" presStyleLbl="alignNode1" presStyleIdx="4" presStyleCnt="5">
        <dgm:presLayoutVars>
          <dgm:chMax val="1"/>
          <dgm:bulletEnabled val="1"/>
        </dgm:presLayoutVars>
      </dgm:prSet>
      <dgm:spPr/>
      <dgm:t>
        <a:bodyPr/>
        <a:lstStyle/>
        <a:p>
          <a:endParaRPr lang="en-US"/>
        </a:p>
      </dgm:t>
    </dgm:pt>
    <dgm:pt modelId="{D31DE5DE-1543-4B48-A251-91B2F1976549}" type="pres">
      <dgm:prSet presAssocID="{37E1D01E-C9FC-4C9B-959B-2DC40E471915}" presName="descendantText" presStyleLbl="alignAcc1" presStyleIdx="4" presStyleCnt="5">
        <dgm:presLayoutVars>
          <dgm:bulletEnabled val="1"/>
        </dgm:presLayoutVars>
      </dgm:prSet>
      <dgm:spPr/>
      <dgm:t>
        <a:bodyPr/>
        <a:lstStyle/>
        <a:p>
          <a:endParaRPr lang="en-US"/>
        </a:p>
      </dgm:t>
    </dgm:pt>
  </dgm:ptLst>
  <dgm:cxnLst>
    <dgm:cxn modelId="{6E8E8E26-8260-46C4-BAB4-8E08A7B339FA}" srcId="{45CDA3CC-24C1-4498-B912-305236D2A4A8}" destId="{54E50878-B4C0-4FF1-8F90-42F16499F5B6}" srcOrd="0" destOrd="0" parTransId="{FCDFE869-316E-4F87-ACF1-066D413F671B}" sibTransId="{02B18C6E-5BF6-4993-9BC8-DD83EEE5A304}"/>
    <dgm:cxn modelId="{482BDC27-4719-40C6-8526-1F6E01B4D9AD}" type="presOf" srcId="{01CA820E-E9CF-4E33-A36F-0C2ADE193CF8}" destId="{FBE763B7-33E0-4557-A9C7-244F9427E06F}" srcOrd="0" destOrd="0" presId="urn:microsoft.com/office/officeart/2005/8/layout/chevron2"/>
    <dgm:cxn modelId="{4C785661-5CCF-4713-9325-375210536375}" type="presOf" srcId="{54E50878-B4C0-4FF1-8F90-42F16499F5B6}" destId="{8FA8C8CA-2343-4FE7-82BE-42F37FBEC351}" srcOrd="0" destOrd="0" presId="urn:microsoft.com/office/officeart/2005/8/layout/chevron2"/>
    <dgm:cxn modelId="{D0AD1902-5F13-4FAA-96AF-06588C1531ED}" type="presOf" srcId="{E009DAA6-327B-43D8-AE73-0EBCE3A31E7C}" destId="{C401048B-06D2-4947-BBE4-FC1625E96F50}" srcOrd="0" destOrd="0" presId="urn:microsoft.com/office/officeart/2005/8/layout/chevron2"/>
    <dgm:cxn modelId="{25CA2738-E9EA-411A-A3B4-22FD8B139EEB}" srcId="{37E1D01E-C9FC-4C9B-959B-2DC40E471915}" destId="{D1781FEE-FFC0-4BF2-872D-98099F5DCDEE}" srcOrd="0" destOrd="0" parTransId="{7D545602-0306-4C5A-8A92-57FF9C665915}" sibTransId="{FB5176AC-2869-433B-91F0-63E68074F834}"/>
    <dgm:cxn modelId="{26D0A57A-CC91-4671-8DE2-6064846E107B}" srcId="{01CA820E-E9CF-4E33-A36F-0C2ADE193CF8}" destId="{61A9A165-1399-4E94-8DA9-03C2448E4A4D}" srcOrd="0" destOrd="0" parTransId="{D876D57F-20F7-4D9E-A0EE-9F3BFB0AD0AA}" sibTransId="{13080C11-3E3A-46BB-A0A9-7EB7397EA322}"/>
    <dgm:cxn modelId="{B987F5CA-782D-4423-8C9A-E871FE5B1263}" srcId="{41FE0A4D-8EAA-46DF-A070-27AC5CC2A5A3}" destId="{F5D62E4E-6B83-4A06-87F6-D95CC3014D81}" srcOrd="0" destOrd="0" parTransId="{D68B96B6-B298-4F99-B352-38DD43752FDD}" sibTransId="{B15B6A07-DC10-4EDA-938A-ED192B79239D}"/>
    <dgm:cxn modelId="{5991A45D-C233-4728-B3BC-1D3D04390637}" type="presOf" srcId="{14819365-7224-4AB4-9EE4-05C1FABCB0B0}" destId="{C07B1FDF-B0FE-4F4C-8435-9756853ABC45}" srcOrd="0" destOrd="0" presId="urn:microsoft.com/office/officeart/2005/8/layout/chevron2"/>
    <dgm:cxn modelId="{EB8DA54B-9C5D-459A-9A92-D8935D1963B1}" type="presOf" srcId="{F5D62E4E-6B83-4A06-87F6-D95CC3014D81}" destId="{EE8B6D83-521D-4A9D-86D0-2B8E20CFD9C1}" srcOrd="0" destOrd="0" presId="urn:microsoft.com/office/officeart/2005/8/layout/chevron2"/>
    <dgm:cxn modelId="{FA912E49-4F1C-411A-ABE1-D34F64EF4E0B}" type="presOf" srcId="{61A9A165-1399-4E94-8DA9-03C2448E4A4D}" destId="{BDDBE963-78BB-40F9-B994-0FB9356DA62B}" srcOrd="0" destOrd="0" presId="urn:microsoft.com/office/officeart/2005/8/layout/chevron2"/>
    <dgm:cxn modelId="{9C95D8D0-0C00-41AA-9A78-EF410EC78750}" srcId="{54E50878-B4C0-4FF1-8F90-42F16499F5B6}" destId="{14819365-7224-4AB4-9EE4-05C1FABCB0B0}" srcOrd="0" destOrd="0" parTransId="{227E4C3F-CEC2-48B0-9711-DE44322A04CD}" sibTransId="{422B61B5-C313-4D21-933A-01EE2D226A31}"/>
    <dgm:cxn modelId="{640C73C2-6FE8-47ED-8F77-82FF23F1CB2C}" type="presOf" srcId="{41FE0A4D-8EAA-46DF-A070-27AC5CC2A5A3}" destId="{74379F5D-8E8A-451B-B524-F2B08F8ABC55}" srcOrd="0" destOrd="0" presId="urn:microsoft.com/office/officeart/2005/8/layout/chevron2"/>
    <dgm:cxn modelId="{AAE1D7BC-60D5-4C78-A5CF-44CA60EACECC}" srcId="{45CDA3CC-24C1-4498-B912-305236D2A4A8}" destId="{01CA820E-E9CF-4E33-A36F-0C2ADE193CF8}" srcOrd="2" destOrd="0" parTransId="{E5038A22-748E-44E3-A928-624EE499F945}" sibTransId="{1BAB5A07-D9AF-4A86-94CA-B0D4BC06AD88}"/>
    <dgm:cxn modelId="{D5D75C45-AE93-4EEE-A769-73A75E8BAEA2}" srcId="{45CDA3CC-24C1-4498-B912-305236D2A4A8}" destId="{41FE0A4D-8EAA-46DF-A070-27AC5CC2A5A3}" srcOrd="1" destOrd="0" parTransId="{3AC11C47-1F26-41EE-AF6B-5C38EF6FE5D1}" sibTransId="{0C11520B-C55A-47E1-96B9-57BACC5343E3}"/>
    <dgm:cxn modelId="{EDB6E598-EC63-4660-84E8-29183129E6FC}" srcId="{45CDA3CC-24C1-4498-B912-305236D2A4A8}" destId="{37E1D01E-C9FC-4C9B-959B-2DC40E471915}" srcOrd="4" destOrd="0" parTransId="{5C7A60D1-A516-47B9-A0FD-F634EDA7A444}" sibTransId="{54DA3345-874B-472E-8AEA-0D1A5E22FB6A}"/>
    <dgm:cxn modelId="{F82226EB-7040-41B2-98FA-9965E679347C}" type="presOf" srcId="{37E1D01E-C9FC-4C9B-959B-2DC40E471915}" destId="{C2BCD766-E415-4F0E-A7D4-9B7285DEBB3A}" srcOrd="0" destOrd="0" presId="urn:microsoft.com/office/officeart/2005/8/layout/chevron2"/>
    <dgm:cxn modelId="{D610346E-B417-40CE-9A37-7BAAAEE84B3D}" type="presOf" srcId="{45CDA3CC-24C1-4498-B912-305236D2A4A8}" destId="{5B93E6E2-D30D-4C73-B6D5-CA2658A89842}" srcOrd="0" destOrd="0" presId="urn:microsoft.com/office/officeart/2005/8/layout/chevron2"/>
    <dgm:cxn modelId="{A1EE6696-939E-4503-9607-A462780ACE77}" srcId="{E009DAA6-327B-43D8-AE73-0EBCE3A31E7C}" destId="{DDB6B639-182F-4E15-B522-8EEC9A3BCABF}" srcOrd="0" destOrd="0" parTransId="{550567B6-21F6-4AA8-A116-3DD3C0B4861B}" sibTransId="{227AF239-FF66-4440-8C17-4E747D23337A}"/>
    <dgm:cxn modelId="{942E107F-ECF4-4BEF-A72A-A2B5F0246E4E}" type="presOf" srcId="{DDB6B639-182F-4E15-B522-8EEC9A3BCABF}" destId="{08174615-5D6B-4A54-A185-31B9991303A7}" srcOrd="0" destOrd="0" presId="urn:microsoft.com/office/officeart/2005/8/layout/chevron2"/>
    <dgm:cxn modelId="{0F4116A1-614E-4E27-B9B4-4AEBBB574B20}" srcId="{45CDA3CC-24C1-4498-B912-305236D2A4A8}" destId="{E009DAA6-327B-43D8-AE73-0EBCE3A31E7C}" srcOrd="3" destOrd="0" parTransId="{0AFFD8B0-D0AC-462C-98D5-D2594F96A695}" sibTransId="{D24E54EF-629B-4204-A827-C61DE084E384}"/>
    <dgm:cxn modelId="{42FDE7C0-0932-40EC-859E-F75A907736B6}" type="presOf" srcId="{D1781FEE-FFC0-4BF2-872D-98099F5DCDEE}" destId="{D31DE5DE-1543-4B48-A251-91B2F1976549}" srcOrd="0" destOrd="0" presId="urn:microsoft.com/office/officeart/2005/8/layout/chevron2"/>
    <dgm:cxn modelId="{CDD0F000-6E39-4794-8DA7-E81BD3886DE5}" type="presParOf" srcId="{5B93E6E2-D30D-4C73-B6D5-CA2658A89842}" destId="{AA77A3B1-959C-44EB-B4ED-5ABA3D7F31D2}" srcOrd="0" destOrd="0" presId="urn:microsoft.com/office/officeart/2005/8/layout/chevron2"/>
    <dgm:cxn modelId="{A2432F3A-0587-48A3-93AF-15CAB384C84E}" type="presParOf" srcId="{AA77A3B1-959C-44EB-B4ED-5ABA3D7F31D2}" destId="{8FA8C8CA-2343-4FE7-82BE-42F37FBEC351}" srcOrd="0" destOrd="0" presId="urn:microsoft.com/office/officeart/2005/8/layout/chevron2"/>
    <dgm:cxn modelId="{46F3B58A-8392-4F91-A494-5B6186FE58A1}" type="presParOf" srcId="{AA77A3B1-959C-44EB-B4ED-5ABA3D7F31D2}" destId="{C07B1FDF-B0FE-4F4C-8435-9756853ABC45}" srcOrd="1" destOrd="0" presId="urn:microsoft.com/office/officeart/2005/8/layout/chevron2"/>
    <dgm:cxn modelId="{DEFD1B83-2010-4C5A-A0F4-FC5606FD9FE2}" type="presParOf" srcId="{5B93E6E2-D30D-4C73-B6D5-CA2658A89842}" destId="{FF1C4463-56FF-48DE-90F2-0D2DAEC1C56D}" srcOrd="1" destOrd="0" presId="urn:microsoft.com/office/officeart/2005/8/layout/chevron2"/>
    <dgm:cxn modelId="{287FFDE1-8FE6-4E1D-B36F-D31E974D5DDC}" type="presParOf" srcId="{5B93E6E2-D30D-4C73-B6D5-CA2658A89842}" destId="{8C8E3A8D-2837-480F-B24D-887A6A5C6859}" srcOrd="2" destOrd="0" presId="urn:microsoft.com/office/officeart/2005/8/layout/chevron2"/>
    <dgm:cxn modelId="{D1E85DB7-499A-4FE0-ADCE-1E31FF48246C}" type="presParOf" srcId="{8C8E3A8D-2837-480F-B24D-887A6A5C6859}" destId="{74379F5D-8E8A-451B-B524-F2B08F8ABC55}" srcOrd="0" destOrd="0" presId="urn:microsoft.com/office/officeart/2005/8/layout/chevron2"/>
    <dgm:cxn modelId="{87A157F7-56F6-4883-BB11-3302AC345C44}" type="presParOf" srcId="{8C8E3A8D-2837-480F-B24D-887A6A5C6859}" destId="{EE8B6D83-521D-4A9D-86D0-2B8E20CFD9C1}" srcOrd="1" destOrd="0" presId="urn:microsoft.com/office/officeart/2005/8/layout/chevron2"/>
    <dgm:cxn modelId="{6AD90649-3CFA-473B-9504-3AE199ABD672}" type="presParOf" srcId="{5B93E6E2-D30D-4C73-B6D5-CA2658A89842}" destId="{EE876C86-5548-4A6C-A1D1-3C1AD4D00520}" srcOrd="3" destOrd="0" presId="urn:microsoft.com/office/officeart/2005/8/layout/chevron2"/>
    <dgm:cxn modelId="{A55F5E23-8F7D-4CCB-B0EA-E9755109C321}" type="presParOf" srcId="{5B93E6E2-D30D-4C73-B6D5-CA2658A89842}" destId="{79C55EDC-2BA6-4FDE-BDA3-724BDA289CF7}" srcOrd="4" destOrd="0" presId="urn:microsoft.com/office/officeart/2005/8/layout/chevron2"/>
    <dgm:cxn modelId="{1722D44F-F757-4023-9C5A-90627D676032}" type="presParOf" srcId="{79C55EDC-2BA6-4FDE-BDA3-724BDA289CF7}" destId="{FBE763B7-33E0-4557-A9C7-244F9427E06F}" srcOrd="0" destOrd="0" presId="urn:microsoft.com/office/officeart/2005/8/layout/chevron2"/>
    <dgm:cxn modelId="{5FD2CFE5-626B-4DDA-8488-D40397D780DF}" type="presParOf" srcId="{79C55EDC-2BA6-4FDE-BDA3-724BDA289CF7}" destId="{BDDBE963-78BB-40F9-B994-0FB9356DA62B}" srcOrd="1" destOrd="0" presId="urn:microsoft.com/office/officeart/2005/8/layout/chevron2"/>
    <dgm:cxn modelId="{C4D9DC07-5A92-45FA-9A32-5B71BDC41C75}" type="presParOf" srcId="{5B93E6E2-D30D-4C73-B6D5-CA2658A89842}" destId="{E1DD2E32-075B-4C6C-AEE3-2EB643F6B3BD}" srcOrd="5" destOrd="0" presId="urn:microsoft.com/office/officeart/2005/8/layout/chevron2"/>
    <dgm:cxn modelId="{F8488AF6-14FF-424E-B382-C35ABD5D20A5}" type="presParOf" srcId="{5B93E6E2-D30D-4C73-B6D5-CA2658A89842}" destId="{BC30644E-1424-4DDE-A87C-6DDDFCB2F295}" srcOrd="6" destOrd="0" presId="urn:microsoft.com/office/officeart/2005/8/layout/chevron2"/>
    <dgm:cxn modelId="{78718736-2A73-4DE4-A72A-9D56FC7844EF}" type="presParOf" srcId="{BC30644E-1424-4DDE-A87C-6DDDFCB2F295}" destId="{C401048B-06D2-4947-BBE4-FC1625E96F50}" srcOrd="0" destOrd="0" presId="urn:microsoft.com/office/officeart/2005/8/layout/chevron2"/>
    <dgm:cxn modelId="{EDE836BB-9D3F-4FB8-9764-6FDA7AD569D5}" type="presParOf" srcId="{BC30644E-1424-4DDE-A87C-6DDDFCB2F295}" destId="{08174615-5D6B-4A54-A185-31B9991303A7}" srcOrd="1" destOrd="0" presId="urn:microsoft.com/office/officeart/2005/8/layout/chevron2"/>
    <dgm:cxn modelId="{765B1FD1-86D2-431F-AA98-F446951F2459}" type="presParOf" srcId="{5B93E6E2-D30D-4C73-B6D5-CA2658A89842}" destId="{95812E01-7692-4464-BB4D-88304E569140}" srcOrd="7" destOrd="0" presId="urn:microsoft.com/office/officeart/2005/8/layout/chevron2"/>
    <dgm:cxn modelId="{BDFF6392-D0A0-4B0B-B2B8-9750B3F3CA56}" type="presParOf" srcId="{5B93E6E2-D30D-4C73-B6D5-CA2658A89842}" destId="{88524AA4-81DC-4781-B77F-AE0315AD4AD1}" srcOrd="8" destOrd="0" presId="urn:microsoft.com/office/officeart/2005/8/layout/chevron2"/>
    <dgm:cxn modelId="{20CDD9A8-3529-4AE2-B0EF-EB2B6CC46FAF}" type="presParOf" srcId="{88524AA4-81DC-4781-B77F-AE0315AD4AD1}" destId="{C2BCD766-E415-4F0E-A7D4-9B7285DEBB3A}" srcOrd="0" destOrd="0" presId="urn:microsoft.com/office/officeart/2005/8/layout/chevron2"/>
    <dgm:cxn modelId="{A9C0108E-9220-4D65-8699-EFA4A67D4647}" type="presParOf" srcId="{88524AA4-81DC-4781-B77F-AE0315AD4AD1}" destId="{D31DE5DE-1543-4B48-A251-91B2F197654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5CDA3CC-24C1-4498-B912-305236D2A4A8}"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54E50878-B4C0-4FF1-8F90-42F16499F5B6}">
      <dgm:prSet phldrT="[Text]" phldr="1"/>
      <dgm:spPr>
        <a:solidFill>
          <a:schemeClr val="bg1">
            <a:lumMod val="85000"/>
          </a:schemeClr>
        </a:solidFill>
      </dgm:spPr>
      <dgm:t>
        <a:bodyPr/>
        <a:lstStyle/>
        <a:p>
          <a:endParaRPr lang="en-US" dirty="0"/>
        </a:p>
      </dgm:t>
    </dgm:pt>
    <dgm:pt modelId="{FCDFE869-316E-4F87-ACF1-066D413F671B}" type="parTrans" cxnId="{6E8E8E26-8260-46C4-BAB4-8E08A7B339FA}">
      <dgm:prSet/>
      <dgm:spPr/>
      <dgm:t>
        <a:bodyPr/>
        <a:lstStyle/>
        <a:p>
          <a:endParaRPr lang="en-US"/>
        </a:p>
      </dgm:t>
    </dgm:pt>
    <dgm:pt modelId="{02B18C6E-5BF6-4993-9BC8-DD83EEE5A304}" type="sibTrans" cxnId="{6E8E8E26-8260-46C4-BAB4-8E08A7B339FA}">
      <dgm:prSet/>
      <dgm:spPr/>
      <dgm:t>
        <a:bodyPr/>
        <a:lstStyle/>
        <a:p>
          <a:endParaRPr lang="en-US"/>
        </a:p>
      </dgm:t>
    </dgm:pt>
    <dgm:pt modelId="{14819365-7224-4AB4-9EE4-05C1FABCB0B0}">
      <dgm:prSet phldrT="[Text]" custT="1"/>
      <dgm:spPr/>
      <dgm:t>
        <a:bodyPr/>
        <a:lstStyle/>
        <a:p>
          <a:r>
            <a:rPr lang="en-US" sz="2000" dirty="0" smtClean="0"/>
            <a:t>Costing Analysis </a:t>
          </a:r>
          <a:endParaRPr lang="en-US" sz="2000" dirty="0"/>
        </a:p>
      </dgm:t>
    </dgm:pt>
    <dgm:pt modelId="{227E4C3F-CEC2-48B0-9711-DE44322A04CD}" type="parTrans" cxnId="{9C95D8D0-0C00-41AA-9A78-EF410EC78750}">
      <dgm:prSet/>
      <dgm:spPr/>
      <dgm:t>
        <a:bodyPr/>
        <a:lstStyle/>
        <a:p>
          <a:endParaRPr lang="en-US"/>
        </a:p>
      </dgm:t>
    </dgm:pt>
    <dgm:pt modelId="{422B61B5-C313-4D21-933A-01EE2D226A31}" type="sibTrans" cxnId="{9C95D8D0-0C00-41AA-9A78-EF410EC78750}">
      <dgm:prSet/>
      <dgm:spPr/>
      <dgm:t>
        <a:bodyPr/>
        <a:lstStyle/>
        <a:p>
          <a:endParaRPr lang="en-US"/>
        </a:p>
      </dgm:t>
    </dgm:pt>
    <dgm:pt modelId="{41FE0A4D-8EAA-46DF-A070-27AC5CC2A5A3}">
      <dgm:prSet phldrT="[Text]" phldr="1"/>
      <dgm:spPr>
        <a:solidFill>
          <a:schemeClr val="bg1">
            <a:lumMod val="85000"/>
          </a:schemeClr>
        </a:solidFill>
      </dgm:spPr>
      <dgm:t>
        <a:bodyPr/>
        <a:lstStyle/>
        <a:p>
          <a:endParaRPr lang="en-US" dirty="0"/>
        </a:p>
      </dgm:t>
    </dgm:pt>
    <dgm:pt modelId="{3AC11C47-1F26-41EE-AF6B-5C38EF6FE5D1}" type="parTrans" cxnId="{D5D75C45-AE93-4EEE-A769-73A75E8BAEA2}">
      <dgm:prSet/>
      <dgm:spPr/>
      <dgm:t>
        <a:bodyPr/>
        <a:lstStyle/>
        <a:p>
          <a:endParaRPr lang="en-US"/>
        </a:p>
      </dgm:t>
    </dgm:pt>
    <dgm:pt modelId="{0C11520B-C55A-47E1-96B9-57BACC5343E3}" type="sibTrans" cxnId="{D5D75C45-AE93-4EEE-A769-73A75E8BAEA2}">
      <dgm:prSet/>
      <dgm:spPr/>
      <dgm:t>
        <a:bodyPr/>
        <a:lstStyle/>
        <a:p>
          <a:endParaRPr lang="en-US"/>
        </a:p>
      </dgm:t>
    </dgm:pt>
    <dgm:pt modelId="{F5D62E4E-6B83-4A06-87F6-D95CC3014D81}">
      <dgm:prSet phldrT="[Text]" custT="1"/>
      <dgm:spPr/>
      <dgm:t>
        <a:bodyPr/>
        <a:lstStyle/>
        <a:p>
          <a:r>
            <a:rPr lang="en-US" sz="2000" dirty="0" smtClean="0"/>
            <a:t>Pricing Models </a:t>
          </a:r>
          <a:endParaRPr lang="en-US" sz="2000" dirty="0"/>
        </a:p>
      </dgm:t>
    </dgm:pt>
    <dgm:pt modelId="{D68B96B6-B298-4F99-B352-38DD43752FDD}" type="parTrans" cxnId="{B987F5CA-782D-4423-8C9A-E871FE5B1263}">
      <dgm:prSet/>
      <dgm:spPr/>
      <dgm:t>
        <a:bodyPr/>
        <a:lstStyle/>
        <a:p>
          <a:endParaRPr lang="en-US"/>
        </a:p>
      </dgm:t>
    </dgm:pt>
    <dgm:pt modelId="{B15B6A07-DC10-4EDA-938A-ED192B79239D}" type="sibTrans" cxnId="{B987F5CA-782D-4423-8C9A-E871FE5B1263}">
      <dgm:prSet/>
      <dgm:spPr/>
      <dgm:t>
        <a:bodyPr/>
        <a:lstStyle/>
        <a:p>
          <a:endParaRPr lang="en-US"/>
        </a:p>
      </dgm:t>
    </dgm:pt>
    <dgm:pt modelId="{01CA820E-E9CF-4E33-A36F-0C2ADE193CF8}">
      <dgm:prSet phldrT="[Text]" phldr="1"/>
      <dgm:spPr>
        <a:solidFill>
          <a:schemeClr val="bg1">
            <a:lumMod val="85000"/>
          </a:schemeClr>
        </a:solidFill>
      </dgm:spPr>
      <dgm:t>
        <a:bodyPr/>
        <a:lstStyle/>
        <a:p>
          <a:endParaRPr lang="en-US" dirty="0"/>
        </a:p>
      </dgm:t>
    </dgm:pt>
    <dgm:pt modelId="{E5038A22-748E-44E3-A928-624EE499F945}" type="parTrans" cxnId="{AAE1D7BC-60D5-4C78-A5CF-44CA60EACECC}">
      <dgm:prSet/>
      <dgm:spPr/>
      <dgm:t>
        <a:bodyPr/>
        <a:lstStyle/>
        <a:p>
          <a:endParaRPr lang="en-US"/>
        </a:p>
      </dgm:t>
    </dgm:pt>
    <dgm:pt modelId="{1BAB5A07-D9AF-4A86-94CA-B0D4BC06AD88}" type="sibTrans" cxnId="{AAE1D7BC-60D5-4C78-A5CF-44CA60EACECC}">
      <dgm:prSet/>
      <dgm:spPr/>
      <dgm:t>
        <a:bodyPr/>
        <a:lstStyle/>
        <a:p>
          <a:endParaRPr lang="en-US"/>
        </a:p>
      </dgm:t>
    </dgm:pt>
    <dgm:pt modelId="{61A9A165-1399-4E94-8DA9-03C2448E4A4D}">
      <dgm:prSet phldrT="[Text]" custT="1"/>
      <dgm:spPr/>
      <dgm:t>
        <a:bodyPr/>
        <a:lstStyle/>
        <a:p>
          <a:r>
            <a:rPr lang="en-US" sz="2000" dirty="0" smtClean="0"/>
            <a:t>Business Performance </a:t>
          </a:r>
          <a:endParaRPr lang="en-US" sz="2000" dirty="0"/>
        </a:p>
      </dgm:t>
    </dgm:pt>
    <dgm:pt modelId="{D876D57F-20F7-4D9E-A0EE-9F3BFB0AD0AA}" type="parTrans" cxnId="{26D0A57A-CC91-4671-8DE2-6064846E107B}">
      <dgm:prSet/>
      <dgm:spPr/>
      <dgm:t>
        <a:bodyPr/>
        <a:lstStyle/>
        <a:p>
          <a:endParaRPr lang="en-US"/>
        </a:p>
      </dgm:t>
    </dgm:pt>
    <dgm:pt modelId="{13080C11-3E3A-46BB-A0A9-7EB7397EA322}" type="sibTrans" cxnId="{26D0A57A-CC91-4671-8DE2-6064846E107B}">
      <dgm:prSet/>
      <dgm:spPr/>
      <dgm:t>
        <a:bodyPr/>
        <a:lstStyle/>
        <a:p>
          <a:endParaRPr lang="en-US"/>
        </a:p>
      </dgm:t>
    </dgm:pt>
    <dgm:pt modelId="{E009DAA6-327B-43D8-AE73-0EBCE3A31E7C}">
      <dgm:prSet phldrT="[Text]" phldr="1"/>
      <dgm:spPr>
        <a:solidFill>
          <a:schemeClr val="bg1">
            <a:lumMod val="85000"/>
          </a:schemeClr>
        </a:solidFill>
      </dgm:spPr>
      <dgm:t>
        <a:bodyPr/>
        <a:lstStyle/>
        <a:p>
          <a:endParaRPr lang="en-US" dirty="0"/>
        </a:p>
      </dgm:t>
    </dgm:pt>
    <dgm:pt modelId="{0AFFD8B0-D0AC-462C-98D5-D2594F96A695}" type="parTrans" cxnId="{0F4116A1-614E-4E27-B9B4-4AEBBB574B20}">
      <dgm:prSet/>
      <dgm:spPr/>
      <dgm:t>
        <a:bodyPr/>
        <a:lstStyle/>
        <a:p>
          <a:endParaRPr lang="en-US"/>
        </a:p>
      </dgm:t>
    </dgm:pt>
    <dgm:pt modelId="{D24E54EF-629B-4204-A827-C61DE084E384}" type="sibTrans" cxnId="{0F4116A1-614E-4E27-B9B4-4AEBBB574B20}">
      <dgm:prSet/>
      <dgm:spPr/>
      <dgm:t>
        <a:bodyPr/>
        <a:lstStyle/>
        <a:p>
          <a:endParaRPr lang="en-US"/>
        </a:p>
      </dgm:t>
    </dgm:pt>
    <dgm:pt modelId="{DDB6B639-182F-4E15-B522-8EEC9A3BCABF}">
      <dgm:prSet phldrT="[Text]" custT="1"/>
      <dgm:spPr/>
      <dgm:t>
        <a:bodyPr/>
        <a:lstStyle/>
        <a:p>
          <a:r>
            <a:rPr lang="en-US" sz="2000" dirty="0" smtClean="0"/>
            <a:t>Activities analysis </a:t>
          </a:r>
          <a:endParaRPr lang="en-US" sz="2000" dirty="0"/>
        </a:p>
      </dgm:t>
    </dgm:pt>
    <dgm:pt modelId="{550567B6-21F6-4AA8-A116-3DD3C0B4861B}" type="parTrans" cxnId="{A1EE6696-939E-4503-9607-A462780ACE77}">
      <dgm:prSet/>
      <dgm:spPr/>
      <dgm:t>
        <a:bodyPr/>
        <a:lstStyle/>
        <a:p>
          <a:endParaRPr lang="en-US"/>
        </a:p>
      </dgm:t>
    </dgm:pt>
    <dgm:pt modelId="{227AF239-FF66-4440-8C17-4E747D23337A}" type="sibTrans" cxnId="{A1EE6696-939E-4503-9607-A462780ACE77}">
      <dgm:prSet/>
      <dgm:spPr/>
      <dgm:t>
        <a:bodyPr/>
        <a:lstStyle/>
        <a:p>
          <a:endParaRPr lang="en-US"/>
        </a:p>
      </dgm:t>
    </dgm:pt>
    <dgm:pt modelId="{37E1D01E-C9FC-4C9B-959B-2DC40E471915}">
      <dgm:prSet phldrT="[Text]" phldr="1"/>
      <dgm:spPr>
        <a:solidFill>
          <a:schemeClr val="bg1">
            <a:lumMod val="85000"/>
          </a:schemeClr>
        </a:solidFill>
      </dgm:spPr>
      <dgm:t>
        <a:bodyPr/>
        <a:lstStyle/>
        <a:p>
          <a:endParaRPr lang="en-US" dirty="0"/>
        </a:p>
      </dgm:t>
    </dgm:pt>
    <dgm:pt modelId="{5C7A60D1-A516-47B9-A0FD-F634EDA7A444}" type="parTrans" cxnId="{EDB6E598-EC63-4660-84E8-29183129E6FC}">
      <dgm:prSet/>
      <dgm:spPr/>
      <dgm:t>
        <a:bodyPr/>
        <a:lstStyle/>
        <a:p>
          <a:endParaRPr lang="en-US"/>
        </a:p>
      </dgm:t>
    </dgm:pt>
    <dgm:pt modelId="{54DA3345-874B-472E-8AEA-0D1A5E22FB6A}" type="sibTrans" cxnId="{EDB6E598-EC63-4660-84E8-29183129E6FC}">
      <dgm:prSet/>
      <dgm:spPr/>
      <dgm:t>
        <a:bodyPr/>
        <a:lstStyle/>
        <a:p>
          <a:endParaRPr lang="en-US"/>
        </a:p>
      </dgm:t>
    </dgm:pt>
    <dgm:pt modelId="{D1781FEE-FFC0-4BF2-872D-98099F5DCDEE}">
      <dgm:prSet phldrT="[Text]" custT="1"/>
      <dgm:spPr/>
      <dgm:t>
        <a:bodyPr/>
        <a:lstStyle/>
        <a:p>
          <a:r>
            <a:rPr lang="en-US" sz="2000" dirty="0" smtClean="0"/>
            <a:t>Feasibility Studies </a:t>
          </a:r>
          <a:endParaRPr lang="en-US" sz="2000" dirty="0"/>
        </a:p>
      </dgm:t>
    </dgm:pt>
    <dgm:pt modelId="{7D545602-0306-4C5A-8A92-57FF9C665915}" type="parTrans" cxnId="{25CA2738-E9EA-411A-A3B4-22FD8B139EEB}">
      <dgm:prSet/>
      <dgm:spPr/>
      <dgm:t>
        <a:bodyPr/>
        <a:lstStyle/>
        <a:p>
          <a:endParaRPr lang="en-US"/>
        </a:p>
      </dgm:t>
    </dgm:pt>
    <dgm:pt modelId="{FB5176AC-2869-433B-91F0-63E68074F834}" type="sibTrans" cxnId="{25CA2738-E9EA-411A-A3B4-22FD8B139EEB}">
      <dgm:prSet/>
      <dgm:spPr/>
      <dgm:t>
        <a:bodyPr/>
        <a:lstStyle/>
        <a:p>
          <a:endParaRPr lang="en-US"/>
        </a:p>
      </dgm:t>
    </dgm:pt>
    <dgm:pt modelId="{5B93E6E2-D30D-4C73-B6D5-CA2658A89842}" type="pres">
      <dgm:prSet presAssocID="{45CDA3CC-24C1-4498-B912-305236D2A4A8}" presName="linearFlow" presStyleCnt="0">
        <dgm:presLayoutVars>
          <dgm:dir/>
          <dgm:animLvl val="lvl"/>
          <dgm:resizeHandles val="exact"/>
        </dgm:presLayoutVars>
      </dgm:prSet>
      <dgm:spPr/>
      <dgm:t>
        <a:bodyPr/>
        <a:lstStyle/>
        <a:p>
          <a:endParaRPr lang="en-US"/>
        </a:p>
      </dgm:t>
    </dgm:pt>
    <dgm:pt modelId="{AA77A3B1-959C-44EB-B4ED-5ABA3D7F31D2}" type="pres">
      <dgm:prSet presAssocID="{54E50878-B4C0-4FF1-8F90-42F16499F5B6}" presName="composite" presStyleCnt="0"/>
      <dgm:spPr/>
    </dgm:pt>
    <dgm:pt modelId="{8FA8C8CA-2343-4FE7-82BE-42F37FBEC351}" type="pres">
      <dgm:prSet presAssocID="{54E50878-B4C0-4FF1-8F90-42F16499F5B6}" presName="parentText" presStyleLbl="alignNode1" presStyleIdx="0" presStyleCnt="5">
        <dgm:presLayoutVars>
          <dgm:chMax val="1"/>
          <dgm:bulletEnabled val="1"/>
        </dgm:presLayoutVars>
      </dgm:prSet>
      <dgm:spPr/>
      <dgm:t>
        <a:bodyPr/>
        <a:lstStyle/>
        <a:p>
          <a:endParaRPr lang="en-US"/>
        </a:p>
      </dgm:t>
    </dgm:pt>
    <dgm:pt modelId="{C07B1FDF-B0FE-4F4C-8435-9756853ABC45}" type="pres">
      <dgm:prSet presAssocID="{54E50878-B4C0-4FF1-8F90-42F16499F5B6}" presName="descendantText" presStyleLbl="alignAcc1" presStyleIdx="0" presStyleCnt="5">
        <dgm:presLayoutVars>
          <dgm:bulletEnabled val="1"/>
        </dgm:presLayoutVars>
      </dgm:prSet>
      <dgm:spPr/>
      <dgm:t>
        <a:bodyPr/>
        <a:lstStyle/>
        <a:p>
          <a:endParaRPr lang="en-US"/>
        </a:p>
      </dgm:t>
    </dgm:pt>
    <dgm:pt modelId="{FF1C4463-56FF-48DE-90F2-0D2DAEC1C56D}" type="pres">
      <dgm:prSet presAssocID="{02B18C6E-5BF6-4993-9BC8-DD83EEE5A304}" presName="sp" presStyleCnt="0"/>
      <dgm:spPr/>
    </dgm:pt>
    <dgm:pt modelId="{8C8E3A8D-2837-480F-B24D-887A6A5C6859}" type="pres">
      <dgm:prSet presAssocID="{41FE0A4D-8EAA-46DF-A070-27AC5CC2A5A3}" presName="composite" presStyleCnt="0"/>
      <dgm:spPr/>
    </dgm:pt>
    <dgm:pt modelId="{74379F5D-8E8A-451B-B524-F2B08F8ABC55}" type="pres">
      <dgm:prSet presAssocID="{41FE0A4D-8EAA-46DF-A070-27AC5CC2A5A3}" presName="parentText" presStyleLbl="alignNode1" presStyleIdx="1" presStyleCnt="5">
        <dgm:presLayoutVars>
          <dgm:chMax val="1"/>
          <dgm:bulletEnabled val="1"/>
        </dgm:presLayoutVars>
      </dgm:prSet>
      <dgm:spPr/>
      <dgm:t>
        <a:bodyPr/>
        <a:lstStyle/>
        <a:p>
          <a:endParaRPr lang="en-US"/>
        </a:p>
      </dgm:t>
    </dgm:pt>
    <dgm:pt modelId="{EE8B6D83-521D-4A9D-86D0-2B8E20CFD9C1}" type="pres">
      <dgm:prSet presAssocID="{41FE0A4D-8EAA-46DF-A070-27AC5CC2A5A3}" presName="descendantText" presStyleLbl="alignAcc1" presStyleIdx="1" presStyleCnt="5">
        <dgm:presLayoutVars>
          <dgm:bulletEnabled val="1"/>
        </dgm:presLayoutVars>
      </dgm:prSet>
      <dgm:spPr/>
      <dgm:t>
        <a:bodyPr/>
        <a:lstStyle/>
        <a:p>
          <a:endParaRPr lang="en-US"/>
        </a:p>
      </dgm:t>
    </dgm:pt>
    <dgm:pt modelId="{EE876C86-5548-4A6C-A1D1-3C1AD4D00520}" type="pres">
      <dgm:prSet presAssocID="{0C11520B-C55A-47E1-96B9-57BACC5343E3}" presName="sp" presStyleCnt="0"/>
      <dgm:spPr/>
    </dgm:pt>
    <dgm:pt modelId="{79C55EDC-2BA6-4FDE-BDA3-724BDA289CF7}" type="pres">
      <dgm:prSet presAssocID="{01CA820E-E9CF-4E33-A36F-0C2ADE193CF8}" presName="composite" presStyleCnt="0"/>
      <dgm:spPr/>
    </dgm:pt>
    <dgm:pt modelId="{FBE763B7-33E0-4557-A9C7-244F9427E06F}" type="pres">
      <dgm:prSet presAssocID="{01CA820E-E9CF-4E33-A36F-0C2ADE193CF8}" presName="parentText" presStyleLbl="alignNode1" presStyleIdx="2" presStyleCnt="5">
        <dgm:presLayoutVars>
          <dgm:chMax val="1"/>
          <dgm:bulletEnabled val="1"/>
        </dgm:presLayoutVars>
      </dgm:prSet>
      <dgm:spPr/>
      <dgm:t>
        <a:bodyPr/>
        <a:lstStyle/>
        <a:p>
          <a:endParaRPr lang="en-US"/>
        </a:p>
      </dgm:t>
    </dgm:pt>
    <dgm:pt modelId="{BDDBE963-78BB-40F9-B994-0FB9356DA62B}" type="pres">
      <dgm:prSet presAssocID="{01CA820E-E9CF-4E33-A36F-0C2ADE193CF8}" presName="descendantText" presStyleLbl="alignAcc1" presStyleIdx="2" presStyleCnt="5">
        <dgm:presLayoutVars>
          <dgm:bulletEnabled val="1"/>
        </dgm:presLayoutVars>
      </dgm:prSet>
      <dgm:spPr/>
      <dgm:t>
        <a:bodyPr/>
        <a:lstStyle/>
        <a:p>
          <a:endParaRPr lang="en-US"/>
        </a:p>
      </dgm:t>
    </dgm:pt>
    <dgm:pt modelId="{E1DD2E32-075B-4C6C-AEE3-2EB643F6B3BD}" type="pres">
      <dgm:prSet presAssocID="{1BAB5A07-D9AF-4A86-94CA-B0D4BC06AD88}" presName="sp" presStyleCnt="0"/>
      <dgm:spPr/>
    </dgm:pt>
    <dgm:pt modelId="{BC30644E-1424-4DDE-A87C-6DDDFCB2F295}" type="pres">
      <dgm:prSet presAssocID="{E009DAA6-327B-43D8-AE73-0EBCE3A31E7C}" presName="composite" presStyleCnt="0"/>
      <dgm:spPr/>
    </dgm:pt>
    <dgm:pt modelId="{C401048B-06D2-4947-BBE4-FC1625E96F50}" type="pres">
      <dgm:prSet presAssocID="{E009DAA6-327B-43D8-AE73-0EBCE3A31E7C}" presName="parentText" presStyleLbl="alignNode1" presStyleIdx="3" presStyleCnt="5">
        <dgm:presLayoutVars>
          <dgm:chMax val="1"/>
          <dgm:bulletEnabled val="1"/>
        </dgm:presLayoutVars>
      </dgm:prSet>
      <dgm:spPr/>
      <dgm:t>
        <a:bodyPr/>
        <a:lstStyle/>
        <a:p>
          <a:endParaRPr lang="en-US"/>
        </a:p>
      </dgm:t>
    </dgm:pt>
    <dgm:pt modelId="{08174615-5D6B-4A54-A185-31B9991303A7}" type="pres">
      <dgm:prSet presAssocID="{E009DAA6-327B-43D8-AE73-0EBCE3A31E7C}" presName="descendantText" presStyleLbl="alignAcc1" presStyleIdx="3" presStyleCnt="5">
        <dgm:presLayoutVars>
          <dgm:bulletEnabled val="1"/>
        </dgm:presLayoutVars>
      </dgm:prSet>
      <dgm:spPr/>
      <dgm:t>
        <a:bodyPr/>
        <a:lstStyle/>
        <a:p>
          <a:endParaRPr lang="en-US"/>
        </a:p>
      </dgm:t>
    </dgm:pt>
    <dgm:pt modelId="{95812E01-7692-4464-BB4D-88304E569140}" type="pres">
      <dgm:prSet presAssocID="{D24E54EF-629B-4204-A827-C61DE084E384}" presName="sp" presStyleCnt="0"/>
      <dgm:spPr/>
    </dgm:pt>
    <dgm:pt modelId="{88524AA4-81DC-4781-B77F-AE0315AD4AD1}" type="pres">
      <dgm:prSet presAssocID="{37E1D01E-C9FC-4C9B-959B-2DC40E471915}" presName="composite" presStyleCnt="0"/>
      <dgm:spPr/>
    </dgm:pt>
    <dgm:pt modelId="{C2BCD766-E415-4F0E-A7D4-9B7285DEBB3A}" type="pres">
      <dgm:prSet presAssocID="{37E1D01E-C9FC-4C9B-959B-2DC40E471915}" presName="parentText" presStyleLbl="alignNode1" presStyleIdx="4" presStyleCnt="5">
        <dgm:presLayoutVars>
          <dgm:chMax val="1"/>
          <dgm:bulletEnabled val="1"/>
        </dgm:presLayoutVars>
      </dgm:prSet>
      <dgm:spPr/>
      <dgm:t>
        <a:bodyPr/>
        <a:lstStyle/>
        <a:p>
          <a:endParaRPr lang="en-US"/>
        </a:p>
      </dgm:t>
    </dgm:pt>
    <dgm:pt modelId="{D31DE5DE-1543-4B48-A251-91B2F1976549}" type="pres">
      <dgm:prSet presAssocID="{37E1D01E-C9FC-4C9B-959B-2DC40E471915}" presName="descendantText" presStyleLbl="alignAcc1" presStyleIdx="4" presStyleCnt="5">
        <dgm:presLayoutVars>
          <dgm:bulletEnabled val="1"/>
        </dgm:presLayoutVars>
      </dgm:prSet>
      <dgm:spPr/>
      <dgm:t>
        <a:bodyPr/>
        <a:lstStyle/>
        <a:p>
          <a:endParaRPr lang="en-US"/>
        </a:p>
      </dgm:t>
    </dgm:pt>
  </dgm:ptLst>
  <dgm:cxnLst>
    <dgm:cxn modelId="{6E8E8E26-8260-46C4-BAB4-8E08A7B339FA}" srcId="{45CDA3CC-24C1-4498-B912-305236D2A4A8}" destId="{54E50878-B4C0-4FF1-8F90-42F16499F5B6}" srcOrd="0" destOrd="0" parTransId="{FCDFE869-316E-4F87-ACF1-066D413F671B}" sibTransId="{02B18C6E-5BF6-4993-9BC8-DD83EEE5A304}"/>
    <dgm:cxn modelId="{EAC0E691-0A30-44A7-AAC1-C48C70B16C88}" type="presOf" srcId="{01CA820E-E9CF-4E33-A36F-0C2ADE193CF8}" destId="{FBE763B7-33E0-4557-A9C7-244F9427E06F}" srcOrd="0" destOrd="0" presId="urn:microsoft.com/office/officeart/2005/8/layout/chevron2"/>
    <dgm:cxn modelId="{AAE1D7BC-60D5-4C78-A5CF-44CA60EACECC}" srcId="{45CDA3CC-24C1-4498-B912-305236D2A4A8}" destId="{01CA820E-E9CF-4E33-A36F-0C2ADE193CF8}" srcOrd="2" destOrd="0" parTransId="{E5038A22-748E-44E3-A928-624EE499F945}" sibTransId="{1BAB5A07-D9AF-4A86-94CA-B0D4BC06AD88}"/>
    <dgm:cxn modelId="{DC57A6D0-EFA6-4309-901E-515AC94E29B6}" type="presOf" srcId="{37E1D01E-C9FC-4C9B-959B-2DC40E471915}" destId="{C2BCD766-E415-4F0E-A7D4-9B7285DEBB3A}" srcOrd="0" destOrd="0" presId="urn:microsoft.com/office/officeart/2005/8/layout/chevron2"/>
    <dgm:cxn modelId="{5CEF5632-7BC3-469B-9EFD-3C17788F8665}" type="presOf" srcId="{14819365-7224-4AB4-9EE4-05C1FABCB0B0}" destId="{C07B1FDF-B0FE-4F4C-8435-9756853ABC45}" srcOrd="0" destOrd="0" presId="urn:microsoft.com/office/officeart/2005/8/layout/chevron2"/>
    <dgm:cxn modelId="{B9B1CBB5-D7AA-4C32-BD7A-315799C6BBA2}" type="presOf" srcId="{54E50878-B4C0-4FF1-8F90-42F16499F5B6}" destId="{8FA8C8CA-2343-4FE7-82BE-42F37FBEC351}" srcOrd="0" destOrd="0" presId="urn:microsoft.com/office/officeart/2005/8/layout/chevron2"/>
    <dgm:cxn modelId="{30854169-1225-41B5-9BD8-8FD22EE04DC3}" type="presOf" srcId="{61A9A165-1399-4E94-8DA9-03C2448E4A4D}" destId="{BDDBE963-78BB-40F9-B994-0FB9356DA62B}" srcOrd="0" destOrd="0" presId="urn:microsoft.com/office/officeart/2005/8/layout/chevron2"/>
    <dgm:cxn modelId="{EE713C30-CD43-47F4-987E-CB8698D90A58}" type="presOf" srcId="{D1781FEE-FFC0-4BF2-872D-98099F5DCDEE}" destId="{D31DE5DE-1543-4B48-A251-91B2F1976549}" srcOrd="0" destOrd="0" presId="urn:microsoft.com/office/officeart/2005/8/layout/chevron2"/>
    <dgm:cxn modelId="{309561D7-FAF0-4921-8820-1983BAF71608}" type="presOf" srcId="{E009DAA6-327B-43D8-AE73-0EBCE3A31E7C}" destId="{C401048B-06D2-4947-BBE4-FC1625E96F50}" srcOrd="0" destOrd="0" presId="urn:microsoft.com/office/officeart/2005/8/layout/chevron2"/>
    <dgm:cxn modelId="{F2263D02-3254-46FE-90A7-2506A2D268F5}" type="presOf" srcId="{41FE0A4D-8EAA-46DF-A070-27AC5CC2A5A3}" destId="{74379F5D-8E8A-451B-B524-F2B08F8ABC55}" srcOrd="0" destOrd="0" presId="urn:microsoft.com/office/officeart/2005/8/layout/chevron2"/>
    <dgm:cxn modelId="{99F8489D-F5D7-4B6F-BBDB-FB9757AE2D67}" type="presOf" srcId="{F5D62E4E-6B83-4A06-87F6-D95CC3014D81}" destId="{EE8B6D83-521D-4A9D-86D0-2B8E20CFD9C1}" srcOrd="0" destOrd="0" presId="urn:microsoft.com/office/officeart/2005/8/layout/chevron2"/>
    <dgm:cxn modelId="{A1EE6696-939E-4503-9607-A462780ACE77}" srcId="{E009DAA6-327B-43D8-AE73-0EBCE3A31E7C}" destId="{DDB6B639-182F-4E15-B522-8EEC9A3BCABF}" srcOrd="0" destOrd="0" parTransId="{550567B6-21F6-4AA8-A116-3DD3C0B4861B}" sibTransId="{227AF239-FF66-4440-8C17-4E747D23337A}"/>
    <dgm:cxn modelId="{B1FF157F-809B-4C49-A423-E0FA64590197}" type="presOf" srcId="{DDB6B639-182F-4E15-B522-8EEC9A3BCABF}" destId="{08174615-5D6B-4A54-A185-31B9991303A7}" srcOrd="0" destOrd="0" presId="urn:microsoft.com/office/officeart/2005/8/layout/chevron2"/>
    <dgm:cxn modelId="{25CA2738-E9EA-411A-A3B4-22FD8B139EEB}" srcId="{37E1D01E-C9FC-4C9B-959B-2DC40E471915}" destId="{D1781FEE-FFC0-4BF2-872D-98099F5DCDEE}" srcOrd="0" destOrd="0" parTransId="{7D545602-0306-4C5A-8A92-57FF9C665915}" sibTransId="{FB5176AC-2869-433B-91F0-63E68074F834}"/>
    <dgm:cxn modelId="{B987F5CA-782D-4423-8C9A-E871FE5B1263}" srcId="{41FE0A4D-8EAA-46DF-A070-27AC5CC2A5A3}" destId="{F5D62E4E-6B83-4A06-87F6-D95CC3014D81}" srcOrd="0" destOrd="0" parTransId="{D68B96B6-B298-4F99-B352-38DD43752FDD}" sibTransId="{B15B6A07-DC10-4EDA-938A-ED192B79239D}"/>
    <dgm:cxn modelId="{EDB6E598-EC63-4660-84E8-29183129E6FC}" srcId="{45CDA3CC-24C1-4498-B912-305236D2A4A8}" destId="{37E1D01E-C9FC-4C9B-959B-2DC40E471915}" srcOrd="4" destOrd="0" parTransId="{5C7A60D1-A516-47B9-A0FD-F634EDA7A444}" sibTransId="{54DA3345-874B-472E-8AEA-0D1A5E22FB6A}"/>
    <dgm:cxn modelId="{0F4116A1-614E-4E27-B9B4-4AEBBB574B20}" srcId="{45CDA3CC-24C1-4498-B912-305236D2A4A8}" destId="{E009DAA6-327B-43D8-AE73-0EBCE3A31E7C}" srcOrd="3" destOrd="0" parTransId="{0AFFD8B0-D0AC-462C-98D5-D2594F96A695}" sibTransId="{D24E54EF-629B-4204-A827-C61DE084E384}"/>
    <dgm:cxn modelId="{D5D75C45-AE93-4EEE-A769-73A75E8BAEA2}" srcId="{45CDA3CC-24C1-4498-B912-305236D2A4A8}" destId="{41FE0A4D-8EAA-46DF-A070-27AC5CC2A5A3}" srcOrd="1" destOrd="0" parTransId="{3AC11C47-1F26-41EE-AF6B-5C38EF6FE5D1}" sibTransId="{0C11520B-C55A-47E1-96B9-57BACC5343E3}"/>
    <dgm:cxn modelId="{9C95D8D0-0C00-41AA-9A78-EF410EC78750}" srcId="{54E50878-B4C0-4FF1-8F90-42F16499F5B6}" destId="{14819365-7224-4AB4-9EE4-05C1FABCB0B0}" srcOrd="0" destOrd="0" parTransId="{227E4C3F-CEC2-48B0-9711-DE44322A04CD}" sibTransId="{422B61B5-C313-4D21-933A-01EE2D226A31}"/>
    <dgm:cxn modelId="{D31407A8-EF4D-429C-87FE-D8E8DA3CCB70}" type="presOf" srcId="{45CDA3CC-24C1-4498-B912-305236D2A4A8}" destId="{5B93E6E2-D30D-4C73-B6D5-CA2658A89842}" srcOrd="0" destOrd="0" presId="urn:microsoft.com/office/officeart/2005/8/layout/chevron2"/>
    <dgm:cxn modelId="{26D0A57A-CC91-4671-8DE2-6064846E107B}" srcId="{01CA820E-E9CF-4E33-A36F-0C2ADE193CF8}" destId="{61A9A165-1399-4E94-8DA9-03C2448E4A4D}" srcOrd="0" destOrd="0" parTransId="{D876D57F-20F7-4D9E-A0EE-9F3BFB0AD0AA}" sibTransId="{13080C11-3E3A-46BB-A0A9-7EB7397EA322}"/>
    <dgm:cxn modelId="{653F1B67-F6BC-4825-9759-7CB27130AC7B}" type="presParOf" srcId="{5B93E6E2-D30D-4C73-B6D5-CA2658A89842}" destId="{AA77A3B1-959C-44EB-B4ED-5ABA3D7F31D2}" srcOrd="0" destOrd="0" presId="urn:microsoft.com/office/officeart/2005/8/layout/chevron2"/>
    <dgm:cxn modelId="{9F2EE7CB-2239-420A-BC0D-B49CD289C8EC}" type="presParOf" srcId="{AA77A3B1-959C-44EB-B4ED-5ABA3D7F31D2}" destId="{8FA8C8CA-2343-4FE7-82BE-42F37FBEC351}" srcOrd="0" destOrd="0" presId="urn:microsoft.com/office/officeart/2005/8/layout/chevron2"/>
    <dgm:cxn modelId="{84129043-641B-4A88-87D3-9DC4D98DD9F6}" type="presParOf" srcId="{AA77A3B1-959C-44EB-B4ED-5ABA3D7F31D2}" destId="{C07B1FDF-B0FE-4F4C-8435-9756853ABC45}" srcOrd="1" destOrd="0" presId="urn:microsoft.com/office/officeart/2005/8/layout/chevron2"/>
    <dgm:cxn modelId="{FF96FCEA-48EF-4CD1-B35D-F50D21B70445}" type="presParOf" srcId="{5B93E6E2-D30D-4C73-B6D5-CA2658A89842}" destId="{FF1C4463-56FF-48DE-90F2-0D2DAEC1C56D}" srcOrd="1" destOrd="0" presId="urn:microsoft.com/office/officeart/2005/8/layout/chevron2"/>
    <dgm:cxn modelId="{2AA9EFF3-9D23-40DD-A922-CA690F2F97F2}" type="presParOf" srcId="{5B93E6E2-D30D-4C73-B6D5-CA2658A89842}" destId="{8C8E3A8D-2837-480F-B24D-887A6A5C6859}" srcOrd="2" destOrd="0" presId="urn:microsoft.com/office/officeart/2005/8/layout/chevron2"/>
    <dgm:cxn modelId="{A7A5BFFB-6F52-4DC2-9A2D-9B04945AC167}" type="presParOf" srcId="{8C8E3A8D-2837-480F-B24D-887A6A5C6859}" destId="{74379F5D-8E8A-451B-B524-F2B08F8ABC55}" srcOrd="0" destOrd="0" presId="urn:microsoft.com/office/officeart/2005/8/layout/chevron2"/>
    <dgm:cxn modelId="{D895E01A-5212-48ED-8F92-510AB75E08FC}" type="presParOf" srcId="{8C8E3A8D-2837-480F-B24D-887A6A5C6859}" destId="{EE8B6D83-521D-4A9D-86D0-2B8E20CFD9C1}" srcOrd="1" destOrd="0" presId="urn:microsoft.com/office/officeart/2005/8/layout/chevron2"/>
    <dgm:cxn modelId="{A59BCA54-81AE-45FA-ABA4-6F1FA3FAF374}" type="presParOf" srcId="{5B93E6E2-D30D-4C73-B6D5-CA2658A89842}" destId="{EE876C86-5548-4A6C-A1D1-3C1AD4D00520}" srcOrd="3" destOrd="0" presId="urn:microsoft.com/office/officeart/2005/8/layout/chevron2"/>
    <dgm:cxn modelId="{BD950888-4C27-4FAC-8216-63A5B6C2BF44}" type="presParOf" srcId="{5B93E6E2-D30D-4C73-B6D5-CA2658A89842}" destId="{79C55EDC-2BA6-4FDE-BDA3-724BDA289CF7}" srcOrd="4" destOrd="0" presId="urn:microsoft.com/office/officeart/2005/8/layout/chevron2"/>
    <dgm:cxn modelId="{E3650A6E-C189-4B74-809A-F7E40E992FCE}" type="presParOf" srcId="{79C55EDC-2BA6-4FDE-BDA3-724BDA289CF7}" destId="{FBE763B7-33E0-4557-A9C7-244F9427E06F}" srcOrd="0" destOrd="0" presId="urn:microsoft.com/office/officeart/2005/8/layout/chevron2"/>
    <dgm:cxn modelId="{C24B32D1-6A8B-4460-8BEF-C5F843E142E1}" type="presParOf" srcId="{79C55EDC-2BA6-4FDE-BDA3-724BDA289CF7}" destId="{BDDBE963-78BB-40F9-B994-0FB9356DA62B}" srcOrd="1" destOrd="0" presId="urn:microsoft.com/office/officeart/2005/8/layout/chevron2"/>
    <dgm:cxn modelId="{3ED7B5AA-5F9C-436B-ABCB-1C33A1684405}" type="presParOf" srcId="{5B93E6E2-D30D-4C73-B6D5-CA2658A89842}" destId="{E1DD2E32-075B-4C6C-AEE3-2EB643F6B3BD}" srcOrd="5" destOrd="0" presId="urn:microsoft.com/office/officeart/2005/8/layout/chevron2"/>
    <dgm:cxn modelId="{5F416489-5ED7-4C63-994F-B716197D49E6}" type="presParOf" srcId="{5B93E6E2-D30D-4C73-B6D5-CA2658A89842}" destId="{BC30644E-1424-4DDE-A87C-6DDDFCB2F295}" srcOrd="6" destOrd="0" presId="urn:microsoft.com/office/officeart/2005/8/layout/chevron2"/>
    <dgm:cxn modelId="{67BB8601-6BDD-4227-B6A2-02E870CD43AB}" type="presParOf" srcId="{BC30644E-1424-4DDE-A87C-6DDDFCB2F295}" destId="{C401048B-06D2-4947-BBE4-FC1625E96F50}" srcOrd="0" destOrd="0" presId="urn:microsoft.com/office/officeart/2005/8/layout/chevron2"/>
    <dgm:cxn modelId="{EF87500A-FBEE-4346-ACC0-CAAA339F6218}" type="presParOf" srcId="{BC30644E-1424-4DDE-A87C-6DDDFCB2F295}" destId="{08174615-5D6B-4A54-A185-31B9991303A7}" srcOrd="1" destOrd="0" presId="urn:microsoft.com/office/officeart/2005/8/layout/chevron2"/>
    <dgm:cxn modelId="{9FF9F2D2-9557-4882-9BDA-2005EF750A9E}" type="presParOf" srcId="{5B93E6E2-D30D-4C73-B6D5-CA2658A89842}" destId="{95812E01-7692-4464-BB4D-88304E569140}" srcOrd="7" destOrd="0" presId="urn:microsoft.com/office/officeart/2005/8/layout/chevron2"/>
    <dgm:cxn modelId="{C7400E53-DE4A-4973-8BF9-FCD5596D9EAE}" type="presParOf" srcId="{5B93E6E2-D30D-4C73-B6D5-CA2658A89842}" destId="{88524AA4-81DC-4781-B77F-AE0315AD4AD1}" srcOrd="8" destOrd="0" presId="urn:microsoft.com/office/officeart/2005/8/layout/chevron2"/>
    <dgm:cxn modelId="{0C9F5DD0-97BA-4706-B8A3-0F16177DA552}" type="presParOf" srcId="{88524AA4-81DC-4781-B77F-AE0315AD4AD1}" destId="{C2BCD766-E415-4F0E-A7D4-9B7285DEBB3A}" srcOrd="0" destOrd="0" presId="urn:microsoft.com/office/officeart/2005/8/layout/chevron2"/>
    <dgm:cxn modelId="{E4251A60-D47E-45D1-8823-7ADFF2723328}" type="presParOf" srcId="{88524AA4-81DC-4781-B77F-AE0315AD4AD1}" destId="{D31DE5DE-1543-4B48-A251-91B2F1976549}"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CD0F1B3-A666-46A4-89DB-352FF3602D51}"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A2ED5C53-EFAB-4996-A13B-1F01C508FC22}">
      <dgm:prSet phldrT="[Text]" custT="1"/>
      <dgm:spPr/>
      <dgm:t>
        <a:bodyPr/>
        <a:lstStyle/>
        <a:p>
          <a:r>
            <a:rPr lang="en-US" sz="1500" dirty="0" smtClean="0"/>
            <a:t>Continuing Professional Education</a:t>
          </a:r>
          <a:endParaRPr lang="en-US" sz="1500" dirty="0"/>
        </a:p>
      </dgm:t>
    </dgm:pt>
    <dgm:pt modelId="{C4E158A8-85FF-4DEA-8CBB-6221D8459CDC}" type="parTrans" cxnId="{72E856EE-736C-4394-BB91-75CBF22D85E0}">
      <dgm:prSet/>
      <dgm:spPr/>
      <dgm:t>
        <a:bodyPr/>
        <a:lstStyle/>
        <a:p>
          <a:endParaRPr lang="en-US"/>
        </a:p>
      </dgm:t>
    </dgm:pt>
    <dgm:pt modelId="{24F88752-14E2-48B5-B8AB-4DAA0929D08B}" type="sibTrans" cxnId="{72E856EE-736C-4394-BB91-75CBF22D85E0}">
      <dgm:prSet/>
      <dgm:spPr/>
      <dgm:t>
        <a:bodyPr/>
        <a:lstStyle/>
        <a:p>
          <a:endParaRPr lang="en-US"/>
        </a:p>
      </dgm:t>
    </dgm:pt>
    <dgm:pt modelId="{B2C75DD9-A7C3-45EE-8A83-020C9C869F9E}">
      <dgm:prSet phldrT="[Text]" custT="1"/>
      <dgm:spPr/>
      <dgm:t>
        <a:bodyPr/>
        <a:lstStyle/>
        <a:p>
          <a:r>
            <a:rPr lang="en-US" sz="1500" dirty="0" smtClean="0"/>
            <a:t>Self-Finance / New Sponsor</a:t>
          </a:r>
          <a:endParaRPr lang="en-US" sz="1500" dirty="0"/>
        </a:p>
      </dgm:t>
    </dgm:pt>
    <dgm:pt modelId="{806AE34C-90A7-43EA-A6DA-75DBC8029364}" type="parTrans" cxnId="{3BB640A2-E739-41F0-ABB1-BDE0953455EA}">
      <dgm:prSet/>
      <dgm:spPr/>
      <dgm:t>
        <a:bodyPr/>
        <a:lstStyle/>
        <a:p>
          <a:endParaRPr lang="en-US"/>
        </a:p>
      </dgm:t>
    </dgm:pt>
    <dgm:pt modelId="{96B48207-6CEE-41C4-A792-60A51379CD4A}" type="sibTrans" cxnId="{3BB640A2-E739-41F0-ABB1-BDE0953455EA}">
      <dgm:prSet/>
      <dgm:spPr/>
      <dgm:t>
        <a:bodyPr/>
        <a:lstStyle/>
        <a:p>
          <a:endParaRPr lang="en-US"/>
        </a:p>
      </dgm:t>
    </dgm:pt>
    <dgm:pt modelId="{5349A400-0E49-46DB-BBB4-1FBC06C025BE}">
      <dgm:prSet phldrT="[Text]" custT="1"/>
      <dgm:spPr/>
      <dgm:t>
        <a:bodyPr/>
        <a:lstStyle/>
        <a:p>
          <a:r>
            <a:rPr lang="en-US" sz="1500" dirty="0" smtClean="0"/>
            <a:t>New Degree Programs</a:t>
          </a:r>
          <a:endParaRPr lang="en-US" sz="1500" dirty="0"/>
        </a:p>
      </dgm:t>
    </dgm:pt>
    <dgm:pt modelId="{F3DCA44A-3C2E-4877-8205-A856937F1752}" type="parTrans" cxnId="{073ABB15-3D83-4599-B345-BE5F422EA432}">
      <dgm:prSet/>
      <dgm:spPr/>
      <dgm:t>
        <a:bodyPr/>
        <a:lstStyle/>
        <a:p>
          <a:endParaRPr lang="en-US"/>
        </a:p>
      </dgm:t>
    </dgm:pt>
    <dgm:pt modelId="{3EC6D3F0-AED4-4C54-9C13-6D063B56EB3A}" type="sibTrans" cxnId="{073ABB15-3D83-4599-B345-BE5F422EA432}">
      <dgm:prSet/>
      <dgm:spPr/>
      <dgm:t>
        <a:bodyPr/>
        <a:lstStyle/>
        <a:p>
          <a:endParaRPr lang="en-US"/>
        </a:p>
      </dgm:t>
    </dgm:pt>
    <dgm:pt modelId="{7A00C1E1-0883-44CA-93DE-30E864182B23}">
      <dgm:prSet custT="1"/>
      <dgm:spPr/>
      <dgm:t>
        <a:bodyPr/>
        <a:lstStyle/>
        <a:p>
          <a:r>
            <a:rPr lang="en-US" sz="1200" dirty="0" smtClean="0"/>
            <a:t>Increase Self Finance Students</a:t>
          </a:r>
          <a:endParaRPr lang="en-US" sz="1200" dirty="0"/>
        </a:p>
      </dgm:t>
    </dgm:pt>
    <dgm:pt modelId="{34302766-B83B-46C3-B898-9AF6AAB04BE4}" type="parTrans" cxnId="{112569B6-2D3B-4FA2-A552-6F3508534004}">
      <dgm:prSet/>
      <dgm:spPr/>
      <dgm:t>
        <a:bodyPr/>
        <a:lstStyle/>
        <a:p>
          <a:endParaRPr lang="en-US"/>
        </a:p>
      </dgm:t>
    </dgm:pt>
    <dgm:pt modelId="{C433B470-0909-4D75-A094-CFAC535D715A}" type="sibTrans" cxnId="{112569B6-2D3B-4FA2-A552-6F3508534004}">
      <dgm:prSet/>
      <dgm:spPr/>
      <dgm:t>
        <a:bodyPr/>
        <a:lstStyle/>
        <a:p>
          <a:endParaRPr lang="en-US"/>
        </a:p>
      </dgm:t>
    </dgm:pt>
    <dgm:pt modelId="{4886970C-9DC6-4062-82C8-6D97A27ABED5}">
      <dgm:prSet custT="1"/>
      <dgm:spPr/>
      <dgm:t>
        <a:bodyPr/>
        <a:lstStyle/>
        <a:p>
          <a:r>
            <a:rPr lang="en-US" sz="1200" dirty="0" smtClean="0"/>
            <a:t>New Student /Research Sponsorship Agreements</a:t>
          </a:r>
          <a:endParaRPr lang="en-US" sz="1200" dirty="0"/>
        </a:p>
      </dgm:t>
    </dgm:pt>
    <dgm:pt modelId="{CCD601A4-0AF3-4353-B3D1-BA68437FBA0B}" type="parTrans" cxnId="{D5C6CB8C-A437-4119-A24C-CA7C370AEF33}">
      <dgm:prSet/>
      <dgm:spPr/>
      <dgm:t>
        <a:bodyPr/>
        <a:lstStyle/>
        <a:p>
          <a:endParaRPr lang="en-US"/>
        </a:p>
      </dgm:t>
    </dgm:pt>
    <dgm:pt modelId="{80523302-FC9D-4CDE-A12C-07A109A1218E}" type="sibTrans" cxnId="{D5C6CB8C-A437-4119-A24C-CA7C370AEF33}">
      <dgm:prSet/>
      <dgm:spPr/>
      <dgm:t>
        <a:bodyPr/>
        <a:lstStyle/>
        <a:p>
          <a:endParaRPr lang="en-US"/>
        </a:p>
      </dgm:t>
    </dgm:pt>
    <dgm:pt modelId="{5B8E4C52-E99E-467B-8D5A-5A3C81DFE283}">
      <dgm:prSet custT="1"/>
      <dgm:spPr/>
      <dgm:t>
        <a:bodyPr/>
        <a:lstStyle/>
        <a:p>
          <a:r>
            <a:rPr lang="en-US" sz="1200" dirty="0" smtClean="0"/>
            <a:t>IELTS</a:t>
          </a:r>
          <a:endParaRPr lang="en-US" sz="1200" dirty="0"/>
        </a:p>
      </dgm:t>
    </dgm:pt>
    <dgm:pt modelId="{FB519E64-390D-463C-A705-6C1AC789AE2E}" type="parTrans" cxnId="{A35EAC16-FA65-4AD0-8078-E89A1B677251}">
      <dgm:prSet/>
      <dgm:spPr/>
      <dgm:t>
        <a:bodyPr/>
        <a:lstStyle/>
        <a:p>
          <a:endParaRPr lang="en-US"/>
        </a:p>
      </dgm:t>
    </dgm:pt>
    <dgm:pt modelId="{56C5C043-2458-48A3-8860-50F5B6C04AD9}" type="sibTrans" cxnId="{A35EAC16-FA65-4AD0-8078-E89A1B677251}">
      <dgm:prSet/>
      <dgm:spPr/>
      <dgm:t>
        <a:bodyPr/>
        <a:lstStyle/>
        <a:p>
          <a:endParaRPr lang="en-US"/>
        </a:p>
      </dgm:t>
    </dgm:pt>
    <dgm:pt modelId="{71ACE5E8-8678-4B20-9B29-08BFF262AD0F}">
      <dgm:prSet custT="1"/>
      <dgm:spPr/>
      <dgm:t>
        <a:bodyPr/>
        <a:lstStyle/>
        <a:p>
          <a:r>
            <a:rPr lang="en-US" sz="1200" dirty="0" smtClean="0"/>
            <a:t>TOEFL</a:t>
          </a:r>
          <a:endParaRPr lang="en-US" sz="1200" dirty="0"/>
        </a:p>
      </dgm:t>
    </dgm:pt>
    <dgm:pt modelId="{C2F8987C-CC97-4761-B4CB-3A0BC931EC20}" type="parTrans" cxnId="{891051D8-C8B0-44CC-94C9-04A4DB7C083F}">
      <dgm:prSet/>
      <dgm:spPr/>
      <dgm:t>
        <a:bodyPr/>
        <a:lstStyle/>
        <a:p>
          <a:endParaRPr lang="en-US"/>
        </a:p>
      </dgm:t>
    </dgm:pt>
    <dgm:pt modelId="{4B7BE4E7-14E3-45D1-B98E-05A9915336A5}" type="sibTrans" cxnId="{891051D8-C8B0-44CC-94C9-04A4DB7C083F}">
      <dgm:prSet/>
      <dgm:spPr/>
      <dgm:t>
        <a:bodyPr/>
        <a:lstStyle/>
        <a:p>
          <a:endParaRPr lang="en-US"/>
        </a:p>
      </dgm:t>
    </dgm:pt>
    <dgm:pt modelId="{F5F73CCD-D146-49C3-83FF-656EC1934864}">
      <dgm:prSet custT="1"/>
      <dgm:spPr/>
      <dgm:t>
        <a:bodyPr/>
        <a:lstStyle/>
        <a:p>
          <a:r>
            <a:rPr lang="en-US" sz="1200" dirty="0" smtClean="0"/>
            <a:t>GRE Centre</a:t>
          </a:r>
          <a:endParaRPr lang="en-US" sz="1200" dirty="0"/>
        </a:p>
      </dgm:t>
    </dgm:pt>
    <dgm:pt modelId="{BB6E993C-8341-4563-806B-E198636F21D8}" type="parTrans" cxnId="{86694BB4-8724-44C7-A73D-D98E6770D2A3}">
      <dgm:prSet/>
      <dgm:spPr/>
      <dgm:t>
        <a:bodyPr/>
        <a:lstStyle/>
        <a:p>
          <a:endParaRPr lang="en-US"/>
        </a:p>
      </dgm:t>
    </dgm:pt>
    <dgm:pt modelId="{39BBEC7A-BF47-40F5-834E-0D982040C80E}" type="sibTrans" cxnId="{86694BB4-8724-44C7-A73D-D98E6770D2A3}">
      <dgm:prSet/>
      <dgm:spPr/>
      <dgm:t>
        <a:bodyPr/>
        <a:lstStyle/>
        <a:p>
          <a:endParaRPr lang="en-US"/>
        </a:p>
      </dgm:t>
    </dgm:pt>
    <dgm:pt modelId="{9C9C5CC5-F4A9-4DA8-8CD8-E4176A520AD7}">
      <dgm:prSet custT="1"/>
      <dgm:spPr/>
      <dgm:t>
        <a:bodyPr/>
        <a:lstStyle/>
        <a:p>
          <a:r>
            <a:rPr lang="en-US" sz="1200" b="0" u="none" dirty="0" smtClean="0"/>
            <a:t>New attractive and high market demand academic programs </a:t>
          </a:r>
          <a:endParaRPr lang="en-US" sz="1200" b="0" u="none" dirty="0"/>
        </a:p>
      </dgm:t>
    </dgm:pt>
    <dgm:pt modelId="{17B9FACA-B265-4CE1-9989-E37C306D9B5C}" type="parTrans" cxnId="{10022948-E26E-46F4-9549-06846EFBD57C}">
      <dgm:prSet/>
      <dgm:spPr/>
      <dgm:t>
        <a:bodyPr/>
        <a:lstStyle/>
        <a:p>
          <a:endParaRPr lang="en-US"/>
        </a:p>
      </dgm:t>
    </dgm:pt>
    <dgm:pt modelId="{4F9A7D26-6872-4832-9EEC-FCED66274B6D}" type="sibTrans" cxnId="{10022948-E26E-46F4-9549-06846EFBD57C}">
      <dgm:prSet/>
      <dgm:spPr/>
      <dgm:t>
        <a:bodyPr/>
        <a:lstStyle/>
        <a:p>
          <a:endParaRPr lang="en-US"/>
        </a:p>
      </dgm:t>
    </dgm:pt>
    <dgm:pt modelId="{629B0884-5409-4482-83AD-454D98E045C9}" type="pres">
      <dgm:prSet presAssocID="{1CD0F1B3-A666-46A4-89DB-352FF3602D51}" presName="diagram" presStyleCnt="0">
        <dgm:presLayoutVars>
          <dgm:dir/>
          <dgm:animLvl val="lvl"/>
          <dgm:resizeHandles val="exact"/>
        </dgm:presLayoutVars>
      </dgm:prSet>
      <dgm:spPr/>
      <dgm:t>
        <a:bodyPr/>
        <a:lstStyle/>
        <a:p>
          <a:endParaRPr lang="en-US"/>
        </a:p>
      </dgm:t>
    </dgm:pt>
    <dgm:pt modelId="{1F9195F3-7109-42DC-8393-34CAC0D2B9DB}" type="pres">
      <dgm:prSet presAssocID="{A2ED5C53-EFAB-4996-A13B-1F01C508FC22}" presName="compNode" presStyleCnt="0"/>
      <dgm:spPr/>
    </dgm:pt>
    <dgm:pt modelId="{6F63F9BA-01BC-479F-99E0-905772DF6C0A}" type="pres">
      <dgm:prSet presAssocID="{A2ED5C53-EFAB-4996-A13B-1F01C508FC22}" presName="childRect" presStyleLbl="bgAcc1" presStyleIdx="0" presStyleCnt="3" custScaleY="43401" custLinFactNeighborY="-1506">
        <dgm:presLayoutVars>
          <dgm:bulletEnabled val="1"/>
        </dgm:presLayoutVars>
      </dgm:prSet>
      <dgm:spPr/>
      <dgm:t>
        <a:bodyPr/>
        <a:lstStyle/>
        <a:p>
          <a:endParaRPr lang="en-US"/>
        </a:p>
      </dgm:t>
    </dgm:pt>
    <dgm:pt modelId="{36FFC322-06C6-4228-9990-777297D0521F}" type="pres">
      <dgm:prSet presAssocID="{A2ED5C53-EFAB-4996-A13B-1F01C508FC22}" presName="parentText" presStyleLbl="node1" presStyleIdx="0" presStyleCnt="0">
        <dgm:presLayoutVars>
          <dgm:chMax val="0"/>
          <dgm:bulletEnabled val="1"/>
        </dgm:presLayoutVars>
      </dgm:prSet>
      <dgm:spPr/>
      <dgm:t>
        <a:bodyPr/>
        <a:lstStyle/>
        <a:p>
          <a:endParaRPr lang="en-US"/>
        </a:p>
      </dgm:t>
    </dgm:pt>
    <dgm:pt modelId="{CA4A9DD0-BD31-4EB6-A13D-27B8EED42350}" type="pres">
      <dgm:prSet presAssocID="{A2ED5C53-EFAB-4996-A13B-1F01C508FC22}" presName="parentRect" presStyleLbl="alignNode1" presStyleIdx="0" presStyleCnt="3" custScaleY="84399" custLinFactNeighborX="1" custLinFactNeighborY="-92916"/>
      <dgm:spPr/>
      <dgm:t>
        <a:bodyPr/>
        <a:lstStyle/>
        <a:p>
          <a:endParaRPr lang="en-US"/>
        </a:p>
      </dgm:t>
    </dgm:pt>
    <dgm:pt modelId="{DD5CA3EE-350A-4906-BA68-920E75FB1917}" type="pres">
      <dgm:prSet presAssocID="{A2ED5C53-EFAB-4996-A13B-1F01C508FC22}" presName="adorn" presStyleLbl="fgAccFollowNode1" presStyleIdx="0" presStyleCnt="3" custScaleY="80681" custLinFactY="-6302" custLinFactNeighborX="-9206" custLinFactNeighborY="-100000"/>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2D8DE59B-A92E-4678-A0BD-C921FDFF1F94}" type="pres">
      <dgm:prSet presAssocID="{24F88752-14E2-48B5-B8AB-4DAA0929D08B}" presName="sibTrans" presStyleLbl="sibTrans2D1" presStyleIdx="0" presStyleCnt="0"/>
      <dgm:spPr/>
      <dgm:t>
        <a:bodyPr/>
        <a:lstStyle/>
        <a:p>
          <a:endParaRPr lang="en-US"/>
        </a:p>
      </dgm:t>
    </dgm:pt>
    <dgm:pt modelId="{F06647F9-1B63-44D6-81C5-4796F90AC8B5}" type="pres">
      <dgm:prSet presAssocID="{B2C75DD9-A7C3-45EE-8A83-020C9C869F9E}" presName="compNode" presStyleCnt="0"/>
      <dgm:spPr/>
    </dgm:pt>
    <dgm:pt modelId="{806B603F-6B04-45D5-B7F8-B2E8CB688967}" type="pres">
      <dgm:prSet presAssocID="{B2C75DD9-A7C3-45EE-8A83-020C9C869F9E}" presName="childRect" presStyleLbl="bgAcc1" presStyleIdx="1" presStyleCnt="3" custScaleY="45280" custLinFactNeighborX="-327" custLinFactNeighborY="-67312">
        <dgm:presLayoutVars>
          <dgm:bulletEnabled val="1"/>
        </dgm:presLayoutVars>
      </dgm:prSet>
      <dgm:spPr/>
      <dgm:t>
        <a:bodyPr/>
        <a:lstStyle/>
        <a:p>
          <a:endParaRPr lang="en-US"/>
        </a:p>
      </dgm:t>
    </dgm:pt>
    <dgm:pt modelId="{078E9D28-213D-4E0B-9799-C5CA7FC2D4A9}" type="pres">
      <dgm:prSet presAssocID="{B2C75DD9-A7C3-45EE-8A83-020C9C869F9E}" presName="parentText" presStyleLbl="node1" presStyleIdx="0" presStyleCnt="0">
        <dgm:presLayoutVars>
          <dgm:chMax val="0"/>
          <dgm:bulletEnabled val="1"/>
        </dgm:presLayoutVars>
      </dgm:prSet>
      <dgm:spPr/>
      <dgm:t>
        <a:bodyPr/>
        <a:lstStyle/>
        <a:p>
          <a:endParaRPr lang="en-US"/>
        </a:p>
      </dgm:t>
    </dgm:pt>
    <dgm:pt modelId="{68F6D678-EBC0-44A4-855A-25C23C5A50E5}" type="pres">
      <dgm:prSet presAssocID="{B2C75DD9-A7C3-45EE-8A83-020C9C869F9E}" presName="parentRect" presStyleLbl="alignNode1" presStyleIdx="1" presStyleCnt="3" custScaleX="100397" custScaleY="79548" custLinFactY="-100000" custLinFactNeighborX="-128" custLinFactNeighborY="-129057"/>
      <dgm:spPr/>
      <dgm:t>
        <a:bodyPr/>
        <a:lstStyle/>
        <a:p>
          <a:endParaRPr lang="en-US"/>
        </a:p>
      </dgm:t>
    </dgm:pt>
    <dgm:pt modelId="{34A3616B-7352-46C6-B0CD-6A502FE67527}" type="pres">
      <dgm:prSet presAssocID="{B2C75DD9-A7C3-45EE-8A83-020C9C869F9E}" presName="adorn" presStyleLbl="fgAccFollowNode1" presStyleIdx="1" presStyleCnt="3" custScaleY="80575" custLinFactY="-100000" custLinFactNeighborX="-3062" custLinFactNeighborY="-130635"/>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t>
        <a:bodyPr/>
        <a:lstStyle/>
        <a:p>
          <a:endParaRPr lang="en-US"/>
        </a:p>
      </dgm:t>
    </dgm:pt>
    <dgm:pt modelId="{943DD170-1849-4B7C-A4EA-F01FC9214C09}" type="pres">
      <dgm:prSet presAssocID="{96B48207-6CEE-41C4-A792-60A51379CD4A}" presName="sibTrans" presStyleLbl="sibTrans2D1" presStyleIdx="0" presStyleCnt="0"/>
      <dgm:spPr/>
      <dgm:t>
        <a:bodyPr/>
        <a:lstStyle/>
        <a:p>
          <a:endParaRPr lang="en-US"/>
        </a:p>
      </dgm:t>
    </dgm:pt>
    <dgm:pt modelId="{6F01999A-EBA1-4C6B-9858-BAD76C495421}" type="pres">
      <dgm:prSet presAssocID="{5349A400-0E49-46DB-BBB4-1FBC06C025BE}" presName="compNode" presStyleCnt="0"/>
      <dgm:spPr/>
    </dgm:pt>
    <dgm:pt modelId="{250306AD-C8D9-40BB-8226-3CEAD0CF52B3}" type="pres">
      <dgm:prSet presAssocID="{5349A400-0E49-46DB-BBB4-1FBC06C025BE}" presName="childRect" presStyleLbl="bgAcc1" presStyleIdx="2" presStyleCnt="3" custScaleY="37254" custLinFactY="-27036" custLinFactNeighborX="-909" custLinFactNeighborY="-100000">
        <dgm:presLayoutVars>
          <dgm:bulletEnabled val="1"/>
        </dgm:presLayoutVars>
      </dgm:prSet>
      <dgm:spPr/>
      <dgm:t>
        <a:bodyPr/>
        <a:lstStyle/>
        <a:p>
          <a:endParaRPr lang="en-US"/>
        </a:p>
      </dgm:t>
    </dgm:pt>
    <dgm:pt modelId="{4E276A37-8314-48C7-8787-CF0811720676}" type="pres">
      <dgm:prSet presAssocID="{5349A400-0E49-46DB-BBB4-1FBC06C025BE}" presName="parentText" presStyleLbl="node1" presStyleIdx="0" presStyleCnt="0">
        <dgm:presLayoutVars>
          <dgm:chMax val="0"/>
          <dgm:bulletEnabled val="1"/>
        </dgm:presLayoutVars>
      </dgm:prSet>
      <dgm:spPr/>
      <dgm:t>
        <a:bodyPr/>
        <a:lstStyle/>
        <a:p>
          <a:endParaRPr lang="en-US"/>
        </a:p>
      </dgm:t>
    </dgm:pt>
    <dgm:pt modelId="{E1B15BF4-7D2D-4C2F-B531-8D36800CDFC2}" type="pres">
      <dgm:prSet presAssocID="{5349A400-0E49-46DB-BBB4-1FBC06C025BE}" presName="parentRect" presStyleLbl="alignNode1" presStyleIdx="2" presStyleCnt="3" custScaleY="68384" custLinFactY="-194823" custLinFactNeighborX="-912" custLinFactNeighborY="-200000"/>
      <dgm:spPr/>
      <dgm:t>
        <a:bodyPr/>
        <a:lstStyle/>
        <a:p>
          <a:endParaRPr lang="en-US"/>
        </a:p>
      </dgm:t>
    </dgm:pt>
    <dgm:pt modelId="{C3435BAF-28FE-4580-9AD9-50CA7791F6A8}" type="pres">
      <dgm:prSet presAssocID="{5349A400-0E49-46DB-BBB4-1FBC06C025BE}" presName="adorn" presStyleLbl="fgAccFollowNode1" presStyleIdx="2" presStyleCnt="3" custScaleX="92181" custScaleY="72093" custLinFactY="-185978" custLinFactNeighborX="-4701" custLinFactNeighborY="-200000"/>
      <dgm:spPr>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dgm:spPr>
      <dgm:t>
        <a:bodyPr/>
        <a:lstStyle/>
        <a:p>
          <a:endParaRPr lang="en-US"/>
        </a:p>
      </dgm:t>
    </dgm:pt>
  </dgm:ptLst>
  <dgm:cxnLst>
    <dgm:cxn modelId="{BA266F67-49D3-4BD5-9215-85F166BF57C0}" type="presOf" srcId="{A2ED5C53-EFAB-4996-A13B-1F01C508FC22}" destId="{36FFC322-06C6-4228-9990-777297D0521F}" srcOrd="0" destOrd="0" presId="urn:microsoft.com/office/officeart/2005/8/layout/bList2"/>
    <dgm:cxn modelId="{891051D8-C8B0-44CC-94C9-04A4DB7C083F}" srcId="{A2ED5C53-EFAB-4996-A13B-1F01C508FC22}" destId="{71ACE5E8-8678-4B20-9B29-08BFF262AD0F}" srcOrd="1" destOrd="0" parTransId="{C2F8987C-CC97-4761-B4CB-3A0BC931EC20}" sibTransId="{4B7BE4E7-14E3-45D1-B98E-05A9915336A5}"/>
    <dgm:cxn modelId="{D3909A38-4D7C-4A55-A8CE-1101F09F4D04}" type="presOf" srcId="{5349A400-0E49-46DB-BBB4-1FBC06C025BE}" destId="{E1B15BF4-7D2D-4C2F-B531-8D36800CDFC2}" srcOrd="1" destOrd="0" presId="urn:microsoft.com/office/officeart/2005/8/layout/bList2"/>
    <dgm:cxn modelId="{42677263-CB66-49C6-94A1-DF8131511165}" type="presOf" srcId="{4886970C-9DC6-4062-82C8-6D97A27ABED5}" destId="{806B603F-6B04-45D5-B7F8-B2E8CB688967}" srcOrd="0" destOrd="1" presId="urn:microsoft.com/office/officeart/2005/8/layout/bList2"/>
    <dgm:cxn modelId="{F864B8F5-387E-4EC3-AED4-09AF9B04B652}" type="presOf" srcId="{F5F73CCD-D146-49C3-83FF-656EC1934864}" destId="{6F63F9BA-01BC-479F-99E0-905772DF6C0A}" srcOrd="0" destOrd="2" presId="urn:microsoft.com/office/officeart/2005/8/layout/bList2"/>
    <dgm:cxn modelId="{254B7114-0743-4A8A-8E1D-DA18EE9EFA35}" type="presOf" srcId="{5B8E4C52-E99E-467B-8D5A-5A3C81DFE283}" destId="{6F63F9BA-01BC-479F-99E0-905772DF6C0A}" srcOrd="0" destOrd="0" presId="urn:microsoft.com/office/officeart/2005/8/layout/bList2"/>
    <dgm:cxn modelId="{7ACFD548-9E88-4F3A-AFD6-4210D68489E7}" type="presOf" srcId="{96B48207-6CEE-41C4-A792-60A51379CD4A}" destId="{943DD170-1849-4B7C-A4EA-F01FC9214C09}" srcOrd="0" destOrd="0" presId="urn:microsoft.com/office/officeart/2005/8/layout/bList2"/>
    <dgm:cxn modelId="{9378B9DE-22AC-4869-960D-E44B1D90CF4F}" type="presOf" srcId="{9C9C5CC5-F4A9-4DA8-8CD8-E4176A520AD7}" destId="{250306AD-C8D9-40BB-8226-3CEAD0CF52B3}" srcOrd="0" destOrd="0" presId="urn:microsoft.com/office/officeart/2005/8/layout/bList2"/>
    <dgm:cxn modelId="{D1AD9EC3-1E11-4C16-8B99-D91946FFCBEA}" type="presOf" srcId="{A2ED5C53-EFAB-4996-A13B-1F01C508FC22}" destId="{CA4A9DD0-BD31-4EB6-A13D-27B8EED42350}" srcOrd="1" destOrd="0" presId="urn:microsoft.com/office/officeart/2005/8/layout/bList2"/>
    <dgm:cxn modelId="{4743CA50-AF80-4043-A32D-B85F207527FA}" type="presOf" srcId="{1CD0F1B3-A666-46A4-89DB-352FF3602D51}" destId="{629B0884-5409-4482-83AD-454D98E045C9}" srcOrd="0" destOrd="0" presId="urn:microsoft.com/office/officeart/2005/8/layout/bList2"/>
    <dgm:cxn modelId="{86694BB4-8724-44C7-A73D-D98E6770D2A3}" srcId="{A2ED5C53-EFAB-4996-A13B-1F01C508FC22}" destId="{F5F73CCD-D146-49C3-83FF-656EC1934864}" srcOrd="2" destOrd="0" parTransId="{BB6E993C-8341-4563-806B-E198636F21D8}" sibTransId="{39BBEC7A-BF47-40F5-834E-0D982040C80E}"/>
    <dgm:cxn modelId="{E306A554-E5EA-42C7-95F0-99B38FF82596}" type="presOf" srcId="{B2C75DD9-A7C3-45EE-8A83-020C9C869F9E}" destId="{68F6D678-EBC0-44A4-855A-25C23C5A50E5}" srcOrd="1" destOrd="0" presId="urn:microsoft.com/office/officeart/2005/8/layout/bList2"/>
    <dgm:cxn modelId="{D5C6CB8C-A437-4119-A24C-CA7C370AEF33}" srcId="{B2C75DD9-A7C3-45EE-8A83-020C9C869F9E}" destId="{4886970C-9DC6-4062-82C8-6D97A27ABED5}" srcOrd="1" destOrd="0" parTransId="{CCD601A4-0AF3-4353-B3D1-BA68437FBA0B}" sibTransId="{80523302-FC9D-4CDE-A12C-07A109A1218E}"/>
    <dgm:cxn modelId="{2FB5B451-D1B7-4147-BF70-6694051BB685}" type="presOf" srcId="{24F88752-14E2-48B5-B8AB-4DAA0929D08B}" destId="{2D8DE59B-A92E-4678-A0BD-C921FDFF1F94}" srcOrd="0" destOrd="0" presId="urn:microsoft.com/office/officeart/2005/8/layout/bList2"/>
    <dgm:cxn modelId="{112569B6-2D3B-4FA2-A552-6F3508534004}" srcId="{B2C75DD9-A7C3-45EE-8A83-020C9C869F9E}" destId="{7A00C1E1-0883-44CA-93DE-30E864182B23}" srcOrd="0" destOrd="0" parTransId="{34302766-B83B-46C3-B898-9AF6AAB04BE4}" sibTransId="{C433B470-0909-4D75-A094-CFAC535D715A}"/>
    <dgm:cxn modelId="{3BB640A2-E739-41F0-ABB1-BDE0953455EA}" srcId="{1CD0F1B3-A666-46A4-89DB-352FF3602D51}" destId="{B2C75DD9-A7C3-45EE-8A83-020C9C869F9E}" srcOrd="1" destOrd="0" parTransId="{806AE34C-90A7-43EA-A6DA-75DBC8029364}" sibTransId="{96B48207-6CEE-41C4-A792-60A51379CD4A}"/>
    <dgm:cxn modelId="{B9CEA520-9285-4BE8-8323-5A540D1A5A33}" type="presOf" srcId="{5349A400-0E49-46DB-BBB4-1FBC06C025BE}" destId="{4E276A37-8314-48C7-8787-CF0811720676}" srcOrd="0" destOrd="0" presId="urn:microsoft.com/office/officeart/2005/8/layout/bList2"/>
    <dgm:cxn modelId="{073ABB15-3D83-4599-B345-BE5F422EA432}" srcId="{1CD0F1B3-A666-46A4-89DB-352FF3602D51}" destId="{5349A400-0E49-46DB-BBB4-1FBC06C025BE}" srcOrd="2" destOrd="0" parTransId="{F3DCA44A-3C2E-4877-8205-A856937F1752}" sibTransId="{3EC6D3F0-AED4-4C54-9C13-6D063B56EB3A}"/>
    <dgm:cxn modelId="{72E856EE-736C-4394-BB91-75CBF22D85E0}" srcId="{1CD0F1B3-A666-46A4-89DB-352FF3602D51}" destId="{A2ED5C53-EFAB-4996-A13B-1F01C508FC22}" srcOrd="0" destOrd="0" parTransId="{C4E158A8-85FF-4DEA-8CBB-6221D8459CDC}" sibTransId="{24F88752-14E2-48B5-B8AB-4DAA0929D08B}"/>
    <dgm:cxn modelId="{E01FE50F-CA21-433E-83CE-23C96391D76B}" type="presOf" srcId="{71ACE5E8-8678-4B20-9B29-08BFF262AD0F}" destId="{6F63F9BA-01BC-479F-99E0-905772DF6C0A}" srcOrd="0" destOrd="1" presId="urn:microsoft.com/office/officeart/2005/8/layout/bList2"/>
    <dgm:cxn modelId="{A35EAC16-FA65-4AD0-8078-E89A1B677251}" srcId="{A2ED5C53-EFAB-4996-A13B-1F01C508FC22}" destId="{5B8E4C52-E99E-467B-8D5A-5A3C81DFE283}" srcOrd="0" destOrd="0" parTransId="{FB519E64-390D-463C-A705-6C1AC789AE2E}" sibTransId="{56C5C043-2458-48A3-8860-50F5B6C04AD9}"/>
    <dgm:cxn modelId="{3561CDE5-9E3B-4004-861E-15437073A7D5}" type="presOf" srcId="{7A00C1E1-0883-44CA-93DE-30E864182B23}" destId="{806B603F-6B04-45D5-B7F8-B2E8CB688967}" srcOrd="0" destOrd="0" presId="urn:microsoft.com/office/officeart/2005/8/layout/bList2"/>
    <dgm:cxn modelId="{06221DB7-F953-4A55-BE73-4C2660ED0782}" type="presOf" srcId="{B2C75DD9-A7C3-45EE-8A83-020C9C869F9E}" destId="{078E9D28-213D-4E0B-9799-C5CA7FC2D4A9}" srcOrd="0" destOrd="0" presId="urn:microsoft.com/office/officeart/2005/8/layout/bList2"/>
    <dgm:cxn modelId="{10022948-E26E-46F4-9549-06846EFBD57C}" srcId="{5349A400-0E49-46DB-BBB4-1FBC06C025BE}" destId="{9C9C5CC5-F4A9-4DA8-8CD8-E4176A520AD7}" srcOrd="0" destOrd="0" parTransId="{17B9FACA-B265-4CE1-9989-E37C306D9B5C}" sibTransId="{4F9A7D26-6872-4832-9EEC-FCED66274B6D}"/>
    <dgm:cxn modelId="{EC8C2D3E-E244-4429-81E6-AEC9E5EFB1F2}" type="presParOf" srcId="{629B0884-5409-4482-83AD-454D98E045C9}" destId="{1F9195F3-7109-42DC-8393-34CAC0D2B9DB}" srcOrd="0" destOrd="0" presId="urn:microsoft.com/office/officeart/2005/8/layout/bList2"/>
    <dgm:cxn modelId="{7867CD39-3A19-4AD9-9F05-2EC5C381127E}" type="presParOf" srcId="{1F9195F3-7109-42DC-8393-34CAC0D2B9DB}" destId="{6F63F9BA-01BC-479F-99E0-905772DF6C0A}" srcOrd="0" destOrd="0" presId="urn:microsoft.com/office/officeart/2005/8/layout/bList2"/>
    <dgm:cxn modelId="{D7758006-9103-4C42-A3DD-314622954DE5}" type="presParOf" srcId="{1F9195F3-7109-42DC-8393-34CAC0D2B9DB}" destId="{36FFC322-06C6-4228-9990-777297D0521F}" srcOrd="1" destOrd="0" presId="urn:microsoft.com/office/officeart/2005/8/layout/bList2"/>
    <dgm:cxn modelId="{C24BDF87-2666-44F1-A224-5554035647CC}" type="presParOf" srcId="{1F9195F3-7109-42DC-8393-34CAC0D2B9DB}" destId="{CA4A9DD0-BD31-4EB6-A13D-27B8EED42350}" srcOrd="2" destOrd="0" presId="urn:microsoft.com/office/officeart/2005/8/layout/bList2"/>
    <dgm:cxn modelId="{FD3D26A0-2980-4228-B1FB-1F6365642ABA}" type="presParOf" srcId="{1F9195F3-7109-42DC-8393-34CAC0D2B9DB}" destId="{DD5CA3EE-350A-4906-BA68-920E75FB1917}" srcOrd="3" destOrd="0" presId="urn:microsoft.com/office/officeart/2005/8/layout/bList2"/>
    <dgm:cxn modelId="{A94D62F5-728D-4F03-919D-8713CDBC8313}" type="presParOf" srcId="{629B0884-5409-4482-83AD-454D98E045C9}" destId="{2D8DE59B-A92E-4678-A0BD-C921FDFF1F94}" srcOrd="1" destOrd="0" presId="urn:microsoft.com/office/officeart/2005/8/layout/bList2"/>
    <dgm:cxn modelId="{FCB4433E-6DC8-4B26-8ABB-C434569B0ACA}" type="presParOf" srcId="{629B0884-5409-4482-83AD-454D98E045C9}" destId="{F06647F9-1B63-44D6-81C5-4796F90AC8B5}" srcOrd="2" destOrd="0" presId="urn:microsoft.com/office/officeart/2005/8/layout/bList2"/>
    <dgm:cxn modelId="{52A183C4-72BC-4D29-8A7F-92172B762813}" type="presParOf" srcId="{F06647F9-1B63-44D6-81C5-4796F90AC8B5}" destId="{806B603F-6B04-45D5-B7F8-B2E8CB688967}" srcOrd="0" destOrd="0" presId="urn:microsoft.com/office/officeart/2005/8/layout/bList2"/>
    <dgm:cxn modelId="{DBF2FF63-72A9-420B-A9AE-D4DC5BF08633}" type="presParOf" srcId="{F06647F9-1B63-44D6-81C5-4796F90AC8B5}" destId="{078E9D28-213D-4E0B-9799-C5CA7FC2D4A9}" srcOrd="1" destOrd="0" presId="urn:microsoft.com/office/officeart/2005/8/layout/bList2"/>
    <dgm:cxn modelId="{5C554843-82ED-444F-A50E-88960E3121BE}" type="presParOf" srcId="{F06647F9-1B63-44D6-81C5-4796F90AC8B5}" destId="{68F6D678-EBC0-44A4-855A-25C23C5A50E5}" srcOrd="2" destOrd="0" presId="urn:microsoft.com/office/officeart/2005/8/layout/bList2"/>
    <dgm:cxn modelId="{60481229-AF23-4A9F-95C1-DD15E638150D}" type="presParOf" srcId="{F06647F9-1B63-44D6-81C5-4796F90AC8B5}" destId="{34A3616B-7352-46C6-B0CD-6A502FE67527}" srcOrd="3" destOrd="0" presId="urn:microsoft.com/office/officeart/2005/8/layout/bList2"/>
    <dgm:cxn modelId="{D87D3C15-B4B8-49C0-937E-3FB7E3C624A7}" type="presParOf" srcId="{629B0884-5409-4482-83AD-454D98E045C9}" destId="{943DD170-1849-4B7C-A4EA-F01FC9214C09}" srcOrd="3" destOrd="0" presId="urn:microsoft.com/office/officeart/2005/8/layout/bList2"/>
    <dgm:cxn modelId="{80D939F7-6E16-4E85-9BEE-460021D181EC}" type="presParOf" srcId="{629B0884-5409-4482-83AD-454D98E045C9}" destId="{6F01999A-EBA1-4C6B-9858-BAD76C495421}" srcOrd="4" destOrd="0" presId="urn:microsoft.com/office/officeart/2005/8/layout/bList2"/>
    <dgm:cxn modelId="{CD115866-7620-499C-9962-6B2FCD3DB026}" type="presParOf" srcId="{6F01999A-EBA1-4C6B-9858-BAD76C495421}" destId="{250306AD-C8D9-40BB-8226-3CEAD0CF52B3}" srcOrd="0" destOrd="0" presId="urn:microsoft.com/office/officeart/2005/8/layout/bList2"/>
    <dgm:cxn modelId="{9AF76661-D03F-4C00-809D-AFDE56C9F3EB}" type="presParOf" srcId="{6F01999A-EBA1-4C6B-9858-BAD76C495421}" destId="{4E276A37-8314-48C7-8787-CF0811720676}" srcOrd="1" destOrd="0" presId="urn:microsoft.com/office/officeart/2005/8/layout/bList2"/>
    <dgm:cxn modelId="{628EBB7F-7E0F-4EB7-AE68-519D670E7AC9}" type="presParOf" srcId="{6F01999A-EBA1-4C6B-9858-BAD76C495421}" destId="{E1B15BF4-7D2D-4C2F-B531-8D36800CDFC2}" srcOrd="2" destOrd="0" presId="urn:microsoft.com/office/officeart/2005/8/layout/bList2"/>
    <dgm:cxn modelId="{197FC077-1C49-49C4-8FCD-D4521FD7CBEE}" type="presParOf" srcId="{6F01999A-EBA1-4C6B-9858-BAD76C495421}" destId="{C3435BAF-28FE-4580-9AD9-50CA7791F6A8}"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CD0F1B3-A666-46A4-89DB-352FF3602D51}"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A2ED5C53-EFAB-4996-A13B-1F01C508FC22}">
      <dgm:prSet phldrT="[Text]" custT="1"/>
      <dgm:spPr/>
      <dgm:t>
        <a:bodyPr/>
        <a:lstStyle/>
        <a:p>
          <a:r>
            <a:rPr lang="en-US" sz="1500" dirty="0" smtClean="0"/>
            <a:t>Build – Operate – Transfer</a:t>
          </a:r>
          <a:endParaRPr lang="en-US" sz="1500" dirty="0"/>
        </a:p>
      </dgm:t>
    </dgm:pt>
    <dgm:pt modelId="{C4E158A8-85FF-4DEA-8CBB-6221D8459CDC}" type="parTrans" cxnId="{72E856EE-736C-4394-BB91-75CBF22D85E0}">
      <dgm:prSet/>
      <dgm:spPr/>
      <dgm:t>
        <a:bodyPr/>
        <a:lstStyle/>
        <a:p>
          <a:endParaRPr lang="en-US"/>
        </a:p>
      </dgm:t>
    </dgm:pt>
    <dgm:pt modelId="{24F88752-14E2-48B5-B8AB-4DAA0929D08B}" type="sibTrans" cxnId="{72E856EE-736C-4394-BB91-75CBF22D85E0}">
      <dgm:prSet/>
      <dgm:spPr/>
      <dgm:t>
        <a:bodyPr/>
        <a:lstStyle/>
        <a:p>
          <a:endParaRPr lang="en-US"/>
        </a:p>
      </dgm:t>
    </dgm:pt>
    <dgm:pt modelId="{B2C75DD9-A7C3-45EE-8A83-020C9C869F9E}">
      <dgm:prSet phldrT="[Text]" custT="1"/>
      <dgm:spPr/>
      <dgm:t>
        <a:bodyPr/>
        <a:lstStyle/>
        <a:p>
          <a:r>
            <a:rPr lang="en-US" sz="1500" dirty="0" smtClean="0"/>
            <a:t>Retail &amp; Rentals</a:t>
          </a:r>
          <a:r>
            <a:rPr lang="en-US" sz="1500" b="0" dirty="0" smtClean="0"/>
            <a:t> </a:t>
          </a:r>
          <a:endParaRPr lang="en-US" sz="1500" dirty="0"/>
        </a:p>
      </dgm:t>
    </dgm:pt>
    <dgm:pt modelId="{806AE34C-90A7-43EA-A6DA-75DBC8029364}" type="parTrans" cxnId="{3BB640A2-E739-41F0-ABB1-BDE0953455EA}">
      <dgm:prSet/>
      <dgm:spPr/>
      <dgm:t>
        <a:bodyPr/>
        <a:lstStyle/>
        <a:p>
          <a:endParaRPr lang="en-US"/>
        </a:p>
      </dgm:t>
    </dgm:pt>
    <dgm:pt modelId="{96B48207-6CEE-41C4-A792-60A51379CD4A}" type="sibTrans" cxnId="{3BB640A2-E739-41F0-ABB1-BDE0953455EA}">
      <dgm:prSet/>
      <dgm:spPr/>
      <dgm:t>
        <a:bodyPr/>
        <a:lstStyle/>
        <a:p>
          <a:endParaRPr lang="en-US"/>
        </a:p>
      </dgm:t>
    </dgm:pt>
    <dgm:pt modelId="{5349A400-0E49-46DB-BBB4-1FBC06C025BE}">
      <dgm:prSet phldrT="[Text]" custT="1"/>
      <dgm:spPr/>
      <dgm:t>
        <a:bodyPr/>
        <a:lstStyle/>
        <a:p>
          <a:r>
            <a:rPr lang="en-US" sz="1500" dirty="0" smtClean="0"/>
            <a:t>KU Brand</a:t>
          </a:r>
          <a:endParaRPr lang="en-US" sz="1500" dirty="0"/>
        </a:p>
      </dgm:t>
    </dgm:pt>
    <dgm:pt modelId="{F3DCA44A-3C2E-4877-8205-A856937F1752}" type="parTrans" cxnId="{073ABB15-3D83-4599-B345-BE5F422EA432}">
      <dgm:prSet/>
      <dgm:spPr/>
      <dgm:t>
        <a:bodyPr/>
        <a:lstStyle/>
        <a:p>
          <a:endParaRPr lang="en-US"/>
        </a:p>
      </dgm:t>
    </dgm:pt>
    <dgm:pt modelId="{3EC6D3F0-AED4-4C54-9C13-6D063B56EB3A}" type="sibTrans" cxnId="{073ABB15-3D83-4599-B345-BE5F422EA432}">
      <dgm:prSet/>
      <dgm:spPr/>
      <dgm:t>
        <a:bodyPr/>
        <a:lstStyle/>
        <a:p>
          <a:endParaRPr lang="en-US"/>
        </a:p>
      </dgm:t>
    </dgm:pt>
    <dgm:pt modelId="{7A00C1E1-0883-44CA-93DE-30E864182B23}">
      <dgm:prSet custT="1"/>
      <dgm:spPr/>
      <dgm:t>
        <a:bodyPr/>
        <a:lstStyle/>
        <a:p>
          <a:r>
            <a:rPr lang="en-US" sz="1200" dirty="0" smtClean="0"/>
            <a:t>Cafes/Shops</a:t>
          </a:r>
          <a:endParaRPr lang="en-US" sz="1200" dirty="0"/>
        </a:p>
      </dgm:t>
    </dgm:pt>
    <dgm:pt modelId="{34302766-B83B-46C3-B898-9AF6AAB04BE4}" type="parTrans" cxnId="{112569B6-2D3B-4FA2-A552-6F3508534004}">
      <dgm:prSet/>
      <dgm:spPr/>
      <dgm:t>
        <a:bodyPr/>
        <a:lstStyle/>
        <a:p>
          <a:endParaRPr lang="en-US"/>
        </a:p>
      </dgm:t>
    </dgm:pt>
    <dgm:pt modelId="{C433B470-0909-4D75-A094-CFAC535D715A}" type="sibTrans" cxnId="{112569B6-2D3B-4FA2-A552-6F3508534004}">
      <dgm:prSet/>
      <dgm:spPr/>
      <dgm:t>
        <a:bodyPr/>
        <a:lstStyle/>
        <a:p>
          <a:endParaRPr lang="en-US"/>
        </a:p>
      </dgm:t>
    </dgm:pt>
    <dgm:pt modelId="{4886970C-9DC6-4062-82C8-6D97A27ABED5}">
      <dgm:prSet custT="1"/>
      <dgm:spPr/>
      <dgm:t>
        <a:bodyPr/>
        <a:lstStyle/>
        <a:p>
          <a:r>
            <a:rPr lang="en-US" sz="1200" dirty="0" smtClean="0"/>
            <a:t>Screen /Space Advertising</a:t>
          </a:r>
          <a:endParaRPr lang="en-US" sz="1200" dirty="0"/>
        </a:p>
      </dgm:t>
    </dgm:pt>
    <dgm:pt modelId="{CCD601A4-0AF3-4353-B3D1-BA68437FBA0B}" type="parTrans" cxnId="{D5C6CB8C-A437-4119-A24C-CA7C370AEF33}">
      <dgm:prSet/>
      <dgm:spPr/>
      <dgm:t>
        <a:bodyPr/>
        <a:lstStyle/>
        <a:p>
          <a:endParaRPr lang="en-US"/>
        </a:p>
      </dgm:t>
    </dgm:pt>
    <dgm:pt modelId="{80523302-FC9D-4CDE-A12C-07A109A1218E}" type="sibTrans" cxnId="{D5C6CB8C-A437-4119-A24C-CA7C370AEF33}">
      <dgm:prSet/>
      <dgm:spPr/>
      <dgm:t>
        <a:bodyPr/>
        <a:lstStyle/>
        <a:p>
          <a:endParaRPr lang="en-US"/>
        </a:p>
      </dgm:t>
    </dgm:pt>
    <dgm:pt modelId="{5B8E4C52-E99E-467B-8D5A-5A3C81DFE283}">
      <dgm:prSet custT="1"/>
      <dgm:spPr/>
      <dgm:t>
        <a:bodyPr/>
        <a:lstStyle/>
        <a:p>
          <a:r>
            <a:rPr lang="en-US" sz="1200" dirty="0" smtClean="0"/>
            <a:t>Accommodation</a:t>
          </a:r>
          <a:endParaRPr lang="en-US" sz="1200" dirty="0"/>
        </a:p>
      </dgm:t>
    </dgm:pt>
    <dgm:pt modelId="{FB519E64-390D-463C-A705-6C1AC789AE2E}" type="parTrans" cxnId="{A35EAC16-FA65-4AD0-8078-E89A1B677251}">
      <dgm:prSet/>
      <dgm:spPr/>
      <dgm:t>
        <a:bodyPr/>
        <a:lstStyle/>
        <a:p>
          <a:endParaRPr lang="en-US"/>
        </a:p>
      </dgm:t>
    </dgm:pt>
    <dgm:pt modelId="{56C5C043-2458-48A3-8860-50F5B6C04AD9}" type="sibTrans" cxnId="{A35EAC16-FA65-4AD0-8078-E89A1B677251}">
      <dgm:prSet/>
      <dgm:spPr/>
      <dgm:t>
        <a:bodyPr/>
        <a:lstStyle/>
        <a:p>
          <a:endParaRPr lang="en-US"/>
        </a:p>
      </dgm:t>
    </dgm:pt>
    <dgm:pt modelId="{9C9C5CC5-F4A9-4DA8-8CD8-E4176A520AD7}">
      <dgm:prSet custT="1"/>
      <dgm:spPr/>
      <dgm:t>
        <a:bodyPr/>
        <a:lstStyle/>
        <a:p>
          <a:r>
            <a:rPr lang="en-US" sz="1200" b="0" u="none" dirty="0" smtClean="0"/>
            <a:t>Retailing KU merchandise to generate revenue and is a form of advertisement</a:t>
          </a:r>
          <a:endParaRPr lang="en-US" sz="1200" b="0" u="none" dirty="0"/>
        </a:p>
      </dgm:t>
    </dgm:pt>
    <dgm:pt modelId="{17B9FACA-B265-4CE1-9989-E37C306D9B5C}" type="parTrans" cxnId="{10022948-E26E-46F4-9549-06846EFBD57C}">
      <dgm:prSet/>
      <dgm:spPr/>
      <dgm:t>
        <a:bodyPr/>
        <a:lstStyle/>
        <a:p>
          <a:endParaRPr lang="en-US"/>
        </a:p>
      </dgm:t>
    </dgm:pt>
    <dgm:pt modelId="{4F9A7D26-6872-4832-9EEC-FCED66274B6D}" type="sibTrans" cxnId="{10022948-E26E-46F4-9549-06846EFBD57C}">
      <dgm:prSet/>
      <dgm:spPr/>
      <dgm:t>
        <a:bodyPr/>
        <a:lstStyle/>
        <a:p>
          <a:endParaRPr lang="en-US"/>
        </a:p>
      </dgm:t>
    </dgm:pt>
    <dgm:pt modelId="{FC8E12E2-662D-45AF-9678-807DE7E6E902}">
      <dgm:prSet custT="1"/>
      <dgm:spPr/>
      <dgm:t>
        <a:bodyPr/>
        <a:lstStyle/>
        <a:p>
          <a:r>
            <a:rPr lang="en-US" sz="1200" dirty="0" smtClean="0"/>
            <a:t>Sports center</a:t>
          </a:r>
          <a:endParaRPr lang="en-US" sz="1200" dirty="0"/>
        </a:p>
      </dgm:t>
    </dgm:pt>
    <dgm:pt modelId="{F353783B-241F-4DC2-8301-5E3C58E77D05}" type="parTrans" cxnId="{1F0B3B6E-9C11-4934-A2B9-AA09F3798189}">
      <dgm:prSet/>
      <dgm:spPr/>
      <dgm:t>
        <a:bodyPr/>
        <a:lstStyle/>
        <a:p>
          <a:endParaRPr lang="en-US"/>
        </a:p>
      </dgm:t>
    </dgm:pt>
    <dgm:pt modelId="{9643916E-A27D-4401-9473-2212F0343362}" type="sibTrans" cxnId="{1F0B3B6E-9C11-4934-A2B9-AA09F3798189}">
      <dgm:prSet/>
      <dgm:spPr/>
      <dgm:t>
        <a:bodyPr/>
        <a:lstStyle/>
        <a:p>
          <a:endParaRPr lang="en-US"/>
        </a:p>
      </dgm:t>
    </dgm:pt>
    <dgm:pt modelId="{527957B9-9B19-4A03-865F-E2689AC3F5E3}">
      <dgm:prSet custT="1"/>
      <dgm:spPr/>
      <dgm:t>
        <a:bodyPr/>
        <a:lstStyle/>
        <a:p>
          <a:r>
            <a:rPr lang="en-US" sz="1200" dirty="0" smtClean="0"/>
            <a:t>Facilities</a:t>
          </a:r>
          <a:endParaRPr lang="en-US" sz="1200" dirty="0"/>
        </a:p>
      </dgm:t>
    </dgm:pt>
    <dgm:pt modelId="{E8ED9F1C-9FF3-413C-97FF-C8BA0EFD834D}" type="parTrans" cxnId="{E7CE99E6-3F91-44C6-B20C-115A9D3A7461}">
      <dgm:prSet/>
      <dgm:spPr/>
      <dgm:t>
        <a:bodyPr/>
        <a:lstStyle/>
        <a:p>
          <a:endParaRPr lang="en-US"/>
        </a:p>
      </dgm:t>
    </dgm:pt>
    <dgm:pt modelId="{7EB65382-BA3B-49E3-8140-E145EC2A14F2}" type="sibTrans" cxnId="{E7CE99E6-3F91-44C6-B20C-115A9D3A7461}">
      <dgm:prSet/>
      <dgm:spPr/>
      <dgm:t>
        <a:bodyPr/>
        <a:lstStyle/>
        <a:p>
          <a:endParaRPr lang="en-US"/>
        </a:p>
      </dgm:t>
    </dgm:pt>
    <dgm:pt modelId="{5F083AF1-5B1A-4F37-8963-4AB5A3C764E6}">
      <dgm:prSet custT="1"/>
      <dgm:spPr/>
      <dgm:t>
        <a:bodyPr/>
        <a:lstStyle/>
        <a:p>
          <a:r>
            <a:rPr lang="en-US" sz="1200" dirty="0" smtClean="0"/>
            <a:t>Nursery</a:t>
          </a:r>
          <a:endParaRPr lang="en-US" sz="1200" dirty="0"/>
        </a:p>
      </dgm:t>
    </dgm:pt>
    <dgm:pt modelId="{FB287F43-228C-4011-BD65-63C2DE04F98E}" type="parTrans" cxnId="{ABBAECD4-E85E-4905-86BF-9B89CB96CA4D}">
      <dgm:prSet/>
      <dgm:spPr/>
      <dgm:t>
        <a:bodyPr/>
        <a:lstStyle/>
        <a:p>
          <a:endParaRPr lang="en-US"/>
        </a:p>
      </dgm:t>
    </dgm:pt>
    <dgm:pt modelId="{7E429D25-C3D2-4F03-AC03-FDD7B7265585}" type="sibTrans" cxnId="{ABBAECD4-E85E-4905-86BF-9B89CB96CA4D}">
      <dgm:prSet/>
      <dgm:spPr/>
      <dgm:t>
        <a:bodyPr/>
        <a:lstStyle/>
        <a:p>
          <a:endParaRPr lang="en-US"/>
        </a:p>
      </dgm:t>
    </dgm:pt>
    <dgm:pt modelId="{1207375E-F5D5-43C3-8CA0-7A14F61A3C73}">
      <dgm:prSet custT="1"/>
      <dgm:spPr/>
      <dgm:t>
        <a:bodyPr/>
        <a:lstStyle/>
        <a:p>
          <a:endParaRPr lang="en-US" sz="1300" dirty="0"/>
        </a:p>
      </dgm:t>
    </dgm:pt>
    <dgm:pt modelId="{4A26D35B-D8B8-46CF-9BD1-0E8CCCCEDD04}" type="parTrans" cxnId="{CDA7AC60-36C5-4A76-A76D-26705CDEA1FB}">
      <dgm:prSet/>
      <dgm:spPr/>
      <dgm:t>
        <a:bodyPr/>
        <a:lstStyle/>
        <a:p>
          <a:endParaRPr lang="en-US"/>
        </a:p>
      </dgm:t>
    </dgm:pt>
    <dgm:pt modelId="{8BB75497-477A-41C3-8559-2AA5836133CD}" type="sibTrans" cxnId="{CDA7AC60-36C5-4A76-A76D-26705CDEA1FB}">
      <dgm:prSet/>
      <dgm:spPr/>
      <dgm:t>
        <a:bodyPr/>
        <a:lstStyle/>
        <a:p>
          <a:endParaRPr lang="en-US"/>
        </a:p>
      </dgm:t>
    </dgm:pt>
    <dgm:pt modelId="{E98F1A89-0EA3-4791-BFC4-CDB1E7A3DFDA}">
      <dgm:prSet custT="1"/>
      <dgm:spPr/>
      <dgm:t>
        <a:bodyPr/>
        <a:lstStyle/>
        <a:p>
          <a:endParaRPr lang="en-US" sz="1300" dirty="0"/>
        </a:p>
      </dgm:t>
    </dgm:pt>
    <dgm:pt modelId="{CAF8895C-9E8B-47B7-AA7D-070406F6DCA5}" type="parTrans" cxnId="{8FD1DF7A-C15C-459B-9BB6-C8F5A8613285}">
      <dgm:prSet/>
      <dgm:spPr/>
      <dgm:t>
        <a:bodyPr/>
        <a:lstStyle/>
        <a:p>
          <a:endParaRPr lang="en-US"/>
        </a:p>
      </dgm:t>
    </dgm:pt>
    <dgm:pt modelId="{D7B731E1-79F4-4313-BFA9-48128B010100}" type="sibTrans" cxnId="{8FD1DF7A-C15C-459B-9BB6-C8F5A8613285}">
      <dgm:prSet/>
      <dgm:spPr/>
      <dgm:t>
        <a:bodyPr/>
        <a:lstStyle/>
        <a:p>
          <a:endParaRPr lang="en-US"/>
        </a:p>
      </dgm:t>
    </dgm:pt>
    <dgm:pt modelId="{629B0884-5409-4482-83AD-454D98E045C9}" type="pres">
      <dgm:prSet presAssocID="{1CD0F1B3-A666-46A4-89DB-352FF3602D51}" presName="diagram" presStyleCnt="0">
        <dgm:presLayoutVars>
          <dgm:dir/>
          <dgm:animLvl val="lvl"/>
          <dgm:resizeHandles val="exact"/>
        </dgm:presLayoutVars>
      </dgm:prSet>
      <dgm:spPr/>
      <dgm:t>
        <a:bodyPr/>
        <a:lstStyle/>
        <a:p>
          <a:endParaRPr lang="en-US"/>
        </a:p>
      </dgm:t>
    </dgm:pt>
    <dgm:pt modelId="{1F9195F3-7109-42DC-8393-34CAC0D2B9DB}" type="pres">
      <dgm:prSet presAssocID="{A2ED5C53-EFAB-4996-A13B-1F01C508FC22}" presName="compNode" presStyleCnt="0"/>
      <dgm:spPr/>
    </dgm:pt>
    <dgm:pt modelId="{6F63F9BA-01BC-479F-99E0-905772DF6C0A}" type="pres">
      <dgm:prSet presAssocID="{A2ED5C53-EFAB-4996-A13B-1F01C508FC22}" presName="childRect" presStyleLbl="bgAcc1" presStyleIdx="0" presStyleCnt="3" custScaleY="58255" custLinFactNeighborY="-1590">
        <dgm:presLayoutVars>
          <dgm:bulletEnabled val="1"/>
        </dgm:presLayoutVars>
      </dgm:prSet>
      <dgm:spPr/>
      <dgm:t>
        <a:bodyPr/>
        <a:lstStyle/>
        <a:p>
          <a:endParaRPr lang="en-US"/>
        </a:p>
      </dgm:t>
    </dgm:pt>
    <dgm:pt modelId="{36FFC322-06C6-4228-9990-777297D0521F}" type="pres">
      <dgm:prSet presAssocID="{A2ED5C53-EFAB-4996-A13B-1F01C508FC22}" presName="parentText" presStyleLbl="node1" presStyleIdx="0" presStyleCnt="0">
        <dgm:presLayoutVars>
          <dgm:chMax val="0"/>
          <dgm:bulletEnabled val="1"/>
        </dgm:presLayoutVars>
      </dgm:prSet>
      <dgm:spPr/>
      <dgm:t>
        <a:bodyPr/>
        <a:lstStyle/>
        <a:p>
          <a:endParaRPr lang="en-US"/>
        </a:p>
      </dgm:t>
    </dgm:pt>
    <dgm:pt modelId="{CA4A9DD0-BD31-4EB6-A13D-27B8EED42350}" type="pres">
      <dgm:prSet presAssocID="{A2ED5C53-EFAB-4996-A13B-1F01C508FC22}" presName="parentRect" presStyleLbl="alignNode1" presStyleIdx="0" presStyleCnt="3" custScaleY="68652" custLinFactNeighborX="-313" custLinFactNeighborY="-94879"/>
      <dgm:spPr/>
      <dgm:t>
        <a:bodyPr/>
        <a:lstStyle/>
        <a:p>
          <a:endParaRPr lang="en-US"/>
        </a:p>
      </dgm:t>
    </dgm:pt>
    <dgm:pt modelId="{DD5CA3EE-350A-4906-BA68-920E75FB1917}" type="pres">
      <dgm:prSet presAssocID="{A2ED5C53-EFAB-4996-A13B-1F01C508FC22}" presName="adorn" presStyleLbl="fgAccFollowNode1" presStyleIdx="0" presStyleCnt="3" custScaleX="85243" custScaleY="76835" custLinFactY="-14082" custLinFactNeighborX="-6467" custLinFactNeighborY="-100000"/>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2000" b="-2000"/>
          </a:stretch>
        </a:blipFill>
      </dgm:spPr>
      <dgm:t>
        <a:bodyPr/>
        <a:lstStyle/>
        <a:p>
          <a:endParaRPr lang="en-US"/>
        </a:p>
      </dgm:t>
    </dgm:pt>
    <dgm:pt modelId="{2D8DE59B-A92E-4678-A0BD-C921FDFF1F94}" type="pres">
      <dgm:prSet presAssocID="{24F88752-14E2-48B5-B8AB-4DAA0929D08B}" presName="sibTrans" presStyleLbl="sibTrans2D1" presStyleIdx="0" presStyleCnt="0"/>
      <dgm:spPr/>
      <dgm:t>
        <a:bodyPr/>
        <a:lstStyle/>
        <a:p>
          <a:endParaRPr lang="en-US"/>
        </a:p>
      </dgm:t>
    </dgm:pt>
    <dgm:pt modelId="{F06647F9-1B63-44D6-81C5-4796F90AC8B5}" type="pres">
      <dgm:prSet presAssocID="{B2C75DD9-A7C3-45EE-8A83-020C9C869F9E}" presName="compNode" presStyleCnt="0"/>
      <dgm:spPr/>
    </dgm:pt>
    <dgm:pt modelId="{806B603F-6B04-45D5-B7F8-B2E8CB688967}" type="pres">
      <dgm:prSet presAssocID="{B2C75DD9-A7C3-45EE-8A83-020C9C869F9E}" presName="childRect" presStyleLbl="bgAcc1" presStyleIdx="1" presStyleCnt="3" custScaleY="52457" custLinFactNeighborX="-525" custLinFactNeighborY="-71819">
        <dgm:presLayoutVars>
          <dgm:bulletEnabled val="1"/>
        </dgm:presLayoutVars>
      </dgm:prSet>
      <dgm:spPr/>
      <dgm:t>
        <a:bodyPr/>
        <a:lstStyle/>
        <a:p>
          <a:endParaRPr lang="en-US"/>
        </a:p>
      </dgm:t>
    </dgm:pt>
    <dgm:pt modelId="{078E9D28-213D-4E0B-9799-C5CA7FC2D4A9}" type="pres">
      <dgm:prSet presAssocID="{B2C75DD9-A7C3-45EE-8A83-020C9C869F9E}" presName="parentText" presStyleLbl="node1" presStyleIdx="0" presStyleCnt="0">
        <dgm:presLayoutVars>
          <dgm:chMax val="0"/>
          <dgm:bulletEnabled val="1"/>
        </dgm:presLayoutVars>
      </dgm:prSet>
      <dgm:spPr/>
      <dgm:t>
        <a:bodyPr/>
        <a:lstStyle/>
        <a:p>
          <a:endParaRPr lang="en-US"/>
        </a:p>
      </dgm:t>
    </dgm:pt>
    <dgm:pt modelId="{68F6D678-EBC0-44A4-855A-25C23C5A50E5}" type="pres">
      <dgm:prSet presAssocID="{B2C75DD9-A7C3-45EE-8A83-020C9C869F9E}" presName="parentRect" presStyleLbl="alignNode1" presStyleIdx="1" presStyleCnt="3" custScaleX="100397" custScaleY="75002" custLinFactY="-100000" custLinFactNeighborX="-392" custLinFactNeighborY="-142898"/>
      <dgm:spPr/>
      <dgm:t>
        <a:bodyPr/>
        <a:lstStyle/>
        <a:p>
          <a:endParaRPr lang="en-US"/>
        </a:p>
      </dgm:t>
    </dgm:pt>
    <dgm:pt modelId="{34A3616B-7352-46C6-B0CD-6A502FE67527}" type="pres">
      <dgm:prSet presAssocID="{B2C75DD9-A7C3-45EE-8A83-020C9C869F9E}" presName="adorn" presStyleLbl="fgAccFollowNode1" presStyleIdx="1" presStyleCnt="3" custScaleX="92867" custScaleY="90975" custLinFactY="-100000" custLinFactNeighborX="-9623" custLinFactNeighborY="-140113"/>
      <dgm:spPr>
        <a:blipFill>
          <a:blip xmlns:r="http://schemas.openxmlformats.org/officeDocument/2006/relationships" r:embed="rId2">
            <a:extLst>
              <a:ext uri="{28A0092B-C50C-407E-A947-70E740481C1C}">
                <a14:useLocalDpi xmlns:a14="http://schemas.microsoft.com/office/drawing/2010/main" val="0"/>
              </a:ext>
            </a:extLst>
          </a:blip>
          <a:srcRect/>
          <a:stretch>
            <a:fillRect l="-22000" r="-22000"/>
          </a:stretch>
        </a:blipFill>
      </dgm:spPr>
      <dgm:t>
        <a:bodyPr/>
        <a:lstStyle/>
        <a:p>
          <a:endParaRPr lang="en-US"/>
        </a:p>
      </dgm:t>
    </dgm:pt>
    <dgm:pt modelId="{943DD170-1849-4B7C-A4EA-F01FC9214C09}" type="pres">
      <dgm:prSet presAssocID="{96B48207-6CEE-41C4-A792-60A51379CD4A}" presName="sibTrans" presStyleLbl="sibTrans2D1" presStyleIdx="0" presStyleCnt="0"/>
      <dgm:spPr/>
      <dgm:t>
        <a:bodyPr/>
        <a:lstStyle/>
        <a:p>
          <a:endParaRPr lang="en-US"/>
        </a:p>
      </dgm:t>
    </dgm:pt>
    <dgm:pt modelId="{6F01999A-EBA1-4C6B-9858-BAD76C495421}" type="pres">
      <dgm:prSet presAssocID="{5349A400-0E49-46DB-BBB4-1FBC06C025BE}" presName="compNode" presStyleCnt="0"/>
      <dgm:spPr/>
    </dgm:pt>
    <dgm:pt modelId="{250306AD-C8D9-40BB-8226-3CEAD0CF52B3}" type="pres">
      <dgm:prSet presAssocID="{5349A400-0E49-46DB-BBB4-1FBC06C025BE}" presName="childRect" presStyleLbl="bgAcc1" presStyleIdx="2" presStyleCnt="3" custScaleY="44670" custLinFactY="-37420" custLinFactNeighborX="-1902" custLinFactNeighborY="-100000">
        <dgm:presLayoutVars>
          <dgm:bulletEnabled val="1"/>
        </dgm:presLayoutVars>
      </dgm:prSet>
      <dgm:spPr/>
      <dgm:t>
        <a:bodyPr/>
        <a:lstStyle/>
        <a:p>
          <a:endParaRPr lang="en-US"/>
        </a:p>
      </dgm:t>
    </dgm:pt>
    <dgm:pt modelId="{4E276A37-8314-48C7-8787-CF0811720676}" type="pres">
      <dgm:prSet presAssocID="{5349A400-0E49-46DB-BBB4-1FBC06C025BE}" presName="parentText" presStyleLbl="node1" presStyleIdx="0" presStyleCnt="0">
        <dgm:presLayoutVars>
          <dgm:chMax val="0"/>
          <dgm:bulletEnabled val="1"/>
        </dgm:presLayoutVars>
      </dgm:prSet>
      <dgm:spPr/>
      <dgm:t>
        <a:bodyPr/>
        <a:lstStyle/>
        <a:p>
          <a:endParaRPr lang="en-US"/>
        </a:p>
      </dgm:t>
    </dgm:pt>
    <dgm:pt modelId="{E1B15BF4-7D2D-4C2F-B531-8D36800CDFC2}" type="pres">
      <dgm:prSet presAssocID="{5349A400-0E49-46DB-BBB4-1FBC06C025BE}" presName="parentRect" presStyleLbl="alignNode1" presStyleIdx="2" presStyleCnt="3" custScaleY="71790" custLinFactY="-200000" custLinFactNeighborX="-1014" custLinFactNeighborY="-214580"/>
      <dgm:spPr/>
      <dgm:t>
        <a:bodyPr/>
        <a:lstStyle/>
        <a:p>
          <a:endParaRPr lang="en-US"/>
        </a:p>
      </dgm:t>
    </dgm:pt>
    <dgm:pt modelId="{C3435BAF-28FE-4580-9AD9-50CA7791F6A8}" type="pres">
      <dgm:prSet presAssocID="{5349A400-0E49-46DB-BBB4-1FBC06C025BE}" presName="adorn" presStyleLbl="fgAccFollowNode1" presStyleIdx="2" presStyleCnt="3" custScaleX="76367" custScaleY="80932" custLinFactY="-200000" custLinFactNeighborX="5973" custLinFactNeighborY="-201454"/>
      <dgm:spPr>
        <a:blipFill>
          <a:blip xmlns:r="http://schemas.openxmlformats.org/officeDocument/2006/relationships" r:embed="rId3">
            <a:extLst>
              <a:ext uri="{28A0092B-C50C-407E-A947-70E740481C1C}">
                <a14:useLocalDpi xmlns:a14="http://schemas.microsoft.com/office/drawing/2010/main" val="0"/>
              </a:ext>
            </a:extLst>
          </a:blip>
          <a:srcRect/>
          <a:stretch>
            <a:fillRect t="-7000" b="-7000"/>
          </a:stretch>
        </a:blipFill>
      </dgm:spPr>
    </dgm:pt>
  </dgm:ptLst>
  <dgm:cxnLst>
    <dgm:cxn modelId="{073ABB15-3D83-4599-B345-BE5F422EA432}" srcId="{1CD0F1B3-A666-46A4-89DB-352FF3602D51}" destId="{5349A400-0E49-46DB-BBB4-1FBC06C025BE}" srcOrd="2" destOrd="0" parTransId="{F3DCA44A-3C2E-4877-8205-A856937F1752}" sibTransId="{3EC6D3F0-AED4-4C54-9C13-6D063B56EB3A}"/>
    <dgm:cxn modelId="{10022948-E26E-46F4-9549-06846EFBD57C}" srcId="{5349A400-0E49-46DB-BBB4-1FBC06C025BE}" destId="{9C9C5CC5-F4A9-4DA8-8CD8-E4176A520AD7}" srcOrd="0" destOrd="0" parTransId="{17B9FACA-B265-4CE1-9989-E37C306D9B5C}" sibTransId="{4F9A7D26-6872-4832-9EEC-FCED66274B6D}"/>
    <dgm:cxn modelId="{ABBAECD4-E85E-4905-86BF-9B89CB96CA4D}" srcId="{A2ED5C53-EFAB-4996-A13B-1F01C508FC22}" destId="{5F083AF1-5B1A-4F37-8963-4AB5A3C764E6}" srcOrd="3" destOrd="0" parTransId="{FB287F43-228C-4011-BD65-63C2DE04F98E}" sibTransId="{7E429D25-C3D2-4F03-AC03-FDD7B7265585}"/>
    <dgm:cxn modelId="{E7CE99E6-3F91-44C6-B20C-115A9D3A7461}" srcId="{A2ED5C53-EFAB-4996-A13B-1F01C508FC22}" destId="{527957B9-9B19-4A03-865F-E2689AC3F5E3}" srcOrd="2" destOrd="0" parTransId="{E8ED9F1C-9FF3-413C-97FF-C8BA0EFD834D}" sibTransId="{7EB65382-BA3B-49E3-8140-E145EC2A14F2}"/>
    <dgm:cxn modelId="{85D481E6-389D-45E4-8D00-14499F2FD487}" type="presOf" srcId="{FC8E12E2-662D-45AF-9678-807DE7E6E902}" destId="{6F63F9BA-01BC-479F-99E0-905772DF6C0A}" srcOrd="0" destOrd="1" presId="urn:microsoft.com/office/officeart/2005/8/layout/bList2"/>
    <dgm:cxn modelId="{0831D2FC-A5F9-43ED-BCA0-B2C645BC47B3}" type="presOf" srcId="{5349A400-0E49-46DB-BBB4-1FBC06C025BE}" destId="{4E276A37-8314-48C7-8787-CF0811720676}" srcOrd="0" destOrd="0" presId="urn:microsoft.com/office/officeart/2005/8/layout/bList2"/>
    <dgm:cxn modelId="{65B8E511-2318-4885-80CC-9443E8A245A0}" type="presOf" srcId="{E98F1A89-0EA3-4791-BFC4-CDB1E7A3DFDA}" destId="{806B603F-6B04-45D5-B7F8-B2E8CB688967}" srcOrd="0" destOrd="2" presId="urn:microsoft.com/office/officeart/2005/8/layout/bList2"/>
    <dgm:cxn modelId="{A35EAC16-FA65-4AD0-8078-E89A1B677251}" srcId="{A2ED5C53-EFAB-4996-A13B-1F01C508FC22}" destId="{5B8E4C52-E99E-467B-8D5A-5A3C81DFE283}" srcOrd="0" destOrd="0" parTransId="{FB519E64-390D-463C-A705-6C1AC789AE2E}" sibTransId="{56C5C043-2458-48A3-8860-50F5B6C04AD9}"/>
    <dgm:cxn modelId="{1F0B3B6E-9C11-4934-A2B9-AA09F3798189}" srcId="{A2ED5C53-EFAB-4996-A13B-1F01C508FC22}" destId="{FC8E12E2-662D-45AF-9678-807DE7E6E902}" srcOrd="1" destOrd="0" parTransId="{F353783B-241F-4DC2-8301-5E3C58E77D05}" sibTransId="{9643916E-A27D-4401-9473-2212F0343362}"/>
    <dgm:cxn modelId="{CDA7AC60-36C5-4A76-A76D-26705CDEA1FB}" srcId="{B2C75DD9-A7C3-45EE-8A83-020C9C869F9E}" destId="{1207375E-F5D5-43C3-8CA0-7A14F61A3C73}" srcOrd="3" destOrd="0" parTransId="{4A26D35B-D8B8-46CF-9BD1-0E8CCCCEDD04}" sibTransId="{8BB75497-477A-41C3-8559-2AA5836133CD}"/>
    <dgm:cxn modelId="{0DF16157-F39E-4AE2-B859-6A32C5578E7A}" type="presOf" srcId="{A2ED5C53-EFAB-4996-A13B-1F01C508FC22}" destId="{CA4A9DD0-BD31-4EB6-A13D-27B8EED42350}" srcOrd="1" destOrd="0" presId="urn:microsoft.com/office/officeart/2005/8/layout/bList2"/>
    <dgm:cxn modelId="{D7D51026-8266-4809-A867-4C0562BD3EA9}" type="presOf" srcId="{527957B9-9B19-4A03-865F-E2689AC3F5E3}" destId="{6F63F9BA-01BC-479F-99E0-905772DF6C0A}" srcOrd="0" destOrd="2" presId="urn:microsoft.com/office/officeart/2005/8/layout/bList2"/>
    <dgm:cxn modelId="{404E6699-05C0-4CAD-BE56-4E80C02C83F7}" type="presOf" srcId="{24F88752-14E2-48B5-B8AB-4DAA0929D08B}" destId="{2D8DE59B-A92E-4678-A0BD-C921FDFF1F94}" srcOrd="0" destOrd="0" presId="urn:microsoft.com/office/officeart/2005/8/layout/bList2"/>
    <dgm:cxn modelId="{7247715C-33B2-4B42-93FF-D14C56499EAB}" type="presOf" srcId="{1CD0F1B3-A666-46A4-89DB-352FF3602D51}" destId="{629B0884-5409-4482-83AD-454D98E045C9}" srcOrd="0" destOrd="0" presId="urn:microsoft.com/office/officeart/2005/8/layout/bList2"/>
    <dgm:cxn modelId="{AD250236-99F7-4471-A8E9-F0495ED5704A}" type="presOf" srcId="{7A00C1E1-0883-44CA-93DE-30E864182B23}" destId="{806B603F-6B04-45D5-B7F8-B2E8CB688967}" srcOrd="0" destOrd="0" presId="urn:microsoft.com/office/officeart/2005/8/layout/bList2"/>
    <dgm:cxn modelId="{112569B6-2D3B-4FA2-A552-6F3508534004}" srcId="{B2C75DD9-A7C3-45EE-8A83-020C9C869F9E}" destId="{7A00C1E1-0883-44CA-93DE-30E864182B23}" srcOrd="0" destOrd="0" parTransId="{34302766-B83B-46C3-B898-9AF6AAB04BE4}" sibTransId="{C433B470-0909-4D75-A094-CFAC535D715A}"/>
    <dgm:cxn modelId="{D5C6CB8C-A437-4119-A24C-CA7C370AEF33}" srcId="{B2C75DD9-A7C3-45EE-8A83-020C9C869F9E}" destId="{4886970C-9DC6-4062-82C8-6D97A27ABED5}" srcOrd="1" destOrd="0" parTransId="{CCD601A4-0AF3-4353-B3D1-BA68437FBA0B}" sibTransId="{80523302-FC9D-4CDE-A12C-07A109A1218E}"/>
    <dgm:cxn modelId="{F10C7920-C4F9-427B-849D-1D86750B3240}" type="presOf" srcId="{B2C75DD9-A7C3-45EE-8A83-020C9C869F9E}" destId="{68F6D678-EBC0-44A4-855A-25C23C5A50E5}" srcOrd="1" destOrd="0" presId="urn:microsoft.com/office/officeart/2005/8/layout/bList2"/>
    <dgm:cxn modelId="{72E856EE-736C-4394-BB91-75CBF22D85E0}" srcId="{1CD0F1B3-A666-46A4-89DB-352FF3602D51}" destId="{A2ED5C53-EFAB-4996-A13B-1F01C508FC22}" srcOrd="0" destOrd="0" parTransId="{C4E158A8-85FF-4DEA-8CBB-6221D8459CDC}" sibTransId="{24F88752-14E2-48B5-B8AB-4DAA0929D08B}"/>
    <dgm:cxn modelId="{2C77C2EE-B90B-4408-81E4-51FB9D1B2190}" type="presOf" srcId="{5F083AF1-5B1A-4F37-8963-4AB5A3C764E6}" destId="{6F63F9BA-01BC-479F-99E0-905772DF6C0A}" srcOrd="0" destOrd="3" presId="urn:microsoft.com/office/officeart/2005/8/layout/bList2"/>
    <dgm:cxn modelId="{3BB640A2-E739-41F0-ABB1-BDE0953455EA}" srcId="{1CD0F1B3-A666-46A4-89DB-352FF3602D51}" destId="{B2C75DD9-A7C3-45EE-8A83-020C9C869F9E}" srcOrd="1" destOrd="0" parTransId="{806AE34C-90A7-43EA-A6DA-75DBC8029364}" sibTransId="{96B48207-6CEE-41C4-A792-60A51379CD4A}"/>
    <dgm:cxn modelId="{F5AB66FC-2E69-46C3-830F-603F21EA3947}" type="presOf" srcId="{B2C75DD9-A7C3-45EE-8A83-020C9C869F9E}" destId="{078E9D28-213D-4E0B-9799-C5CA7FC2D4A9}" srcOrd="0" destOrd="0" presId="urn:microsoft.com/office/officeart/2005/8/layout/bList2"/>
    <dgm:cxn modelId="{0CC40866-EF54-475C-8A6E-0B71ED9244BE}" type="presOf" srcId="{1207375E-F5D5-43C3-8CA0-7A14F61A3C73}" destId="{806B603F-6B04-45D5-B7F8-B2E8CB688967}" srcOrd="0" destOrd="3" presId="urn:microsoft.com/office/officeart/2005/8/layout/bList2"/>
    <dgm:cxn modelId="{D03B37DB-9156-460C-BA0C-F8689351535E}" type="presOf" srcId="{A2ED5C53-EFAB-4996-A13B-1F01C508FC22}" destId="{36FFC322-06C6-4228-9990-777297D0521F}" srcOrd="0" destOrd="0" presId="urn:microsoft.com/office/officeart/2005/8/layout/bList2"/>
    <dgm:cxn modelId="{86FCC130-70D5-4518-AC14-36FF9FD989B4}" type="presOf" srcId="{9C9C5CC5-F4A9-4DA8-8CD8-E4176A520AD7}" destId="{250306AD-C8D9-40BB-8226-3CEAD0CF52B3}" srcOrd="0" destOrd="0" presId="urn:microsoft.com/office/officeart/2005/8/layout/bList2"/>
    <dgm:cxn modelId="{1B22B802-F4FF-4087-B180-370B34BD9382}" type="presOf" srcId="{5349A400-0E49-46DB-BBB4-1FBC06C025BE}" destId="{E1B15BF4-7D2D-4C2F-B531-8D36800CDFC2}" srcOrd="1" destOrd="0" presId="urn:microsoft.com/office/officeart/2005/8/layout/bList2"/>
    <dgm:cxn modelId="{8FD1DF7A-C15C-459B-9BB6-C8F5A8613285}" srcId="{B2C75DD9-A7C3-45EE-8A83-020C9C869F9E}" destId="{E98F1A89-0EA3-4791-BFC4-CDB1E7A3DFDA}" srcOrd="2" destOrd="0" parTransId="{CAF8895C-9E8B-47B7-AA7D-070406F6DCA5}" sibTransId="{D7B731E1-79F4-4313-BFA9-48128B010100}"/>
    <dgm:cxn modelId="{A86CC22A-316A-4203-B5EC-3A1E7BB51E91}" type="presOf" srcId="{96B48207-6CEE-41C4-A792-60A51379CD4A}" destId="{943DD170-1849-4B7C-A4EA-F01FC9214C09}" srcOrd="0" destOrd="0" presId="urn:microsoft.com/office/officeart/2005/8/layout/bList2"/>
    <dgm:cxn modelId="{97448903-2BA3-44D9-ACA0-95BE43BF4C48}" type="presOf" srcId="{4886970C-9DC6-4062-82C8-6D97A27ABED5}" destId="{806B603F-6B04-45D5-B7F8-B2E8CB688967}" srcOrd="0" destOrd="1" presId="urn:microsoft.com/office/officeart/2005/8/layout/bList2"/>
    <dgm:cxn modelId="{64C6AF90-79C1-49B1-98B0-912C08BF3F32}" type="presOf" srcId="{5B8E4C52-E99E-467B-8D5A-5A3C81DFE283}" destId="{6F63F9BA-01BC-479F-99E0-905772DF6C0A}" srcOrd="0" destOrd="0" presId="urn:microsoft.com/office/officeart/2005/8/layout/bList2"/>
    <dgm:cxn modelId="{9D9DA2DA-BE26-4356-8D0C-F6E5FB70C0EA}" type="presParOf" srcId="{629B0884-5409-4482-83AD-454D98E045C9}" destId="{1F9195F3-7109-42DC-8393-34CAC0D2B9DB}" srcOrd="0" destOrd="0" presId="urn:microsoft.com/office/officeart/2005/8/layout/bList2"/>
    <dgm:cxn modelId="{2D115EB6-F880-4B82-BFAB-61CF064E49CB}" type="presParOf" srcId="{1F9195F3-7109-42DC-8393-34CAC0D2B9DB}" destId="{6F63F9BA-01BC-479F-99E0-905772DF6C0A}" srcOrd="0" destOrd="0" presId="urn:microsoft.com/office/officeart/2005/8/layout/bList2"/>
    <dgm:cxn modelId="{D0DE8804-7AA6-485B-9511-5EA3EA09F5C0}" type="presParOf" srcId="{1F9195F3-7109-42DC-8393-34CAC0D2B9DB}" destId="{36FFC322-06C6-4228-9990-777297D0521F}" srcOrd="1" destOrd="0" presId="urn:microsoft.com/office/officeart/2005/8/layout/bList2"/>
    <dgm:cxn modelId="{7A63E6D8-450B-4E97-A357-E755CAAB3306}" type="presParOf" srcId="{1F9195F3-7109-42DC-8393-34CAC0D2B9DB}" destId="{CA4A9DD0-BD31-4EB6-A13D-27B8EED42350}" srcOrd="2" destOrd="0" presId="urn:microsoft.com/office/officeart/2005/8/layout/bList2"/>
    <dgm:cxn modelId="{628207FD-311D-44E3-B1C1-FAEE87F8D3AF}" type="presParOf" srcId="{1F9195F3-7109-42DC-8393-34CAC0D2B9DB}" destId="{DD5CA3EE-350A-4906-BA68-920E75FB1917}" srcOrd="3" destOrd="0" presId="urn:microsoft.com/office/officeart/2005/8/layout/bList2"/>
    <dgm:cxn modelId="{370C7952-A801-478D-8876-EEAD02E54B90}" type="presParOf" srcId="{629B0884-5409-4482-83AD-454D98E045C9}" destId="{2D8DE59B-A92E-4678-A0BD-C921FDFF1F94}" srcOrd="1" destOrd="0" presId="urn:microsoft.com/office/officeart/2005/8/layout/bList2"/>
    <dgm:cxn modelId="{9EE9F58D-44F1-4399-B5D2-59E04ED03BA7}" type="presParOf" srcId="{629B0884-5409-4482-83AD-454D98E045C9}" destId="{F06647F9-1B63-44D6-81C5-4796F90AC8B5}" srcOrd="2" destOrd="0" presId="urn:microsoft.com/office/officeart/2005/8/layout/bList2"/>
    <dgm:cxn modelId="{E4368CAE-FCB9-48C8-8604-EB790A8944F6}" type="presParOf" srcId="{F06647F9-1B63-44D6-81C5-4796F90AC8B5}" destId="{806B603F-6B04-45D5-B7F8-B2E8CB688967}" srcOrd="0" destOrd="0" presId="urn:microsoft.com/office/officeart/2005/8/layout/bList2"/>
    <dgm:cxn modelId="{DB6A6B83-D3FC-4D1B-B479-C1B4B29A1E76}" type="presParOf" srcId="{F06647F9-1B63-44D6-81C5-4796F90AC8B5}" destId="{078E9D28-213D-4E0B-9799-C5CA7FC2D4A9}" srcOrd="1" destOrd="0" presId="urn:microsoft.com/office/officeart/2005/8/layout/bList2"/>
    <dgm:cxn modelId="{D1ECFD79-7AEF-4C1C-8AA1-DA0DB4DBF5A4}" type="presParOf" srcId="{F06647F9-1B63-44D6-81C5-4796F90AC8B5}" destId="{68F6D678-EBC0-44A4-855A-25C23C5A50E5}" srcOrd="2" destOrd="0" presId="urn:microsoft.com/office/officeart/2005/8/layout/bList2"/>
    <dgm:cxn modelId="{9FD466A2-4DBF-4903-B705-AC9F815E9A58}" type="presParOf" srcId="{F06647F9-1B63-44D6-81C5-4796F90AC8B5}" destId="{34A3616B-7352-46C6-B0CD-6A502FE67527}" srcOrd="3" destOrd="0" presId="urn:microsoft.com/office/officeart/2005/8/layout/bList2"/>
    <dgm:cxn modelId="{56A127A2-19D1-41C8-B3EE-770BE6C2F887}" type="presParOf" srcId="{629B0884-5409-4482-83AD-454D98E045C9}" destId="{943DD170-1849-4B7C-A4EA-F01FC9214C09}" srcOrd="3" destOrd="0" presId="urn:microsoft.com/office/officeart/2005/8/layout/bList2"/>
    <dgm:cxn modelId="{1E2F6F47-13A4-4189-AEB7-97D6A3015317}" type="presParOf" srcId="{629B0884-5409-4482-83AD-454D98E045C9}" destId="{6F01999A-EBA1-4C6B-9858-BAD76C495421}" srcOrd="4" destOrd="0" presId="urn:microsoft.com/office/officeart/2005/8/layout/bList2"/>
    <dgm:cxn modelId="{B810AAB9-D3F7-4205-A2BB-9BBFD79997AF}" type="presParOf" srcId="{6F01999A-EBA1-4C6B-9858-BAD76C495421}" destId="{250306AD-C8D9-40BB-8226-3CEAD0CF52B3}" srcOrd="0" destOrd="0" presId="urn:microsoft.com/office/officeart/2005/8/layout/bList2"/>
    <dgm:cxn modelId="{335D1507-5138-4DCC-9308-0DC1F95DFA63}" type="presParOf" srcId="{6F01999A-EBA1-4C6B-9858-BAD76C495421}" destId="{4E276A37-8314-48C7-8787-CF0811720676}" srcOrd="1" destOrd="0" presId="urn:microsoft.com/office/officeart/2005/8/layout/bList2"/>
    <dgm:cxn modelId="{EBC2C376-9160-4F94-8F04-77F6374B4A8F}" type="presParOf" srcId="{6F01999A-EBA1-4C6B-9858-BAD76C495421}" destId="{E1B15BF4-7D2D-4C2F-B531-8D36800CDFC2}" srcOrd="2" destOrd="0" presId="urn:microsoft.com/office/officeart/2005/8/layout/bList2"/>
    <dgm:cxn modelId="{CF81D196-68D5-4A07-B85F-C765CE224B43}" type="presParOf" srcId="{6F01999A-EBA1-4C6B-9858-BAD76C495421}" destId="{C3435BAF-28FE-4580-9AD9-50CA7791F6A8}" srcOrd="3" destOrd="0" presId="urn:microsoft.com/office/officeart/2005/8/layout/b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D0F1B3-A666-46A4-89DB-352FF3602D51}"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A2ED5C53-EFAB-4996-A13B-1F01C508FC22}">
      <dgm:prSet phldrT="[Text]" custT="1"/>
      <dgm:spPr/>
      <dgm:t>
        <a:bodyPr/>
        <a:lstStyle/>
        <a:p>
          <a:r>
            <a:rPr lang="en-US" sz="1500" dirty="0" smtClean="0"/>
            <a:t>Endowments</a:t>
          </a:r>
          <a:endParaRPr lang="en-US" sz="1500" dirty="0"/>
        </a:p>
      </dgm:t>
    </dgm:pt>
    <dgm:pt modelId="{C4E158A8-85FF-4DEA-8CBB-6221D8459CDC}" type="parTrans" cxnId="{72E856EE-736C-4394-BB91-75CBF22D85E0}">
      <dgm:prSet/>
      <dgm:spPr/>
      <dgm:t>
        <a:bodyPr/>
        <a:lstStyle/>
        <a:p>
          <a:endParaRPr lang="en-US"/>
        </a:p>
      </dgm:t>
    </dgm:pt>
    <dgm:pt modelId="{24F88752-14E2-48B5-B8AB-4DAA0929D08B}" type="sibTrans" cxnId="{72E856EE-736C-4394-BB91-75CBF22D85E0}">
      <dgm:prSet/>
      <dgm:spPr/>
      <dgm:t>
        <a:bodyPr/>
        <a:lstStyle/>
        <a:p>
          <a:endParaRPr lang="en-US"/>
        </a:p>
      </dgm:t>
    </dgm:pt>
    <dgm:pt modelId="{B2C75DD9-A7C3-45EE-8A83-020C9C869F9E}">
      <dgm:prSet phldrT="[Text]" custT="1"/>
      <dgm:spPr/>
      <dgm:t>
        <a:bodyPr/>
        <a:lstStyle/>
        <a:p>
          <a:r>
            <a:rPr lang="en-US" sz="1500" dirty="0" smtClean="0"/>
            <a:t>Patents</a:t>
          </a:r>
          <a:endParaRPr lang="en-US" sz="1500" dirty="0"/>
        </a:p>
      </dgm:t>
    </dgm:pt>
    <dgm:pt modelId="{806AE34C-90A7-43EA-A6DA-75DBC8029364}" type="parTrans" cxnId="{3BB640A2-E739-41F0-ABB1-BDE0953455EA}">
      <dgm:prSet/>
      <dgm:spPr/>
      <dgm:t>
        <a:bodyPr/>
        <a:lstStyle/>
        <a:p>
          <a:endParaRPr lang="en-US"/>
        </a:p>
      </dgm:t>
    </dgm:pt>
    <dgm:pt modelId="{96B48207-6CEE-41C4-A792-60A51379CD4A}" type="sibTrans" cxnId="{3BB640A2-E739-41F0-ABB1-BDE0953455EA}">
      <dgm:prSet/>
      <dgm:spPr/>
      <dgm:t>
        <a:bodyPr/>
        <a:lstStyle/>
        <a:p>
          <a:endParaRPr lang="en-US"/>
        </a:p>
      </dgm:t>
    </dgm:pt>
    <dgm:pt modelId="{7A00C1E1-0883-44CA-93DE-30E864182B23}">
      <dgm:prSet custT="1"/>
      <dgm:spPr/>
      <dgm:t>
        <a:bodyPr/>
        <a:lstStyle/>
        <a:p>
          <a:r>
            <a:rPr lang="en-US" sz="1200" dirty="0" smtClean="0"/>
            <a:t>Commercialize and sell patents</a:t>
          </a:r>
          <a:endParaRPr lang="en-US" sz="1200" dirty="0"/>
        </a:p>
      </dgm:t>
    </dgm:pt>
    <dgm:pt modelId="{34302766-B83B-46C3-B898-9AF6AAB04BE4}" type="parTrans" cxnId="{112569B6-2D3B-4FA2-A552-6F3508534004}">
      <dgm:prSet/>
      <dgm:spPr/>
      <dgm:t>
        <a:bodyPr/>
        <a:lstStyle/>
        <a:p>
          <a:endParaRPr lang="en-US"/>
        </a:p>
      </dgm:t>
    </dgm:pt>
    <dgm:pt modelId="{C433B470-0909-4D75-A094-CFAC535D715A}" type="sibTrans" cxnId="{112569B6-2D3B-4FA2-A552-6F3508534004}">
      <dgm:prSet/>
      <dgm:spPr/>
      <dgm:t>
        <a:bodyPr/>
        <a:lstStyle/>
        <a:p>
          <a:endParaRPr lang="en-US"/>
        </a:p>
      </dgm:t>
    </dgm:pt>
    <dgm:pt modelId="{5B8E4C52-E99E-467B-8D5A-5A3C81DFE283}">
      <dgm:prSet custT="1"/>
      <dgm:spPr/>
      <dgm:t>
        <a:bodyPr/>
        <a:lstStyle/>
        <a:p>
          <a:endParaRPr lang="en-US" sz="1300" dirty="0"/>
        </a:p>
      </dgm:t>
    </dgm:pt>
    <dgm:pt modelId="{FB519E64-390D-463C-A705-6C1AC789AE2E}" type="parTrans" cxnId="{A35EAC16-FA65-4AD0-8078-E89A1B677251}">
      <dgm:prSet/>
      <dgm:spPr/>
      <dgm:t>
        <a:bodyPr/>
        <a:lstStyle/>
        <a:p>
          <a:endParaRPr lang="en-US"/>
        </a:p>
      </dgm:t>
    </dgm:pt>
    <dgm:pt modelId="{56C5C043-2458-48A3-8860-50F5B6C04AD9}" type="sibTrans" cxnId="{A35EAC16-FA65-4AD0-8078-E89A1B677251}">
      <dgm:prSet/>
      <dgm:spPr/>
      <dgm:t>
        <a:bodyPr/>
        <a:lstStyle/>
        <a:p>
          <a:endParaRPr lang="en-US"/>
        </a:p>
      </dgm:t>
    </dgm:pt>
    <dgm:pt modelId="{5F083AF1-5B1A-4F37-8963-4AB5A3C764E6}">
      <dgm:prSet custT="1"/>
      <dgm:spPr/>
      <dgm:t>
        <a:bodyPr/>
        <a:lstStyle/>
        <a:p>
          <a:r>
            <a:rPr lang="en-US" sz="1200" dirty="0" smtClean="0"/>
            <a:t>New Endowment Concepts </a:t>
          </a:r>
          <a:endParaRPr lang="en-US" sz="1200" dirty="0"/>
        </a:p>
      </dgm:t>
    </dgm:pt>
    <dgm:pt modelId="{FB287F43-228C-4011-BD65-63C2DE04F98E}" type="parTrans" cxnId="{ABBAECD4-E85E-4905-86BF-9B89CB96CA4D}">
      <dgm:prSet/>
      <dgm:spPr/>
      <dgm:t>
        <a:bodyPr/>
        <a:lstStyle/>
        <a:p>
          <a:endParaRPr lang="en-US"/>
        </a:p>
      </dgm:t>
    </dgm:pt>
    <dgm:pt modelId="{7E429D25-C3D2-4F03-AC03-FDD7B7265585}" type="sibTrans" cxnId="{ABBAECD4-E85E-4905-86BF-9B89CB96CA4D}">
      <dgm:prSet/>
      <dgm:spPr/>
      <dgm:t>
        <a:bodyPr/>
        <a:lstStyle/>
        <a:p>
          <a:endParaRPr lang="en-US"/>
        </a:p>
      </dgm:t>
    </dgm:pt>
    <dgm:pt modelId="{1207375E-F5D5-43C3-8CA0-7A14F61A3C73}">
      <dgm:prSet custT="1"/>
      <dgm:spPr/>
      <dgm:t>
        <a:bodyPr/>
        <a:lstStyle/>
        <a:p>
          <a:endParaRPr lang="en-US" sz="1300" dirty="0"/>
        </a:p>
      </dgm:t>
    </dgm:pt>
    <dgm:pt modelId="{4A26D35B-D8B8-46CF-9BD1-0E8CCCCEDD04}" type="parTrans" cxnId="{CDA7AC60-36C5-4A76-A76D-26705CDEA1FB}">
      <dgm:prSet/>
      <dgm:spPr/>
      <dgm:t>
        <a:bodyPr/>
        <a:lstStyle/>
        <a:p>
          <a:endParaRPr lang="en-US"/>
        </a:p>
      </dgm:t>
    </dgm:pt>
    <dgm:pt modelId="{8BB75497-477A-41C3-8559-2AA5836133CD}" type="sibTrans" cxnId="{CDA7AC60-36C5-4A76-A76D-26705CDEA1FB}">
      <dgm:prSet/>
      <dgm:spPr/>
      <dgm:t>
        <a:bodyPr/>
        <a:lstStyle/>
        <a:p>
          <a:endParaRPr lang="en-US"/>
        </a:p>
      </dgm:t>
    </dgm:pt>
    <dgm:pt modelId="{055B75D8-B5EE-4539-A921-209559840AE7}">
      <dgm:prSet phldrT="[Text]" custT="1"/>
      <dgm:spPr/>
      <dgm:t>
        <a:bodyPr/>
        <a:lstStyle/>
        <a:p>
          <a:r>
            <a:rPr lang="en-US" sz="1500" dirty="0" smtClean="0"/>
            <a:t>Investment</a:t>
          </a:r>
          <a:r>
            <a:rPr lang="en-US" sz="1900" dirty="0" smtClean="0"/>
            <a:t>  </a:t>
          </a:r>
          <a:endParaRPr lang="en-US" sz="1900" dirty="0"/>
        </a:p>
      </dgm:t>
    </dgm:pt>
    <dgm:pt modelId="{0E5209AD-A365-49DB-B4B9-6952152E42DC}" type="parTrans" cxnId="{78933409-943E-48AB-A09D-2F6B6C334F7C}">
      <dgm:prSet/>
      <dgm:spPr/>
      <dgm:t>
        <a:bodyPr/>
        <a:lstStyle/>
        <a:p>
          <a:endParaRPr lang="en-US"/>
        </a:p>
      </dgm:t>
    </dgm:pt>
    <dgm:pt modelId="{95B75DDA-10CB-4BE7-9CDB-069F0DB9103D}" type="sibTrans" cxnId="{78933409-943E-48AB-A09D-2F6B6C334F7C}">
      <dgm:prSet/>
      <dgm:spPr/>
      <dgm:t>
        <a:bodyPr/>
        <a:lstStyle/>
        <a:p>
          <a:endParaRPr lang="en-US"/>
        </a:p>
      </dgm:t>
    </dgm:pt>
    <dgm:pt modelId="{23F2D62C-01B1-4AC6-9FFF-861135B03865}">
      <dgm:prSet custT="1"/>
      <dgm:spPr/>
      <dgm:t>
        <a:bodyPr/>
        <a:lstStyle/>
        <a:p>
          <a:r>
            <a:rPr lang="en-US" sz="1200" dirty="0" smtClean="0"/>
            <a:t>Own shares in the companies</a:t>
          </a:r>
          <a:endParaRPr lang="en-US" sz="1200" dirty="0"/>
        </a:p>
      </dgm:t>
    </dgm:pt>
    <dgm:pt modelId="{D78D7E21-907E-41B7-BAFB-9F5A6F1C1AA9}" type="parTrans" cxnId="{C2C45279-868F-4BD1-8F96-B2D49092DAB0}">
      <dgm:prSet/>
      <dgm:spPr/>
      <dgm:t>
        <a:bodyPr/>
        <a:lstStyle/>
        <a:p>
          <a:endParaRPr lang="en-US"/>
        </a:p>
      </dgm:t>
    </dgm:pt>
    <dgm:pt modelId="{DDC17058-9E00-47ED-9692-F0DB8B1DE711}" type="sibTrans" cxnId="{C2C45279-868F-4BD1-8F96-B2D49092DAB0}">
      <dgm:prSet/>
      <dgm:spPr/>
      <dgm:t>
        <a:bodyPr/>
        <a:lstStyle/>
        <a:p>
          <a:endParaRPr lang="en-US"/>
        </a:p>
      </dgm:t>
    </dgm:pt>
    <dgm:pt modelId="{3DF54E94-9C95-4A12-B2C7-EE88EA676269}">
      <dgm:prSet custT="1"/>
      <dgm:spPr/>
      <dgm:t>
        <a:bodyPr/>
        <a:lstStyle/>
        <a:p>
          <a:endParaRPr lang="en-US" sz="1200" dirty="0"/>
        </a:p>
      </dgm:t>
    </dgm:pt>
    <dgm:pt modelId="{C9CF251E-F6F3-4A51-98A0-6228426DF646}" type="parTrans" cxnId="{7AF91750-1C45-4FE6-ABE7-C2F289629686}">
      <dgm:prSet/>
      <dgm:spPr/>
      <dgm:t>
        <a:bodyPr/>
        <a:lstStyle/>
        <a:p>
          <a:endParaRPr lang="en-US"/>
        </a:p>
      </dgm:t>
    </dgm:pt>
    <dgm:pt modelId="{0D5EE161-CDF6-4F3D-AA60-5B2336E7059B}" type="sibTrans" cxnId="{7AF91750-1C45-4FE6-ABE7-C2F289629686}">
      <dgm:prSet/>
      <dgm:spPr/>
      <dgm:t>
        <a:bodyPr/>
        <a:lstStyle/>
        <a:p>
          <a:endParaRPr lang="en-US"/>
        </a:p>
      </dgm:t>
    </dgm:pt>
    <dgm:pt modelId="{D5A956EF-9D10-483D-959C-B2B703166304}">
      <dgm:prSet custT="1"/>
      <dgm:spPr/>
      <dgm:t>
        <a:bodyPr/>
        <a:lstStyle/>
        <a:p>
          <a:r>
            <a:rPr lang="en-US" sz="1200" dirty="0" err="1" smtClean="0"/>
            <a:t>Invetsment</a:t>
          </a:r>
          <a:r>
            <a:rPr lang="en-US" sz="1200" dirty="0" smtClean="0"/>
            <a:t> products</a:t>
          </a:r>
          <a:endParaRPr lang="en-US" sz="1200" dirty="0"/>
        </a:p>
      </dgm:t>
    </dgm:pt>
    <dgm:pt modelId="{E7849E3C-CC6F-4FB6-8814-BF7A95C27F19}" type="parTrans" cxnId="{F5AF43FF-EEC5-401F-B739-CA5E9EA4B409}">
      <dgm:prSet/>
      <dgm:spPr/>
      <dgm:t>
        <a:bodyPr/>
        <a:lstStyle/>
        <a:p>
          <a:endParaRPr lang="en-US"/>
        </a:p>
      </dgm:t>
    </dgm:pt>
    <dgm:pt modelId="{39A60B85-A5AE-46DA-8D39-F4E02BF7C06F}" type="sibTrans" cxnId="{F5AF43FF-EEC5-401F-B739-CA5E9EA4B409}">
      <dgm:prSet/>
      <dgm:spPr/>
      <dgm:t>
        <a:bodyPr/>
        <a:lstStyle/>
        <a:p>
          <a:endParaRPr lang="en-US"/>
        </a:p>
      </dgm:t>
    </dgm:pt>
    <dgm:pt modelId="{629B0884-5409-4482-83AD-454D98E045C9}" type="pres">
      <dgm:prSet presAssocID="{1CD0F1B3-A666-46A4-89DB-352FF3602D51}" presName="diagram" presStyleCnt="0">
        <dgm:presLayoutVars>
          <dgm:dir/>
          <dgm:animLvl val="lvl"/>
          <dgm:resizeHandles val="exact"/>
        </dgm:presLayoutVars>
      </dgm:prSet>
      <dgm:spPr/>
      <dgm:t>
        <a:bodyPr/>
        <a:lstStyle/>
        <a:p>
          <a:endParaRPr lang="en-US"/>
        </a:p>
      </dgm:t>
    </dgm:pt>
    <dgm:pt modelId="{1F9195F3-7109-42DC-8393-34CAC0D2B9DB}" type="pres">
      <dgm:prSet presAssocID="{A2ED5C53-EFAB-4996-A13B-1F01C508FC22}" presName="compNode" presStyleCnt="0"/>
      <dgm:spPr/>
    </dgm:pt>
    <dgm:pt modelId="{6F63F9BA-01BC-479F-99E0-905772DF6C0A}" type="pres">
      <dgm:prSet presAssocID="{A2ED5C53-EFAB-4996-A13B-1F01C508FC22}" presName="childRect" presStyleLbl="bgAcc1" presStyleIdx="0" presStyleCnt="3" custScaleX="117192" custScaleY="72560" custLinFactNeighborX="1703" custLinFactNeighborY="18673">
        <dgm:presLayoutVars>
          <dgm:bulletEnabled val="1"/>
        </dgm:presLayoutVars>
      </dgm:prSet>
      <dgm:spPr/>
      <dgm:t>
        <a:bodyPr/>
        <a:lstStyle/>
        <a:p>
          <a:endParaRPr lang="en-US"/>
        </a:p>
      </dgm:t>
    </dgm:pt>
    <dgm:pt modelId="{36FFC322-06C6-4228-9990-777297D0521F}" type="pres">
      <dgm:prSet presAssocID="{A2ED5C53-EFAB-4996-A13B-1F01C508FC22}" presName="parentText" presStyleLbl="node1" presStyleIdx="0" presStyleCnt="0">
        <dgm:presLayoutVars>
          <dgm:chMax val="0"/>
          <dgm:bulletEnabled val="1"/>
        </dgm:presLayoutVars>
      </dgm:prSet>
      <dgm:spPr/>
      <dgm:t>
        <a:bodyPr/>
        <a:lstStyle/>
        <a:p>
          <a:endParaRPr lang="en-US"/>
        </a:p>
      </dgm:t>
    </dgm:pt>
    <dgm:pt modelId="{CA4A9DD0-BD31-4EB6-A13D-27B8EED42350}" type="pres">
      <dgm:prSet presAssocID="{A2ED5C53-EFAB-4996-A13B-1F01C508FC22}" presName="parentRect" presStyleLbl="alignNode1" presStyleIdx="0" presStyleCnt="3" custScaleX="115256" custScaleY="116809" custLinFactNeighborX="2685" custLinFactNeighborY="-10587"/>
      <dgm:spPr/>
      <dgm:t>
        <a:bodyPr/>
        <a:lstStyle/>
        <a:p>
          <a:endParaRPr lang="en-US"/>
        </a:p>
      </dgm:t>
    </dgm:pt>
    <dgm:pt modelId="{DD5CA3EE-350A-4906-BA68-920E75FB1917}" type="pres">
      <dgm:prSet presAssocID="{A2ED5C53-EFAB-4996-A13B-1F01C508FC22}" presName="adorn" presStyleLbl="fgAccFollowNode1" presStyleIdx="0" presStyleCnt="3" custLinFactNeighborX="4056" custLinFactNeighborY="-64841"/>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22000" r="-22000"/>
          </a:stretch>
        </a:blipFill>
      </dgm:spPr>
      <dgm:t>
        <a:bodyPr/>
        <a:lstStyle/>
        <a:p>
          <a:endParaRPr lang="en-US"/>
        </a:p>
      </dgm:t>
    </dgm:pt>
    <dgm:pt modelId="{2D8DE59B-A92E-4678-A0BD-C921FDFF1F94}" type="pres">
      <dgm:prSet presAssocID="{24F88752-14E2-48B5-B8AB-4DAA0929D08B}" presName="sibTrans" presStyleLbl="sibTrans2D1" presStyleIdx="0" presStyleCnt="0"/>
      <dgm:spPr/>
      <dgm:t>
        <a:bodyPr/>
        <a:lstStyle/>
        <a:p>
          <a:endParaRPr lang="en-US"/>
        </a:p>
      </dgm:t>
    </dgm:pt>
    <dgm:pt modelId="{F06647F9-1B63-44D6-81C5-4796F90AC8B5}" type="pres">
      <dgm:prSet presAssocID="{B2C75DD9-A7C3-45EE-8A83-020C9C869F9E}" presName="compNode" presStyleCnt="0"/>
      <dgm:spPr/>
    </dgm:pt>
    <dgm:pt modelId="{806B603F-6B04-45D5-B7F8-B2E8CB688967}" type="pres">
      <dgm:prSet presAssocID="{B2C75DD9-A7C3-45EE-8A83-020C9C869F9E}" presName="childRect" presStyleLbl="bgAcc1" presStyleIdx="1" presStyleCnt="3" custScaleX="118312" custScaleY="66038" custLinFactNeighborX="3877" custLinFactNeighborY="-17540">
        <dgm:presLayoutVars>
          <dgm:bulletEnabled val="1"/>
        </dgm:presLayoutVars>
      </dgm:prSet>
      <dgm:spPr/>
      <dgm:t>
        <a:bodyPr/>
        <a:lstStyle/>
        <a:p>
          <a:endParaRPr lang="en-US"/>
        </a:p>
      </dgm:t>
    </dgm:pt>
    <dgm:pt modelId="{078E9D28-213D-4E0B-9799-C5CA7FC2D4A9}" type="pres">
      <dgm:prSet presAssocID="{B2C75DD9-A7C3-45EE-8A83-020C9C869F9E}" presName="parentText" presStyleLbl="node1" presStyleIdx="0" presStyleCnt="0">
        <dgm:presLayoutVars>
          <dgm:chMax val="0"/>
          <dgm:bulletEnabled val="1"/>
        </dgm:presLayoutVars>
      </dgm:prSet>
      <dgm:spPr/>
      <dgm:t>
        <a:bodyPr/>
        <a:lstStyle/>
        <a:p>
          <a:endParaRPr lang="en-US"/>
        </a:p>
      </dgm:t>
    </dgm:pt>
    <dgm:pt modelId="{68F6D678-EBC0-44A4-855A-25C23C5A50E5}" type="pres">
      <dgm:prSet presAssocID="{B2C75DD9-A7C3-45EE-8A83-020C9C869F9E}" presName="parentRect" presStyleLbl="alignNode1" presStyleIdx="1" presStyleCnt="3" custScaleX="114253" custScaleY="113223" custLinFactNeighborX="3534" custLinFactNeighborY="-69874"/>
      <dgm:spPr/>
      <dgm:t>
        <a:bodyPr/>
        <a:lstStyle/>
        <a:p>
          <a:endParaRPr lang="en-US"/>
        </a:p>
      </dgm:t>
    </dgm:pt>
    <dgm:pt modelId="{34A3616B-7352-46C6-B0CD-6A502FE67527}" type="pres">
      <dgm:prSet presAssocID="{B2C75DD9-A7C3-45EE-8A83-020C9C869F9E}" presName="adorn" presStyleLbl="fgAccFollowNode1" presStyleIdx="1" presStyleCnt="3" custScaleY="101056" custLinFactY="-24877" custLinFactNeighborX="10850" custLinFactNeighborY="-100000"/>
      <dgm:spPr>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dgm:spPr>
      <dgm:t>
        <a:bodyPr/>
        <a:lstStyle/>
        <a:p>
          <a:endParaRPr lang="en-US"/>
        </a:p>
      </dgm:t>
    </dgm:pt>
    <dgm:pt modelId="{AF771A66-378B-409A-86FE-98BB4CA57C7A}" type="pres">
      <dgm:prSet presAssocID="{96B48207-6CEE-41C4-A792-60A51379CD4A}" presName="sibTrans" presStyleLbl="sibTrans2D1" presStyleIdx="0" presStyleCnt="0"/>
      <dgm:spPr/>
      <dgm:t>
        <a:bodyPr/>
        <a:lstStyle/>
        <a:p>
          <a:endParaRPr lang="en-US"/>
        </a:p>
      </dgm:t>
    </dgm:pt>
    <dgm:pt modelId="{66C14AD9-C000-4391-93FC-87A2F3230BDD}" type="pres">
      <dgm:prSet presAssocID="{055B75D8-B5EE-4539-A921-209559840AE7}" presName="compNode" presStyleCnt="0"/>
      <dgm:spPr/>
    </dgm:pt>
    <dgm:pt modelId="{6B2D8657-A52D-4376-8EDF-F67872884D7D}" type="pres">
      <dgm:prSet presAssocID="{055B75D8-B5EE-4539-A921-209559840AE7}" presName="childRect" presStyleLbl="bgAcc1" presStyleIdx="2" presStyleCnt="3" custScaleX="129819" custScaleY="79201" custLinFactNeighborX="5337" custLinFactNeighborY="-50980">
        <dgm:presLayoutVars>
          <dgm:bulletEnabled val="1"/>
        </dgm:presLayoutVars>
      </dgm:prSet>
      <dgm:spPr/>
      <dgm:t>
        <a:bodyPr/>
        <a:lstStyle/>
        <a:p>
          <a:endParaRPr lang="en-US"/>
        </a:p>
      </dgm:t>
    </dgm:pt>
    <dgm:pt modelId="{06C3AD07-9739-43E6-8AB5-0463674FFBEB}" type="pres">
      <dgm:prSet presAssocID="{055B75D8-B5EE-4539-A921-209559840AE7}" presName="parentText" presStyleLbl="node1" presStyleIdx="0" presStyleCnt="0" custScaleX="100397" custScaleY="92352" custLinFactY="-70272" custLinFactNeighborX="4376" custLinFactNeighborY="-100000">
        <dgm:presLayoutVars>
          <dgm:chMax val="0"/>
          <dgm:bulletEnabled val="1"/>
        </dgm:presLayoutVars>
      </dgm:prSet>
      <dgm:spPr/>
      <dgm:t>
        <a:bodyPr/>
        <a:lstStyle/>
        <a:p>
          <a:endParaRPr lang="en-US"/>
        </a:p>
      </dgm:t>
    </dgm:pt>
    <dgm:pt modelId="{D70C4ED0-C836-4E33-9B55-36A2AC4C32EA}" type="pres">
      <dgm:prSet presAssocID="{055B75D8-B5EE-4539-A921-209559840AE7}" presName="parentRect" presStyleLbl="alignNode1" presStyleIdx="2" presStyleCnt="3" custScaleX="128697" custScaleY="106737" custLinFactY="-93085" custLinFactNeighborX="5898" custLinFactNeighborY="-100000"/>
      <dgm:spPr/>
      <dgm:t>
        <a:bodyPr/>
        <a:lstStyle/>
        <a:p>
          <a:endParaRPr lang="en-US"/>
        </a:p>
      </dgm:t>
    </dgm:pt>
    <dgm:pt modelId="{61FC669E-48C1-4584-AB99-D2358D2B5EC1}" type="pres">
      <dgm:prSet presAssocID="{055B75D8-B5EE-4539-A921-209559840AE7}" presName="adorn" presStyleLbl="fgAccFollowNode1" presStyleIdx="2" presStyleCnt="3" custLinFactY="-93929" custLinFactNeighborX="39539" custLinFactNeighborY="-100000"/>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t>
        <a:bodyPr/>
        <a:lstStyle/>
        <a:p>
          <a:endParaRPr lang="en-US"/>
        </a:p>
      </dgm:t>
    </dgm:pt>
  </dgm:ptLst>
  <dgm:cxnLst>
    <dgm:cxn modelId="{FD4F01F9-43AB-4700-B151-159E6B480401}" type="presOf" srcId="{D5A956EF-9D10-483D-959C-B2B703166304}" destId="{6B2D8657-A52D-4376-8EDF-F67872884D7D}" srcOrd="0" destOrd="1" presId="urn:microsoft.com/office/officeart/2005/8/layout/bList2"/>
    <dgm:cxn modelId="{AAD0AA60-4559-410A-AB27-C565056372F1}" type="presOf" srcId="{5B8E4C52-E99E-467B-8D5A-5A3C81DFE283}" destId="{6F63F9BA-01BC-479F-99E0-905772DF6C0A}" srcOrd="0" destOrd="0" presId="urn:microsoft.com/office/officeart/2005/8/layout/bList2"/>
    <dgm:cxn modelId="{76933A59-7D98-4A04-A6B2-CEA48C42DA3F}" type="presOf" srcId="{24F88752-14E2-48B5-B8AB-4DAA0929D08B}" destId="{2D8DE59B-A92E-4678-A0BD-C921FDFF1F94}" srcOrd="0" destOrd="0" presId="urn:microsoft.com/office/officeart/2005/8/layout/bList2"/>
    <dgm:cxn modelId="{DB4B3B71-84A6-40E7-8EDC-391EADE43C99}" type="presOf" srcId="{1207375E-F5D5-43C3-8CA0-7A14F61A3C73}" destId="{806B603F-6B04-45D5-B7F8-B2E8CB688967}" srcOrd="0" destOrd="1" presId="urn:microsoft.com/office/officeart/2005/8/layout/bList2"/>
    <dgm:cxn modelId="{A9295824-901C-431B-BFC8-2E4F37E8747B}" type="presOf" srcId="{7A00C1E1-0883-44CA-93DE-30E864182B23}" destId="{806B603F-6B04-45D5-B7F8-B2E8CB688967}" srcOrd="0" destOrd="0" presId="urn:microsoft.com/office/officeart/2005/8/layout/bList2"/>
    <dgm:cxn modelId="{BDD29242-10CD-4F04-91A1-E595849F3017}" type="presOf" srcId="{5F083AF1-5B1A-4F37-8963-4AB5A3C764E6}" destId="{6F63F9BA-01BC-479F-99E0-905772DF6C0A}" srcOrd="0" destOrd="1" presId="urn:microsoft.com/office/officeart/2005/8/layout/bList2"/>
    <dgm:cxn modelId="{78933409-943E-48AB-A09D-2F6B6C334F7C}" srcId="{1CD0F1B3-A666-46A4-89DB-352FF3602D51}" destId="{055B75D8-B5EE-4539-A921-209559840AE7}" srcOrd="2" destOrd="0" parTransId="{0E5209AD-A365-49DB-B4B9-6952152E42DC}" sibTransId="{95B75DDA-10CB-4BE7-9CDB-069F0DB9103D}"/>
    <dgm:cxn modelId="{C2C45279-868F-4BD1-8F96-B2D49092DAB0}" srcId="{055B75D8-B5EE-4539-A921-209559840AE7}" destId="{23F2D62C-01B1-4AC6-9FFF-861135B03865}" srcOrd="0" destOrd="0" parTransId="{D78D7E21-907E-41B7-BAFB-9F5A6F1C1AA9}" sibTransId="{DDC17058-9E00-47ED-9692-F0DB8B1DE711}"/>
    <dgm:cxn modelId="{7AF91750-1C45-4FE6-ABE7-C2F289629686}" srcId="{055B75D8-B5EE-4539-A921-209559840AE7}" destId="{3DF54E94-9C95-4A12-B2C7-EE88EA676269}" srcOrd="2" destOrd="0" parTransId="{C9CF251E-F6F3-4A51-98A0-6228426DF646}" sibTransId="{0D5EE161-CDF6-4F3D-AA60-5B2336E7059B}"/>
    <dgm:cxn modelId="{C00CC32A-3233-41FD-B8E6-5768B248EE5B}" type="presOf" srcId="{B2C75DD9-A7C3-45EE-8A83-020C9C869F9E}" destId="{68F6D678-EBC0-44A4-855A-25C23C5A50E5}" srcOrd="1" destOrd="0" presId="urn:microsoft.com/office/officeart/2005/8/layout/bList2"/>
    <dgm:cxn modelId="{5A913BBB-D501-4B21-BDDA-3C61B70EB5DD}" type="presOf" srcId="{A2ED5C53-EFAB-4996-A13B-1F01C508FC22}" destId="{36FFC322-06C6-4228-9990-777297D0521F}" srcOrd="0" destOrd="0" presId="urn:microsoft.com/office/officeart/2005/8/layout/bList2"/>
    <dgm:cxn modelId="{E5A2E13A-42F5-4F87-9FAC-15CEF0B0876C}" type="presOf" srcId="{B2C75DD9-A7C3-45EE-8A83-020C9C869F9E}" destId="{078E9D28-213D-4E0B-9799-C5CA7FC2D4A9}" srcOrd="0" destOrd="0" presId="urn:microsoft.com/office/officeart/2005/8/layout/bList2"/>
    <dgm:cxn modelId="{ABBAECD4-E85E-4905-86BF-9B89CB96CA4D}" srcId="{A2ED5C53-EFAB-4996-A13B-1F01C508FC22}" destId="{5F083AF1-5B1A-4F37-8963-4AB5A3C764E6}" srcOrd="1" destOrd="0" parTransId="{FB287F43-228C-4011-BD65-63C2DE04F98E}" sibTransId="{7E429D25-C3D2-4F03-AC03-FDD7B7265585}"/>
    <dgm:cxn modelId="{2573B5AF-5C67-4B96-8023-F8122AC3BD5B}" type="presOf" srcId="{055B75D8-B5EE-4539-A921-209559840AE7}" destId="{06C3AD07-9739-43E6-8AB5-0463674FFBEB}" srcOrd="0" destOrd="0" presId="urn:microsoft.com/office/officeart/2005/8/layout/bList2"/>
    <dgm:cxn modelId="{BD8BB303-00FC-4517-BDCD-5F007B416145}" type="presOf" srcId="{3DF54E94-9C95-4A12-B2C7-EE88EA676269}" destId="{6B2D8657-A52D-4376-8EDF-F67872884D7D}" srcOrd="0" destOrd="2" presId="urn:microsoft.com/office/officeart/2005/8/layout/bList2"/>
    <dgm:cxn modelId="{F5AF43FF-EEC5-401F-B739-CA5E9EA4B409}" srcId="{055B75D8-B5EE-4539-A921-209559840AE7}" destId="{D5A956EF-9D10-483D-959C-B2B703166304}" srcOrd="1" destOrd="0" parTransId="{E7849E3C-CC6F-4FB6-8814-BF7A95C27F19}" sibTransId="{39A60B85-A5AE-46DA-8D39-F4E02BF7C06F}"/>
    <dgm:cxn modelId="{4F78323C-38C2-4A4E-B598-11408C7739BE}" type="presOf" srcId="{1CD0F1B3-A666-46A4-89DB-352FF3602D51}" destId="{629B0884-5409-4482-83AD-454D98E045C9}" srcOrd="0" destOrd="0" presId="urn:microsoft.com/office/officeart/2005/8/layout/bList2"/>
    <dgm:cxn modelId="{CDA7AC60-36C5-4A76-A76D-26705CDEA1FB}" srcId="{B2C75DD9-A7C3-45EE-8A83-020C9C869F9E}" destId="{1207375E-F5D5-43C3-8CA0-7A14F61A3C73}" srcOrd="1" destOrd="0" parTransId="{4A26D35B-D8B8-46CF-9BD1-0E8CCCCEDD04}" sibTransId="{8BB75497-477A-41C3-8559-2AA5836133CD}"/>
    <dgm:cxn modelId="{112569B6-2D3B-4FA2-A552-6F3508534004}" srcId="{B2C75DD9-A7C3-45EE-8A83-020C9C869F9E}" destId="{7A00C1E1-0883-44CA-93DE-30E864182B23}" srcOrd="0" destOrd="0" parTransId="{34302766-B83B-46C3-B898-9AF6AAB04BE4}" sibTransId="{C433B470-0909-4D75-A094-CFAC535D715A}"/>
    <dgm:cxn modelId="{A13DB38D-9B33-4254-A144-E2C4D908D880}" type="presOf" srcId="{96B48207-6CEE-41C4-A792-60A51379CD4A}" destId="{AF771A66-378B-409A-86FE-98BB4CA57C7A}" srcOrd="0" destOrd="0" presId="urn:microsoft.com/office/officeart/2005/8/layout/bList2"/>
    <dgm:cxn modelId="{A9836824-CE53-4ADF-A092-3459BC78A597}" type="presOf" srcId="{23F2D62C-01B1-4AC6-9FFF-861135B03865}" destId="{6B2D8657-A52D-4376-8EDF-F67872884D7D}" srcOrd="0" destOrd="0" presId="urn:microsoft.com/office/officeart/2005/8/layout/bList2"/>
    <dgm:cxn modelId="{3BB640A2-E739-41F0-ABB1-BDE0953455EA}" srcId="{1CD0F1B3-A666-46A4-89DB-352FF3602D51}" destId="{B2C75DD9-A7C3-45EE-8A83-020C9C869F9E}" srcOrd="1" destOrd="0" parTransId="{806AE34C-90A7-43EA-A6DA-75DBC8029364}" sibTransId="{96B48207-6CEE-41C4-A792-60A51379CD4A}"/>
    <dgm:cxn modelId="{C9D6A95F-F8E3-4139-B600-35ECC3BAF22C}" type="presOf" srcId="{A2ED5C53-EFAB-4996-A13B-1F01C508FC22}" destId="{CA4A9DD0-BD31-4EB6-A13D-27B8EED42350}" srcOrd="1" destOrd="0" presId="urn:microsoft.com/office/officeart/2005/8/layout/bList2"/>
    <dgm:cxn modelId="{72E856EE-736C-4394-BB91-75CBF22D85E0}" srcId="{1CD0F1B3-A666-46A4-89DB-352FF3602D51}" destId="{A2ED5C53-EFAB-4996-A13B-1F01C508FC22}" srcOrd="0" destOrd="0" parTransId="{C4E158A8-85FF-4DEA-8CBB-6221D8459CDC}" sibTransId="{24F88752-14E2-48B5-B8AB-4DAA0929D08B}"/>
    <dgm:cxn modelId="{CCD6DD0A-7775-473D-9E9B-220BDF313F8B}" type="presOf" srcId="{055B75D8-B5EE-4539-A921-209559840AE7}" destId="{D70C4ED0-C836-4E33-9B55-36A2AC4C32EA}" srcOrd="1" destOrd="0" presId="urn:microsoft.com/office/officeart/2005/8/layout/bList2"/>
    <dgm:cxn modelId="{A35EAC16-FA65-4AD0-8078-E89A1B677251}" srcId="{A2ED5C53-EFAB-4996-A13B-1F01C508FC22}" destId="{5B8E4C52-E99E-467B-8D5A-5A3C81DFE283}" srcOrd="0" destOrd="0" parTransId="{FB519E64-390D-463C-A705-6C1AC789AE2E}" sibTransId="{56C5C043-2458-48A3-8860-50F5B6C04AD9}"/>
    <dgm:cxn modelId="{C6758FFD-49F4-43DF-92BC-16C30D49D358}" type="presParOf" srcId="{629B0884-5409-4482-83AD-454D98E045C9}" destId="{1F9195F3-7109-42DC-8393-34CAC0D2B9DB}" srcOrd="0" destOrd="0" presId="urn:microsoft.com/office/officeart/2005/8/layout/bList2"/>
    <dgm:cxn modelId="{30FB727B-CB6A-435D-A6F5-454C8C1789E7}" type="presParOf" srcId="{1F9195F3-7109-42DC-8393-34CAC0D2B9DB}" destId="{6F63F9BA-01BC-479F-99E0-905772DF6C0A}" srcOrd="0" destOrd="0" presId="urn:microsoft.com/office/officeart/2005/8/layout/bList2"/>
    <dgm:cxn modelId="{886F82D4-3875-4F6A-A8E4-DFC4E4A392BA}" type="presParOf" srcId="{1F9195F3-7109-42DC-8393-34CAC0D2B9DB}" destId="{36FFC322-06C6-4228-9990-777297D0521F}" srcOrd="1" destOrd="0" presId="urn:microsoft.com/office/officeart/2005/8/layout/bList2"/>
    <dgm:cxn modelId="{24F64D3C-CC6C-4DB1-9AB5-C96F2F605546}" type="presParOf" srcId="{1F9195F3-7109-42DC-8393-34CAC0D2B9DB}" destId="{CA4A9DD0-BD31-4EB6-A13D-27B8EED42350}" srcOrd="2" destOrd="0" presId="urn:microsoft.com/office/officeart/2005/8/layout/bList2"/>
    <dgm:cxn modelId="{4B22BCB1-E435-415E-8990-CB17810EFD7F}" type="presParOf" srcId="{1F9195F3-7109-42DC-8393-34CAC0D2B9DB}" destId="{DD5CA3EE-350A-4906-BA68-920E75FB1917}" srcOrd="3" destOrd="0" presId="urn:microsoft.com/office/officeart/2005/8/layout/bList2"/>
    <dgm:cxn modelId="{BA9D00D0-6BD4-4A80-BDD8-AABA8DA4C1CD}" type="presParOf" srcId="{629B0884-5409-4482-83AD-454D98E045C9}" destId="{2D8DE59B-A92E-4678-A0BD-C921FDFF1F94}" srcOrd="1" destOrd="0" presId="urn:microsoft.com/office/officeart/2005/8/layout/bList2"/>
    <dgm:cxn modelId="{004B1C94-0EFF-4D10-A57A-4906F227BC7D}" type="presParOf" srcId="{629B0884-5409-4482-83AD-454D98E045C9}" destId="{F06647F9-1B63-44D6-81C5-4796F90AC8B5}" srcOrd="2" destOrd="0" presId="urn:microsoft.com/office/officeart/2005/8/layout/bList2"/>
    <dgm:cxn modelId="{D7C4DED1-BD55-436C-A526-B50CD99117EA}" type="presParOf" srcId="{F06647F9-1B63-44D6-81C5-4796F90AC8B5}" destId="{806B603F-6B04-45D5-B7F8-B2E8CB688967}" srcOrd="0" destOrd="0" presId="urn:microsoft.com/office/officeart/2005/8/layout/bList2"/>
    <dgm:cxn modelId="{EF008AED-746F-4E9D-A572-7F68831F28F9}" type="presParOf" srcId="{F06647F9-1B63-44D6-81C5-4796F90AC8B5}" destId="{078E9D28-213D-4E0B-9799-C5CA7FC2D4A9}" srcOrd="1" destOrd="0" presId="urn:microsoft.com/office/officeart/2005/8/layout/bList2"/>
    <dgm:cxn modelId="{D43A4A71-77BB-4C92-8973-973DA9F3E8F0}" type="presParOf" srcId="{F06647F9-1B63-44D6-81C5-4796F90AC8B5}" destId="{68F6D678-EBC0-44A4-855A-25C23C5A50E5}" srcOrd="2" destOrd="0" presId="urn:microsoft.com/office/officeart/2005/8/layout/bList2"/>
    <dgm:cxn modelId="{CB154E2F-978F-4B50-9A13-047B9967F68F}" type="presParOf" srcId="{F06647F9-1B63-44D6-81C5-4796F90AC8B5}" destId="{34A3616B-7352-46C6-B0CD-6A502FE67527}" srcOrd="3" destOrd="0" presId="urn:microsoft.com/office/officeart/2005/8/layout/bList2"/>
    <dgm:cxn modelId="{ACDF99CE-7D42-4441-BF7F-8D7A312A655C}" type="presParOf" srcId="{629B0884-5409-4482-83AD-454D98E045C9}" destId="{AF771A66-378B-409A-86FE-98BB4CA57C7A}" srcOrd="3" destOrd="0" presId="urn:microsoft.com/office/officeart/2005/8/layout/bList2"/>
    <dgm:cxn modelId="{5A13C678-309E-4252-B1CC-80E20E551B67}" type="presParOf" srcId="{629B0884-5409-4482-83AD-454D98E045C9}" destId="{66C14AD9-C000-4391-93FC-87A2F3230BDD}" srcOrd="4" destOrd="0" presId="urn:microsoft.com/office/officeart/2005/8/layout/bList2"/>
    <dgm:cxn modelId="{1672E77E-BEF7-4E30-96D5-05E224CBB449}" type="presParOf" srcId="{66C14AD9-C000-4391-93FC-87A2F3230BDD}" destId="{6B2D8657-A52D-4376-8EDF-F67872884D7D}" srcOrd="0" destOrd="0" presId="urn:microsoft.com/office/officeart/2005/8/layout/bList2"/>
    <dgm:cxn modelId="{4EE60473-7DF9-40C0-9AA0-C788BDBDA33D}" type="presParOf" srcId="{66C14AD9-C000-4391-93FC-87A2F3230BDD}" destId="{06C3AD07-9739-43E6-8AB5-0463674FFBEB}" srcOrd="1" destOrd="0" presId="urn:microsoft.com/office/officeart/2005/8/layout/bList2"/>
    <dgm:cxn modelId="{B3076B41-4ED2-400C-BC3B-9684CF99CBFB}" type="presParOf" srcId="{66C14AD9-C000-4391-93FC-87A2F3230BDD}" destId="{D70C4ED0-C836-4E33-9B55-36A2AC4C32EA}" srcOrd="2" destOrd="0" presId="urn:microsoft.com/office/officeart/2005/8/layout/bList2"/>
    <dgm:cxn modelId="{DA0F9B93-B2DF-49BC-ADEA-4F0E796EFD64}" type="presParOf" srcId="{66C14AD9-C000-4391-93FC-87A2F3230BDD}" destId="{61FC669E-48C1-4584-AB99-D2358D2B5EC1}" srcOrd="3" destOrd="0" presId="urn:microsoft.com/office/officeart/2005/8/layout/b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B110F1-E813-427B-9684-078519B88832}" type="doc">
      <dgm:prSet loTypeId="urn:microsoft.com/office/officeart/2005/8/layout/hList7" loCatId="list" qsTypeId="urn:microsoft.com/office/officeart/2005/8/quickstyle/simple5" qsCatId="simple" csTypeId="urn:microsoft.com/office/officeart/2005/8/colors/colorful5" csCatId="colorful" phldr="1"/>
      <dgm:spPr/>
    </dgm:pt>
    <dgm:pt modelId="{ADA6CD8A-412B-4AF9-9209-84BBFFD6422B}">
      <dgm:prSet phldrT="[Text]" custT="1"/>
      <dgm:spPr/>
      <dgm:t>
        <a:bodyPr anchor="t"/>
        <a:lstStyle/>
        <a:p>
          <a:pPr algn="l"/>
          <a:r>
            <a:rPr lang="en-US" sz="1400" dirty="0" smtClean="0">
              <a:solidFill>
                <a:schemeClr val="tx1"/>
              </a:solidFill>
            </a:rPr>
            <a:t>&gt; Cost Analysis</a:t>
          </a:r>
        </a:p>
        <a:p>
          <a:pPr algn="l"/>
          <a:r>
            <a:rPr lang="en-US" sz="1400" dirty="0" smtClean="0">
              <a:solidFill>
                <a:schemeClr val="tx1"/>
              </a:solidFill>
            </a:rPr>
            <a:t>&gt; New products costing &gt; Cost reduction projects </a:t>
          </a:r>
        </a:p>
        <a:p>
          <a:pPr algn="l"/>
          <a:r>
            <a:rPr lang="en-US" sz="1400" dirty="0" smtClean="0">
              <a:solidFill>
                <a:schemeClr val="tx1"/>
              </a:solidFill>
            </a:rPr>
            <a:t>&gt; ABC costing </a:t>
          </a:r>
        </a:p>
        <a:p>
          <a:pPr algn="l"/>
          <a:r>
            <a:rPr lang="en-US" sz="1400" dirty="0" smtClean="0">
              <a:solidFill>
                <a:schemeClr val="tx1"/>
              </a:solidFill>
            </a:rPr>
            <a:t>&gt; Programs  costing </a:t>
          </a:r>
        </a:p>
        <a:p>
          <a:pPr algn="l"/>
          <a:r>
            <a:rPr lang="en-US" sz="1400" dirty="0" smtClean="0">
              <a:solidFill>
                <a:schemeClr val="tx1"/>
              </a:solidFill>
            </a:rPr>
            <a:t>&gt; Cost per Student </a:t>
          </a:r>
        </a:p>
        <a:p>
          <a:pPr algn="l"/>
          <a:endParaRPr lang="en-US" sz="1400" dirty="0" smtClean="0">
            <a:solidFill>
              <a:schemeClr val="tx1"/>
            </a:solidFill>
          </a:endParaRPr>
        </a:p>
      </dgm:t>
    </dgm:pt>
    <dgm:pt modelId="{C63DCE6F-BB57-4A47-91A8-60C2B9006EBD}" type="parTrans" cxnId="{E8F02E51-2820-4EDA-BA2D-EC6FDF6F8A6F}">
      <dgm:prSet/>
      <dgm:spPr/>
      <dgm:t>
        <a:bodyPr/>
        <a:lstStyle/>
        <a:p>
          <a:endParaRPr lang="en-US"/>
        </a:p>
      </dgm:t>
    </dgm:pt>
    <dgm:pt modelId="{4180867F-CB74-4F3C-B14E-E313659D2FBC}" type="sibTrans" cxnId="{E8F02E51-2820-4EDA-BA2D-EC6FDF6F8A6F}">
      <dgm:prSet/>
      <dgm:spPr/>
      <dgm:t>
        <a:bodyPr/>
        <a:lstStyle/>
        <a:p>
          <a:endParaRPr lang="en-US"/>
        </a:p>
      </dgm:t>
    </dgm:pt>
    <dgm:pt modelId="{D0BF6CCF-0E99-4687-964C-E7EFAEACAFD0}">
      <dgm:prSet phldrT="[Text]" custT="1"/>
      <dgm:spPr/>
      <dgm:t>
        <a:bodyPr anchor="t"/>
        <a:lstStyle/>
        <a:p>
          <a:pPr algn="l"/>
          <a:r>
            <a:rPr lang="en-US" sz="1350" dirty="0" smtClean="0">
              <a:solidFill>
                <a:schemeClr val="tx1"/>
              </a:solidFill>
            </a:rPr>
            <a:t>&gt; </a:t>
          </a:r>
          <a:r>
            <a:rPr lang="en-US" sz="1320" dirty="0" smtClean="0">
              <a:solidFill>
                <a:schemeClr val="tx1"/>
              </a:solidFill>
            </a:rPr>
            <a:t>Pricing New product  </a:t>
          </a:r>
        </a:p>
        <a:p>
          <a:pPr algn="l"/>
          <a:r>
            <a:rPr lang="en-US" sz="1320" dirty="0" smtClean="0">
              <a:solidFill>
                <a:schemeClr val="tx1"/>
              </a:solidFill>
            </a:rPr>
            <a:t>&gt; Building pricing Models </a:t>
          </a:r>
        </a:p>
        <a:p>
          <a:pPr algn="l"/>
          <a:r>
            <a:rPr lang="en-US" sz="1320" dirty="0" smtClean="0">
              <a:solidFill>
                <a:schemeClr val="tx1"/>
              </a:solidFill>
            </a:rPr>
            <a:t>&gt;Establish pricing policy </a:t>
          </a:r>
        </a:p>
        <a:p>
          <a:pPr algn="l"/>
          <a:endParaRPr lang="en-US" sz="1320" dirty="0">
            <a:solidFill>
              <a:schemeClr val="tx1"/>
            </a:solidFill>
          </a:endParaRPr>
        </a:p>
      </dgm:t>
    </dgm:pt>
    <dgm:pt modelId="{939BBA6F-7E70-49BD-876E-904F255218CA}" type="parTrans" cxnId="{DE58794E-A2D1-4AB8-99F0-7A743B03C940}">
      <dgm:prSet/>
      <dgm:spPr/>
      <dgm:t>
        <a:bodyPr/>
        <a:lstStyle/>
        <a:p>
          <a:endParaRPr lang="en-US"/>
        </a:p>
      </dgm:t>
    </dgm:pt>
    <dgm:pt modelId="{A332BF6C-F64D-4C43-A07E-8556233ABE28}" type="sibTrans" cxnId="{DE58794E-A2D1-4AB8-99F0-7A743B03C940}">
      <dgm:prSet/>
      <dgm:spPr/>
      <dgm:t>
        <a:bodyPr/>
        <a:lstStyle/>
        <a:p>
          <a:endParaRPr lang="en-US"/>
        </a:p>
      </dgm:t>
    </dgm:pt>
    <dgm:pt modelId="{1F065D0E-711F-46B8-99B6-F501B3EB4791}">
      <dgm:prSet custT="1"/>
      <dgm:spPr>
        <a:solidFill>
          <a:srgbClr val="FBE03F"/>
        </a:solidFill>
      </dgm:spPr>
      <dgm:t>
        <a:bodyPr anchor="t"/>
        <a:lstStyle/>
        <a:p>
          <a:pPr algn="l"/>
          <a:r>
            <a:rPr lang="en-US" sz="1400" b="0" dirty="0" smtClean="0">
              <a:solidFill>
                <a:schemeClr val="tx1"/>
              </a:solidFill>
            </a:rPr>
            <a:t>&gt;</a:t>
          </a:r>
          <a:r>
            <a:rPr lang="en-US" sz="1400" dirty="0" smtClean="0">
              <a:solidFill>
                <a:schemeClr val="tx1"/>
              </a:solidFill>
            </a:rPr>
            <a:t> Work flow Development &amp; Analysis</a:t>
          </a:r>
        </a:p>
        <a:p>
          <a:pPr algn="l"/>
          <a:r>
            <a:rPr lang="en-US" sz="1800" b="0" dirty="0" smtClean="0">
              <a:solidFill>
                <a:schemeClr val="tx1"/>
              </a:solidFill>
            </a:rPr>
            <a:t>&gt; </a:t>
          </a:r>
          <a:r>
            <a:rPr lang="en-US" sz="1400" b="0" dirty="0" smtClean="0">
              <a:solidFill>
                <a:schemeClr val="tx1"/>
              </a:solidFill>
            </a:rPr>
            <a:t>Added Value Analysis</a:t>
          </a:r>
        </a:p>
        <a:p>
          <a:pPr algn="l"/>
          <a:r>
            <a:rPr lang="en-US" sz="1400" b="0" dirty="0" smtClean="0">
              <a:solidFill>
                <a:schemeClr val="tx1"/>
              </a:solidFill>
            </a:rPr>
            <a:t>&gt; Theory Of Constrains</a:t>
          </a:r>
        </a:p>
        <a:p>
          <a:pPr algn="l"/>
          <a:r>
            <a:rPr lang="en-US" sz="1400" b="0" dirty="0" smtClean="0">
              <a:solidFill>
                <a:schemeClr val="tx1"/>
              </a:solidFill>
            </a:rPr>
            <a:t>&gt;</a:t>
          </a:r>
          <a:r>
            <a:rPr lang="en-US" sz="1400" dirty="0" smtClean="0">
              <a:solidFill>
                <a:schemeClr val="tx1"/>
              </a:solidFill>
            </a:rPr>
            <a:t>Financial Feasibility Studies</a:t>
          </a:r>
          <a:r>
            <a:rPr lang="en-US" sz="1400" b="0" dirty="0" smtClean="0">
              <a:solidFill>
                <a:schemeClr val="tx1"/>
              </a:solidFill>
            </a:rPr>
            <a:t> </a:t>
          </a:r>
        </a:p>
        <a:p>
          <a:pPr algn="l"/>
          <a:r>
            <a:rPr lang="en-US" sz="1400" b="0" dirty="0" smtClean="0">
              <a:solidFill>
                <a:schemeClr val="tx1"/>
              </a:solidFill>
            </a:rPr>
            <a:t>&gt; Process reengineering</a:t>
          </a:r>
        </a:p>
        <a:p>
          <a:pPr algn="l"/>
          <a:endParaRPr lang="en-US" sz="1400" b="0" dirty="0">
            <a:solidFill>
              <a:schemeClr val="tx1"/>
            </a:solidFill>
          </a:endParaRPr>
        </a:p>
      </dgm:t>
    </dgm:pt>
    <dgm:pt modelId="{1CE0285F-DD1B-49E2-B751-DC68A6AE3E46}" type="parTrans" cxnId="{614A301A-19A1-4C31-B0A8-D59DAC5C3365}">
      <dgm:prSet/>
      <dgm:spPr/>
      <dgm:t>
        <a:bodyPr/>
        <a:lstStyle/>
        <a:p>
          <a:endParaRPr lang="en-US"/>
        </a:p>
      </dgm:t>
    </dgm:pt>
    <dgm:pt modelId="{CF0FEB69-4713-4A98-8A1D-DC468D2AB723}" type="sibTrans" cxnId="{614A301A-19A1-4C31-B0A8-D59DAC5C3365}">
      <dgm:prSet/>
      <dgm:spPr/>
      <dgm:t>
        <a:bodyPr/>
        <a:lstStyle/>
        <a:p>
          <a:endParaRPr lang="en-US"/>
        </a:p>
      </dgm:t>
    </dgm:pt>
    <dgm:pt modelId="{C6D54061-7298-42B8-90F6-B39B8356B479}">
      <dgm:prSet custT="1"/>
      <dgm:spPr/>
      <dgm:t>
        <a:bodyPr anchor="t"/>
        <a:lstStyle/>
        <a:p>
          <a:pPr algn="l"/>
          <a:r>
            <a:rPr lang="en-US" sz="1400" dirty="0" smtClean="0">
              <a:solidFill>
                <a:schemeClr val="tx1"/>
              </a:solidFill>
            </a:rPr>
            <a:t>&gt; Reporting on Performance</a:t>
          </a:r>
        </a:p>
        <a:p>
          <a:pPr algn="l"/>
          <a:r>
            <a:rPr lang="en-US" sz="1400" dirty="0" smtClean="0">
              <a:solidFill>
                <a:schemeClr val="tx1"/>
              </a:solidFill>
            </a:rPr>
            <a:t>&gt; Benchmark Studies</a:t>
          </a:r>
        </a:p>
        <a:p>
          <a:pPr algn="l"/>
          <a:r>
            <a:rPr lang="en-US" sz="1400" dirty="0" smtClean="0">
              <a:solidFill>
                <a:schemeClr val="tx1"/>
              </a:solidFill>
            </a:rPr>
            <a:t>&gt; Financial KPI analysis</a:t>
          </a:r>
        </a:p>
        <a:p>
          <a:pPr algn="l"/>
          <a:r>
            <a:rPr lang="en-US" sz="1400" dirty="0" smtClean="0">
              <a:solidFill>
                <a:schemeClr val="tx1"/>
              </a:solidFill>
            </a:rPr>
            <a:t>&gt; Balanced </a:t>
          </a:r>
          <a:r>
            <a:rPr lang="en-US" sz="1400" dirty="0" err="1" smtClean="0">
              <a:solidFill>
                <a:schemeClr val="tx1"/>
              </a:solidFill>
            </a:rPr>
            <a:t>Scorcards</a:t>
          </a:r>
          <a:endParaRPr lang="en-US" sz="1400" dirty="0" smtClean="0">
            <a:solidFill>
              <a:schemeClr val="tx1"/>
            </a:solidFill>
          </a:endParaRPr>
        </a:p>
        <a:p>
          <a:pPr algn="l"/>
          <a:endParaRPr lang="en-US" sz="1400" dirty="0">
            <a:solidFill>
              <a:schemeClr val="tx1"/>
            </a:solidFill>
          </a:endParaRPr>
        </a:p>
      </dgm:t>
    </dgm:pt>
    <dgm:pt modelId="{1A022830-CCD9-44E8-979A-26BE22AF19CD}" type="parTrans" cxnId="{908F5CB1-98E3-4D86-8882-06C1D5FEA9F3}">
      <dgm:prSet/>
      <dgm:spPr/>
      <dgm:t>
        <a:bodyPr/>
        <a:lstStyle/>
        <a:p>
          <a:endParaRPr lang="en-US"/>
        </a:p>
      </dgm:t>
    </dgm:pt>
    <dgm:pt modelId="{FB90ACA2-49C1-4CE0-8538-A4E16F9D6973}" type="sibTrans" cxnId="{908F5CB1-98E3-4D86-8882-06C1D5FEA9F3}">
      <dgm:prSet/>
      <dgm:spPr/>
      <dgm:t>
        <a:bodyPr/>
        <a:lstStyle/>
        <a:p>
          <a:endParaRPr lang="en-US"/>
        </a:p>
      </dgm:t>
    </dgm:pt>
    <dgm:pt modelId="{90CB159A-C701-4BFB-97D8-FD6A84B4B9E4}" type="pres">
      <dgm:prSet presAssocID="{07B110F1-E813-427B-9684-078519B88832}" presName="Name0" presStyleCnt="0">
        <dgm:presLayoutVars>
          <dgm:dir/>
          <dgm:resizeHandles val="exact"/>
        </dgm:presLayoutVars>
      </dgm:prSet>
      <dgm:spPr/>
    </dgm:pt>
    <dgm:pt modelId="{F93BACB4-FC2C-4C4B-98F2-0DA94663635F}" type="pres">
      <dgm:prSet presAssocID="{07B110F1-E813-427B-9684-078519B88832}" presName="fgShape" presStyleLbl="fgShp" presStyleIdx="0" presStyleCnt="1" custScaleX="49550" custLinFactNeighborY="31741"/>
      <dgm:spPr>
        <a:ln>
          <a:solidFill>
            <a:schemeClr val="tx1"/>
          </a:solidFill>
        </a:ln>
      </dgm:spPr>
    </dgm:pt>
    <dgm:pt modelId="{9834AF54-E304-4CFA-BE5B-ECFABE558E6A}" type="pres">
      <dgm:prSet presAssocID="{07B110F1-E813-427B-9684-078519B88832}" presName="linComp" presStyleCnt="0"/>
      <dgm:spPr/>
    </dgm:pt>
    <dgm:pt modelId="{D9EA8A97-E36E-48FE-A79A-31C367E0F6AF}" type="pres">
      <dgm:prSet presAssocID="{ADA6CD8A-412B-4AF9-9209-84BBFFD6422B}" presName="compNode" presStyleCnt="0"/>
      <dgm:spPr/>
    </dgm:pt>
    <dgm:pt modelId="{DC3990B4-8786-411A-854F-C103E77CC6DD}" type="pres">
      <dgm:prSet presAssocID="{ADA6CD8A-412B-4AF9-9209-84BBFFD6422B}" presName="bkgdShape" presStyleLbl="node1" presStyleIdx="0" presStyleCnt="4"/>
      <dgm:spPr/>
      <dgm:t>
        <a:bodyPr/>
        <a:lstStyle/>
        <a:p>
          <a:endParaRPr lang="en-US"/>
        </a:p>
      </dgm:t>
    </dgm:pt>
    <dgm:pt modelId="{BCAF54F0-5EF3-461F-AA62-07D60602F72A}" type="pres">
      <dgm:prSet presAssocID="{ADA6CD8A-412B-4AF9-9209-84BBFFD6422B}" presName="nodeTx" presStyleLbl="node1" presStyleIdx="0" presStyleCnt="4">
        <dgm:presLayoutVars>
          <dgm:bulletEnabled val="1"/>
        </dgm:presLayoutVars>
      </dgm:prSet>
      <dgm:spPr/>
      <dgm:t>
        <a:bodyPr/>
        <a:lstStyle/>
        <a:p>
          <a:endParaRPr lang="en-US"/>
        </a:p>
      </dgm:t>
    </dgm:pt>
    <dgm:pt modelId="{A05062C1-6F85-42EA-BF73-48DF34E0DF46}" type="pres">
      <dgm:prSet presAssocID="{ADA6CD8A-412B-4AF9-9209-84BBFFD6422B}" presName="invisiNode" presStyleLbl="node1" presStyleIdx="0" presStyleCnt="4"/>
      <dgm:spPr/>
    </dgm:pt>
    <dgm:pt modelId="{3C32138B-BCDF-49AA-BE92-50DFF9379211}" type="pres">
      <dgm:prSet presAssocID="{ADA6CD8A-412B-4AF9-9209-84BBFFD6422B}" presName="imagNode" presStyleLbl="fgImgPlace1" presStyleIdx="0" presStyleCnt="4" custScaleX="118995"/>
      <dgm:spPr>
        <a:solidFill>
          <a:schemeClr val="accent1">
            <a:lumMod val="50000"/>
          </a:schemeClr>
        </a:solidFill>
      </dgm:spPr>
      <dgm:t>
        <a:bodyPr/>
        <a:lstStyle/>
        <a:p>
          <a:endParaRPr lang="en-US"/>
        </a:p>
      </dgm:t>
    </dgm:pt>
    <dgm:pt modelId="{3C0913F4-0767-4E5B-BAE7-8B2409ED2C36}" type="pres">
      <dgm:prSet presAssocID="{4180867F-CB74-4F3C-B14E-E313659D2FBC}" presName="sibTrans" presStyleLbl="sibTrans2D1" presStyleIdx="0" presStyleCnt="0"/>
      <dgm:spPr/>
      <dgm:t>
        <a:bodyPr/>
        <a:lstStyle/>
        <a:p>
          <a:endParaRPr lang="en-US"/>
        </a:p>
      </dgm:t>
    </dgm:pt>
    <dgm:pt modelId="{D161F174-129A-4129-9D1C-9BEAED219097}" type="pres">
      <dgm:prSet presAssocID="{D0BF6CCF-0E99-4687-964C-E7EFAEACAFD0}" presName="compNode" presStyleCnt="0"/>
      <dgm:spPr/>
    </dgm:pt>
    <dgm:pt modelId="{8CB9ACE7-A337-4B7E-9D20-380808BC4ADD}" type="pres">
      <dgm:prSet presAssocID="{D0BF6CCF-0E99-4687-964C-E7EFAEACAFD0}" presName="bkgdShape" presStyleLbl="node1" presStyleIdx="1" presStyleCnt="4"/>
      <dgm:spPr/>
      <dgm:t>
        <a:bodyPr/>
        <a:lstStyle/>
        <a:p>
          <a:endParaRPr lang="en-US"/>
        </a:p>
      </dgm:t>
    </dgm:pt>
    <dgm:pt modelId="{B5CE74BE-17AB-4156-B387-7A8D9B3B3D76}" type="pres">
      <dgm:prSet presAssocID="{D0BF6CCF-0E99-4687-964C-E7EFAEACAFD0}" presName="nodeTx" presStyleLbl="node1" presStyleIdx="1" presStyleCnt="4">
        <dgm:presLayoutVars>
          <dgm:bulletEnabled val="1"/>
        </dgm:presLayoutVars>
      </dgm:prSet>
      <dgm:spPr/>
      <dgm:t>
        <a:bodyPr/>
        <a:lstStyle/>
        <a:p>
          <a:endParaRPr lang="en-US"/>
        </a:p>
      </dgm:t>
    </dgm:pt>
    <dgm:pt modelId="{E16CEC12-2444-42C5-9361-C121CC0D7403}" type="pres">
      <dgm:prSet presAssocID="{D0BF6CCF-0E99-4687-964C-E7EFAEACAFD0}" presName="invisiNode" presStyleLbl="node1" presStyleIdx="1" presStyleCnt="4"/>
      <dgm:spPr/>
    </dgm:pt>
    <dgm:pt modelId="{0C83E563-21B0-43C0-8539-EA8491894523}" type="pres">
      <dgm:prSet presAssocID="{D0BF6CCF-0E99-4687-964C-E7EFAEACAFD0}" presName="imagNode" presStyleLbl="fgImgPlace1" presStyleIdx="1" presStyleCnt="4" custScaleX="113176"/>
      <dgm:spPr>
        <a:solidFill>
          <a:srgbClr val="00B050"/>
        </a:solidFill>
      </dgm:spPr>
    </dgm:pt>
    <dgm:pt modelId="{762EDD36-B115-4EB0-9149-EE673F46E4A0}" type="pres">
      <dgm:prSet presAssocID="{A332BF6C-F64D-4C43-A07E-8556233ABE28}" presName="sibTrans" presStyleLbl="sibTrans2D1" presStyleIdx="0" presStyleCnt="0"/>
      <dgm:spPr/>
      <dgm:t>
        <a:bodyPr/>
        <a:lstStyle/>
        <a:p>
          <a:endParaRPr lang="en-US"/>
        </a:p>
      </dgm:t>
    </dgm:pt>
    <dgm:pt modelId="{9A8F4102-90F9-427F-919E-5D484B4A7CF5}" type="pres">
      <dgm:prSet presAssocID="{1F065D0E-711F-46B8-99B6-F501B3EB4791}" presName="compNode" presStyleCnt="0"/>
      <dgm:spPr/>
    </dgm:pt>
    <dgm:pt modelId="{E8AAE999-269B-4C5C-9649-7FC9C115EB72}" type="pres">
      <dgm:prSet presAssocID="{1F065D0E-711F-46B8-99B6-F501B3EB4791}" presName="bkgdShape" presStyleLbl="node1" presStyleIdx="2" presStyleCnt="4"/>
      <dgm:spPr/>
      <dgm:t>
        <a:bodyPr/>
        <a:lstStyle/>
        <a:p>
          <a:endParaRPr lang="en-US"/>
        </a:p>
      </dgm:t>
    </dgm:pt>
    <dgm:pt modelId="{9206B3A6-4546-4EF6-A603-AA6528B446E0}" type="pres">
      <dgm:prSet presAssocID="{1F065D0E-711F-46B8-99B6-F501B3EB4791}" presName="nodeTx" presStyleLbl="node1" presStyleIdx="2" presStyleCnt="4">
        <dgm:presLayoutVars>
          <dgm:bulletEnabled val="1"/>
        </dgm:presLayoutVars>
      </dgm:prSet>
      <dgm:spPr/>
      <dgm:t>
        <a:bodyPr/>
        <a:lstStyle/>
        <a:p>
          <a:endParaRPr lang="en-US"/>
        </a:p>
      </dgm:t>
    </dgm:pt>
    <dgm:pt modelId="{A9776480-E585-4248-BE39-D0554633422E}" type="pres">
      <dgm:prSet presAssocID="{1F065D0E-711F-46B8-99B6-F501B3EB4791}" presName="invisiNode" presStyleLbl="node1" presStyleIdx="2" presStyleCnt="4"/>
      <dgm:spPr/>
    </dgm:pt>
    <dgm:pt modelId="{8BB9B7F6-FDB6-4522-9A13-C9194F14E1F7}" type="pres">
      <dgm:prSet presAssocID="{1F065D0E-711F-46B8-99B6-F501B3EB4791}" presName="imagNode" presStyleLbl="fgImgPlace1" presStyleIdx="2" presStyleCnt="4" custScaleX="114728"/>
      <dgm:spPr>
        <a:solidFill>
          <a:srgbClr val="CC6600"/>
        </a:solidFill>
      </dgm:spPr>
    </dgm:pt>
    <dgm:pt modelId="{2FA4EC6A-CB5B-43A7-A2EA-E60EB88B46DF}" type="pres">
      <dgm:prSet presAssocID="{CF0FEB69-4713-4A98-8A1D-DC468D2AB723}" presName="sibTrans" presStyleLbl="sibTrans2D1" presStyleIdx="0" presStyleCnt="0"/>
      <dgm:spPr/>
      <dgm:t>
        <a:bodyPr/>
        <a:lstStyle/>
        <a:p>
          <a:endParaRPr lang="en-US"/>
        </a:p>
      </dgm:t>
    </dgm:pt>
    <dgm:pt modelId="{AF05839B-8B00-4FB0-9AFA-D6B5F9D39440}" type="pres">
      <dgm:prSet presAssocID="{C6D54061-7298-42B8-90F6-B39B8356B479}" presName="compNode" presStyleCnt="0"/>
      <dgm:spPr/>
    </dgm:pt>
    <dgm:pt modelId="{93C4DF38-A44B-4A6F-9A64-8266C12DA554}" type="pres">
      <dgm:prSet presAssocID="{C6D54061-7298-42B8-90F6-B39B8356B479}" presName="bkgdShape" presStyleLbl="node1" presStyleIdx="3" presStyleCnt="4"/>
      <dgm:spPr/>
      <dgm:t>
        <a:bodyPr/>
        <a:lstStyle/>
        <a:p>
          <a:endParaRPr lang="en-US"/>
        </a:p>
      </dgm:t>
    </dgm:pt>
    <dgm:pt modelId="{7AC40860-E372-4392-A3D5-119BE3DFF872}" type="pres">
      <dgm:prSet presAssocID="{C6D54061-7298-42B8-90F6-B39B8356B479}" presName="nodeTx" presStyleLbl="node1" presStyleIdx="3" presStyleCnt="4">
        <dgm:presLayoutVars>
          <dgm:bulletEnabled val="1"/>
        </dgm:presLayoutVars>
      </dgm:prSet>
      <dgm:spPr/>
      <dgm:t>
        <a:bodyPr/>
        <a:lstStyle/>
        <a:p>
          <a:endParaRPr lang="en-US"/>
        </a:p>
      </dgm:t>
    </dgm:pt>
    <dgm:pt modelId="{11EE80F6-F4BC-4304-A8BB-DC2D1BC7740F}" type="pres">
      <dgm:prSet presAssocID="{C6D54061-7298-42B8-90F6-B39B8356B479}" presName="invisiNode" presStyleLbl="node1" presStyleIdx="3" presStyleCnt="4"/>
      <dgm:spPr/>
    </dgm:pt>
    <dgm:pt modelId="{402E8A3D-76B0-46C3-A37C-B6CB7EEDDDBB}" type="pres">
      <dgm:prSet presAssocID="{C6D54061-7298-42B8-90F6-B39B8356B479}" presName="imagNode" presStyleLbl="fgImgPlace1" presStyleIdx="3" presStyleCnt="4" custScaleX="111763"/>
      <dgm:spPr>
        <a:solidFill>
          <a:schemeClr val="accent6">
            <a:lumMod val="60000"/>
            <a:lumOff val="40000"/>
          </a:schemeClr>
        </a:solidFill>
      </dgm:spPr>
    </dgm:pt>
  </dgm:ptLst>
  <dgm:cxnLst>
    <dgm:cxn modelId="{7A14FAC0-A363-4D0C-B3A9-3E0C2459E1F0}" type="presOf" srcId="{ADA6CD8A-412B-4AF9-9209-84BBFFD6422B}" destId="{BCAF54F0-5EF3-461F-AA62-07D60602F72A}" srcOrd="1" destOrd="0" presId="urn:microsoft.com/office/officeart/2005/8/layout/hList7"/>
    <dgm:cxn modelId="{DE58794E-A2D1-4AB8-99F0-7A743B03C940}" srcId="{07B110F1-E813-427B-9684-078519B88832}" destId="{D0BF6CCF-0E99-4687-964C-E7EFAEACAFD0}" srcOrd="1" destOrd="0" parTransId="{939BBA6F-7E70-49BD-876E-904F255218CA}" sibTransId="{A332BF6C-F64D-4C43-A07E-8556233ABE28}"/>
    <dgm:cxn modelId="{57426F3B-AA31-4F74-8504-1A69E2D2695B}" type="presOf" srcId="{A332BF6C-F64D-4C43-A07E-8556233ABE28}" destId="{762EDD36-B115-4EB0-9149-EE673F46E4A0}" srcOrd="0" destOrd="0" presId="urn:microsoft.com/office/officeart/2005/8/layout/hList7"/>
    <dgm:cxn modelId="{614A301A-19A1-4C31-B0A8-D59DAC5C3365}" srcId="{07B110F1-E813-427B-9684-078519B88832}" destId="{1F065D0E-711F-46B8-99B6-F501B3EB4791}" srcOrd="2" destOrd="0" parTransId="{1CE0285F-DD1B-49E2-B751-DC68A6AE3E46}" sibTransId="{CF0FEB69-4713-4A98-8A1D-DC468D2AB723}"/>
    <dgm:cxn modelId="{908F5CB1-98E3-4D86-8882-06C1D5FEA9F3}" srcId="{07B110F1-E813-427B-9684-078519B88832}" destId="{C6D54061-7298-42B8-90F6-B39B8356B479}" srcOrd="3" destOrd="0" parTransId="{1A022830-CCD9-44E8-979A-26BE22AF19CD}" sibTransId="{FB90ACA2-49C1-4CE0-8538-A4E16F9D6973}"/>
    <dgm:cxn modelId="{78C3569C-D239-475C-9851-8F03AEA142FD}" type="presOf" srcId="{D0BF6CCF-0E99-4687-964C-E7EFAEACAFD0}" destId="{B5CE74BE-17AB-4156-B387-7A8D9B3B3D76}" srcOrd="1" destOrd="0" presId="urn:microsoft.com/office/officeart/2005/8/layout/hList7"/>
    <dgm:cxn modelId="{D547B700-0D07-4D23-A807-3504327F31B2}" type="presOf" srcId="{CF0FEB69-4713-4A98-8A1D-DC468D2AB723}" destId="{2FA4EC6A-CB5B-43A7-A2EA-E60EB88B46DF}" srcOrd="0" destOrd="0" presId="urn:microsoft.com/office/officeart/2005/8/layout/hList7"/>
    <dgm:cxn modelId="{2F167093-13C5-4105-9930-0DD050E5FA89}" type="presOf" srcId="{1F065D0E-711F-46B8-99B6-F501B3EB4791}" destId="{E8AAE999-269B-4C5C-9649-7FC9C115EB72}" srcOrd="0" destOrd="0" presId="urn:microsoft.com/office/officeart/2005/8/layout/hList7"/>
    <dgm:cxn modelId="{966FBD27-34BD-4AF1-BFFB-0D62C8272B9C}" type="presOf" srcId="{D0BF6CCF-0E99-4687-964C-E7EFAEACAFD0}" destId="{8CB9ACE7-A337-4B7E-9D20-380808BC4ADD}" srcOrd="0" destOrd="0" presId="urn:microsoft.com/office/officeart/2005/8/layout/hList7"/>
    <dgm:cxn modelId="{567EA9FB-45A3-48F7-A68A-76328BB4EA44}" type="presOf" srcId="{1F065D0E-711F-46B8-99B6-F501B3EB4791}" destId="{9206B3A6-4546-4EF6-A603-AA6528B446E0}" srcOrd="1" destOrd="0" presId="urn:microsoft.com/office/officeart/2005/8/layout/hList7"/>
    <dgm:cxn modelId="{76D26F8E-8515-4BBA-8A3D-2A7298590126}" type="presOf" srcId="{C6D54061-7298-42B8-90F6-B39B8356B479}" destId="{7AC40860-E372-4392-A3D5-119BE3DFF872}" srcOrd="1" destOrd="0" presId="urn:microsoft.com/office/officeart/2005/8/layout/hList7"/>
    <dgm:cxn modelId="{CC7FB084-7159-44A6-BDA1-220BA20246B1}" type="presOf" srcId="{C6D54061-7298-42B8-90F6-B39B8356B479}" destId="{93C4DF38-A44B-4A6F-9A64-8266C12DA554}" srcOrd="0" destOrd="0" presId="urn:microsoft.com/office/officeart/2005/8/layout/hList7"/>
    <dgm:cxn modelId="{3C960DEF-0D1A-4DB4-9C3A-CE35441923F0}" type="presOf" srcId="{07B110F1-E813-427B-9684-078519B88832}" destId="{90CB159A-C701-4BFB-97D8-FD6A84B4B9E4}" srcOrd="0" destOrd="0" presId="urn:microsoft.com/office/officeart/2005/8/layout/hList7"/>
    <dgm:cxn modelId="{E8F02E51-2820-4EDA-BA2D-EC6FDF6F8A6F}" srcId="{07B110F1-E813-427B-9684-078519B88832}" destId="{ADA6CD8A-412B-4AF9-9209-84BBFFD6422B}" srcOrd="0" destOrd="0" parTransId="{C63DCE6F-BB57-4A47-91A8-60C2B9006EBD}" sibTransId="{4180867F-CB74-4F3C-B14E-E313659D2FBC}"/>
    <dgm:cxn modelId="{87582A22-432E-41D4-A6FC-C88F82099103}" type="presOf" srcId="{4180867F-CB74-4F3C-B14E-E313659D2FBC}" destId="{3C0913F4-0767-4E5B-BAE7-8B2409ED2C36}" srcOrd="0" destOrd="0" presId="urn:microsoft.com/office/officeart/2005/8/layout/hList7"/>
    <dgm:cxn modelId="{A96A8372-2DC8-407F-9110-4C31D758D3AA}" type="presOf" srcId="{ADA6CD8A-412B-4AF9-9209-84BBFFD6422B}" destId="{DC3990B4-8786-411A-854F-C103E77CC6DD}" srcOrd="0" destOrd="0" presId="urn:microsoft.com/office/officeart/2005/8/layout/hList7"/>
    <dgm:cxn modelId="{EAD19593-027B-4E90-8D46-77447890C65F}" type="presParOf" srcId="{90CB159A-C701-4BFB-97D8-FD6A84B4B9E4}" destId="{F93BACB4-FC2C-4C4B-98F2-0DA94663635F}" srcOrd="0" destOrd="0" presId="urn:microsoft.com/office/officeart/2005/8/layout/hList7"/>
    <dgm:cxn modelId="{C4DFFEBB-02BB-49C8-B2C0-5F9C86EEC438}" type="presParOf" srcId="{90CB159A-C701-4BFB-97D8-FD6A84B4B9E4}" destId="{9834AF54-E304-4CFA-BE5B-ECFABE558E6A}" srcOrd="1" destOrd="0" presId="urn:microsoft.com/office/officeart/2005/8/layout/hList7"/>
    <dgm:cxn modelId="{85A5B2E3-2469-4CD2-BE85-0DD90A7FD6A0}" type="presParOf" srcId="{9834AF54-E304-4CFA-BE5B-ECFABE558E6A}" destId="{D9EA8A97-E36E-48FE-A79A-31C367E0F6AF}" srcOrd="0" destOrd="0" presId="urn:microsoft.com/office/officeart/2005/8/layout/hList7"/>
    <dgm:cxn modelId="{72481C68-0FDC-4758-AE27-7D41CCFFEAAF}" type="presParOf" srcId="{D9EA8A97-E36E-48FE-A79A-31C367E0F6AF}" destId="{DC3990B4-8786-411A-854F-C103E77CC6DD}" srcOrd="0" destOrd="0" presId="urn:microsoft.com/office/officeart/2005/8/layout/hList7"/>
    <dgm:cxn modelId="{58E12FE6-77A1-4FCA-BF3F-1413DC5FF1AF}" type="presParOf" srcId="{D9EA8A97-E36E-48FE-A79A-31C367E0F6AF}" destId="{BCAF54F0-5EF3-461F-AA62-07D60602F72A}" srcOrd="1" destOrd="0" presId="urn:microsoft.com/office/officeart/2005/8/layout/hList7"/>
    <dgm:cxn modelId="{4D844416-92DF-4901-9E06-DB0DCAD64F95}" type="presParOf" srcId="{D9EA8A97-E36E-48FE-A79A-31C367E0F6AF}" destId="{A05062C1-6F85-42EA-BF73-48DF34E0DF46}" srcOrd="2" destOrd="0" presId="urn:microsoft.com/office/officeart/2005/8/layout/hList7"/>
    <dgm:cxn modelId="{32BA7B85-15C9-4DE3-9765-E48E948B44A9}" type="presParOf" srcId="{D9EA8A97-E36E-48FE-A79A-31C367E0F6AF}" destId="{3C32138B-BCDF-49AA-BE92-50DFF9379211}" srcOrd="3" destOrd="0" presId="urn:microsoft.com/office/officeart/2005/8/layout/hList7"/>
    <dgm:cxn modelId="{02618CFA-0F91-447C-96BB-DA22256BF91F}" type="presParOf" srcId="{9834AF54-E304-4CFA-BE5B-ECFABE558E6A}" destId="{3C0913F4-0767-4E5B-BAE7-8B2409ED2C36}" srcOrd="1" destOrd="0" presId="urn:microsoft.com/office/officeart/2005/8/layout/hList7"/>
    <dgm:cxn modelId="{0F46A990-4464-45D9-A028-B200C04C8D57}" type="presParOf" srcId="{9834AF54-E304-4CFA-BE5B-ECFABE558E6A}" destId="{D161F174-129A-4129-9D1C-9BEAED219097}" srcOrd="2" destOrd="0" presId="urn:microsoft.com/office/officeart/2005/8/layout/hList7"/>
    <dgm:cxn modelId="{405D27C0-08E1-4911-8080-BB877BA92EEE}" type="presParOf" srcId="{D161F174-129A-4129-9D1C-9BEAED219097}" destId="{8CB9ACE7-A337-4B7E-9D20-380808BC4ADD}" srcOrd="0" destOrd="0" presId="urn:microsoft.com/office/officeart/2005/8/layout/hList7"/>
    <dgm:cxn modelId="{43AD3ACB-A1AA-4E8C-8BC8-63C86F0702F1}" type="presParOf" srcId="{D161F174-129A-4129-9D1C-9BEAED219097}" destId="{B5CE74BE-17AB-4156-B387-7A8D9B3B3D76}" srcOrd="1" destOrd="0" presId="urn:microsoft.com/office/officeart/2005/8/layout/hList7"/>
    <dgm:cxn modelId="{8AB63D96-AA95-40DE-A577-969CF4ED56C5}" type="presParOf" srcId="{D161F174-129A-4129-9D1C-9BEAED219097}" destId="{E16CEC12-2444-42C5-9361-C121CC0D7403}" srcOrd="2" destOrd="0" presId="urn:microsoft.com/office/officeart/2005/8/layout/hList7"/>
    <dgm:cxn modelId="{18E8D22F-C935-460A-B21F-8D35C36C8089}" type="presParOf" srcId="{D161F174-129A-4129-9D1C-9BEAED219097}" destId="{0C83E563-21B0-43C0-8539-EA8491894523}" srcOrd="3" destOrd="0" presId="urn:microsoft.com/office/officeart/2005/8/layout/hList7"/>
    <dgm:cxn modelId="{6C2DDA4D-E375-438C-9EF0-74E8A26DFF5E}" type="presParOf" srcId="{9834AF54-E304-4CFA-BE5B-ECFABE558E6A}" destId="{762EDD36-B115-4EB0-9149-EE673F46E4A0}" srcOrd="3" destOrd="0" presId="urn:microsoft.com/office/officeart/2005/8/layout/hList7"/>
    <dgm:cxn modelId="{E2B8CA11-68D4-4D51-A19B-F1B5FEF542B4}" type="presParOf" srcId="{9834AF54-E304-4CFA-BE5B-ECFABE558E6A}" destId="{9A8F4102-90F9-427F-919E-5D484B4A7CF5}" srcOrd="4" destOrd="0" presId="urn:microsoft.com/office/officeart/2005/8/layout/hList7"/>
    <dgm:cxn modelId="{9619A4B6-DBF5-4235-89E3-04D22C78E206}" type="presParOf" srcId="{9A8F4102-90F9-427F-919E-5D484B4A7CF5}" destId="{E8AAE999-269B-4C5C-9649-7FC9C115EB72}" srcOrd="0" destOrd="0" presId="urn:microsoft.com/office/officeart/2005/8/layout/hList7"/>
    <dgm:cxn modelId="{6734F552-D3B4-4559-847A-B425E25F1EEF}" type="presParOf" srcId="{9A8F4102-90F9-427F-919E-5D484B4A7CF5}" destId="{9206B3A6-4546-4EF6-A603-AA6528B446E0}" srcOrd="1" destOrd="0" presId="urn:microsoft.com/office/officeart/2005/8/layout/hList7"/>
    <dgm:cxn modelId="{62F3071E-E8AE-491C-A846-E1FCDE532872}" type="presParOf" srcId="{9A8F4102-90F9-427F-919E-5D484B4A7CF5}" destId="{A9776480-E585-4248-BE39-D0554633422E}" srcOrd="2" destOrd="0" presId="urn:microsoft.com/office/officeart/2005/8/layout/hList7"/>
    <dgm:cxn modelId="{15E6C9DE-9B1C-4100-992F-D3CDF48690F4}" type="presParOf" srcId="{9A8F4102-90F9-427F-919E-5D484B4A7CF5}" destId="{8BB9B7F6-FDB6-4522-9A13-C9194F14E1F7}" srcOrd="3" destOrd="0" presId="urn:microsoft.com/office/officeart/2005/8/layout/hList7"/>
    <dgm:cxn modelId="{CE4CBC62-703E-4BA7-BC5D-C5A0B09C85E9}" type="presParOf" srcId="{9834AF54-E304-4CFA-BE5B-ECFABE558E6A}" destId="{2FA4EC6A-CB5B-43A7-A2EA-E60EB88B46DF}" srcOrd="5" destOrd="0" presId="urn:microsoft.com/office/officeart/2005/8/layout/hList7"/>
    <dgm:cxn modelId="{85E7AF55-545E-4E51-A534-1CB53A6C746F}" type="presParOf" srcId="{9834AF54-E304-4CFA-BE5B-ECFABE558E6A}" destId="{AF05839B-8B00-4FB0-9AFA-D6B5F9D39440}" srcOrd="6" destOrd="0" presId="urn:microsoft.com/office/officeart/2005/8/layout/hList7"/>
    <dgm:cxn modelId="{3A1CEED5-0946-4593-BB51-A04A9264BDE4}" type="presParOf" srcId="{AF05839B-8B00-4FB0-9AFA-D6B5F9D39440}" destId="{93C4DF38-A44B-4A6F-9A64-8266C12DA554}" srcOrd="0" destOrd="0" presId="urn:microsoft.com/office/officeart/2005/8/layout/hList7"/>
    <dgm:cxn modelId="{1AFAC6B0-24A6-4C8D-AD41-FCC5483448DC}" type="presParOf" srcId="{AF05839B-8B00-4FB0-9AFA-D6B5F9D39440}" destId="{7AC40860-E372-4392-A3D5-119BE3DFF872}" srcOrd="1" destOrd="0" presId="urn:microsoft.com/office/officeart/2005/8/layout/hList7"/>
    <dgm:cxn modelId="{90206017-87CA-4284-8B5A-60B89F8552B2}" type="presParOf" srcId="{AF05839B-8B00-4FB0-9AFA-D6B5F9D39440}" destId="{11EE80F6-F4BC-4304-A8BB-DC2D1BC7740F}" srcOrd="2" destOrd="0" presId="urn:microsoft.com/office/officeart/2005/8/layout/hList7"/>
    <dgm:cxn modelId="{2EBED9D4-390A-47D2-814C-4E5DD1490D08}" type="presParOf" srcId="{AF05839B-8B00-4FB0-9AFA-D6B5F9D39440}" destId="{402E8A3D-76B0-46C3-A37C-B6CB7EEDDDBB}"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9D00E7-F854-4C19-AAE2-B1FC2B4A3476}">
      <dsp:nvSpPr>
        <dsp:cNvPr id="0" name=""/>
        <dsp:cNvSpPr/>
      </dsp:nvSpPr>
      <dsp:spPr>
        <a:xfrm>
          <a:off x="3222380" y="1985183"/>
          <a:ext cx="2426334" cy="2426334"/>
        </a:xfrm>
        <a:prstGeom prst="gear9">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KU Operation       ( Academic – Research – Students- Centers  departments) </a:t>
          </a:r>
          <a:endParaRPr lang="en-US" sz="1400" kern="1200" dirty="0"/>
        </a:p>
      </dsp:txBody>
      <dsp:txXfrm>
        <a:off x="3710181" y="2553540"/>
        <a:ext cx="1450732" cy="1247186"/>
      </dsp:txXfrm>
    </dsp:sp>
    <dsp:sp modelId="{8EC51908-016B-43E9-998F-8FEE414CF655}">
      <dsp:nvSpPr>
        <dsp:cNvPr id="0" name=""/>
        <dsp:cNvSpPr/>
      </dsp:nvSpPr>
      <dsp:spPr>
        <a:xfrm>
          <a:off x="1765565" y="1411685"/>
          <a:ext cx="1764607" cy="1764607"/>
        </a:xfrm>
        <a:prstGeom prst="gear6">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US" sz="1100" kern="1200" dirty="0" smtClean="0"/>
            <a:t>Business Development </a:t>
          </a:r>
          <a:endParaRPr lang="en-US" sz="1100" kern="1200" dirty="0"/>
        </a:p>
      </dsp:txBody>
      <dsp:txXfrm>
        <a:off x="2209810" y="1858615"/>
        <a:ext cx="876117" cy="870747"/>
      </dsp:txXfrm>
    </dsp:sp>
    <dsp:sp modelId="{79E98314-DA32-4BD7-B89B-F00480827CED}">
      <dsp:nvSpPr>
        <dsp:cNvPr id="0" name=""/>
        <dsp:cNvSpPr/>
      </dsp:nvSpPr>
      <dsp:spPr>
        <a:xfrm rot="20700000">
          <a:off x="2753925" y="194286"/>
          <a:ext cx="1728954" cy="1728954"/>
        </a:xfrm>
        <a:prstGeom prst="gear6">
          <a:avLst/>
        </a:prstGeom>
        <a:solidFill>
          <a:schemeClr val="accent5">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US" sz="1100" kern="1200" dirty="0" smtClean="0"/>
            <a:t>Communication Department</a:t>
          </a:r>
          <a:endParaRPr lang="en-US" sz="1100" kern="1200" dirty="0"/>
        </a:p>
      </dsp:txBody>
      <dsp:txXfrm rot="-20700000">
        <a:off x="3133135" y="573497"/>
        <a:ext cx="970533" cy="970533"/>
      </dsp:txXfrm>
    </dsp:sp>
    <dsp:sp modelId="{C1CEBED7-F920-440D-A5C1-DD62C992C987}">
      <dsp:nvSpPr>
        <dsp:cNvPr id="0" name=""/>
        <dsp:cNvSpPr/>
      </dsp:nvSpPr>
      <dsp:spPr>
        <a:xfrm>
          <a:off x="2993070" y="1617694"/>
          <a:ext cx="3105708" cy="3105708"/>
        </a:xfrm>
        <a:prstGeom prst="circularArrow">
          <a:avLst>
            <a:gd name="adj1" fmla="val 4688"/>
            <a:gd name="adj2" fmla="val 299029"/>
            <a:gd name="adj3" fmla="val 2521153"/>
            <a:gd name="adj4" fmla="val 15850574"/>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F7AE49-8DE8-4B80-91A3-E9AB43E44F0C}">
      <dsp:nvSpPr>
        <dsp:cNvPr id="0" name=""/>
        <dsp:cNvSpPr/>
      </dsp:nvSpPr>
      <dsp:spPr>
        <a:xfrm>
          <a:off x="1453056" y="1020312"/>
          <a:ext cx="2256491" cy="2256491"/>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F921B9B-0046-4691-823D-6713D9FFD6FB}">
      <dsp:nvSpPr>
        <dsp:cNvPr id="0" name=""/>
        <dsp:cNvSpPr/>
      </dsp:nvSpPr>
      <dsp:spPr>
        <a:xfrm>
          <a:off x="2354000" y="-185351"/>
          <a:ext cx="2432952" cy="2432952"/>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8C8CA-2343-4FE7-82BE-42F37FBEC351}">
      <dsp:nvSpPr>
        <dsp:cNvPr id="0" name=""/>
        <dsp:cNvSpPr/>
      </dsp:nvSpPr>
      <dsp:spPr>
        <a:xfrm rot="5400000">
          <a:off x="-126822" y="127004"/>
          <a:ext cx="845485" cy="591839"/>
        </a:xfrm>
        <a:prstGeom prst="chevron">
          <a:avLst/>
        </a:prstGeom>
        <a:solidFill>
          <a:schemeClr val="accent4">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296101"/>
        <a:ext cx="591839" cy="253646"/>
      </dsp:txXfrm>
    </dsp:sp>
    <dsp:sp modelId="{C07B1FDF-B0FE-4F4C-8435-9756853ABC45}">
      <dsp:nvSpPr>
        <dsp:cNvPr id="0" name=""/>
        <dsp:cNvSpPr/>
      </dsp:nvSpPr>
      <dsp:spPr>
        <a:xfrm rot="5400000">
          <a:off x="2029179" y="-1437157"/>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Business Plans </a:t>
          </a:r>
          <a:endParaRPr lang="en-US" sz="2000" kern="1200" dirty="0"/>
        </a:p>
      </dsp:txBody>
      <dsp:txXfrm rot="-5400000">
        <a:off x="591839" y="27011"/>
        <a:ext cx="3397417" cy="495909"/>
      </dsp:txXfrm>
    </dsp:sp>
    <dsp:sp modelId="{74379F5D-8E8A-451B-B524-F2B08F8ABC55}">
      <dsp:nvSpPr>
        <dsp:cNvPr id="0" name=""/>
        <dsp:cNvSpPr/>
      </dsp:nvSpPr>
      <dsp:spPr>
        <a:xfrm rot="5400000">
          <a:off x="-126822" y="851517"/>
          <a:ext cx="845485" cy="591839"/>
        </a:xfrm>
        <a:prstGeom prst="chevron">
          <a:avLst/>
        </a:prstGeom>
        <a:solidFill>
          <a:schemeClr val="accent4">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1020614"/>
        <a:ext cx="591839" cy="253646"/>
      </dsp:txXfrm>
    </dsp:sp>
    <dsp:sp modelId="{EE8B6D83-521D-4A9D-86D0-2B8E20CFD9C1}">
      <dsp:nvSpPr>
        <dsp:cNvPr id="0" name=""/>
        <dsp:cNvSpPr/>
      </dsp:nvSpPr>
      <dsp:spPr>
        <a:xfrm rot="5400000">
          <a:off x="2029179" y="-712644"/>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kern="1200" dirty="0" smtClean="0"/>
            <a:t>Business Model</a:t>
          </a:r>
          <a:endParaRPr lang="en-US" sz="2000" b="0" kern="1200" dirty="0"/>
        </a:p>
      </dsp:txBody>
      <dsp:txXfrm rot="-5400000">
        <a:off x="591839" y="751524"/>
        <a:ext cx="3397417" cy="495909"/>
      </dsp:txXfrm>
    </dsp:sp>
    <dsp:sp modelId="{FBE763B7-33E0-4557-A9C7-244F9427E06F}">
      <dsp:nvSpPr>
        <dsp:cNvPr id="0" name=""/>
        <dsp:cNvSpPr/>
      </dsp:nvSpPr>
      <dsp:spPr>
        <a:xfrm rot="5400000">
          <a:off x="-126822" y="1576031"/>
          <a:ext cx="845485" cy="591839"/>
        </a:xfrm>
        <a:prstGeom prst="chevron">
          <a:avLst/>
        </a:prstGeom>
        <a:solidFill>
          <a:schemeClr val="accent4">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1745128"/>
        <a:ext cx="591839" cy="253646"/>
      </dsp:txXfrm>
    </dsp:sp>
    <dsp:sp modelId="{BDDBE963-78BB-40F9-B994-0FB9356DA62B}">
      <dsp:nvSpPr>
        <dsp:cNvPr id="0" name=""/>
        <dsp:cNvSpPr/>
      </dsp:nvSpPr>
      <dsp:spPr>
        <a:xfrm rot="5400000">
          <a:off x="2029179" y="11868"/>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SWOT</a:t>
          </a:r>
          <a:r>
            <a:rPr lang="en-US" sz="2800" kern="1200" dirty="0" smtClean="0"/>
            <a:t> </a:t>
          </a:r>
          <a:r>
            <a:rPr lang="en-US" sz="2000" kern="1200" dirty="0" smtClean="0"/>
            <a:t>Analysis</a:t>
          </a:r>
          <a:r>
            <a:rPr lang="en-US" sz="2800" kern="1200" dirty="0" smtClean="0"/>
            <a:t> </a:t>
          </a:r>
          <a:endParaRPr lang="en-US" sz="2800" kern="1200" dirty="0"/>
        </a:p>
      </dsp:txBody>
      <dsp:txXfrm rot="-5400000">
        <a:off x="591839" y="1476036"/>
        <a:ext cx="3397417" cy="495909"/>
      </dsp:txXfrm>
    </dsp:sp>
    <dsp:sp modelId="{C401048B-06D2-4947-BBE4-FC1625E96F50}">
      <dsp:nvSpPr>
        <dsp:cNvPr id="0" name=""/>
        <dsp:cNvSpPr/>
      </dsp:nvSpPr>
      <dsp:spPr>
        <a:xfrm rot="5400000">
          <a:off x="-126822" y="2300544"/>
          <a:ext cx="845485" cy="591839"/>
        </a:xfrm>
        <a:prstGeom prst="chevron">
          <a:avLst/>
        </a:prstGeom>
        <a:solidFill>
          <a:schemeClr val="accent4">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2469641"/>
        <a:ext cx="591839" cy="253646"/>
      </dsp:txXfrm>
    </dsp:sp>
    <dsp:sp modelId="{08174615-5D6B-4A54-A185-31B9991303A7}">
      <dsp:nvSpPr>
        <dsp:cNvPr id="0" name=""/>
        <dsp:cNvSpPr/>
      </dsp:nvSpPr>
      <dsp:spPr>
        <a:xfrm rot="5400000">
          <a:off x="2029179" y="736381"/>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Market Analysis</a:t>
          </a:r>
          <a:endParaRPr lang="en-US" sz="2000" kern="1200" dirty="0"/>
        </a:p>
      </dsp:txBody>
      <dsp:txXfrm rot="-5400000">
        <a:off x="591839" y="2200549"/>
        <a:ext cx="3397417" cy="495909"/>
      </dsp:txXfrm>
    </dsp:sp>
    <dsp:sp modelId="{C2BCD766-E415-4F0E-A7D4-9B7285DEBB3A}">
      <dsp:nvSpPr>
        <dsp:cNvPr id="0" name=""/>
        <dsp:cNvSpPr/>
      </dsp:nvSpPr>
      <dsp:spPr>
        <a:xfrm rot="5400000">
          <a:off x="-126822" y="3025057"/>
          <a:ext cx="845485" cy="591839"/>
        </a:xfrm>
        <a:prstGeom prst="chevron">
          <a:avLst/>
        </a:prstGeom>
        <a:solidFill>
          <a:schemeClr val="accent4">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a:p>
      </dsp:txBody>
      <dsp:txXfrm rot="-5400000">
        <a:off x="2" y="3194154"/>
        <a:ext cx="591839" cy="253646"/>
      </dsp:txXfrm>
    </dsp:sp>
    <dsp:sp modelId="{D31DE5DE-1543-4B48-A251-91B2F1976549}">
      <dsp:nvSpPr>
        <dsp:cNvPr id="0" name=""/>
        <dsp:cNvSpPr/>
      </dsp:nvSpPr>
      <dsp:spPr>
        <a:xfrm rot="5400000">
          <a:off x="2029179" y="1460894"/>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0" kern="1200" dirty="0" smtClean="0"/>
            <a:t>Assess and Explore</a:t>
          </a:r>
          <a:endParaRPr lang="en-US" sz="2000" b="0" kern="1200" dirty="0"/>
        </a:p>
      </dsp:txBody>
      <dsp:txXfrm rot="-5400000">
        <a:off x="591839" y="2925062"/>
        <a:ext cx="3397417" cy="495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8C8CA-2343-4FE7-82BE-42F37FBEC351}">
      <dsp:nvSpPr>
        <dsp:cNvPr id="0" name=""/>
        <dsp:cNvSpPr/>
      </dsp:nvSpPr>
      <dsp:spPr>
        <a:xfrm rot="5400000">
          <a:off x="-126822" y="127004"/>
          <a:ext cx="845485" cy="591839"/>
        </a:xfrm>
        <a:prstGeom prst="chevron">
          <a:avLst/>
        </a:prstGeom>
        <a:solidFill>
          <a:schemeClr val="bg1">
            <a:lumMod val="8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296101"/>
        <a:ext cx="591839" cy="253646"/>
      </dsp:txXfrm>
    </dsp:sp>
    <dsp:sp modelId="{C07B1FDF-B0FE-4F4C-8435-9756853ABC45}">
      <dsp:nvSpPr>
        <dsp:cNvPr id="0" name=""/>
        <dsp:cNvSpPr/>
      </dsp:nvSpPr>
      <dsp:spPr>
        <a:xfrm rot="5400000">
          <a:off x="2029179" y="-1437157"/>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Costing Analysis </a:t>
          </a:r>
          <a:endParaRPr lang="en-US" sz="2000" kern="1200" dirty="0"/>
        </a:p>
      </dsp:txBody>
      <dsp:txXfrm rot="-5400000">
        <a:off x="591839" y="27011"/>
        <a:ext cx="3397417" cy="495909"/>
      </dsp:txXfrm>
    </dsp:sp>
    <dsp:sp modelId="{74379F5D-8E8A-451B-B524-F2B08F8ABC55}">
      <dsp:nvSpPr>
        <dsp:cNvPr id="0" name=""/>
        <dsp:cNvSpPr/>
      </dsp:nvSpPr>
      <dsp:spPr>
        <a:xfrm rot="5400000">
          <a:off x="-126822" y="851517"/>
          <a:ext cx="845485" cy="591839"/>
        </a:xfrm>
        <a:prstGeom prst="chevron">
          <a:avLst/>
        </a:prstGeom>
        <a:solidFill>
          <a:schemeClr val="bg1">
            <a:lumMod val="8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1020614"/>
        <a:ext cx="591839" cy="253646"/>
      </dsp:txXfrm>
    </dsp:sp>
    <dsp:sp modelId="{EE8B6D83-521D-4A9D-86D0-2B8E20CFD9C1}">
      <dsp:nvSpPr>
        <dsp:cNvPr id="0" name=""/>
        <dsp:cNvSpPr/>
      </dsp:nvSpPr>
      <dsp:spPr>
        <a:xfrm rot="5400000">
          <a:off x="2029179" y="-712644"/>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Pricing Models </a:t>
          </a:r>
          <a:endParaRPr lang="en-US" sz="2000" kern="1200" dirty="0"/>
        </a:p>
      </dsp:txBody>
      <dsp:txXfrm rot="-5400000">
        <a:off x="591839" y="751524"/>
        <a:ext cx="3397417" cy="495909"/>
      </dsp:txXfrm>
    </dsp:sp>
    <dsp:sp modelId="{FBE763B7-33E0-4557-A9C7-244F9427E06F}">
      <dsp:nvSpPr>
        <dsp:cNvPr id="0" name=""/>
        <dsp:cNvSpPr/>
      </dsp:nvSpPr>
      <dsp:spPr>
        <a:xfrm rot="5400000">
          <a:off x="-126822" y="1576031"/>
          <a:ext cx="845485" cy="591839"/>
        </a:xfrm>
        <a:prstGeom prst="chevron">
          <a:avLst/>
        </a:prstGeom>
        <a:solidFill>
          <a:schemeClr val="bg1">
            <a:lumMod val="8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1745128"/>
        <a:ext cx="591839" cy="253646"/>
      </dsp:txXfrm>
    </dsp:sp>
    <dsp:sp modelId="{BDDBE963-78BB-40F9-B994-0FB9356DA62B}">
      <dsp:nvSpPr>
        <dsp:cNvPr id="0" name=""/>
        <dsp:cNvSpPr/>
      </dsp:nvSpPr>
      <dsp:spPr>
        <a:xfrm rot="5400000">
          <a:off x="2029179" y="11868"/>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Business Performance </a:t>
          </a:r>
          <a:endParaRPr lang="en-US" sz="2000" kern="1200" dirty="0"/>
        </a:p>
      </dsp:txBody>
      <dsp:txXfrm rot="-5400000">
        <a:off x="591839" y="1476036"/>
        <a:ext cx="3397417" cy="495909"/>
      </dsp:txXfrm>
    </dsp:sp>
    <dsp:sp modelId="{C401048B-06D2-4947-BBE4-FC1625E96F50}">
      <dsp:nvSpPr>
        <dsp:cNvPr id="0" name=""/>
        <dsp:cNvSpPr/>
      </dsp:nvSpPr>
      <dsp:spPr>
        <a:xfrm rot="5400000">
          <a:off x="-126822" y="2300544"/>
          <a:ext cx="845485" cy="591839"/>
        </a:xfrm>
        <a:prstGeom prst="chevron">
          <a:avLst/>
        </a:prstGeom>
        <a:solidFill>
          <a:schemeClr val="bg1">
            <a:lumMod val="8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2469641"/>
        <a:ext cx="591839" cy="253646"/>
      </dsp:txXfrm>
    </dsp:sp>
    <dsp:sp modelId="{08174615-5D6B-4A54-A185-31B9991303A7}">
      <dsp:nvSpPr>
        <dsp:cNvPr id="0" name=""/>
        <dsp:cNvSpPr/>
      </dsp:nvSpPr>
      <dsp:spPr>
        <a:xfrm rot="5400000">
          <a:off x="2029179" y="736381"/>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Activities analysis </a:t>
          </a:r>
          <a:endParaRPr lang="en-US" sz="2000" kern="1200" dirty="0"/>
        </a:p>
      </dsp:txBody>
      <dsp:txXfrm rot="-5400000">
        <a:off x="591839" y="2200549"/>
        <a:ext cx="3397417" cy="495909"/>
      </dsp:txXfrm>
    </dsp:sp>
    <dsp:sp modelId="{C2BCD766-E415-4F0E-A7D4-9B7285DEBB3A}">
      <dsp:nvSpPr>
        <dsp:cNvPr id="0" name=""/>
        <dsp:cNvSpPr/>
      </dsp:nvSpPr>
      <dsp:spPr>
        <a:xfrm rot="5400000">
          <a:off x="-126822" y="3025057"/>
          <a:ext cx="845485" cy="591839"/>
        </a:xfrm>
        <a:prstGeom prst="chevron">
          <a:avLst/>
        </a:prstGeom>
        <a:solidFill>
          <a:schemeClr val="bg1">
            <a:lumMod val="8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endParaRPr lang="en-US" sz="1600" kern="1200" dirty="0"/>
        </a:p>
      </dsp:txBody>
      <dsp:txXfrm rot="-5400000">
        <a:off x="2" y="3194154"/>
        <a:ext cx="591839" cy="253646"/>
      </dsp:txXfrm>
    </dsp:sp>
    <dsp:sp modelId="{D31DE5DE-1543-4B48-A251-91B2F1976549}">
      <dsp:nvSpPr>
        <dsp:cNvPr id="0" name=""/>
        <dsp:cNvSpPr/>
      </dsp:nvSpPr>
      <dsp:spPr>
        <a:xfrm rot="5400000">
          <a:off x="2029179" y="1460894"/>
          <a:ext cx="549565" cy="34242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Feasibility Studies </a:t>
          </a:r>
          <a:endParaRPr lang="en-US" sz="2000" kern="1200" dirty="0"/>
        </a:p>
      </dsp:txBody>
      <dsp:txXfrm rot="-5400000">
        <a:off x="591839" y="2925062"/>
        <a:ext cx="3397417" cy="4959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3F9BA-01BC-479F-99E0-905772DF6C0A}">
      <dsp:nvSpPr>
        <dsp:cNvPr id="0" name=""/>
        <dsp:cNvSpPr/>
      </dsp:nvSpPr>
      <dsp:spPr>
        <a:xfrm>
          <a:off x="4984" y="434330"/>
          <a:ext cx="2190864" cy="709794"/>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IELTS</a:t>
          </a:r>
          <a:endParaRPr lang="en-US" sz="1200" kern="1200" dirty="0"/>
        </a:p>
        <a:p>
          <a:pPr marL="114300" lvl="1" indent="-114300" algn="l" defTabSz="533400">
            <a:lnSpc>
              <a:spcPct val="90000"/>
            </a:lnSpc>
            <a:spcBef>
              <a:spcPct val="0"/>
            </a:spcBef>
            <a:spcAft>
              <a:spcPct val="15000"/>
            </a:spcAft>
            <a:buChar char="••"/>
          </a:pPr>
          <a:r>
            <a:rPr lang="en-US" sz="1200" kern="1200" dirty="0" smtClean="0"/>
            <a:t>TOEFL</a:t>
          </a:r>
          <a:endParaRPr lang="en-US" sz="1200" kern="1200" dirty="0"/>
        </a:p>
        <a:p>
          <a:pPr marL="114300" lvl="1" indent="-114300" algn="l" defTabSz="533400">
            <a:lnSpc>
              <a:spcPct val="90000"/>
            </a:lnSpc>
            <a:spcBef>
              <a:spcPct val="0"/>
            </a:spcBef>
            <a:spcAft>
              <a:spcPct val="15000"/>
            </a:spcAft>
            <a:buChar char="••"/>
          </a:pPr>
          <a:r>
            <a:rPr lang="en-US" sz="1200" kern="1200" dirty="0" smtClean="0"/>
            <a:t>GRE Centre</a:t>
          </a:r>
          <a:endParaRPr lang="en-US" sz="1200" kern="1200" dirty="0"/>
        </a:p>
      </dsp:txBody>
      <dsp:txXfrm>
        <a:off x="21615" y="450961"/>
        <a:ext cx="2157602" cy="693163"/>
      </dsp:txXfrm>
    </dsp:sp>
    <dsp:sp modelId="{CA4A9DD0-BD31-4EB6-A13D-27B8EED42350}">
      <dsp:nvSpPr>
        <dsp:cNvPr id="0" name=""/>
        <dsp:cNvSpPr/>
      </dsp:nvSpPr>
      <dsp:spPr>
        <a:xfrm>
          <a:off x="5005" y="1033011"/>
          <a:ext cx="2190864" cy="59352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Continuing Professional Education</a:t>
          </a:r>
          <a:endParaRPr lang="en-US" sz="1500" kern="1200" dirty="0"/>
        </a:p>
      </dsp:txBody>
      <dsp:txXfrm>
        <a:off x="5005" y="1033011"/>
        <a:ext cx="1542862" cy="593524"/>
      </dsp:txXfrm>
    </dsp:sp>
    <dsp:sp modelId="{DD5CA3EE-350A-4906-BA68-920E75FB1917}">
      <dsp:nvSpPr>
        <dsp:cNvPr id="0" name=""/>
        <dsp:cNvSpPr/>
      </dsp:nvSpPr>
      <dsp:spPr>
        <a:xfrm>
          <a:off x="1539230" y="1002219"/>
          <a:ext cx="766802" cy="618663"/>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6B603F-6B04-45D5-B7F8-B2E8CB688967}">
      <dsp:nvSpPr>
        <dsp:cNvPr id="0" name=""/>
        <dsp:cNvSpPr/>
      </dsp:nvSpPr>
      <dsp:spPr>
        <a:xfrm>
          <a:off x="0" y="1714948"/>
          <a:ext cx="2190864" cy="740524"/>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Increase Self Finance Students</a:t>
          </a:r>
          <a:endParaRPr lang="en-US" sz="1200" kern="1200" dirty="0"/>
        </a:p>
        <a:p>
          <a:pPr marL="114300" lvl="1" indent="-114300" algn="l" defTabSz="533400">
            <a:lnSpc>
              <a:spcPct val="90000"/>
            </a:lnSpc>
            <a:spcBef>
              <a:spcPct val="0"/>
            </a:spcBef>
            <a:spcAft>
              <a:spcPct val="15000"/>
            </a:spcAft>
            <a:buChar char="••"/>
          </a:pPr>
          <a:r>
            <a:rPr lang="en-US" sz="1200" kern="1200" dirty="0" smtClean="0"/>
            <a:t>New Student /Research Sponsorship Agreements</a:t>
          </a:r>
          <a:endParaRPr lang="en-US" sz="1200" kern="1200" dirty="0"/>
        </a:p>
      </dsp:txBody>
      <dsp:txXfrm>
        <a:off x="17351" y="1732299"/>
        <a:ext cx="2156162" cy="723173"/>
      </dsp:txXfrm>
    </dsp:sp>
    <dsp:sp modelId="{68F6D678-EBC0-44A4-855A-25C23C5A50E5}">
      <dsp:nvSpPr>
        <dsp:cNvPr id="0" name=""/>
        <dsp:cNvSpPr/>
      </dsp:nvSpPr>
      <dsp:spPr>
        <a:xfrm>
          <a:off x="5" y="2464871"/>
          <a:ext cx="2199562" cy="55941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Self-Finance / New Sponsor</a:t>
          </a:r>
          <a:endParaRPr lang="en-US" sz="1500" kern="1200" dirty="0"/>
        </a:p>
      </dsp:txBody>
      <dsp:txXfrm>
        <a:off x="5" y="2464871"/>
        <a:ext cx="1548987" cy="559410"/>
      </dsp:txXfrm>
    </dsp:sp>
    <dsp:sp modelId="{34A3616B-7352-46C6-B0CD-6A502FE67527}">
      <dsp:nvSpPr>
        <dsp:cNvPr id="0" name=""/>
        <dsp:cNvSpPr/>
      </dsp:nvSpPr>
      <dsp:spPr>
        <a:xfrm>
          <a:off x="1588517" y="2421434"/>
          <a:ext cx="766802" cy="617851"/>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0306AD-C8D9-40BB-8226-3CEAD0CF52B3}">
      <dsp:nvSpPr>
        <dsp:cNvPr id="0" name=""/>
        <dsp:cNvSpPr/>
      </dsp:nvSpPr>
      <dsp:spPr>
        <a:xfrm>
          <a:off x="58" y="3109992"/>
          <a:ext cx="2190864" cy="609264"/>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b="0" u="none" kern="1200" dirty="0" smtClean="0"/>
            <a:t>New attractive and high market demand academic programs </a:t>
          </a:r>
          <a:endParaRPr lang="en-US" sz="1200" b="0" u="none" kern="1200" dirty="0"/>
        </a:p>
      </dsp:txBody>
      <dsp:txXfrm>
        <a:off x="14334" y="3124268"/>
        <a:ext cx="2162312" cy="594988"/>
      </dsp:txXfrm>
    </dsp:sp>
    <dsp:sp modelId="{E1B15BF4-7D2D-4C2F-B531-8D36800CDFC2}">
      <dsp:nvSpPr>
        <dsp:cNvPr id="0" name=""/>
        <dsp:cNvSpPr/>
      </dsp:nvSpPr>
      <dsp:spPr>
        <a:xfrm>
          <a:off x="0" y="3644559"/>
          <a:ext cx="2190864" cy="48090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New Degree Programs</a:t>
          </a:r>
          <a:endParaRPr lang="en-US" sz="1500" kern="1200" dirty="0"/>
        </a:p>
      </dsp:txBody>
      <dsp:txXfrm>
        <a:off x="0" y="3644559"/>
        <a:ext cx="1542862" cy="480901"/>
      </dsp:txXfrm>
    </dsp:sp>
    <dsp:sp modelId="{C3435BAF-28FE-4580-9AD9-50CA7791F6A8}">
      <dsp:nvSpPr>
        <dsp:cNvPr id="0" name=""/>
        <dsp:cNvSpPr/>
      </dsp:nvSpPr>
      <dsp:spPr>
        <a:xfrm>
          <a:off x="1618742" y="3568940"/>
          <a:ext cx="706846" cy="552810"/>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3F9BA-01BC-479F-99E0-905772DF6C0A}">
      <dsp:nvSpPr>
        <dsp:cNvPr id="0" name=""/>
        <dsp:cNvSpPr/>
      </dsp:nvSpPr>
      <dsp:spPr>
        <a:xfrm>
          <a:off x="29993" y="385098"/>
          <a:ext cx="2123464" cy="923412"/>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Accommodation</a:t>
          </a:r>
          <a:endParaRPr lang="en-US" sz="1200" kern="1200" dirty="0"/>
        </a:p>
        <a:p>
          <a:pPr marL="114300" lvl="1" indent="-114300" algn="l" defTabSz="533400">
            <a:lnSpc>
              <a:spcPct val="90000"/>
            </a:lnSpc>
            <a:spcBef>
              <a:spcPct val="0"/>
            </a:spcBef>
            <a:spcAft>
              <a:spcPct val="15000"/>
            </a:spcAft>
            <a:buChar char="••"/>
          </a:pPr>
          <a:r>
            <a:rPr lang="en-US" sz="1200" kern="1200" dirty="0" smtClean="0"/>
            <a:t>Sports center</a:t>
          </a:r>
          <a:endParaRPr lang="en-US" sz="1200" kern="1200" dirty="0"/>
        </a:p>
        <a:p>
          <a:pPr marL="114300" lvl="1" indent="-114300" algn="l" defTabSz="533400">
            <a:lnSpc>
              <a:spcPct val="90000"/>
            </a:lnSpc>
            <a:spcBef>
              <a:spcPct val="0"/>
            </a:spcBef>
            <a:spcAft>
              <a:spcPct val="15000"/>
            </a:spcAft>
            <a:buChar char="••"/>
          </a:pPr>
          <a:r>
            <a:rPr lang="en-US" sz="1200" kern="1200" dirty="0" smtClean="0"/>
            <a:t>Facilities</a:t>
          </a:r>
          <a:endParaRPr lang="en-US" sz="1200" kern="1200" dirty="0"/>
        </a:p>
        <a:p>
          <a:pPr marL="114300" lvl="1" indent="-114300" algn="l" defTabSz="533400">
            <a:lnSpc>
              <a:spcPct val="90000"/>
            </a:lnSpc>
            <a:spcBef>
              <a:spcPct val="0"/>
            </a:spcBef>
            <a:spcAft>
              <a:spcPct val="15000"/>
            </a:spcAft>
            <a:buChar char="••"/>
          </a:pPr>
          <a:r>
            <a:rPr lang="en-US" sz="1200" kern="1200" dirty="0" smtClean="0"/>
            <a:t>Nursery</a:t>
          </a:r>
          <a:endParaRPr lang="en-US" sz="1200" kern="1200" dirty="0"/>
        </a:p>
      </dsp:txBody>
      <dsp:txXfrm>
        <a:off x="51630" y="406735"/>
        <a:ext cx="2080190" cy="901775"/>
      </dsp:txXfrm>
    </dsp:sp>
    <dsp:sp modelId="{CA4A9DD0-BD31-4EB6-A13D-27B8EED42350}">
      <dsp:nvSpPr>
        <dsp:cNvPr id="0" name=""/>
        <dsp:cNvSpPr/>
      </dsp:nvSpPr>
      <dsp:spPr>
        <a:xfrm>
          <a:off x="23346" y="1124705"/>
          <a:ext cx="2123464" cy="46793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Build – Operate – Transfer</a:t>
          </a:r>
          <a:endParaRPr lang="en-US" sz="1500" kern="1200" dirty="0"/>
        </a:p>
      </dsp:txBody>
      <dsp:txXfrm>
        <a:off x="23346" y="1124705"/>
        <a:ext cx="1495397" cy="467933"/>
      </dsp:txXfrm>
    </dsp:sp>
    <dsp:sp modelId="{DD5CA3EE-350A-4906-BA68-920E75FB1917}">
      <dsp:nvSpPr>
        <dsp:cNvPr id="0" name=""/>
        <dsp:cNvSpPr/>
      </dsp:nvSpPr>
      <dsp:spPr>
        <a:xfrm>
          <a:off x="1592234" y="1011046"/>
          <a:ext cx="633536" cy="571047"/>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2000" b="-2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6B603F-6B04-45D5-B7F8-B2E8CB688967}">
      <dsp:nvSpPr>
        <dsp:cNvPr id="0" name=""/>
        <dsp:cNvSpPr/>
      </dsp:nvSpPr>
      <dsp:spPr>
        <a:xfrm>
          <a:off x="6786" y="1659644"/>
          <a:ext cx="2123464" cy="831507"/>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Cafes/Shops</a:t>
          </a:r>
          <a:endParaRPr lang="en-US" sz="1200" kern="1200" dirty="0"/>
        </a:p>
        <a:p>
          <a:pPr marL="114300" lvl="1" indent="-114300" algn="l" defTabSz="533400">
            <a:lnSpc>
              <a:spcPct val="90000"/>
            </a:lnSpc>
            <a:spcBef>
              <a:spcPct val="0"/>
            </a:spcBef>
            <a:spcAft>
              <a:spcPct val="15000"/>
            </a:spcAft>
            <a:buChar char="••"/>
          </a:pPr>
          <a:r>
            <a:rPr lang="en-US" sz="1200" kern="1200" dirty="0" smtClean="0"/>
            <a:t>Screen /Space Advertising</a:t>
          </a:r>
          <a:endParaRPr lang="en-US" sz="1200" kern="1200" dirty="0"/>
        </a:p>
        <a:p>
          <a:pPr marL="114300" lvl="1" indent="-114300" algn="l" defTabSz="577850">
            <a:lnSpc>
              <a:spcPct val="90000"/>
            </a:lnSpc>
            <a:spcBef>
              <a:spcPct val="0"/>
            </a:spcBef>
            <a:spcAft>
              <a:spcPct val="15000"/>
            </a:spcAft>
            <a:buChar char="••"/>
          </a:pPr>
          <a:endParaRPr lang="en-US" sz="1300" kern="1200" dirty="0"/>
        </a:p>
        <a:p>
          <a:pPr marL="114300" lvl="1" indent="-114300" algn="l" defTabSz="577850">
            <a:lnSpc>
              <a:spcPct val="90000"/>
            </a:lnSpc>
            <a:spcBef>
              <a:spcPct val="0"/>
            </a:spcBef>
            <a:spcAft>
              <a:spcPct val="15000"/>
            </a:spcAft>
            <a:buChar char="••"/>
          </a:pPr>
          <a:endParaRPr lang="en-US" sz="1300" kern="1200" dirty="0"/>
        </a:p>
      </dsp:txBody>
      <dsp:txXfrm>
        <a:off x="26269" y="1679127"/>
        <a:ext cx="2084498" cy="812024"/>
      </dsp:txXfrm>
    </dsp:sp>
    <dsp:sp modelId="{68F6D678-EBC0-44A4-855A-25C23C5A50E5}">
      <dsp:nvSpPr>
        <dsp:cNvPr id="0" name=""/>
        <dsp:cNvSpPr/>
      </dsp:nvSpPr>
      <dsp:spPr>
        <a:xfrm>
          <a:off x="5396" y="2435972"/>
          <a:ext cx="2131894" cy="5112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Retail &amp; Rentals</a:t>
          </a:r>
          <a:r>
            <a:rPr lang="en-US" sz="1500" b="0" kern="1200" dirty="0" smtClean="0"/>
            <a:t> </a:t>
          </a:r>
          <a:endParaRPr lang="en-US" sz="1500" kern="1200" dirty="0"/>
        </a:p>
      </dsp:txBody>
      <dsp:txXfrm>
        <a:off x="5396" y="2435972"/>
        <a:ext cx="1501334" cy="511215"/>
      </dsp:txXfrm>
    </dsp:sp>
    <dsp:sp modelId="{34A3616B-7352-46C6-B0CD-6A502FE67527}">
      <dsp:nvSpPr>
        <dsp:cNvPr id="0" name=""/>
        <dsp:cNvSpPr/>
      </dsp:nvSpPr>
      <dsp:spPr>
        <a:xfrm>
          <a:off x="1528389" y="2363631"/>
          <a:ext cx="690199" cy="676137"/>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2000" r="-22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0306AD-C8D9-40BB-8226-3CEAD0CF52B3}">
      <dsp:nvSpPr>
        <dsp:cNvPr id="0" name=""/>
        <dsp:cNvSpPr/>
      </dsp:nvSpPr>
      <dsp:spPr>
        <a:xfrm>
          <a:off x="6096" y="3014142"/>
          <a:ext cx="2123464" cy="70807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b="0" u="none" kern="1200" dirty="0" smtClean="0"/>
            <a:t>Retailing KU merchandise to generate revenue and is a form of advertisement</a:t>
          </a:r>
          <a:endParaRPr lang="en-US" sz="1200" b="0" u="none" kern="1200" dirty="0"/>
        </a:p>
      </dsp:txBody>
      <dsp:txXfrm>
        <a:off x="22687" y="3030733"/>
        <a:ext cx="2090282" cy="691482"/>
      </dsp:txXfrm>
    </dsp:sp>
    <dsp:sp modelId="{E1B15BF4-7D2D-4C2F-B531-8D36800CDFC2}">
      <dsp:nvSpPr>
        <dsp:cNvPr id="0" name=""/>
        <dsp:cNvSpPr/>
      </dsp:nvSpPr>
      <dsp:spPr>
        <a:xfrm>
          <a:off x="24953" y="3609367"/>
          <a:ext cx="2123464" cy="48932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KU Brand</a:t>
          </a:r>
          <a:endParaRPr lang="en-US" sz="1500" kern="1200" dirty="0"/>
        </a:p>
      </dsp:txBody>
      <dsp:txXfrm>
        <a:off x="24953" y="3609367"/>
        <a:ext cx="1495397" cy="489322"/>
      </dsp:txXfrm>
    </dsp:sp>
    <dsp:sp modelId="{C3435BAF-28FE-4580-9AD9-50CA7791F6A8}">
      <dsp:nvSpPr>
        <dsp:cNvPr id="0" name=""/>
        <dsp:cNvSpPr/>
      </dsp:nvSpPr>
      <dsp:spPr>
        <a:xfrm>
          <a:off x="1734165" y="3534481"/>
          <a:ext cx="567569" cy="601496"/>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7000" b="-7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3F9BA-01BC-479F-99E0-905772DF6C0A}">
      <dsp:nvSpPr>
        <dsp:cNvPr id="0" name=""/>
        <dsp:cNvSpPr/>
      </dsp:nvSpPr>
      <dsp:spPr>
        <a:xfrm>
          <a:off x="202774" y="195962"/>
          <a:ext cx="1605051" cy="741832"/>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49530" rIns="16510" bIns="16510" numCol="1" spcCol="1270" anchor="t" anchorCtr="0">
          <a:noAutofit/>
        </a:bodyPr>
        <a:lstStyle/>
        <a:p>
          <a:pPr marL="114300" lvl="1" indent="-114300" algn="l" defTabSz="577850">
            <a:lnSpc>
              <a:spcPct val="90000"/>
            </a:lnSpc>
            <a:spcBef>
              <a:spcPct val="0"/>
            </a:spcBef>
            <a:spcAft>
              <a:spcPct val="15000"/>
            </a:spcAft>
            <a:buChar char="••"/>
          </a:pPr>
          <a:endParaRPr lang="en-US" sz="1300" kern="1200" dirty="0"/>
        </a:p>
        <a:p>
          <a:pPr marL="114300" lvl="1" indent="-114300" algn="l" defTabSz="533400">
            <a:lnSpc>
              <a:spcPct val="90000"/>
            </a:lnSpc>
            <a:spcBef>
              <a:spcPct val="0"/>
            </a:spcBef>
            <a:spcAft>
              <a:spcPct val="15000"/>
            </a:spcAft>
            <a:buChar char="••"/>
          </a:pPr>
          <a:r>
            <a:rPr lang="en-US" sz="1200" kern="1200" dirty="0" smtClean="0"/>
            <a:t>New Endowment Concepts </a:t>
          </a:r>
          <a:endParaRPr lang="en-US" sz="1200" kern="1200" dirty="0"/>
        </a:p>
      </dsp:txBody>
      <dsp:txXfrm>
        <a:off x="220156" y="213344"/>
        <a:ext cx="1570287" cy="724450"/>
      </dsp:txXfrm>
    </dsp:sp>
    <dsp:sp modelId="{CA4A9DD0-BD31-4EB6-A13D-27B8EED42350}">
      <dsp:nvSpPr>
        <dsp:cNvPr id="0" name=""/>
        <dsp:cNvSpPr/>
      </dsp:nvSpPr>
      <dsp:spPr>
        <a:xfrm>
          <a:off x="229481" y="803666"/>
          <a:ext cx="1578536" cy="5135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Endowments</a:t>
          </a:r>
          <a:endParaRPr lang="en-US" sz="1500" kern="1200" dirty="0"/>
        </a:p>
      </dsp:txBody>
      <dsp:txXfrm>
        <a:off x="229481" y="803666"/>
        <a:ext cx="1111645" cy="513515"/>
      </dsp:txXfrm>
    </dsp:sp>
    <dsp:sp modelId="{DD5CA3EE-350A-4906-BA68-920E75FB1917}">
      <dsp:nvSpPr>
        <dsp:cNvPr id="0" name=""/>
        <dsp:cNvSpPr/>
      </dsp:nvSpPr>
      <dsp:spPr>
        <a:xfrm>
          <a:off x="1319867" y="646166"/>
          <a:ext cx="479357" cy="479357"/>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22000" r="-22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6B603F-6B04-45D5-B7F8-B2E8CB688967}">
      <dsp:nvSpPr>
        <dsp:cNvPr id="0" name=""/>
        <dsp:cNvSpPr/>
      </dsp:nvSpPr>
      <dsp:spPr>
        <a:xfrm>
          <a:off x="224879" y="1494435"/>
          <a:ext cx="1620391" cy="67515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Commercialize and sell patents</a:t>
          </a:r>
          <a:endParaRPr lang="en-US" sz="1200" kern="1200" dirty="0"/>
        </a:p>
        <a:p>
          <a:pPr marL="114300" lvl="1" indent="-114300" algn="l" defTabSz="577850">
            <a:lnSpc>
              <a:spcPct val="90000"/>
            </a:lnSpc>
            <a:spcBef>
              <a:spcPct val="0"/>
            </a:spcBef>
            <a:spcAft>
              <a:spcPct val="15000"/>
            </a:spcAft>
            <a:buChar char="••"/>
          </a:pPr>
          <a:endParaRPr lang="en-US" sz="1300" kern="1200" dirty="0"/>
        </a:p>
      </dsp:txBody>
      <dsp:txXfrm>
        <a:off x="240699" y="1510255"/>
        <a:ext cx="1588751" cy="659333"/>
      </dsp:txXfrm>
    </dsp:sp>
    <dsp:sp modelId="{68F6D678-EBC0-44A4-855A-25C23C5A50E5}">
      <dsp:nvSpPr>
        <dsp:cNvPr id="0" name=""/>
        <dsp:cNvSpPr/>
      </dsp:nvSpPr>
      <dsp:spPr>
        <a:xfrm>
          <a:off x="247977" y="2186276"/>
          <a:ext cx="1564799" cy="49775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Patents</a:t>
          </a:r>
          <a:endParaRPr lang="en-US" sz="1500" kern="1200" dirty="0"/>
        </a:p>
      </dsp:txBody>
      <dsp:txXfrm>
        <a:off x="247977" y="2186276"/>
        <a:ext cx="1101971" cy="497750"/>
      </dsp:txXfrm>
    </dsp:sp>
    <dsp:sp modelId="{34A3616B-7352-46C6-B0CD-6A502FE67527}">
      <dsp:nvSpPr>
        <dsp:cNvPr id="0" name=""/>
        <dsp:cNvSpPr/>
      </dsp:nvSpPr>
      <dsp:spPr>
        <a:xfrm>
          <a:off x="1352435" y="1991213"/>
          <a:ext cx="479357" cy="484419"/>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2D8657-A52D-4376-8EDF-F67872884D7D}">
      <dsp:nvSpPr>
        <dsp:cNvPr id="0" name=""/>
        <dsp:cNvSpPr/>
      </dsp:nvSpPr>
      <dsp:spPr>
        <a:xfrm>
          <a:off x="166075" y="2790450"/>
          <a:ext cx="1777990" cy="809728"/>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n-US" sz="1200" kern="1200" dirty="0" smtClean="0"/>
            <a:t>Own shares in the companies</a:t>
          </a:r>
          <a:endParaRPr lang="en-US" sz="1200" kern="1200" dirty="0"/>
        </a:p>
        <a:p>
          <a:pPr marL="114300" lvl="1" indent="-114300" algn="l" defTabSz="533400">
            <a:lnSpc>
              <a:spcPct val="90000"/>
            </a:lnSpc>
            <a:spcBef>
              <a:spcPct val="0"/>
            </a:spcBef>
            <a:spcAft>
              <a:spcPct val="15000"/>
            </a:spcAft>
            <a:buChar char="••"/>
          </a:pPr>
          <a:r>
            <a:rPr lang="en-US" sz="1200" kern="1200" dirty="0" err="1" smtClean="0"/>
            <a:t>Invetsment</a:t>
          </a:r>
          <a:r>
            <a:rPr lang="en-US" sz="1200" kern="1200" dirty="0" smtClean="0"/>
            <a:t> products</a:t>
          </a:r>
          <a:endParaRPr lang="en-US" sz="1200" kern="1200" dirty="0"/>
        </a:p>
        <a:p>
          <a:pPr marL="114300" lvl="1" indent="-114300" algn="l" defTabSz="533400">
            <a:lnSpc>
              <a:spcPct val="90000"/>
            </a:lnSpc>
            <a:spcBef>
              <a:spcPct val="0"/>
            </a:spcBef>
            <a:spcAft>
              <a:spcPct val="15000"/>
            </a:spcAft>
            <a:buChar char="••"/>
          </a:pPr>
          <a:endParaRPr lang="en-US" sz="1200" kern="1200" dirty="0"/>
        </a:p>
      </dsp:txBody>
      <dsp:txXfrm>
        <a:off x="185048" y="2809423"/>
        <a:ext cx="1740044" cy="790755"/>
      </dsp:txXfrm>
    </dsp:sp>
    <dsp:sp modelId="{D70C4ED0-C836-4E33-9B55-36A2AC4C32EA}">
      <dsp:nvSpPr>
        <dsp:cNvPr id="0" name=""/>
        <dsp:cNvSpPr/>
      </dsp:nvSpPr>
      <dsp:spPr>
        <a:xfrm>
          <a:off x="181442" y="3364056"/>
          <a:ext cx="1762623" cy="46923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19050" bIns="0" numCol="1" spcCol="1270" anchor="ctr" anchorCtr="0">
          <a:noAutofit/>
        </a:bodyPr>
        <a:lstStyle/>
        <a:p>
          <a:pPr lvl="0" algn="l" defTabSz="666750">
            <a:lnSpc>
              <a:spcPct val="90000"/>
            </a:lnSpc>
            <a:spcBef>
              <a:spcPct val="0"/>
            </a:spcBef>
            <a:spcAft>
              <a:spcPct val="35000"/>
            </a:spcAft>
          </a:pPr>
          <a:r>
            <a:rPr lang="en-US" sz="1500" kern="1200" dirty="0" smtClean="0"/>
            <a:t>Investment</a:t>
          </a:r>
          <a:r>
            <a:rPr lang="en-US" sz="1900" kern="1200" dirty="0" smtClean="0"/>
            <a:t>  </a:t>
          </a:r>
          <a:endParaRPr lang="en-US" sz="1900" kern="1200" dirty="0"/>
        </a:p>
      </dsp:txBody>
      <dsp:txXfrm>
        <a:off x="181442" y="3364056"/>
        <a:ext cx="1241284" cy="469236"/>
      </dsp:txXfrm>
    </dsp:sp>
    <dsp:sp modelId="{61FC669E-48C1-4584-AB99-D2358D2B5EC1}">
      <dsp:nvSpPr>
        <dsp:cNvPr id="0" name=""/>
        <dsp:cNvSpPr/>
      </dsp:nvSpPr>
      <dsp:spPr>
        <a:xfrm>
          <a:off x="1484594" y="3367922"/>
          <a:ext cx="479357" cy="479357"/>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3990B4-8786-411A-854F-C103E77CC6DD}">
      <dsp:nvSpPr>
        <dsp:cNvPr id="0" name=""/>
        <dsp:cNvSpPr/>
      </dsp:nvSpPr>
      <dsp:spPr>
        <a:xfrm>
          <a:off x="1838" y="0"/>
          <a:ext cx="1927389" cy="4351338"/>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99568" numCol="1" spcCol="1270" anchor="t" anchorCtr="0">
          <a:noAutofit/>
        </a:bodyPr>
        <a:lstStyle/>
        <a:p>
          <a:pPr lvl="0" algn="l" defTabSz="622300">
            <a:lnSpc>
              <a:spcPct val="90000"/>
            </a:lnSpc>
            <a:spcBef>
              <a:spcPct val="0"/>
            </a:spcBef>
            <a:spcAft>
              <a:spcPct val="35000"/>
            </a:spcAft>
          </a:pPr>
          <a:r>
            <a:rPr lang="en-US" sz="1400" kern="1200" dirty="0" smtClean="0">
              <a:solidFill>
                <a:schemeClr val="tx1"/>
              </a:solidFill>
            </a:rPr>
            <a:t>&gt; Cost Analysis</a:t>
          </a:r>
        </a:p>
        <a:p>
          <a:pPr lvl="0" algn="l" defTabSz="622300">
            <a:lnSpc>
              <a:spcPct val="90000"/>
            </a:lnSpc>
            <a:spcBef>
              <a:spcPct val="0"/>
            </a:spcBef>
            <a:spcAft>
              <a:spcPct val="35000"/>
            </a:spcAft>
          </a:pPr>
          <a:r>
            <a:rPr lang="en-US" sz="1400" kern="1200" dirty="0" smtClean="0">
              <a:solidFill>
                <a:schemeClr val="tx1"/>
              </a:solidFill>
            </a:rPr>
            <a:t>&gt; New products costing &gt; Cost reduction projects </a:t>
          </a:r>
        </a:p>
        <a:p>
          <a:pPr lvl="0" algn="l" defTabSz="622300">
            <a:lnSpc>
              <a:spcPct val="90000"/>
            </a:lnSpc>
            <a:spcBef>
              <a:spcPct val="0"/>
            </a:spcBef>
            <a:spcAft>
              <a:spcPct val="35000"/>
            </a:spcAft>
          </a:pPr>
          <a:r>
            <a:rPr lang="en-US" sz="1400" kern="1200" dirty="0" smtClean="0">
              <a:solidFill>
                <a:schemeClr val="tx1"/>
              </a:solidFill>
            </a:rPr>
            <a:t>&gt; ABC costing </a:t>
          </a:r>
        </a:p>
        <a:p>
          <a:pPr lvl="0" algn="l" defTabSz="622300">
            <a:lnSpc>
              <a:spcPct val="90000"/>
            </a:lnSpc>
            <a:spcBef>
              <a:spcPct val="0"/>
            </a:spcBef>
            <a:spcAft>
              <a:spcPct val="35000"/>
            </a:spcAft>
          </a:pPr>
          <a:r>
            <a:rPr lang="en-US" sz="1400" kern="1200" dirty="0" smtClean="0">
              <a:solidFill>
                <a:schemeClr val="tx1"/>
              </a:solidFill>
            </a:rPr>
            <a:t>&gt; Programs  costing </a:t>
          </a:r>
        </a:p>
        <a:p>
          <a:pPr lvl="0" algn="l" defTabSz="622300">
            <a:lnSpc>
              <a:spcPct val="90000"/>
            </a:lnSpc>
            <a:spcBef>
              <a:spcPct val="0"/>
            </a:spcBef>
            <a:spcAft>
              <a:spcPct val="35000"/>
            </a:spcAft>
          </a:pPr>
          <a:r>
            <a:rPr lang="en-US" sz="1400" kern="1200" dirty="0" smtClean="0">
              <a:solidFill>
                <a:schemeClr val="tx1"/>
              </a:solidFill>
            </a:rPr>
            <a:t>&gt; Cost per Student </a:t>
          </a:r>
        </a:p>
        <a:p>
          <a:pPr lvl="0" algn="l" defTabSz="622300">
            <a:lnSpc>
              <a:spcPct val="90000"/>
            </a:lnSpc>
            <a:spcBef>
              <a:spcPct val="0"/>
            </a:spcBef>
            <a:spcAft>
              <a:spcPct val="35000"/>
            </a:spcAft>
          </a:pPr>
          <a:endParaRPr lang="en-US" sz="1400" kern="1200" dirty="0" smtClean="0">
            <a:solidFill>
              <a:schemeClr val="tx1"/>
            </a:solidFill>
          </a:endParaRPr>
        </a:p>
      </dsp:txBody>
      <dsp:txXfrm>
        <a:off x="1838" y="1740535"/>
        <a:ext cx="1927389" cy="1740535"/>
      </dsp:txXfrm>
    </dsp:sp>
    <dsp:sp modelId="{3C32138B-BCDF-49AA-BE92-50DFF9379211}">
      <dsp:nvSpPr>
        <dsp:cNvPr id="0" name=""/>
        <dsp:cNvSpPr/>
      </dsp:nvSpPr>
      <dsp:spPr>
        <a:xfrm>
          <a:off x="103417" y="261080"/>
          <a:ext cx="1724232" cy="1448995"/>
        </a:xfrm>
        <a:prstGeom prst="ellipse">
          <a:avLst/>
        </a:prstGeom>
        <a:solidFill>
          <a:schemeClr val="accent1">
            <a:lumMod val="5000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8CB9ACE7-A337-4B7E-9D20-380808BC4ADD}">
      <dsp:nvSpPr>
        <dsp:cNvPr id="0" name=""/>
        <dsp:cNvSpPr/>
      </dsp:nvSpPr>
      <dsp:spPr>
        <a:xfrm>
          <a:off x="1987049" y="0"/>
          <a:ext cx="1927389" cy="4351338"/>
        </a:xfrm>
        <a:prstGeom prst="roundRect">
          <a:avLst>
            <a:gd name="adj" fmla="val 10000"/>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99568" numCol="1" spcCol="1270" anchor="t" anchorCtr="0">
          <a:noAutofit/>
        </a:bodyPr>
        <a:lstStyle/>
        <a:p>
          <a:pPr lvl="0" algn="l" defTabSz="600075">
            <a:lnSpc>
              <a:spcPct val="90000"/>
            </a:lnSpc>
            <a:spcBef>
              <a:spcPct val="0"/>
            </a:spcBef>
            <a:spcAft>
              <a:spcPct val="35000"/>
            </a:spcAft>
          </a:pPr>
          <a:r>
            <a:rPr lang="en-US" sz="1350" kern="1200" dirty="0" smtClean="0">
              <a:solidFill>
                <a:schemeClr val="tx1"/>
              </a:solidFill>
            </a:rPr>
            <a:t>&gt; </a:t>
          </a:r>
          <a:r>
            <a:rPr lang="en-US" sz="1320" kern="1200" dirty="0" smtClean="0">
              <a:solidFill>
                <a:schemeClr val="tx1"/>
              </a:solidFill>
            </a:rPr>
            <a:t>Pricing New product  </a:t>
          </a:r>
        </a:p>
        <a:p>
          <a:pPr lvl="0" algn="l" defTabSz="600075">
            <a:lnSpc>
              <a:spcPct val="90000"/>
            </a:lnSpc>
            <a:spcBef>
              <a:spcPct val="0"/>
            </a:spcBef>
            <a:spcAft>
              <a:spcPct val="35000"/>
            </a:spcAft>
          </a:pPr>
          <a:r>
            <a:rPr lang="en-US" sz="1320" kern="1200" dirty="0" smtClean="0">
              <a:solidFill>
                <a:schemeClr val="tx1"/>
              </a:solidFill>
            </a:rPr>
            <a:t>&gt; Building pricing Models </a:t>
          </a:r>
        </a:p>
        <a:p>
          <a:pPr lvl="0" algn="l" defTabSz="600075">
            <a:lnSpc>
              <a:spcPct val="90000"/>
            </a:lnSpc>
            <a:spcBef>
              <a:spcPct val="0"/>
            </a:spcBef>
            <a:spcAft>
              <a:spcPct val="35000"/>
            </a:spcAft>
          </a:pPr>
          <a:r>
            <a:rPr lang="en-US" sz="1320" kern="1200" dirty="0" smtClean="0">
              <a:solidFill>
                <a:schemeClr val="tx1"/>
              </a:solidFill>
            </a:rPr>
            <a:t>&gt;Establish pricing policy </a:t>
          </a:r>
        </a:p>
        <a:p>
          <a:pPr lvl="0" algn="l" defTabSz="600075">
            <a:lnSpc>
              <a:spcPct val="90000"/>
            </a:lnSpc>
            <a:spcBef>
              <a:spcPct val="0"/>
            </a:spcBef>
            <a:spcAft>
              <a:spcPct val="35000"/>
            </a:spcAft>
          </a:pPr>
          <a:endParaRPr lang="en-US" sz="1320" kern="1200" dirty="0">
            <a:solidFill>
              <a:schemeClr val="tx1"/>
            </a:solidFill>
          </a:endParaRPr>
        </a:p>
      </dsp:txBody>
      <dsp:txXfrm>
        <a:off x="1987049" y="1740535"/>
        <a:ext cx="1927389" cy="1740535"/>
      </dsp:txXfrm>
    </dsp:sp>
    <dsp:sp modelId="{0C83E563-21B0-43C0-8539-EA8491894523}">
      <dsp:nvSpPr>
        <dsp:cNvPr id="0" name=""/>
        <dsp:cNvSpPr/>
      </dsp:nvSpPr>
      <dsp:spPr>
        <a:xfrm>
          <a:off x="2130786" y="261080"/>
          <a:ext cx="1639915" cy="1448995"/>
        </a:xfrm>
        <a:prstGeom prst="ellipse">
          <a:avLst/>
        </a:prstGeom>
        <a:solidFill>
          <a:srgbClr val="00B050"/>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E8AAE999-269B-4C5C-9649-7FC9C115EB72}">
      <dsp:nvSpPr>
        <dsp:cNvPr id="0" name=""/>
        <dsp:cNvSpPr/>
      </dsp:nvSpPr>
      <dsp:spPr>
        <a:xfrm>
          <a:off x="3972260" y="0"/>
          <a:ext cx="1927389" cy="4351338"/>
        </a:xfrm>
        <a:prstGeom prst="roundRect">
          <a:avLst>
            <a:gd name="adj" fmla="val 10000"/>
          </a:avLst>
        </a:prstGeom>
        <a:solidFill>
          <a:srgbClr val="FBE03F"/>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99568" numCol="1" spcCol="1270" anchor="t" anchorCtr="0">
          <a:noAutofit/>
        </a:bodyPr>
        <a:lstStyle/>
        <a:p>
          <a:pPr lvl="0" algn="l" defTabSz="622300">
            <a:lnSpc>
              <a:spcPct val="90000"/>
            </a:lnSpc>
            <a:spcBef>
              <a:spcPct val="0"/>
            </a:spcBef>
            <a:spcAft>
              <a:spcPct val="35000"/>
            </a:spcAft>
          </a:pPr>
          <a:r>
            <a:rPr lang="en-US" sz="1400" b="0" kern="1200" dirty="0" smtClean="0">
              <a:solidFill>
                <a:schemeClr val="tx1"/>
              </a:solidFill>
            </a:rPr>
            <a:t>&gt;</a:t>
          </a:r>
          <a:r>
            <a:rPr lang="en-US" sz="1400" kern="1200" dirty="0" smtClean="0">
              <a:solidFill>
                <a:schemeClr val="tx1"/>
              </a:solidFill>
            </a:rPr>
            <a:t> Work flow Development &amp; Analysis</a:t>
          </a:r>
        </a:p>
        <a:p>
          <a:pPr lvl="0" algn="l" defTabSz="622300">
            <a:lnSpc>
              <a:spcPct val="90000"/>
            </a:lnSpc>
            <a:spcBef>
              <a:spcPct val="0"/>
            </a:spcBef>
            <a:spcAft>
              <a:spcPct val="35000"/>
            </a:spcAft>
          </a:pPr>
          <a:r>
            <a:rPr lang="en-US" sz="1800" b="0" kern="1200" dirty="0" smtClean="0">
              <a:solidFill>
                <a:schemeClr val="tx1"/>
              </a:solidFill>
            </a:rPr>
            <a:t>&gt; </a:t>
          </a:r>
          <a:r>
            <a:rPr lang="en-US" sz="1400" b="0" kern="1200" dirty="0" smtClean="0">
              <a:solidFill>
                <a:schemeClr val="tx1"/>
              </a:solidFill>
            </a:rPr>
            <a:t>Added Value Analysis</a:t>
          </a:r>
        </a:p>
        <a:p>
          <a:pPr lvl="0" algn="l" defTabSz="622300">
            <a:lnSpc>
              <a:spcPct val="90000"/>
            </a:lnSpc>
            <a:spcBef>
              <a:spcPct val="0"/>
            </a:spcBef>
            <a:spcAft>
              <a:spcPct val="35000"/>
            </a:spcAft>
          </a:pPr>
          <a:r>
            <a:rPr lang="en-US" sz="1400" b="0" kern="1200" dirty="0" smtClean="0">
              <a:solidFill>
                <a:schemeClr val="tx1"/>
              </a:solidFill>
            </a:rPr>
            <a:t>&gt; Theory Of Constrains</a:t>
          </a:r>
        </a:p>
        <a:p>
          <a:pPr lvl="0" algn="l" defTabSz="622300">
            <a:lnSpc>
              <a:spcPct val="90000"/>
            </a:lnSpc>
            <a:spcBef>
              <a:spcPct val="0"/>
            </a:spcBef>
            <a:spcAft>
              <a:spcPct val="35000"/>
            </a:spcAft>
          </a:pPr>
          <a:r>
            <a:rPr lang="en-US" sz="1400" b="0" kern="1200" dirty="0" smtClean="0">
              <a:solidFill>
                <a:schemeClr val="tx1"/>
              </a:solidFill>
            </a:rPr>
            <a:t>&gt;</a:t>
          </a:r>
          <a:r>
            <a:rPr lang="en-US" sz="1400" kern="1200" dirty="0" smtClean="0">
              <a:solidFill>
                <a:schemeClr val="tx1"/>
              </a:solidFill>
            </a:rPr>
            <a:t>Financial Feasibility Studies</a:t>
          </a:r>
          <a:r>
            <a:rPr lang="en-US" sz="1400" b="0" kern="1200" dirty="0" smtClean="0">
              <a:solidFill>
                <a:schemeClr val="tx1"/>
              </a:solidFill>
            </a:rPr>
            <a:t> </a:t>
          </a:r>
        </a:p>
        <a:p>
          <a:pPr lvl="0" algn="l" defTabSz="622300">
            <a:lnSpc>
              <a:spcPct val="90000"/>
            </a:lnSpc>
            <a:spcBef>
              <a:spcPct val="0"/>
            </a:spcBef>
            <a:spcAft>
              <a:spcPct val="35000"/>
            </a:spcAft>
          </a:pPr>
          <a:r>
            <a:rPr lang="en-US" sz="1400" b="0" kern="1200" dirty="0" smtClean="0">
              <a:solidFill>
                <a:schemeClr val="tx1"/>
              </a:solidFill>
            </a:rPr>
            <a:t>&gt; Process reengineering</a:t>
          </a:r>
        </a:p>
        <a:p>
          <a:pPr lvl="0" algn="l" defTabSz="622300">
            <a:lnSpc>
              <a:spcPct val="90000"/>
            </a:lnSpc>
            <a:spcBef>
              <a:spcPct val="0"/>
            </a:spcBef>
            <a:spcAft>
              <a:spcPct val="35000"/>
            </a:spcAft>
          </a:pPr>
          <a:endParaRPr lang="en-US" sz="1400" b="0" kern="1200" dirty="0">
            <a:solidFill>
              <a:schemeClr val="tx1"/>
            </a:solidFill>
          </a:endParaRPr>
        </a:p>
      </dsp:txBody>
      <dsp:txXfrm>
        <a:off x="3972260" y="1740535"/>
        <a:ext cx="1927389" cy="1740535"/>
      </dsp:txXfrm>
    </dsp:sp>
    <dsp:sp modelId="{8BB9B7F6-FDB6-4522-9A13-C9194F14E1F7}">
      <dsp:nvSpPr>
        <dsp:cNvPr id="0" name=""/>
        <dsp:cNvSpPr/>
      </dsp:nvSpPr>
      <dsp:spPr>
        <a:xfrm>
          <a:off x="4104753" y="261080"/>
          <a:ext cx="1662403" cy="1448995"/>
        </a:xfrm>
        <a:prstGeom prst="ellipse">
          <a:avLst/>
        </a:prstGeom>
        <a:solidFill>
          <a:srgbClr val="CC6600"/>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93C4DF38-A44B-4A6F-9A64-8266C12DA554}">
      <dsp:nvSpPr>
        <dsp:cNvPr id="0" name=""/>
        <dsp:cNvSpPr/>
      </dsp:nvSpPr>
      <dsp:spPr>
        <a:xfrm>
          <a:off x="5957471" y="0"/>
          <a:ext cx="1927389" cy="4351338"/>
        </a:xfrm>
        <a:prstGeom prst="roundRect">
          <a:avLst>
            <a:gd name="adj" fmla="val 10000"/>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568" tIns="99568" rIns="99568" bIns="99568" numCol="1" spcCol="1270" anchor="t" anchorCtr="0">
          <a:noAutofit/>
        </a:bodyPr>
        <a:lstStyle/>
        <a:p>
          <a:pPr lvl="0" algn="l" defTabSz="622300">
            <a:lnSpc>
              <a:spcPct val="90000"/>
            </a:lnSpc>
            <a:spcBef>
              <a:spcPct val="0"/>
            </a:spcBef>
            <a:spcAft>
              <a:spcPct val="35000"/>
            </a:spcAft>
          </a:pPr>
          <a:r>
            <a:rPr lang="en-US" sz="1400" kern="1200" dirty="0" smtClean="0">
              <a:solidFill>
                <a:schemeClr val="tx1"/>
              </a:solidFill>
            </a:rPr>
            <a:t>&gt; Reporting on Performance</a:t>
          </a:r>
        </a:p>
        <a:p>
          <a:pPr lvl="0" algn="l" defTabSz="622300">
            <a:lnSpc>
              <a:spcPct val="90000"/>
            </a:lnSpc>
            <a:spcBef>
              <a:spcPct val="0"/>
            </a:spcBef>
            <a:spcAft>
              <a:spcPct val="35000"/>
            </a:spcAft>
          </a:pPr>
          <a:r>
            <a:rPr lang="en-US" sz="1400" kern="1200" dirty="0" smtClean="0">
              <a:solidFill>
                <a:schemeClr val="tx1"/>
              </a:solidFill>
            </a:rPr>
            <a:t>&gt; Benchmark Studies</a:t>
          </a:r>
        </a:p>
        <a:p>
          <a:pPr lvl="0" algn="l" defTabSz="622300">
            <a:lnSpc>
              <a:spcPct val="90000"/>
            </a:lnSpc>
            <a:spcBef>
              <a:spcPct val="0"/>
            </a:spcBef>
            <a:spcAft>
              <a:spcPct val="35000"/>
            </a:spcAft>
          </a:pPr>
          <a:r>
            <a:rPr lang="en-US" sz="1400" kern="1200" dirty="0" smtClean="0">
              <a:solidFill>
                <a:schemeClr val="tx1"/>
              </a:solidFill>
            </a:rPr>
            <a:t>&gt; Financial KPI analysis</a:t>
          </a:r>
        </a:p>
        <a:p>
          <a:pPr lvl="0" algn="l" defTabSz="622300">
            <a:lnSpc>
              <a:spcPct val="90000"/>
            </a:lnSpc>
            <a:spcBef>
              <a:spcPct val="0"/>
            </a:spcBef>
            <a:spcAft>
              <a:spcPct val="35000"/>
            </a:spcAft>
          </a:pPr>
          <a:r>
            <a:rPr lang="en-US" sz="1400" kern="1200" dirty="0" smtClean="0">
              <a:solidFill>
                <a:schemeClr val="tx1"/>
              </a:solidFill>
            </a:rPr>
            <a:t>&gt; Balanced </a:t>
          </a:r>
          <a:r>
            <a:rPr lang="en-US" sz="1400" kern="1200" dirty="0" err="1" smtClean="0">
              <a:solidFill>
                <a:schemeClr val="tx1"/>
              </a:solidFill>
            </a:rPr>
            <a:t>Scorcards</a:t>
          </a:r>
          <a:endParaRPr lang="en-US" sz="1400" kern="1200" dirty="0" smtClean="0">
            <a:solidFill>
              <a:schemeClr val="tx1"/>
            </a:solidFill>
          </a:endParaRPr>
        </a:p>
        <a:p>
          <a:pPr lvl="0" algn="l" defTabSz="622300">
            <a:lnSpc>
              <a:spcPct val="90000"/>
            </a:lnSpc>
            <a:spcBef>
              <a:spcPct val="0"/>
            </a:spcBef>
            <a:spcAft>
              <a:spcPct val="35000"/>
            </a:spcAft>
          </a:pPr>
          <a:endParaRPr lang="en-US" sz="1400" kern="1200" dirty="0">
            <a:solidFill>
              <a:schemeClr val="tx1"/>
            </a:solidFill>
          </a:endParaRPr>
        </a:p>
      </dsp:txBody>
      <dsp:txXfrm>
        <a:off x="5957471" y="1740535"/>
        <a:ext cx="1927389" cy="1740535"/>
      </dsp:txXfrm>
    </dsp:sp>
    <dsp:sp modelId="{402E8A3D-76B0-46C3-A37C-B6CB7EEDDDBB}">
      <dsp:nvSpPr>
        <dsp:cNvPr id="0" name=""/>
        <dsp:cNvSpPr/>
      </dsp:nvSpPr>
      <dsp:spPr>
        <a:xfrm>
          <a:off x="6111446" y="261080"/>
          <a:ext cx="1619440" cy="1448995"/>
        </a:xfrm>
        <a:prstGeom prst="ellipse">
          <a:avLst/>
        </a:prstGeom>
        <a:solidFill>
          <a:schemeClr val="accent6">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F93BACB4-FC2C-4C4B-98F2-0DA94663635F}">
      <dsp:nvSpPr>
        <dsp:cNvPr id="0" name=""/>
        <dsp:cNvSpPr/>
      </dsp:nvSpPr>
      <dsp:spPr>
        <a:xfrm>
          <a:off x="2145734" y="3688244"/>
          <a:ext cx="3595231" cy="652700"/>
        </a:xfrm>
        <a:prstGeom prst="leftRightArrow">
          <a:avLst/>
        </a:prstGeom>
        <a:gradFill rotWithShape="0">
          <a:gsLst>
            <a:gs pos="0">
              <a:schemeClr val="accent5">
                <a:tint val="40000"/>
                <a:hueOff val="0"/>
                <a:satOff val="0"/>
                <a:lumOff val="0"/>
                <a:alphaOff val="0"/>
                <a:satMod val="103000"/>
                <a:lumMod val="102000"/>
                <a:tint val="94000"/>
              </a:schemeClr>
            </a:gs>
            <a:gs pos="50000">
              <a:schemeClr val="accent5">
                <a:tint val="40000"/>
                <a:hueOff val="0"/>
                <a:satOff val="0"/>
                <a:lumOff val="0"/>
                <a:alphaOff val="0"/>
                <a:satMod val="110000"/>
                <a:lumMod val="100000"/>
                <a:shade val="100000"/>
              </a:schemeClr>
            </a:gs>
            <a:gs pos="100000">
              <a:schemeClr val="accent5">
                <a:tint val="40000"/>
                <a:hueOff val="0"/>
                <a:satOff val="0"/>
                <a:lumOff val="0"/>
                <a:alphaOff val="0"/>
                <a:lumMod val="99000"/>
                <a:satMod val="120000"/>
                <a:shade val="78000"/>
              </a:schemeClr>
            </a:gs>
          </a:gsLst>
          <a:lin ang="5400000" scaled="0"/>
        </a:gra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3A01DFF-0EFC-4FDE-85FF-348A6712AE9B}"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3337448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3A01DFF-0EFC-4FDE-85FF-348A6712AE9B}"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BEC74-C61D-45C2-9B30-C399EB787A3F}" type="slidenum">
              <a:rPr lang="en-US" smtClean="0"/>
              <a:t>‹#›</a:t>
            </a:fld>
            <a:endParaRPr lang="en-US"/>
          </a:p>
        </p:txBody>
      </p:sp>
      <p:cxnSp>
        <p:nvCxnSpPr>
          <p:cNvPr id="8" name="Straight Connector 7"/>
          <p:cNvCxnSpPr/>
          <p:nvPr userDrawn="1"/>
        </p:nvCxnSpPr>
        <p:spPr>
          <a:xfrm flipV="1">
            <a:off x="628650" y="1343608"/>
            <a:ext cx="7886700" cy="933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80518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A01DFF-0EFC-4FDE-85FF-348A6712AE9B}"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3479673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3A01DFF-0EFC-4FDE-85FF-348A6712AE9B}" type="datetimeFigureOut">
              <a:rPr lang="en-US" smtClean="0"/>
              <a:t>2/11/2018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3603067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3A01DFF-0EFC-4FDE-85FF-348A6712AE9B}" type="datetimeFigureOut">
              <a:rPr lang="en-US" smtClean="0"/>
              <a:t>2/11/2018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3574197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3A01DFF-0EFC-4FDE-85FF-348A6712AE9B}" type="datetimeFigureOut">
              <a:rPr lang="en-US" smtClean="0"/>
              <a:t>2/11/2018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887249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A01DFF-0EFC-4FDE-85FF-348A6712AE9B}" type="datetimeFigureOut">
              <a:rPr lang="en-US" smtClean="0"/>
              <a:t>2/11/2018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1374360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A01DFF-0EFC-4FDE-85FF-348A6712AE9B}" type="datetimeFigureOut">
              <a:rPr lang="en-US" smtClean="0"/>
              <a:t>2/11/2018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3913700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A01DFF-0EFC-4FDE-85FF-348A6712AE9B}" type="datetimeFigureOut">
              <a:rPr lang="en-US" smtClean="0"/>
              <a:t>2/11/2018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3663072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3A01DFF-0EFC-4FDE-85FF-348A6712AE9B}"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890687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3A01DFF-0EFC-4FDE-85FF-348A6712AE9B}"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1BEC74-C61D-45C2-9B30-C399EB787A3F}" type="slidenum">
              <a:rPr lang="en-US" smtClean="0"/>
              <a:t>‹#›</a:t>
            </a:fld>
            <a:endParaRPr lang="en-US"/>
          </a:p>
        </p:txBody>
      </p:sp>
    </p:spTree>
    <p:extLst>
      <p:ext uri="{BB962C8B-B14F-4D97-AF65-F5344CB8AC3E}">
        <p14:creationId xmlns:p14="http://schemas.microsoft.com/office/powerpoint/2010/main" val="1074644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A01DFF-0EFC-4FDE-85FF-348A6712AE9B}" type="datetimeFigureOut">
              <a:rPr lang="en-US" smtClean="0"/>
              <a:t>2/11/2018</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1BEC74-C61D-45C2-9B30-C399EB787A3F}" type="slidenum">
              <a:rPr lang="en-US" smtClean="0"/>
              <a:t>‹#›</a:t>
            </a:fld>
            <a:endParaRPr lang="en-US"/>
          </a:p>
        </p:txBody>
      </p:sp>
      <p:pic>
        <p:nvPicPr>
          <p:cNvPr id="7" name="Picture 6"/>
          <p:cNvPicPr>
            <a:picLocks noChangeAspect="1"/>
          </p:cNvPicPr>
          <p:nvPr userDrawn="1"/>
        </p:nvPicPr>
        <p:blipFill>
          <a:blip r:embed="rId13"/>
          <a:stretch>
            <a:fillRect/>
          </a:stretch>
        </p:blipFill>
        <p:spPr>
          <a:xfrm>
            <a:off x="7139246" y="67696"/>
            <a:ext cx="1902117" cy="725487"/>
          </a:xfrm>
          <a:prstGeom prst="rect">
            <a:avLst/>
          </a:prstGeom>
        </p:spPr>
      </p:pic>
    </p:spTree>
    <p:extLst>
      <p:ext uri="{BB962C8B-B14F-4D97-AF65-F5344CB8AC3E}">
        <p14:creationId xmlns:p14="http://schemas.microsoft.com/office/powerpoint/2010/main" val="6967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diagramLayout" Target="../diagrams/layout6.xml"/><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diagramData" Target="../diagrams/data6.xml"/><Relationship Id="rId2" Type="http://schemas.openxmlformats.org/officeDocument/2006/relationships/diagramData" Target="../diagrams/data4.xml"/><Relationship Id="rId16" Type="http://schemas.microsoft.com/office/2007/relationships/diagramDrawing" Target="../diagrams/drawing6.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5" Type="http://schemas.openxmlformats.org/officeDocument/2006/relationships/diagramColors" Target="../diagrams/colors6.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 Id="rId1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2055" y="4972646"/>
            <a:ext cx="6858000" cy="437745"/>
          </a:xfrm>
        </p:spPr>
        <p:txBody>
          <a:bodyPr>
            <a:normAutofit fontScale="90000"/>
          </a:bodyPr>
          <a:lstStyle/>
          <a:p>
            <a:r>
              <a:rPr lang="en-US" sz="2100" dirty="0">
                <a:solidFill>
                  <a:schemeClr val="bg2">
                    <a:lumMod val="10000"/>
                  </a:schemeClr>
                </a:solidFill>
                <a:latin typeface="+mn-lt"/>
              </a:rPr>
              <a:t>Business Development Unit </a:t>
            </a:r>
            <a:br>
              <a:rPr lang="en-US" sz="2100" dirty="0">
                <a:solidFill>
                  <a:schemeClr val="bg2">
                    <a:lumMod val="10000"/>
                  </a:schemeClr>
                </a:solidFill>
                <a:latin typeface="+mn-lt"/>
              </a:rPr>
            </a:br>
            <a:r>
              <a:rPr lang="en-US" sz="2100" dirty="0">
                <a:solidFill>
                  <a:schemeClr val="bg2">
                    <a:lumMod val="10000"/>
                  </a:schemeClr>
                </a:solidFill>
                <a:latin typeface="+mn-lt"/>
              </a:rPr>
              <a:t>scope briefing</a:t>
            </a:r>
          </a:p>
        </p:txBody>
      </p:sp>
      <p:pic>
        <p:nvPicPr>
          <p:cNvPr id="4" name="Picture 3"/>
          <p:cNvPicPr>
            <a:picLocks noChangeAspect="1"/>
          </p:cNvPicPr>
          <p:nvPr/>
        </p:nvPicPr>
        <p:blipFill>
          <a:blip r:embed="rId2"/>
          <a:stretch>
            <a:fillRect/>
          </a:stretch>
        </p:blipFill>
        <p:spPr>
          <a:xfrm>
            <a:off x="370099" y="1564850"/>
            <a:ext cx="8529936" cy="2969444"/>
          </a:xfrm>
          <a:prstGeom prst="rect">
            <a:avLst/>
          </a:prstGeom>
        </p:spPr>
      </p:pic>
    </p:spTree>
    <p:extLst>
      <p:ext uri="{BB962C8B-B14F-4D97-AF65-F5344CB8AC3E}">
        <p14:creationId xmlns:p14="http://schemas.microsoft.com/office/powerpoint/2010/main" val="6788257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smtClean="0"/>
              <a:t>Introduction </a:t>
            </a:r>
            <a:endParaRPr lang="en-US" sz="2000" dirty="0"/>
          </a:p>
        </p:txBody>
      </p:sp>
      <p:sp>
        <p:nvSpPr>
          <p:cNvPr id="3" name="Content Placeholder 2"/>
          <p:cNvSpPr>
            <a:spLocks noGrp="1"/>
          </p:cNvSpPr>
          <p:nvPr>
            <p:ph idx="1"/>
          </p:nvPr>
        </p:nvSpPr>
        <p:spPr/>
        <p:txBody>
          <a:bodyPr/>
          <a:lstStyle/>
          <a:p>
            <a:pPr algn="just"/>
            <a:r>
              <a:rPr lang="en-US" dirty="0"/>
              <a:t>In </a:t>
            </a:r>
            <a:r>
              <a:rPr lang="en-US" dirty="0" smtClean="0"/>
              <a:t> line with recent changes in the University structure after the merge. Under the guidance of the Board of Trustees to create an innovative work environment in KUST as globally recognized educational organization, it was recommended to establish a Business Development &amp; analysis unit.</a:t>
            </a:r>
          </a:p>
          <a:p>
            <a:pPr algn="just"/>
            <a:r>
              <a:rPr lang="en-US" dirty="0" smtClean="0"/>
              <a:t>In the simplest </a:t>
            </a:r>
            <a:r>
              <a:rPr lang="en-US" dirty="0"/>
              <a:t>terms, business development can be summarized as the ideas, initiatives and activities aimed towards </a:t>
            </a:r>
            <a:r>
              <a:rPr lang="en-US" dirty="0" smtClean="0"/>
              <a:t>enhancing the business performance. </a:t>
            </a:r>
            <a:r>
              <a:rPr lang="en-US" dirty="0"/>
              <a:t>This includes increasing revenues, growth in terms of business expansion, increasing profitability by building strategic partnerships, and making strategic business decisions. </a:t>
            </a:r>
            <a:endParaRPr lang="en-US" dirty="0" smtClean="0"/>
          </a:p>
          <a:p>
            <a:pPr algn="just"/>
            <a:r>
              <a:rPr lang="en-US" dirty="0" smtClean="0"/>
              <a:t>The main objective of this unit is to support self sufficiency of the University on the long term via increasing the current levels of income and/ or increase  efficiency through applying Total Quality Management concepts to all the university process and develop analysis and reporting for decision making .  </a:t>
            </a:r>
            <a:endParaRPr lang="en-US" dirty="0"/>
          </a:p>
        </p:txBody>
      </p:sp>
    </p:spTree>
    <p:extLst>
      <p:ext uri="{BB962C8B-B14F-4D97-AF65-F5344CB8AC3E}">
        <p14:creationId xmlns:p14="http://schemas.microsoft.com/office/powerpoint/2010/main" val="26829179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development and analysis scope of work  </a:t>
            </a:r>
            <a:endParaRPr lang="en-US" dirty="0"/>
          </a:p>
        </p:txBody>
      </p:sp>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789709" y="1984663"/>
            <a:ext cx="7491846" cy="2585323"/>
          </a:xfrm>
          <a:prstGeom prst="rect">
            <a:avLst/>
          </a:prstGeom>
        </p:spPr>
        <p:txBody>
          <a:bodyPr wrap="square">
            <a:spAutoFit/>
          </a:bodyPr>
          <a:lstStyle/>
          <a:p>
            <a:pPr algn="just"/>
            <a:r>
              <a:rPr lang="en-US" b="1" dirty="0"/>
              <a:t>A Business Development </a:t>
            </a:r>
            <a:r>
              <a:rPr lang="en-US" dirty="0"/>
              <a:t>Manager works to improve an organization’s market position and achieve financial growth. This person defines long-term organizational strategic goals, builds key customer relationships, identifies business opportunities, negotiates and closes business deals and maintains extensive knowledge of current market </a:t>
            </a:r>
            <a:r>
              <a:rPr lang="en-US" dirty="0" smtClean="0"/>
              <a:t>conditions.</a:t>
            </a:r>
          </a:p>
          <a:p>
            <a:pPr algn="just"/>
            <a:endParaRPr lang="en-US" dirty="0"/>
          </a:p>
          <a:p>
            <a:pPr algn="just"/>
            <a:r>
              <a:rPr lang="en-US" b="1" dirty="0" smtClean="0"/>
              <a:t>Analysis</a:t>
            </a:r>
            <a:r>
              <a:rPr lang="en-US" dirty="0" smtClean="0"/>
              <a:t> area is to provide business studies and analysis such as the entity performance analysis, feasibility studies , business plans, cost analysis and pricing models.</a:t>
            </a:r>
            <a:endParaRPr lang="en-US" dirty="0"/>
          </a:p>
        </p:txBody>
      </p:sp>
    </p:spTree>
    <p:extLst>
      <p:ext uri="{BB962C8B-B14F-4D97-AF65-F5344CB8AC3E}">
        <p14:creationId xmlns:p14="http://schemas.microsoft.com/office/powerpoint/2010/main" val="24475412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a:t>
            </a:r>
            <a:r>
              <a:rPr lang="en-US" dirty="0" smtClean="0"/>
              <a:t>Development </a:t>
            </a:r>
            <a:r>
              <a:rPr lang="en-US" dirty="0"/>
              <a:t>and </a:t>
            </a:r>
            <a:r>
              <a:rPr lang="en-US" dirty="0" smtClean="0"/>
              <a:t>Analysis </a:t>
            </a:r>
            <a:endParaRPr lang="en-US" dirty="0"/>
          </a:p>
        </p:txBody>
      </p:sp>
      <p:graphicFrame>
        <p:nvGraphicFramePr>
          <p:cNvPr id="4" name="Diagram 3"/>
          <p:cNvGraphicFramePr/>
          <p:nvPr>
            <p:extLst>
              <p:ext uri="{D42A27DB-BD31-4B8C-83A1-F6EECF244321}">
                <p14:modId xmlns:p14="http://schemas.microsoft.com/office/powerpoint/2010/main" val="2469515315"/>
              </p:ext>
            </p:extLst>
          </p:nvPr>
        </p:nvGraphicFramePr>
        <p:xfrm>
          <a:off x="904010" y="1812637"/>
          <a:ext cx="6795654" cy="44115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10232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a:t>
            </a:r>
            <a:r>
              <a:rPr lang="en-US" dirty="0" smtClean="0"/>
              <a:t>Development </a:t>
            </a:r>
            <a:r>
              <a:rPr lang="en-US" dirty="0"/>
              <a:t>and </a:t>
            </a:r>
            <a:r>
              <a:rPr lang="en-US" dirty="0" smtClean="0"/>
              <a:t>Analysis </a:t>
            </a:r>
            <a:endParaRPr lang="en-US" dirty="0"/>
          </a:p>
        </p:txBody>
      </p:sp>
      <p:sp>
        <p:nvSpPr>
          <p:cNvPr id="3" name="Content Placeholder 2"/>
          <p:cNvSpPr>
            <a:spLocks noGrp="1"/>
          </p:cNvSpPr>
          <p:nvPr>
            <p:ph idx="1"/>
          </p:nvPr>
        </p:nvSpPr>
        <p:spPr/>
        <p:txBody>
          <a:bodyPr/>
          <a:lstStyle/>
          <a:p>
            <a:endParaRPr lang="en-US" dirty="0"/>
          </a:p>
        </p:txBody>
      </p:sp>
      <p:sp>
        <p:nvSpPr>
          <p:cNvPr id="5" name="Flowchart: Alternate Process 4"/>
          <p:cNvSpPr/>
          <p:nvPr/>
        </p:nvSpPr>
        <p:spPr>
          <a:xfrm>
            <a:off x="1955201" y="2702430"/>
            <a:ext cx="1558636" cy="850466"/>
          </a:xfrm>
          <a:prstGeom prst="flowChartAlternateProcess">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Business Studies</a:t>
            </a:r>
            <a:endParaRPr lang="en-US" dirty="0">
              <a:solidFill>
                <a:schemeClr val="tx1"/>
              </a:solidFill>
            </a:endParaRPr>
          </a:p>
        </p:txBody>
      </p:sp>
      <p:sp>
        <p:nvSpPr>
          <p:cNvPr id="6" name="Flowchart: Alternate Process 5"/>
          <p:cNvSpPr/>
          <p:nvPr/>
        </p:nvSpPr>
        <p:spPr>
          <a:xfrm>
            <a:off x="2021906" y="4298585"/>
            <a:ext cx="1558636" cy="850466"/>
          </a:xfrm>
          <a:prstGeom prst="flowChartAlternateProcess">
            <a:avLst/>
          </a:prstGeom>
          <a:solidFill>
            <a:schemeClr val="accent1">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Business </a:t>
            </a:r>
            <a:r>
              <a:rPr lang="en-US" dirty="0" smtClean="0">
                <a:solidFill>
                  <a:schemeClr val="tx1"/>
                </a:solidFill>
              </a:rPr>
              <a:t>Operations</a:t>
            </a:r>
            <a:endParaRPr lang="en-US" dirty="0">
              <a:solidFill>
                <a:schemeClr val="tx1"/>
              </a:solidFill>
            </a:endParaRPr>
          </a:p>
        </p:txBody>
      </p:sp>
      <p:sp>
        <p:nvSpPr>
          <p:cNvPr id="8" name="Flowchart: Alternate Process 7"/>
          <p:cNvSpPr/>
          <p:nvPr/>
        </p:nvSpPr>
        <p:spPr>
          <a:xfrm>
            <a:off x="6593031" y="4253850"/>
            <a:ext cx="1558636" cy="850466"/>
          </a:xfrm>
          <a:prstGeom prst="flowChartAlternateProcess">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Support Decision Maker</a:t>
            </a:r>
            <a:endParaRPr lang="en-US" dirty="0">
              <a:solidFill>
                <a:schemeClr val="tx1"/>
              </a:solidFill>
            </a:endParaRPr>
          </a:p>
        </p:txBody>
      </p:sp>
      <p:sp>
        <p:nvSpPr>
          <p:cNvPr id="9" name="Flowchart: Alternate Process 8"/>
          <p:cNvSpPr/>
          <p:nvPr/>
        </p:nvSpPr>
        <p:spPr>
          <a:xfrm>
            <a:off x="4322618" y="4298585"/>
            <a:ext cx="1558636" cy="850466"/>
          </a:xfrm>
          <a:prstGeom prst="flowChartAlternateProcess">
            <a:avLst/>
          </a:prstGeom>
          <a:solidFill>
            <a:schemeClr val="accent2">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Operation Analysis </a:t>
            </a:r>
            <a:endParaRPr lang="en-US" dirty="0">
              <a:solidFill>
                <a:schemeClr val="tx1"/>
              </a:solidFill>
            </a:endParaRPr>
          </a:p>
        </p:txBody>
      </p:sp>
      <p:sp>
        <p:nvSpPr>
          <p:cNvPr id="10" name="Flowchart: Alternate Process 9"/>
          <p:cNvSpPr/>
          <p:nvPr/>
        </p:nvSpPr>
        <p:spPr>
          <a:xfrm>
            <a:off x="4241204" y="2702430"/>
            <a:ext cx="1558636" cy="850466"/>
          </a:xfrm>
          <a:prstGeom prst="flowChartAlternateProcess">
            <a:avLst/>
          </a:prstGeom>
          <a:solidFill>
            <a:schemeClr val="accent2">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Analysis </a:t>
            </a:r>
            <a:r>
              <a:rPr lang="en-US" sz="1600" dirty="0" smtClean="0">
                <a:solidFill>
                  <a:schemeClr val="tx1"/>
                </a:solidFill>
              </a:rPr>
              <a:t>( Cost &amp; pricing) </a:t>
            </a:r>
            <a:endParaRPr lang="en-US" sz="1600" dirty="0">
              <a:solidFill>
                <a:schemeClr val="tx1"/>
              </a:solidFill>
            </a:endParaRPr>
          </a:p>
        </p:txBody>
      </p:sp>
      <p:sp>
        <p:nvSpPr>
          <p:cNvPr id="11" name="Flowchart: Alternate Process 10"/>
          <p:cNvSpPr/>
          <p:nvPr/>
        </p:nvSpPr>
        <p:spPr>
          <a:xfrm>
            <a:off x="6593031" y="2647951"/>
            <a:ext cx="1558636" cy="850466"/>
          </a:xfrm>
          <a:prstGeom prst="flowChartAlternateProcess">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solidFill>
                  <a:schemeClr val="tx1"/>
                </a:solidFill>
              </a:rPr>
              <a:t>Sales Products </a:t>
            </a:r>
            <a:endParaRPr lang="en-US" dirty="0">
              <a:solidFill>
                <a:schemeClr val="tx1"/>
              </a:solidFill>
            </a:endParaRPr>
          </a:p>
        </p:txBody>
      </p:sp>
      <p:sp>
        <p:nvSpPr>
          <p:cNvPr id="12" name="Plus 11"/>
          <p:cNvSpPr/>
          <p:nvPr/>
        </p:nvSpPr>
        <p:spPr>
          <a:xfrm>
            <a:off x="3669702" y="2878281"/>
            <a:ext cx="415637" cy="498763"/>
          </a:xfrm>
          <a:prstGeom prst="mathPl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qual 12"/>
          <p:cNvSpPr/>
          <p:nvPr/>
        </p:nvSpPr>
        <p:spPr>
          <a:xfrm>
            <a:off x="6009399" y="2937959"/>
            <a:ext cx="374073" cy="290945"/>
          </a:xfrm>
          <a:prstGeom prst="mathEqua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Plus 15"/>
          <p:cNvSpPr/>
          <p:nvPr/>
        </p:nvSpPr>
        <p:spPr>
          <a:xfrm>
            <a:off x="3766704" y="4474436"/>
            <a:ext cx="415637" cy="498763"/>
          </a:xfrm>
          <a:prstGeom prst="mathPl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qual 16"/>
          <p:cNvSpPr/>
          <p:nvPr/>
        </p:nvSpPr>
        <p:spPr>
          <a:xfrm>
            <a:off x="6067416" y="4533610"/>
            <a:ext cx="374073" cy="290945"/>
          </a:xfrm>
          <a:prstGeom prst="mathEqua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Rectangle 39"/>
          <p:cNvSpPr/>
          <p:nvPr/>
        </p:nvSpPr>
        <p:spPr>
          <a:xfrm>
            <a:off x="831273" y="2702430"/>
            <a:ext cx="883227" cy="2446621"/>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solidFill>
                  <a:schemeClr val="tx1"/>
                </a:solidFill>
              </a:rPr>
              <a:t>Business </a:t>
            </a:r>
            <a:r>
              <a:rPr lang="en-US" dirty="0">
                <a:solidFill>
                  <a:schemeClr val="tx1"/>
                </a:solidFill>
              </a:rPr>
              <a:t>Development and Analysis </a:t>
            </a:r>
          </a:p>
        </p:txBody>
      </p:sp>
    </p:spTree>
    <p:extLst>
      <p:ext uri="{BB962C8B-B14F-4D97-AF65-F5344CB8AC3E}">
        <p14:creationId xmlns:p14="http://schemas.microsoft.com/office/powerpoint/2010/main" val="13761234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development and analysis </a:t>
            </a:r>
            <a:r>
              <a:rPr lang="en-US" dirty="0" smtClean="0"/>
              <a:t>Implementation </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79482401"/>
              </p:ext>
            </p:extLst>
          </p:nvPr>
        </p:nvGraphicFramePr>
        <p:xfrm>
          <a:off x="628650" y="2386734"/>
          <a:ext cx="4016085" cy="3743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Content Placeholder 4"/>
          <p:cNvGraphicFramePr>
            <a:graphicFrameLocks/>
          </p:cNvGraphicFramePr>
          <p:nvPr>
            <p:extLst>
              <p:ext uri="{D42A27DB-BD31-4B8C-83A1-F6EECF244321}">
                <p14:modId xmlns:p14="http://schemas.microsoft.com/office/powerpoint/2010/main" val="2252958717"/>
              </p:ext>
            </p:extLst>
          </p:nvPr>
        </p:nvGraphicFramePr>
        <p:xfrm>
          <a:off x="4843895" y="2386734"/>
          <a:ext cx="4016085" cy="374390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Rounded Rectangle 9"/>
          <p:cNvSpPr/>
          <p:nvPr/>
        </p:nvSpPr>
        <p:spPr>
          <a:xfrm>
            <a:off x="1174173" y="1579418"/>
            <a:ext cx="3158836" cy="56110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Business </a:t>
            </a:r>
            <a:r>
              <a:rPr lang="en-US" dirty="0" smtClean="0">
                <a:solidFill>
                  <a:schemeClr val="tx1"/>
                </a:solidFill>
              </a:rPr>
              <a:t>development Activities</a:t>
            </a:r>
            <a:endParaRPr lang="en-US" dirty="0">
              <a:solidFill>
                <a:schemeClr val="tx1"/>
              </a:solidFill>
            </a:endParaRPr>
          </a:p>
        </p:txBody>
      </p:sp>
      <p:sp>
        <p:nvSpPr>
          <p:cNvPr id="11" name="Rounded Rectangle 10"/>
          <p:cNvSpPr/>
          <p:nvPr/>
        </p:nvSpPr>
        <p:spPr>
          <a:xfrm>
            <a:off x="5272519" y="1579417"/>
            <a:ext cx="3158836" cy="561109"/>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Analysis Activities</a:t>
            </a:r>
          </a:p>
          <a:p>
            <a:pPr algn="ctr"/>
            <a:endParaRPr lang="en-US" dirty="0">
              <a:solidFill>
                <a:schemeClr val="tx1"/>
              </a:solidFill>
            </a:endParaRPr>
          </a:p>
        </p:txBody>
      </p:sp>
    </p:spTree>
    <p:extLst>
      <p:ext uri="{BB962C8B-B14F-4D97-AF65-F5344CB8AC3E}">
        <p14:creationId xmlns:p14="http://schemas.microsoft.com/office/powerpoint/2010/main" val="30862575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Development Potential Revenue Areas </a:t>
            </a:r>
            <a:endParaRPr lang="en-US" dirty="0"/>
          </a:p>
        </p:txBody>
      </p:sp>
      <p:sp>
        <p:nvSpPr>
          <p:cNvPr id="3" name="Content Placeholder 2"/>
          <p:cNvSpPr>
            <a:spLocks noGrp="1"/>
          </p:cNvSpPr>
          <p:nvPr>
            <p:ph idx="1"/>
          </p:nvPr>
        </p:nvSpPr>
        <p:spPr/>
        <p:txBody>
          <a:bodyPr/>
          <a:lstStyle/>
          <a:p>
            <a:endParaRPr lang="en-US" dirty="0"/>
          </a:p>
        </p:txBody>
      </p:sp>
      <p:grpSp>
        <p:nvGrpSpPr>
          <p:cNvPr id="4" name="Group 3"/>
          <p:cNvGrpSpPr>
            <a:grpSpLocks/>
          </p:cNvGrpSpPr>
          <p:nvPr/>
        </p:nvGrpSpPr>
        <p:grpSpPr bwMode="auto">
          <a:xfrm>
            <a:off x="358584" y="1625297"/>
            <a:ext cx="7227888" cy="8189912"/>
            <a:chOff x="95517" y="1464371"/>
            <a:chExt cx="7474959" cy="8189796"/>
          </a:xfrm>
        </p:grpSpPr>
        <p:sp>
          <p:nvSpPr>
            <p:cNvPr id="5" name="Line Callout 2 (Border and Accent Bar) 4"/>
            <p:cNvSpPr/>
            <p:nvPr/>
          </p:nvSpPr>
          <p:spPr bwMode="auto">
            <a:xfrm rot="10800000">
              <a:off x="95517" y="1464371"/>
              <a:ext cx="7474959" cy="5152928"/>
            </a:xfrm>
            <a:prstGeom prst="accentBorderCallout2">
              <a:avLst>
                <a:gd name="adj1" fmla="val -398"/>
                <a:gd name="adj2" fmla="val -21"/>
                <a:gd name="adj3" fmla="val -2190"/>
                <a:gd name="adj4" fmla="val -5376"/>
                <a:gd name="adj5" fmla="val 7878"/>
                <a:gd name="adj6" fmla="val -11021"/>
              </a:avLst>
            </a:prstGeom>
            <a:ln w="25400" cmpd="sng">
              <a:headEnd type="none" w="med" len="med"/>
              <a:tailEnd type="none" w="med" len="med"/>
            </a:ln>
            <a:effectLst>
              <a:glow rad="101600">
                <a:schemeClr val="accent4">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txBody>
            <a:bodyPr/>
            <a:lstStyle>
              <a:defPPr>
                <a:defRPr lang="en-US"/>
              </a:defPPr>
              <a:lvl1pPr algn="l" rtl="0" eaLnBrk="0" fontAlgn="base" hangingPunct="0">
                <a:spcBef>
                  <a:spcPct val="0"/>
                </a:spcBef>
                <a:spcAft>
                  <a:spcPct val="0"/>
                </a:spcAft>
                <a:defRPr sz="2400" kern="1200" baseline="-25000">
                  <a:solidFill>
                    <a:schemeClr val="dk1"/>
                  </a:solidFill>
                  <a:latin typeface="+mn-lt"/>
                  <a:ea typeface="+mn-ea"/>
                  <a:cs typeface="+mn-cs"/>
                </a:defRPr>
              </a:lvl1pPr>
              <a:lvl2pPr marL="457200" algn="l" rtl="0" eaLnBrk="0" fontAlgn="base" hangingPunct="0">
                <a:spcBef>
                  <a:spcPct val="0"/>
                </a:spcBef>
                <a:spcAft>
                  <a:spcPct val="0"/>
                </a:spcAft>
                <a:defRPr sz="2400" kern="1200" baseline="-25000">
                  <a:solidFill>
                    <a:schemeClr val="dk1"/>
                  </a:solidFill>
                  <a:latin typeface="+mn-lt"/>
                  <a:ea typeface="+mn-ea"/>
                  <a:cs typeface="+mn-cs"/>
                </a:defRPr>
              </a:lvl2pPr>
              <a:lvl3pPr marL="914400" algn="l" rtl="0" eaLnBrk="0" fontAlgn="base" hangingPunct="0">
                <a:spcBef>
                  <a:spcPct val="0"/>
                </a:spcBef>
                <a:spcAft>
                  <a:spcPct val="0"/>
                </a:spcAft>
                <a:defRPr sz="2400" kern="1200" baseline="-25000">
                  <a:solidFill>
                    <a:schemeClr val="dk1"/>
                  </a:solidFill>
                  <a:latin typeface="+mn-lt"/>
                  <a:ea typeface="+mn-ea"/>
                  <a:cs typeface="+mn-cs"/>
                </a:defRPr>
              </a:lvl3pPr>
              <a:lvl4pPr marL="1371600" algn="l" rtl="0" eaLnBrk="0" fontAlgn="base" hangingPunct="0">
                <a:spcBef>
                  <a:spcPct val="0"/>
                </a:spcBef>
                <a:spcAft>
                  <a:spcPct val="0"/>
                </a:spcAft>
                <a:defRPr sz="2400" kern="1200" baseline="-25000">
                  <a:solidFill>
                    <a:schemeClr val="dk1"/>
                  </a:solidFill>
                  <a:latin typeface="+mn-lt"/>
                  <a:ea typeface="+mn-ea"/>
                  <a:cs typeface="+mn-cs"/>
                </a:defRPr>
              </a:lvl4pPr>
              <a:lvl5pPr marL="1828800" algn="l" rtl="0" eaLnBrk="0" fontAlgn="base" hangingPunct="0">
                <a:spcBef>
                  <a:spcPct val="0"/>
                </a:spcBef>
                <a:spcAft>
                  <a:spcPct val="0"/>
                </a:spcAft>
                <a:defRPr sz="2400" kern="1200" baseline="-25000">
                  <a:solidFill>
                    <a:schemeClr val="dk1"/>
                  </a:solidFill>
                  <a:latin typeface="+mn-lt"/>
                  <a:ea typeface="+mn-ea"/>
                  <a:cs typeface="+mn-cs"/>
                </a:defRPr>
              </a:lvl5pPr>
              <a:lvl6pPr marL="2286000" algn="l" defTabSz="914400" rtl="0" eaLnBrk="1" latinLnBrk="0" hangingPunct="1">
                <a:defRPr sz="2400" kern="1200" baseline="-25000">
                  <a:solidFill>
                    <a:schemeClr val="dk1"/>
                  </a:solidFill>
                  <a:latin typeface="+mn-lt"/>
                  <a:ea typeface="+mn-ea"/>
                  <a:cs typeface="+mn-cs"/>
                </a:defRPr>
              </a:lvl6pPr>
              <a:lvl7pPr marL="2743200" algn="l" defTabSz="914400" rtl="0" eaLnBrk="1" latinLnBrk="0" hangingPunct="1">
                <a:defRPr sz="2400" kern="1200" baseline="-25000">
                  <a:solidFill>
                    <a:schemeClr val="dk1"/>
                  </a:solidFill>
                  <a:latin typeface="+mn-lt"/>
                  <a:ea typeface="+mn-ea"/>
                  <a:cs typeface="+mn-cs"/>
                </a:defRPr>
              </a:lvl7pPr>
              <a:lvl8pPr marL="3200400" algn="l" defTabSz="914400" rtl="0" eaLnBrk="1" latinLnBrk="0" hangingPunct="1">
                <a:defRPr sz="2400" kern="1200" baseline="-25000">
                  <a:solidFill>
                    <a:schemeClr val="dk1"/>
                  </a:solidFill>
                  <a:latin typeface="+mn-lt"/>
                  <a:ea typeface="+mn-ea"/>
                  <a:cs typeface="+mn-cs"/>
                </a:defRPr>
              </a:lvl8pPr>
              <a:lvl9pPr marL="3657600" algn="l" defTabSz="914400" rtl="0" eaLnBrk="1" latinLnBrk="0" hangingPunct="1">
                <a:defRPr sz="2400" kern="1200" baseline="-25000">
                  <a:solidFill>
                    <a:schemeClr val="dk1"/>
                  </a:solidFill>
                  <a:latin typeface="+mn-lt"/>
                  <a:ea typeface="+mn-ea"/>
                  <a:cs typeface="+mn-cs"/>
                </a:defRPr>
              </a:lvl9pPr>
            </a:lstStyle>
            <a:p>
              <a:pPr>
                <a:defRPr/>
              </a:pPr>
              <a:endParaRPr lang="en-US">
                <a:solidFill>
                  <a:schemeClr val="tx1"/>
                </a:solidFill>
              </a:endParaRPr>
            </a:p>
          </p:txBody>
        </p:sp>
        <p:sp>
          <p:nvSpPr>
            <p:cNvPr id="6" name="Bevel 5"/>
            <p:cNvSpPr/>
            <p:nvPr/>
          </p:nvSpPr>
          <p:spPr bwMode="auto">
            <a:xfrm>
              <a:off x="5182374" y="1634231"/>
              <a:ext cx="1907732" cy="698490"/>
            </a:xfrm>
            <a:prstGeom prst="bevel">
              <a:avLst>
                <a:gd name="adj" fmla="val 21359"/>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81000">
                  <a:schemeClr val="accent5">
                    <a:lumMod val="60000"/>
                    <a:lumOff val="40000"/>
                    <a:shade val="100000"/>
                    <a:satMod val="115000"/>
                  </a:schemeClr>
                </a:gs>
              </a:gsLst>
              <a:path path="rect">
                <a:fillToRect l="100000" t="100000"/>
              </a:path>
              <a:tileRect r="-100000" b="-100000"/>
            </a:gradFill>
            <a:ln w="22225" cap="flat" cmpd="sng" algn="ctr">
              <a:solidFill>
                <a:srgbClr val="0070C0">
                  <a:alpha val="36000"/>
                </a:srgbClr>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9pPr>
            </a:lstStyle>
            <a:p>
              <a:pPr algn="ctr">
                <a:defRPr/>
              </a:pPr>
              <a:r>
                <a:rPr lang="en-US" sz="1800" b="1" dirty="0" smtClean="0">
                  <a:latin typeface="Aharoni" panose="02010803020104030203" pitchFamily="2" charset="-79"/>
                  <a:ea typeface="ＭＳ Ｐゴシック" pitchFamily="98" charset="-128"/>
                  <a:cs typeface="Aharoni" panose="02010803020104030203" pitchFamily="2" charset="-79"/>
                </a:rPr>
                <a:t>Facilities &amp; infrastructure</a:t>
              </a:r>
              <a:endParaRPr lang="en-US" sz="1800" b="1" dirty="0">
                <a:latin typeface="Aharoni" panose="02010803020104030203" pitchFamily="2" charset="-79"/>
                <a:ea typeface="ＭＳ Ｐゴシック" pitchFamily="98" charset="-128"/>
                <a:cs typeface="Aharoni" panose="02010803020104030203" pitchFamily="2" charset="-79"/>
              </a:endParaRPr>
            </a:p>
          </p:txBody>
        </p:sp>
        <p:graphicFrame>
          <p:nvGraphicFramePr>
            <p:cNvPr id="7" name="Diagram 6"/>
            <p:cNvGraphicFramePr/>
            <p:nvPr/>
          </p:nvGraphicFramePr>
          <p:xfrm>
            <a:off x="333880" y="2059533"/>
            <a:ext cx="2463020" cy="7540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p:cNvGraphicFramePr/>
            <p:nvPr/>
          </p:nvGraphicFramePr>
          <p:xfrm>
            <a:off x="2761356" y="2124337"/>
            <a:ext cx="2382580" cy="752983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Diagram 8"/>
            <p:cNvGraphicFramePr/>
            <p:nvPr>
              <p:extLst>
                <p:ext uri="{D42A27DB-BD31-4B8C-83A1-F6EECF244321}">
                  <p14:modId xmlns:p14="http://schemas.microsoft.com/office/powerpoint/2010/main" val="1074864715"/>
                </p:ext>
              </p:extLst>
            </p:nvPr>
          </p:nvGraphicFramePr>
          <p:xfrm>
            <a:off x="5059019" y="2358423"/>
            <a:ext cx="2031086" cy="478187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0" name="Bevel 9"/>
            <p:cNvSpPr/>
            <p:nvPr/>
          </p:nvSpPr>
          <p:spPr bwMode="auto">
            <a:xfrm>
              <a:off x="2870101" y="1634231"/>
              <a:ext cx="2060416" cy="698490"/>
            </a:xfrm>
            <a:prstGeom prst="bevel">
              <a:avLst>
                <a:gd name="adj" fmla="val 21359"/>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81000">
                  <a:schemeClr val="accent5">
                    <a:lumMod val="60000"/>
                    <a:lumOff val="40000"/>
                    <a:shade val="100000"/>
                    <a:satMod val="115000"/>
                  </a:schemeClr>
                </a:gs>
              </a:gsLst>
              <a:path path="rect">
                <a:fillToRect l="100000" t="100000"/>
              </a:path>
              <a:tileRect r="-100000" b="-100000"/>
            </a:gradFill>
            <a:ln w="22225" cap="flat" cmpd="sng" algn="ctr">
              <a:solidFill>
                <a:srgbClr val="0070C0">
                  <a:alpha val="36000"/>
                </a:srgbClr>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9pPr>
            </a:lstStyle>
            <a:p>
              <a:pPr algn="ctr">
                <a:defRPr/>
              </a:pPr>
              <a:r>
                <a:rPr lang="en-US" sz="2600" b="1" dirty="0">
                  <a:latin typeface="Aharoni" panose="02010803020104030203" pitchFamily="2" charset="-79"/>
                  <a:ea typeface="ＭＳ Ｐゴシック" pitchFamily="98" charset="-128"/>
                  <a:cs typeface="Aharoni" panose="02010803020104030203" pitchFamily="2" charset="-79"/>
                </a:rPr>
                <a:t>Commercial</a:t>
              </a:r>
            </a:p>
          </p:txBody>
        </p:sp>
        <p:sp>
          <p:nvSpPr>
            <p:cNvPr id="11" name="Bevel 10"/>
            <p:cNvSpPr/>
            <p:nvPr/>
          </p:nvSpPr>
          <p:spPr bwMode="auto">
            <a:xfrm>
              <a:off x="420587" y="1638994"/>
              <a:ext cx="2062058" cy="698490"/>
            </a:xfrm>
            <a:prstGeom prst="bevel">
              <a:avLst>
                <a:gd name="adj" fmla="val 21359"/>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81000">
                  <a:schemeClr val="accent5">
                    <a:lumMod val="60000"/>
                    <a:lumOff val="40000"/>
                    <a:shade val="100000"/>
                    <a:satMod val="115000"/>
                  </a:schemeClr>
                </a:gs>
              </a:gsLst>
              <a:path path="rect">
                <a:fillToRect l="100000" t="100000"/>
              </a:path>
              <a:tileRect r="-100000" b="-100000"/>
            </a:gradFill>
            <a:ln w="22225" cap="flat" cmpd="sng" algn="ctr">
              <a:solidFill>
                <a:srgbClr val="0070C0">
                  <a:alpha val="36000"/>
                </a:srgbClr>
              </a:solidFill>
              <a:prstDash val="solid"/>
              <a:round/>
              <a:headEnd type="none" w="med" len="med"/>
              <a:tailEnd type="none" w="med" len="med"/>
            </a:ln>
            <a:effectLst/>
          </p:spPr>
          <p:txBody>
            <a:bodyPr/>
            <a:lstStyle>
              <a:defPPr>
                <a:defRPr lang="en-US"/>
              </a:defPPr>
              <a:lvl1pPr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baseline="-250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baseline="-25000">
                  <a:solidFill>
                    <a:schemeClr val="tx1"/>
                  </a:solidFill>
                  <a:latin typeface="Arial" panose="020B0604020202020204" pitchFamily="34" charset="0"/>
                  <a:ea typeface="ＭＳ Ｐゴシック" panose="020B0600070205080204" pitchFamily="34" charset="-128"/>
                  <a:cs typeface="+mn-cs"/>
                </a:defRPr>
              </a:lvl9pPr>
            </a:lstStyle>
            <a:p>
              <a:pPr algn="ctr">
                <a:defRPr/>
              </a:pPr>
              <a:r>
                <a:rPr lang="en-US" sz="2600" b="1" dirty="0">
                  <a:latin typeface="Aharoni" panose="02010803020104030203" pitchFamily="2" charset="-79"/>
                  <a:ea typeface="ＭＳ Ｐゴシック" pitchFamily="98" charset="-128"/>
                  <a:cs typeface="Aharoni" panose="02010803020104030203" pitchFamily="2" charset="-79"/>
                </a:rPr>
                <a:t>Academic</a:t>
              </a:r>
            </a:p>
          </p:txBody>
        </p:sp>
      </p:grpSp>
      <p:grpSp>
        <p:nvGrpSpPr>
          <p:cNvPr id="12" name="Group 11"/>
          <p:cNvGrpSpPr>
            <a:grpSpLocks/>
          </p:cNvGrpSpPr>
          <p:nvPr/>
        </p:nvGrpSpPr>
        <p:grpSpPr bwMode="auto">
          <a:xfrm rot="-5400000">
            <a:off x="5905868" y="3384549"/>
            <a:ext cx="5178429" cy="1233488"/>
            <a:chOff x="27481" y="1015269"/>
            <a:chExt cx="6601893" cy="466916"/>
          </a:xfrm>
        </p:grpSpPr>
        <p:sp>
          <p:nvSpPr>
            <p:cNvPr id="16" name="Chevron 15"/>
            <p:cNvSpPr/>
            <p:nvPr/>
          </p:nvSpPr>
          <p:spPr>
            <a:xfrm>
              <a:off x="27481" y="1015269"/>
              <a:ext cx="967414" cy="373773"/>
            </a:xfrm>
            <a:prstGeom prst="chevron">
              <a:avLst>
                <a:gd name="adj" fmla="val 4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7" name="Freeform 16"/>
            <p:cNvSpPr/>
            <p:nvPr/>
          </p:nvSpPr>
          <p:spPr>
            <a:xfrm>
              <a:off x="292608" y="1108412"/>
              <a:ext cx="815624" cy="373773"/>
            </a:xfrm>
            <a:custGeom>
              <a:avLst/>
              <a:gdLst>
                <a:gd name="connsiteX0" fmla="*/ 0 w 817172"/>
                <a:gd name="connsiteY0" fmla="*/ 37353 h 373533"/>
                <a:gd name="connsiteX1" fmla="*/ 37353 w 817172"/>
                <a:gd name="connsiteY1" fmla="*/ 0 h 373533"/>
                <a:gd name="connsiteX2" fmla="*/ 779819 w 817172"/>
                <a:gd name="connsiteY2" fmla="*/ 0 h 373533"/>
                <a:gd name="connsiteX3" fmla="*/ 817172 w 817172"/>
                <a:gd name="connsiteY3" fmla="*/ 37353 h 373533"/>
                <a:gd name="connsiteX4" fmla="*/ 817172 w 817172"/>
                <a:gd name="connsiteY4" fmla="*/ 336180 h 373533"/>
                <a:gd name="connsiteX5" fmla="*/ 779819 w 817172"/>
                <a:gd name="connsiteY5" fmla="*/ 373533 h 373533"/>
                <a:gd name="connsiteX6" fmla="*/ 37353 w 817172"/>
                <a:gd name="connsiteY6" fmla="*/ 373533 h 373533"/>
                <a:gd name="connsiteX7" fmla="*/ 0 w 817172"/>
                <a:gd name="connsiteY7" fmla="*/ 336180 h 373533"/>
                <a:gd name="connsiteX8" fmla="*/ 0 w 817172"/>
                <a:gd name="connsiteY8" fmla="*/ 37353 h 3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172" h="373533">
                  <a:moveTo>
                    <a:pt x="0" y="37353"/>
                  </a:moveTo>
                  <a:cubicBezTo>
                    <a:pt x="0" y="16724"/>
                    <a:pt x="16724" y="0"/>
                    <a:pt x="37353" y="0"/>
                  </a:cubicBezTo>
                  <a:lnTo>
                    <a:pt x="779819" y="0"/>
                  </a:lnTo>
                  <a:cubicBezTo>
                    <a:pt x="800448" y="0"/>
                    <a:pt x="817172" y="16724"/>
                    <a:pt x="817172" y="37353"/>
                  </a:cubicBezTo>
                  <a:lnTo>
                    <a:pt x="817172" y="336180"/>
                  </a:lnTo>
                  <a:cubicBezTo>
                    <a:pt x="817172" y="356809"/>
                    <a:pt x="800448" y="373533"/>
                    <a:pt x="779819" y="373533"/>
                  </a:cubicBezTo>
                  <a:lnTo>
                    <a:pt x="37353" y="373533"/>
                  </a:lnTo>
                  <a:cubicBezTo>
                    <a:pt x="16724" y="373533"/>
                    <a:pt x="0" y="356809"/>
                    <a:pt x="0" y="336180"/>
                  </a:cubicBezTo>
                  <a:lnTo>
                    <a:pt x="0" y="37353"/>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vert="vert" lIns="89172" tIns="89172" rIns="89172" bIns="89172" spcCol="1270" anchor="ctr"/>
            <a:lstStyle>
              <a:defPPr>
                <a:defRPr lang="en-US"/>
              </a:defPPr>
              <a:lvl1pPr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1pPr>
              <a:lvl2pPr marL="4572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2pPr>
              <a:lvl3pPr marL="9144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3pPr>
              <a:lvl4pPr marL="13716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4pPr>
              <a:lvl5pPr marL="18288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5pPr>
              <a:lvl6pPr marL="2286000" algn="l" defTabSz="914400" rtl="0" eaLnBrk="1" latinLnBrk="0" hangingPunct="1">
                <a:defRPr sz="2400" kern="1200" baseline="-25000">
                  <a:solidFill>
                    <a:schemeClr val="dk1">
                      <a:hueOff val="0"/>
                      <a:satOff val="0"/>
                      <a:lumOff val="0"/>
                      <a:alphaOff val="0"/>
                    </a:schemeClr>
                  </a:solidFill>
                  <a:latin typeface="+mn-lt"/>
                  <a:ea typeface="+mn-ea"/>
                  <a:cs typeface="+mn-cs"/>
                </a:defRPr>
              </a:lvl6pPr>
              <a:lvl7pPr marL="2743200" algn="l" defTabSz="914400" rtl="0" eaLnBrk="1" latinLnBrk="0" hangingPunct="1">
                <a:defRPr sz="2400" kern="1200" baseline="-25000">
                  <a:solidFill>
                    <a:schemeClr val="dk1">
                      <a:hueOff val="0"/>
                      <a:satOff val="0"/>
                      <a:lumOff val="0"/>
                      <a:alphaOff val="0"/>
                    </a:schemeClr>
                  </a:solidFill>
                  <a:latin typeface="+mn-lt"/>
                  <a:ea typeface="+mn-ea"/>
                  <a:cs typeface="+mn-cs"/>
                </a:defRPr>
              </a:lvl7pPr>
              <a:lvl8pPr marL="3200400" algn="l" defTabSz="914400" rtl="0" eaLnBrk="1" latinLnBrk="0" hangingPunct="1">
                <a:defRPr sz="2400" kern="1200" baseline="-25000">
                  <a:solidFill>
                    <a:schemeClr val="dk1">
                      <a:hueOff val="0"/>
                      <a:satOff val="0"/>
                      <a:lumOff val="0"/>
                      <a:alphaOff val="0"/>
                    </a:schemeClr>
                  </a:solidFill>
                  <a:latin typeface="+mn-lt"/>
                  <a:ea typeface="+mn-ea"/>
                  <a:cs typeface="+mn-cs"/>
                </a:defRPr>
              </a:lvl8pPr>
              <a:lvl9pPr marL="3657600" algn="l" defTabSz="914400" rtl="0" eaLnBrk="1" latinLnBrk="0" hangingPunct="1">
                <a:defRPr sz="2400" kern="1200" baseline="-25000">
                  <a:solidFill>
                    <a:schemeClr val="dk1">
                      <a:hueOff val="0"/>
                      <a:satOff val="0"/>
                      <a:lumOff val="0"/>
                      <a:alphaOff val="0"/>
                    </a:schemeClr>
                  </a:solidFill>
                  <a:latin typeface="+mn-lt"/>
                  <a:ea typeface="+mn-ea"/>
                  <a:cs typeface="+mn-cs"/>
                </a:defRPr>
              </a:lvl9pPr>
            </a:lstStyle>
            <a:p>
              <a:pPr algn="ctr" defTabSz="488950">
                <a:lnSpc>
                  <a:spcPct val="90000"/>
                </a:lnSpc>
                <a:spcAft>
                  <a:spcPct val="35000"/>
                </a:spcAft>
                <a:defRPr/>
              </a:pPr>
              <a:r>
                <a:rPr lang="en-US" sz="1900" b="1" dirty="0"/>
                <a:t>Assess and Explore</a:t>
              </a:r>
            </a:p>
          </p:txBody>
        </p:sp>
        <p:sp>
          <p:nvSpPr>
            <p:cNvPr id="18" name="Chevron 17"/>
            <p:cNvSpPr/>
            <p:nvPr/>
          </p:nvSpPr>
          <p:spPr>
            <a:xfrm>
              <a:off x="1132519" y="1015269"/>
              <a:ext cx="967414" cy="373773"/>
            </a:xfrm>
            <a:prstGeom prst="chevron">
              <a:avLst>
                <a:gd name="adj" fmla="val 40000"/>
              </a:avLst>
            </a:prstGeom>
          </p:spPr>
          <p:style>
            <a:lnRef idx="2">
              <a:schemeClr val="lt1">
                <a:hueOff val="0"/>
                <a:satOff val="0"/>
                <a:lumOff val="0"/>
                <a:alphaOff val="0"/>
              </a:schemeClr>
            </a:lnRef>
            <a:fillRef idx="1">
              <a:schemeClr val="accent5">
                <a:hueOff val="-2073446"/>
                <a:satOff val="2134"/>
                <a:lumOff val="-4968"/>
                <a:alphaOff val="0"/>
              </a:schemeClr>
            </a:fillRef>
            <a:effectRef idx="0">
              <a:schemeClr val="accent5">
                <a:hueOff val="-2073446"/>
                <a:satOff val="2134"/>
                <a:lumOff val="-4968"/>
                <a:alphaOff val="0"/>
              </a:schemeClr>
            </a:effectRef>
            <a:fontRef idx="minor">
              <a:schemeClr val="lt1"/>
            </a:fontRef>
          </p:style>
          <p:txBody>
            <a:bodyPr/>
            <a:lstStyle/>
            <a:p>
              <a:endParaRPr lang="en-US"/>
            </a:p>
          </p:txBody>
        </p:sp>
        <p:sp>
          <p:nvSpPr>
            <p:cNvPr id="19" name="Freeform 18"/>
            <p:cNvSpPr/>
            <p:nvPr/>
          </p:nvSpPr>
          <p:spPr>
            <a:xfrm>
              <a:off x="1397646" y="1108412"/>
              <a:ext cx="815624" cy="373773"/>
            </a:xfrm>
            <a:custGeom>
              <a:avLst/>
              <a:gdLst>
                <a:gd name="connsiteX0" fmla="*/ 0 w 817172"/>
                <a:gd name="connsiteY0" fmla="*/ 37353 h 373533"/>
                <a:gd name="connsiteX1" fmla="*/ 37353 w 817172"/>
                <a:gd name="connsiteY1" fmla="*/ 0 h 373533"/>
                <a:gd name="connsiteX2" fmla="*/ 779819 w 817172"/>
                <a:gd name="connsiteY2" fmla="*/ 0 h 373533"/>
                <a:gd name="connsiteX3" fmla="*/ 817172 w 817172"/>
                <a:gd name="connsiteY3" fmla="*/ 37353 h 373533"/>
                <a:gd name="connsiteX4" fmla="*/ 817172 w 817172"/>
                <a:gd name="connsiteY4" fmla="*/ 336180 h 373533"/>
                <a:gd name="connsiteX5" fmla="*/ 779819 w 817172"/>
                <a:gd name="connsiteY5" fmla="*/ 373533 h 373533"/>
                <a:gd name="connsiteX6" fmla="*/ 37353 w 817172"/>
                <a:gd name="connsiteY6" fmla="*/ 373533 h 373533"/>
                <a:gd name="connsiteX7" fmla="*/ 0 w 817172"/>
                <a:gd name="connsiteY7" fmla="*/ 336180 h 373533"/>
                <a:gd name="connsiteX8" fmla="*/ 0 w 817172"/>
                <a:gd name="connsiteY8" fmla="*/ 37353 h 3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172" h="373533">
                  <a:moveTo>
                    <a:pt x="0" y="37353"/>
                  </a:moveTo>
                  <a:cubicBezTo>
                    <a:pt x="0" y="16724"/>
                    <a:pt x="16724" y="0"/>
                    <a:pt x="37353" y="0"/>
                  </a:cubicBezTo>
                  <a:lnTo>
                    <a:pt x="779819" y="0"/>
                  </a:lnTo>
                  <a:cubicBezTo>
                    <a:pt x="800448" y="0"/>
                    <a:pt x="817172" y="16724"/>
                    <a:pt x="817172" y="37353"/>
                  </a:cubicBezTo>
                  <a:lnTo>
                    <a:pt x="817172" y="336180"/>
                  </a:lnTo>
                  <a:cubicBezTo>
                    <a:pt x="817172" y="356809"/>
                    <a:pt x="800448" y="373533"/>
                    <a:pt x="779819" y="373533"/>
                  </a:cubicBezTo>
                  <a:lnTo>
                    <a:pt x="37353" y="373533"/>
                  </a:lnTo>
                  <a:cubicBezTo>
                    <a:pt x="16724" y="373533"/>
                    <a:pt x="0" y="356809"/>
                    <a:pt x="0" y="336180"/>
                  </a:cubicBezTo>
                  <a:lnTo>
                    <a:pt x="0" y="37353"/>
                  </a:lnTo>
                  <a:close/>
                </a:path>
              </a:pathLst>
            </a:custGeom>
          </p:spPr>
          <p:style>
            <a:lnRef idx="2">
              <a:schemeClr val="accent5">
                <a:hueOff val="-2073446"/>
                <a:satOff val="2134"/>
                <a:lumOff val="-496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vert="vert" lIns="89172" tIns="89172" rIns="89172" bIns="89172" spcCol="1270" anchor="ctr"/>
            <a:lstStyle>
              <a:defPPr>
                <a:defRPr lang="en-US"/>
              </a:defPPr>
              <a:lvl1pPr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1pPr>
              <a:lvl2pPr marL="4572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2pPr>
              <a:lvl3pPr marL="9144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3pPr>
              <a:lvl4pPr marL="13716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4pPr>
              <a:lvl5pPr marL="18288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5pPr>
              <a:lvl6pPr marL="2286000" algn="l" defTabSz="914400" rtl="0" eaLnBrk="1" latinLnBrk="0" hangingPunct="1">
                <a:defRPr sz="2400" kern="1200" baseline="-25000">
                  <a:solidFill>
                    <a:schemeClr val="dk1">
                      <a:hueOff val="0"/>
                      <a:satOff val="0"/>
                      <a:lumOff val="0"/>
                      <a:alphaOff val="0"/>
                    </a:schemeClr>
                  </a:solidFill>
                  <a:latin typeface="+mn-lt"/>
                  <a:ea typeface="+mn-ea"/>
                  <a:cs typeface="+mn-cs"/>
                </a:defRPr>
              </a:lvl6pPr>
              <a:lvl7pPr marL="2743200" algn="l" defTabSz="914400" rtl="0" eaLnBrk="1" latinLnBrk="0" hangingPunct="1">
                <a:defRPr sz="2400" kern="1200" baseline="-25000">
                  <a:solidFill>
                    <a:schemeClr val="dk1">
                      <a:hueOff val="0"/>
                      <a:satOff val="0"/>
                      <a:lumOff val="0"/>
                      <a:alphaOff val="0"/>
                    </a:schemeClr>
                  </a:solidFill>
                  <a:latin typeface="+mn-lt"/>
                  <a:ea typeface="+mn-ea"/>
                  <a:cs typeface="+mn-cs"/>
                </a:defRPr>
              </a:lvl7pPr>
              <a:lvl8pPr marL="3200400" algn="l" defTabSz="914400" rtl="0" eaLnBrk="1" latinLnBrk="0" hangingPunct="1">
                <a:defRPr sz="2400" kern="1200" baseline="-25000">
                  <a:solidFill>
                    <a:schemeClr val="dk1">
                      <a:hueOff val="0"/>
                      <a:satOff val="0"/>
                      <a:lumOff val="0"/>
                      <a:alphaOff val="0"/>
                    </a:schemeClr>
                  </a:solidFill>
                  <a:latin typeface="+mn-lt"/>
                  <a:ea typeface="+mn-ea"/>
                  <a:cs typeface="+mn-cs"/>
                </a:defRPr>
              </a:lvl8pPr>
              <a:lvl9pPr marL="3657600" algn="l" defTabSz="914400" rtl="0" eaLnBrk="1" latinLnBrk="0" hangingPunct="1">
                <a:defRPr sz="2400" kern="1200" baseline="-25000">
                  <a:solidFill>
                    <a:schemeClr val="dk1">
                      <a:hueOff val="0"/>
                      <a:satOff val="0"/>
                      <a:lumOff val="0"/>
                      <a:alphaOff val="0"/>
                    </a:schemeClr>
                  </a:solidFill>
                  <a:latin typeface="+mn-lt"/>
                  <a:ea typeface="+mn-ea"/>
                  <a:cs typeface="+mn-cs"/>
                </a:defRPr>
              </a:lvl9pPr>
            </a:lstStyle>
            <a:p>
              <a:pPr algn="ctr" defTabSz="488950">
                <a:lnSpc>
                  <a:spcPct val="90000"/>
                </a:lnSpc>
                <a:spcAft>
                  <a:spcPct val="35000"/>
                </a:spcAft>
                <a:defRPr/>
              </a:pPr>
              <a:r>
                <a:rPr lang="en-US" sz="1900" b="1" dirty="0"/>
                <a:t>Market Analysis</a:t>
              </a:r>
            </a:p>
          </p:txBody>
        </p:sp>
        <p:sp>
          <p:nvSpPr>
            <p:cNvPr id="20" name="Chevron 19"/>
            <p:cNvSpPr/>
            <p:nvPr/>
          </p:nvSpPr>
          <p:spPr>
            <a:xfrm>
              <a:off x="2237556" y="1015269"/>
              <a:ext cx="967414" cy="373773"/>
            </a:xfrm>
            <a:prstGeom prst="chevron">
              <a:avLst>
                <a:gd name="adj" fmla="val 40000"/>
              </a:avLst>
            </a:prstGeom>
          </p:spPr>
          <p:style>
            <a:lnRef idx="2">
              <a:schemeClr val="lt1">
                <a:hueOff val="0"/>
                <a:satOff val="0"/>
                <a:lumOff val="0"/>
                <a:alphaOff val="0"/>
              </a:schemeClr>
            </a:lnRef>
            <a:fillRef idx="1">
              <a:schemeClr val="accent5">
                <a:hueOff val="-4146891"/>
                <a:satOff val="4267"/>
                <a:lumOff val="-9935"/>
                <a:alphaOff val="0"/>
              </a:schemeClr>
            </a:fillRef>
            <a:effectRef idx="0">
              <a:schemeClr val="accent5">
                <a:hueOff val="-4146891"/>
                <a:satOff val="4267"/>
                <a:lumOff val="-9935"/>
                <a:alphaOff val="0"/>
              </a:schemeClr>
            </a:effectRef>
            <a:fontRef idx="minor">
              <a:schemeClr val="lt1"/>
            </a:fontRef>
          </p:style>
          <p:txBody>
            <a:bodyPr/>
            <a:lstStyle/>
            <a:p>
              <a:endParaRPr lang="en-US"/>
            </a:p>
          </p:txBody>
        </p:sp>
        <p:sp>
          <p:nvSpPr>
            <p:cNvPr id="21" name="Freeform 20"/>
            <p:cNvSpPr/>
            <p:nvPr/>
          </p:nvSpPr>
          <p:spPr>
            <a:xfrm>
              <a:off x="2496614" y="1108412"/>
              <a:ext cx="817647" cy="373773"/>
            </a:xfrm>
            <a:custGeom>
              <a:avLst/>
              <a:gdLst>
                <a:gd name="connsiteX0" fmla="*/ 0 w 817172"/>
                <a:gd name="connsiteY0" fmla="*/ 37353 h 373533"/>
                <a:gd name="connsiteX1" fmla="*/ 37353 w 817172"/>
                <a:gd name="connsiteY1" fmla="*/ 0 h 373533"/>
                <a:gd name="connsiteX2" fmla="*/ 779819 w 817172"/>
                <a:gd name="connsiteY2" fmla="*/ 0 h 373533"/>
                <a:gd name="connsiteX3" fmla="*/ 817172 w 817172"/>
                <a:gd name="connsiteY3" fmla="*/ 37353 h 373533"/>
                <a:gd name="connsiteX4" fmla="*/ 817172 w 817172"/>
                <a:gd name="connsiteY4" fmla="*/ 336180 h 373533"/>
                <a:gd name="connsiteX5" fmla="*/ 779819 w 817172"/>
                <a:gd name="connsiteY5" fmla="*/ 373533 h 373533"/>
                <a:gd name="connsiteX6" fmla="*/ 37353 w 817172"/>
                <a:gd name="connsiteY6" fmla="*/ 373533 h 373533"/>
                <a:gd name="connsiteX7" fmla="*/ 0 w 817172"/>
                <a:gd name="connsiteY7" fmla="*/ 336180 h 373533"/>
                <a:gd name="connsiteX8" fmla="*/ 0 w 817172"/>
                <a:gd name="connsiteY8" fmla="*/ 37353 h 3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172" h="373533">
                  <a:moveTo>
                    <a:pt x="0" y="37353"/>
                  </a:moveTo>
                  <a:cubicBezTo>
                    <a:pt x="0" y="16724"/>
                    <a:pt x="16724" y="0"/>
                    <a:pt x="37353" y="0"/>
                  </a:cubicBezTo>
                  <a:lnTo>
                    <a:pt x="779819" y="0"/>
                  </a:lnTo>
                  <a:cubicBezTo>
                    <a:pt x="800448" y="0"/>
                    <a:pt x="817172" y="16724"/>
                    <a:pt x="817172" y="37353"/>
                  </a:cubicBezTo>
                  <a:lnTo>
                    <a:pt x="817172" y="336180"/>
                  </a:lnTo>
                  <a:cubicBezTo>
                    <a:pt x="817172" y="356809"/>
                    <a:pt x="800448" y="373533"/>
                    <a:pt x="779819" y="373533"/>
                  </a:cubicBezTo>
                  <a:lnTo>
                    <a:pt x="37353" y="373533"/>
                  </a:lnTo>
                  <a:cubicBezTo>
                    <a:pt x="16724" y="373533"/>
                    <a:pt x="0" y="356809"/>
                    <a:pt x="0" y="336180"/>
                  </a:cubicBezTo>
                  <a:lnTo>
                    <a:pt x="0" y="37353"/>
                  </a:lnTo>
                  <a:close/>
                </a:path>
              </a:pathLst>
            </a:custGeom>
          </p:spPr>
          <p:style>
            <a:lnRef idx="2">
              <a:schemeClr val="accent5">
                <a:hueOff val="-4146891"/>
                <a:satOff val="4267"/>
                <a:lumOff val="-993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vert="vert" lIns="89172" tIns="89172" rIns="89172" bIns="89172" spcCol="1270" anchor="ctr"/>
            <a:lstStyle>
              <a:defPPr>
                <a:defRPr lang="en-US"/>
              </a:defPPr>
              <a:lvl1pPr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1pPr>
              <a:lvl2pPr marL="4572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2pPr>
              <a:lvl3pPr marL="9144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3pPr>
              <a:lvl4pPr marL="13716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4pPr>
              <a:lvl5pPr marL="18288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5pPr>
              <a:lvl6pPr marL="2286000" algn="l" defTabSz="914400" rtl="0" eaLnBrk="1" latinLnBrk="0" hangingPunct="1">
                <a:defRPr sz="2400" kern="1200" baseline="-25000">
                  <a:solidFill>
                    <a:schemeClr val="dk1">
                      <a:hueOff val="0"/>
                      <a:satOff val="0"/>
                      <a:lumOff val="0"/>
                      <a:alphaOff val="0"/>
                    </a:schemeClr>
                  </a:solidFill>
                  <a:latin typeface="+mn-lt"/>
                  <a:ea typeface="+mn-ea"/>
                  <a:cs typeface="+mn-cs"/>
                </a:defRPr>
              </a:lvl6pPr>
              <a:lvl7pPr marL="2743200" algn="l" defTabSz="914400" rtl="0" eaLnBrk="1" latinLnBrk="0" hangingPunct="1">
                <a:defRPr sz="2400" kern="1200" baseline="-25000">
                  <a:solidFill>
                    <a:schemeClr val="dk1">
                      <a:hueOff val="0"/>
                      <a:satOff val="0"/>
                      <a:lumOff val="0"/>
                      <a:alphaOff val="0"/>
                    </a:schemeClr>
                  </a:solidFill>
                  <a:latin typeface="+mn-lt"/>
                  <a:ea typeface="+mn-ea"/>
                  <a:cs typeface="+mn-cs"/>
                </a:defRPr>
              </a:lvl7pPr>
              <a:lvl8pPr marL="3200400" algn="l" defTabSz="914400" rtl="0" eaLnBrk="1" latinLnBrk="0" hangingPunct="1">
                <a:defRPr sz="2400" kern="1200" baseline="-25000">
                  <a:solidFill>
                    <a:schemeClr val="dk1">
                      <a:hueOff val="0"/>
                      <a:satOff val="0"/>
                      <a:lumOff val="0"/>
                      <a:alphaOff val="0"/>
                    </a:schemeClr>
                  </a:solidFill>
                  <a:latin typeface="+mn-lt"/>
                  <a:ea typeface="+mn-ea"/>
                  <a:cs typeface="+mn-cs"/>
                </a:defRPr>
              </a:lvl8pPr>
              <a:lvl9pPr marL="3657600" algn="l" defTabSz="914400" rtl="0" eaLnBrk="1" latinLnBrk="0" hangingPunct="1">
                <a:defRPr sz="2400" kern="1200" baseline="-25000">
                  <a:solidFill>
                    <a:schemeClr val="dk1">
                      <a:hueOff val="0"/>
                      <a:satOff val="0"/>
                      <a:lumOff val="0"/>
                      <a:alphaOff val="0"/>
                    </a:schemeClr>
                  </a:solidFill>
                  <a:latin typeface="+mn-lt"/>
                  <a:ea typeface="+mn-ea"/>
                  <a:cs typeface="+mn-cs"/>
                </a:defRPr>
              </a:lvl9pPr>
            </a:lstStyle>
            <a:p>
              <a:pPr algn="ctr" defTabSz="488950">
                <a:lnSpc>
                  <a:spcPct val="90000"/>
                </a:lnSpc>
                <a:spcAft>
                  <a:spcPct val="35000"/>
                </a:spcAft>
                <a:defRPr/>
              </a:pPr>
              <a:r>
                <a:rPr lang="en-US" sz="1900" b="1" dirty="0"/>
                <a:t>SWOT</a:t>
              </a:r>
            </a:p>
          </p:txBody>
        </p:sp>
        <p:sp>
          <p:nvSpPr>
            <p:cNvPr id="22" name="Chevron 21"/>
            <p:cNvSpPr/>
            <p:nvPr/>
          </p:nvSpPr>
          <p:spPr>
            <a:xfrm>
              <a:off x="3348665" y="1015269"/>
              <a:ext cx="969439" cy="373773"/>
            </a:xfrm>
            <a:prstGeom prst="chevron">
              <a:avLst>
                <a:gd name="adj" fmla="val 40000"/>
              </a:avLst>
            </a:prstGeom>
          </p:spPr>
          <p:style>
            <a:lnRef idx="2">
              <a:schemeClr val="lt1">
                <a:hueOff val="0"/>
                <a:satOff val="0"/>
                <a:lumOff val="0"/>
                <a:alphaOff val="0"/>
              </a:schemeClr>
            </a:lnRef>
            <a:fillRef idx="1">
              <a:schemeClr val="accent5">
                <a:hueOff val="-6220336"/>
                <a:satOff val="6401"/>
                <a:lumOff val="-14903"/>
                <a:alphaOff val="0"/>
              </a:schemeClr>
            </a:fillRef>
            <a:effectRef idx="0">
              <a:schemeClr val="accent5">
                <a:hueOff val="-6220336"/>
                <a:satOff val="6401"/>
                <a:lumOff val="-14903"/>
                <a:alphaOff val="0"/>
              </a:schemeClr>
            </a:effectRef>
            <a:fontRef idx="minor">
              <a:schemeClr val="lt1"/>
            </a:fontRef>
          </p:style>
          <p:txBody>
            <a:bodyPr/>
            <a:lstStyle/>
            <a:p>
              <a:endParaRPr lang="en-US"/>
            </a:p>
          </p:txBody>
        </p:sp>
        <p:sp>
          <p:nvSpPr>
            <p:cNvPr id="23" name="Freeform 22"/>
            <p:cNvSpPr/>
            <p:nvPr/>
          </p:nvSpPr>
          <p:spPr>
            <a:xfrm>
              <a:off x="3601651" y="1108412"/>
              <a:ext cx="817647" cy="373773"/>
            </a:xfrm>
            <a:custGeom>
              <a:avLst/>
              <a:gdLst>
                <a:gd name="connsiteX0" fmla="*/ 0 w 817172"/>
                <a:gd name="connsiteY0" fmla="*/ 37353 h 373533"/>
                <a:gd name="connsiteX1" fmla="*/ 37353 w 817172"/>
                <a:gd name="connsiteY1" fmla="*/ 0 h 373533"/>
                <a:gd name="connsiteX2" fmla="*/ 779819 w 817172"/>
                <a:gd name="connsiteY2" fmla="*/ 0 h 373533"/>
                <a:gd name="connsiteX3" fmla="*/ 817172 w 817172"/>
                <a:gd name="connsiteY3" fmla="*/ 37353 h 373533"/>
                <a:gd name="connsiteX4" fmla="*/ 817172 w 817172"/>
                <a:gd name="connsiteY4" fmla="*/ 336180 h 373533"/>
                <a:gd name="connsiteX5" fmla="*/ 779819 w 817172"/>
                <a:gd name="connsiteY5" fmla="*/ 373533 h 373533"/>
                <a:gd name="connsiteX6" fmla="*/ 37353 w 817172"/>
                <a:gd name="connsiteY6" fmla="*/ 373533 h 373533"/>
                <a:gd name="connsiteX7" fmla="*/ 0 w 817172"/>
                <a:gd name="connsiteY7" fmla="*/ 336180 h 373533"/>
                <a:gd name="connsiteX8" fmla="*/ 0 w 817172"/>
                <a:gd name="connsiteY8" fmla="*/ 37353 h 3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172" h="373533">
                  <a:moveTo>
                    <a:pt x="0" y="37353"/>
                  </a:moveTo>
                  <a:cubicBezTo>
                    <a:pt x="0" y="16724"/>
                    <a:pt x="16724" y="0"/>
                    <a:pt x="37353" y="0"/>
                  </a:cubicBezTo>
                  <a:lnTo>
                    <a:pt x="779819" y="0"/>
                  </a:lnTo>
                  <a:cubicBezTo>
                    <a:pt x="800448" y="0"/>
                    <a:pt x="817172" y="16724"/>
                    <a:pt x="817172" y="37353"/>
                  </a:cubicBezTo>
                  <a:lnTo>
                    <a:pt x="817172" y="336180"/>
                  </a:lnTo>
                  <a:cubicBezTo>
                    <a:pt x="817172" y="356809"/>
                    <a:pt x="800448" y="373533"/>
                    <a:pt x="779819" y="373533"/>
                  </a:cubicBezTo>
                  <a:lnTo>
                    <a:pt x="37353" y="373533"/>
                  </a:lnTo>
                  <a:cubicBezTo>
                    <a:pt x="16724" y="373533"/>
                    <a:pt x="0" y="356809"/>
                    <a:pt x="0" y="336180"/>
                  </a:cubicBezTo>
                  <a:lnTo>
                    <a:pt x="0" y="37353"/>
                  </a:lnTo>
                  <a:close/>
                </a:path>
              </a:pathLst>
            </a:custGeom>
          </p:spPr>
          <p:style>
            <a:lnRef idx="2">
              <a:schemeClr val="accent5">
                <a:hueOff val="-6220336"/>
                <a:satOff val="6401"/>
                <a:lumOff val="-1490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vert="vert" lIns="89172" tIns="89172" rIns="89172" bIns="89172" spcCol="1270" anchor="ctr"/>
            <a:lstStyle>
              <a:defPPr>
                <a:defRPr lang="en-US"/>
              </a:defPPr>
              <a:lvl1pPr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1pPr>
              <a:lvl2pPr marL="4572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2pPr>
              <a:lvl3pPr marL="9144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3pPr>
              <a:lvl4pPr marL="13716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4pPr>
              <a:lvl5pPr marL="18288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5pPr>
              <a:lvl6pPr marL="2286000" algn="l" defTabSz="914400" rtl="0" eaLnBrk="1" latinLnBrk="0" hangingPunct="1">
                <a:defRPr sz="2400" kern="1200" baseline="-25000">
                  <a:solidFill>
                    <a:schemeClr val="dk1">
                      <a:hueOff val="0"/>
                      <a:satOff val="0"/>
                      <a:lumOff val="0"/>
                      <a:alphaOff val="0"/>
                    </a:schemeClr>
                  </a:solidFill>
                  <a:latin typeface="+mn-lt"/>
                  <a:ea typeface="+mn-ea"/>
                  <a:cs typeface="+mn-cs"/>
                </a:defRPr>
              </a:lvl6pPr>
              <a:lvl7pPr marL="2743200" algn="l" defTabSz="914400" rtl="0" eaLnBrk="1" latinLnBrk="0" hangingPunct="1">
                <a:defRPr sz="2400" kern="1200" baseline="-25000">
                  <a:solidFill>
                    <a:schemeClr val="dk1">
                      <a:hueOff val="0"/>
                      <a:satOff val="0"/>
                      <a:lumOff val="0"/>
                      <a:alphaOff val="0"/>
                    </a:schemeClr>
                  </a:solidFill>
                  <a:latin typeface="+mn-lt"/>
                  <a:ea typeface="+mn-ea"/>
                  <a:cs typeface="+mn-cs"/>
                </a:defRPr>
              </a:lvl7pPr>
              <a:lvl8pPr marL="3200400" algn="l" defTabSz="914400" rtl="0" eaLnBrk="1" latinLnBrk="0" hangingPunct="1">
                <a:defRPr sz="2400" kern="1200" baseline="-25000">
                  <a:solidFill>
                    <a:schemeClr val="dk1">
                      <a:hueOff val="0"/>
                      <a:satOff val="0"/>
                      <a:lumOff val="0"/>
                      <a:alphaOff val="0"/>
                    </a:schemeClr>
                  </a:solidFill>
                  <a:latin typeface="+mn-lt"/>
                  <a:ea typeface="+mn-ea"/>
                  <a:cs typeface="+mn-cs"/>
                </a:defRPr>
              </a:lvl8pPr>
              <a:lvl9pPr marL="3657600" algn="l" defTabSz="914400" rtl="0" eaLnBrk="1" latinLnBrk="0" hangingPunct="1">
                <a:defRPr sz="2400" kern="1200" baseline="-25000">
                  <a:solidFill>
                    <a:schemeClr val="dk1">
                      <a:hueOff val="0"/>
                      <a:satOff val="0"/>
                      <a:lumOff val="0"/>
                      <a:alphaOff val="0"/>
                    </a:schemeClr>
                  </a:solidFill>
                  <a:latin typeface="+mn-lt"/>
                  <a:ea typeface="+mn-ea"/>
                  <a:cs typeface="+mn-cs"/>
                </a:defRPr>
              </a:lvl9pPr>
            </a:lstStyle>
            <a:p>
              <a:pPr algn="ctr" defTabSz="488950">
                <a:lnSpc>
                  <a:spcPct val="90000"/>
                </a:lnSpc>
                <a:spcAft>
                  <a:spcPct val="35000"/>
                </a:spcAft>
                <a:defRPr/>
              </a:pPr>
              <a:r>
                <a:rPr lang="en-US" sz="1900" b="1" dirty="0"/>
                <a:t>Business Model</a:t>
              </a:r>
            </a:p>
          </p:txBody>
        </p:sp>
        <p:sp>
          <p:nvSpPr>
            <p:cNvPr id="24" name="Chevron 23"/>
            <p:cNvSpPr/>
            <p:nvPr/>
          </p:nvSpPr>
          <p:spPr>
            <a:xfrm>
              <a:off x="4449655" y="1015269"/>
              <a:ext cx="967414" cy="373773"/>
            </a:xfrm>
            <a:prstGeom prst="chevron">
              <a:avLst>
                <a:gd name="adj" fmla="val 40000"/>
              </a:avLst>
            </a:prstGeom>
          </p:spPr>
          <p:style>
            <a:lnRef idx="2">
              <a:schemeClr val="lt1">
                <a:hueOff val="0"/>
                <a:satOff val="0"/>
                <a:lumOff val="0"/>
                <a:alphaOff val="0"/>
              </a:schemeClr>
            </a:lnRef>
            <a:fillRef idx="1">
              <a:schemeClr val="accent5">
                <a:hueOff val="-8293782"/>
                <a:satOff val="8535"/>
                <a:lumOff val="-19870"/>
                <a:alphaOff val="0"/>
              </a:schemeClr>
            </a:fillRef>
            <a:effectRef idx="0">
              <a:schemeClr val="accent5">
                <a:hueOff val="-8293782"/>
                <a:satOff val="8535"/>
                <a:lumOff val="-19870"/>
                <a:alphaOff val="0"/>
              </a:schemeClr>
            </a:effectRef>
            <a:fontRef idx="minor">
              <a:schemeClr val="lt1"/>
            </a:fontRef>
          </p:style>
          <p:txBody>
            <a:bodyPr/>
            <a:lstStyle/>
            <a:p>
              <a:endParaRPr lang="en-US"/>
            </a:p>
          </p:txBody>
        </p:sp>
        <p:sp>
          <p:nvSpPr>
            <p:cNvPr id="25" name="Freeform 24"/>
            <p:cNvSpPr/>
            <p:nvPr/>
          </p:nvSpPr>
          <p:spPr>
            <a:xfrm>
              <a:off x="4706689" y="1108412"/>
              <a:ext cx="817647" cy="373773"/>
            </a:xfrm>
            <a:custGeom>
              <a:avLst/>
              <a:gdLst>
                <a:gd name="connsiteX0" fmla="*/ 0 w 817172"/>
                <a:gd name="connsiteY0" fmla="*/ 37353 h 373533"/>
                <a:gd name="connsiteX1" fmla="*/ 37353 w 817172"/>
                <a:gd name="connsiteY1" fmla="*/ 0 h 373533"/>
                <a:gd name="connsiteX2" fmla="*/ 779819 w 817172"/>
                <a:gd name="connsiteY2" fmla="*/ 0 h 373533"/>
                <a:gd name="connsiteX3" fmla="*/ 817172 w 817172"/>
                <a:gd name="connsiteY3" fmla="*/ 37353 h 373533"/>
                <a:gd name="connsiteX4" fmla="*/ 817172 w 817172"/>
                <a:gd name="connsiteY4" fmla="*/ 336180 h 373533"/>
                <a:gd name="connsiteX5" fmla="*/ 779819 w 817172"/>
                <a:gd name="connsiteY5" fmla="*/ 373533 h 373533"/>
                <a:gd name="connsiteX6" fmla="*/ 37353 w 817172"/>
                <a:gd name="connsiteY6" fmla="*/ 373533 h 373533"/>
                <a:gd name="connsiteX7" fmla="*/ 0 w 817172"/>
                <a:gd name="connsiteY7" fmla="*/ 336180 h 373533"/>
                <a:gd name="connsiteX8" fmla="*/ 0 w 817172"/>
                <a:gd name="connsiteY8" fmla="*/ 37353 h 3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172" h="373533">
                  <a:moveTo>
                    <a:pt x="0" y="37353"/>
                  </a:moveTo>
                  <a:cubicBezTo>
                    <a:pt x="0" y="16724"/>
                    <a:pt x="16724" y="0"/>
                    <a:pt x="37353" y="0"/>
                  </a:cubicBezTo>
                  <a:lnTo>
                    <a:pt x="779819" y="0"/>
                  </a:lnTo>
                  <a:cubicBezTo>
                    <a:pt x="800448" y="0"/>
                    <a:pt x="817172" y="16724"/>
                    <a:pt x="817172" y="37353"/>
                  </a:cubicBezTo>
                  <a:lnTo>
                    <a:pt x="817172" y="336180"/>
                  </a:lnTo>
                  <a:cubicBezTo>
                    <a:pt x="817172" y="356809"/>
                    <a:pt x="800448" y="373533"/>
                    <a:pt x="779819" y="373533"/>
                  </a:cubicBezTo>
                  <a:lnTo>
                    <a:pt x="37353" y="373533"/>
                  </a:lnTo>
                  <a:cubicBezTo>
                    <a:pt x="16724" y="373533"/>
                    <a:pt x="0" y="356809"/>
                    <a:pt x="0" y="336180"/>
                  </a:cubicBezTo>
                  <a:lnTo>
                    <a:pt x="0" y="37353"/>
                  </a:lnTo>
                  <a:close/>
                </a:path>
              </a:pathLst>
            </a:custGeom>
          </p:spPr>
          <p:style>
            <a:lnRef idx="2">
              <a:schemeClr val="accent5">
                <a:hueOff val="-8293782"/>
                <a:satOff val="8535"/>
                <a:lumOff val="-1987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vert="vert" lIns="89172" tIns="89172" rIns="89172" bIns="89172" spcCol="1270" anchor="ctr"/>
            <a:lstStyle>
              <a:defPPr>
                <a:defRPr lang="en-US"/>
              </a:defPPr>
              <a:lvl1pPr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1pPr>
              <a:lvl2pPr marL="4572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2pPr>
              <a:lvl3pPr marL="9144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3pPr>
              <a:lvl4pPr marL="13716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4pPr>
              <a:lvl5pPr marL="18288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5pPr>
              <a:lvl6pPr marL="2286000" algn="l" defTabSz="914400" rtl="0" eaLnBrk="1" latinLnBrk="0" hangingPunct="1">
                <a:defRPr sz="2400" kern="1200" baseline="-25000">
                  <a:solidFill>
                    <a:schemeClr val="dk1">
                      <a:hueOff val="0"/>
                      <a:satOff val="0"/>
                      <a:lumOff val="0"/>
                      <a:alphaOff val="0"/>
                    </a:schemeClr>
                  </a:solidFill>
                  <a:latin typeface="+mn-lt"/>
                  <a:ea typeface="+mn-ea"/>
                  <a:cs typeface="+mn-cs"/>
                </a:defRPr>
              </a:lvl6pPr>
              <a:lvl7pPr marL="2743200" algn="l" defTabSz="914400" rtl="0" eaLnBrk="1" latinLnBrk="0" hangingPunct="1">
                <a:defRPr sz="2400" kern="1200" baseline="-25000">
                  <a:solidFill>
                    <a:schemeClr val="dk1">
                      <a:hueOff val="0"/>
                      <a:satOff val="0"/>
                      <a:lumOff val="0"/>
                      <a:alphaOff val="0"/>
                    </a:schemeClr>
                  </a:solidFill>
                  <a:latin typeface="+mn-lt"/>
                  <a:ea typeface="+mn-ea"/>
                  <a:cs typeface="+mn-cs"/>
                </a:defRPr>
              </a:lvl7pPr>
              <a:lvl8pPr marL="3200400" algn="l" defTabSz="914400" rtl="0" eaLnBrk="1" latinLnBrk="0" hangingPunct="1">
                <a:defRPr sz="2400" kern="1200" baseline="-25000">
                  <a:solidFill>
                    <a:schemeClr val="dk1">
                      <a:hueOff val="0"/>
                      <a:satOff val="0"/>
                      <a:lumOff val="0"/>
                      <a:alphaOff val="0"/>
                    </a:schemeClr>
                  </a:solidFill>
                  <a:latin typeface="+mn-lt"/>
                  <a:ea typeface="+mn-ea"/>
                  <a:cs typeface="+mn-cs"/>
                </a:defRPr>
              </a:lvl8pPr>
              <a:lvl9pPr marL="3657600" algn="l" defTabSz="914400" rtl="0" eaLnBrk="1" latinLnBrk="0" hangingPunct="1">
                <a:defRPr sz="2400" kern="1200" baseline="-25000">
                  <a:solidFill>
                    <a:schemeClr val="dk1">
                      <a:hueOff val="0"/>
                      <a:satOff val="0"/>
                      <a:lumOff val="0"/>
                      <a:alphaOff val="0"/>
                    </a:schemeClr>
                  </a:solidFill>
                  <a:latin typeface="+mn-lt"/>
                  <a:ea typeface="+mn-ea"/>
                  <a:cs typeface="+mn-cs"/>
                </a:defRPr>
              </a:lvl9pPr>
            </a:lstStyle>
            <a:p>
              <a:pPr algn="ctr" defTabSz="488950">
                <a:lnSpc>
                  <a:spcPct val="90000"/>
                </a:lnSpc>
                <a:spcAft>
                  <a:spcPct val="35000"/>
                </a:spcAft>
                <a:defRPr/>
              </a:pPr>
              <a:r>
                <a:rPr lang="en-US" sz="1900" b="1" dirty="0"/>
                <a:t>Validation</a:t>
              </a:r>
            </a:p>
          </p:txBody>
        </p:sp>
        <p:sp>
          <p:nvSpPr>
            <p:cNvPr id="26" name="Chevron 25"/>
            <p:cNvSpPr/>
            <p:nvPr/>
          </p:nvSpPr>
          <p:spPr>
            <a:xfrm>
              <a:off x="5554693" y="1015269"/>
              <a:ext cx="967414" cy="373773"/>
            </a:xfrm>
            <a:prstGeom prst="chevron">
              <a:avLst>
                <a:gd name="adj" fmla="val 40000"/>
              </a:avLst>
            </a:prstGeom>
          </p:spPr>
          <p:style>
            <a:lnRef idx="2">
              <a:schemeClr val="lt1">
                <a:hueOff val="0"/>
                <a:satOff val="0"/>
                <a:lumOff val="0"/>
                <a:alphaOff val="0"/>
              </a:schemeClr>
            </a:lnRef>
            <a:fillRef idx="1">
              <a:schemeClr val="accent5">
                <a:hueOff val="-10367227"/>
                <a:satOff val="10668"/>
                <a:lumOff val="-24838"/>
                <a:alphaOff val="0"/>
              </a:schemeClr>
            </a:fillRef>
            <a:effectRef idx="0">
              <a:schemeClr val="accent5">
                <a:hueOff val="-10367227"/>
                <a:satOff val="10668"/>
                <a:lumOff val="-24838"/>
                <a:alphaOff val="0"/>
              </a:schemeClr>
            </a:effectRef>
            <a:fontRef idx="minor">
              <a:schemeClr val="lt1"/>
            </a:fontRef>
          </p:style>
          <p:txBody>
            <a:bodyPr/>
            <a:lstStyle/>
            <a:p>
              <a:endParaRPr lang="en-US"/>
            </a:p>
          </p:txBody>
        </p:sp>
        <p:sp>
          <p:nvSpPr>
            <p:cNvPr id="27" name="Freeform 26"/>
            <p:cNvSpPr/>
            <p:nvPr/>
          </p:nvSpPr>
          <p:spPr>
            <a:xfrm>
              <a:off x="5811727" y="1108412"/>
              <a:ext cx="817647" cy="373773"/>
            </a:xfrm>
            <a:custGeom>
              <a:avLst/>
              <a:gdLst>
                <a:gd name="connsiteX0" fmla="*/ 0 w 817172"/>
                <a:gd name="connsiteY0" fmla="*/ 37353 h 373533"/>
                <a:gd name="connsiteX1" fmla="*/ 37353 w 817172"/>
                <a:gd name="connsiteY1" fmla="*/ 0 h 373533"/>
                <a:gd name="connsiteX2" fmla="*/ 779819 w 817172"/>
                <a:gd name="connsiteY2" fmla="*/ 0 h 373533"/>
                <a:gd name="connsiteX3" fmla="*/ 817172 w 817172"/>
                <a:gd name="connsiteY3" fmla="*/ 37353 h 373533"/>
                <a:gd name="connsiteX4" fmla="*/ 817172 w 817172"/>
                <a:gd name="connsiteY4" fmla="*/ 336180 h 373533"/>
                <a:gd name="connsiteX5" fmla="*/ 779819 w 817172"/>
                <a:gd name="connsiteY5" fmla="*/ 373533 h 373533"/>
                <a:gd name="connsiteX6" fmla="*/ 37353 w 817172"/>
                <a:gd name="connsiteY6" fmla="*/ 373533 h 373533"/>
                <a:gd name="connsiteX7" fmla="*/ 0 w 817172"/>
                <a:gd name="connsiteY7" fmla="*/ 336180 h 373533"/>
                <a:gd name="connsiteX8" fmla="*/ 0 w 817172"/>
                <a:gd name="connsiteY8" fmla="*/ 37353 h 3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172" h="373533">
                  <a:moveTo>
                    <a:pt x="0" y="37353"/>
                  </a:moveTo>
                  <a:cubicBezTo>
                    <a:pt x="0" y="16724"/>
                    <a:pt x="16724" y="0"/>
                    <a:pt x="37353" y="0"/>
                  </a:cubicBezTo>
                  <a:lnTo>
                    <a:pt x="779819" y="0"/>
                  </a:lnTo>
                  <a:cubicBezTo>
                    <a:pt x="800448" y="0"/>
                    <a:pt x="817172" y="16724"/>
                    <a:pt x="817172" y="37353"/>
                  </a:cubicBezTo>
                  <a:lnTo>
                    <a:pt x="817172" y="336180"/>
                  </a:lnTo>
                  <a:cubicBezTo>
                    <a:pt x="817172" y="356809"/>
                    <a:pt x="800448" y="373533"/>
                    <a:pt x="779819" y="373533"/>
                  </a:cubicBezTo>
                  <a:lnTo>
                    <a:pt x="37353" y="373533"/>
                  </a:lnTo>
                  <a:cubicBezTo>
                    <a:pt x="16724" y="373533"/>
                    <a:pt x="0" y="356809"/>
                    <a:pt x="0" y="336180"/>
                  </a:cubicBezTo>
                  <a:lnTo>
                    <a:pt x="0" y="37353"/>
                  </a:lnTo>
                  <a:close/>
                </a:path>
              </a:pathLst>
            </a:custGeom>
          </p:spPr>
          <p:style>
            <a:lnRef idx="2">
              <a:schemeClr val="accent5">
                <a:hueOff val="-10367227"/>
                <a:satOff val="10668"/>
                <a:lumOff val="-2483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vert="vert" lIns="89172" tIns="89172" rIns="89172" bIns="89172" spcCol="1270" anchor="ctr"/>
            <a:lstStyle>
              <a:defPPr>
                <a:defRPr lang="en-US"/>
              </a:defPPr>
              <a:lvl1pPr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1pPr>
              <a:lvl2pPr marL="4572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2pPr>
              <a:lvl3pPr marL="9144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3pPr>
              <a:lvl4pPr marL="13716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4pPr>
              <a:lvl5pPr marL="18288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5pPr>
              <a:lvl6pPr marL="2286000" algn="l" defTabSz="914400" rtl="0" eaLnBrk="1" latinLnBrk="0" hangingPunct="1">
                <a:defRPr sz="2400" kern="1200" baseline="-25000">
                  <a:solidFill>
                    <a:schemeClr val="dk1">
                      <a:hueOff val="0"/>
                      <a:satOff val="0"/>
                      <a:lumOff val="0"/>
                      <a:alphaOff val="0"/>
                    </a:schemeClr>
                  </a:solidFill>
                  <a:latin typeface="+mn-lt"/>
                  <a:ea typeface="+mn-ea"/>
                  <a:cs typeface="+mn-cs"/>
                </a:defRPr>
              </a:lvl6pPr>
              <a:lvl7pPr marL="2743200" algn="l" defTabSz="914400" rtl="0" eaLnBrk="1" latinLnBrk="0" hangingPunct="1">
                <a:defRPr sz="2400" kern="1200" baseline="-25000">
                  <a:solidFill>
                    <a:schemeClr val="dk1">
                      <a:hueOff val="0"/>
                      <a:satOff val="0"/>
                      <a:lumOff val="0"/>
                      <a:alphaOff val="0"/>
                    </a:schemeClr>
                  </a:solidFill>
                  <a:latin typeface="+mn-lt"/>
                  <a:ea typeface="+mn-ea"/>
                  <a:cs typeface="+mn-cs"/>
                </a:defRPr>
              </a:lvl7pPr>
              <a:lvl8pPr marL="3200400" algn="l" defTabSz="914400" rtl="0" eaLnBrk="1" latinLnBrk="0" hangingPunct="1">
                <a:defRPr sz="2400" kern="1200" baseline="-25000">
                  <a:solidFill>
                    <a:schemeClr val="dk1">
                      <a:hueOff val="0"/>
                      <a:satOff val="0"/>
                      <a:lumOff val="0"/>
                      <a:alphaOff val="0"/>
                    </a:schemeClr>
                  </a:solidFill>
                  <a:latin typeface="+mn-lt"/>
                  <a:ea typeface="+mn-ea"/>
                  <a:cs typeface="+mn-cs"/>
                </a:defRPr>
              </a:lvl8pPr>
              <a:lvl9pPr marL="3657600" algn="l" defTabSz="914400" rtl="0" eaLnBrk="1" latinLnBrk="0" hangingPunct="1">
                <a:defRPr sz="2400" kern="1200" baseline="-25000">
                  <a:solidFill>
                    <a:schemeClr val="dk1">
                      <a:hueOff val="0"/>
                      <a:satOff val="0"/>
                      <a:lumOff val="0"/>
                      <a:alphaOff val="0"/>
                    </a:schemeClr>
                  </a:solidFill>
                  <a:latin typeface="+mn-lt"/>
                  <a:ea typeface="+mn-ea"/>
                  <a:cs typeface="+mn-cs"/>
                </a:defRPr>
              </a:lvl9pPr>
            </a:lstStyle>
            <a:p>
              <a:pPr algn="ctr" defTabSz="488950">
                <a:lnSpc>
                  <a:spcPct val="90000"/>
                </a:lnSpc>
                <a:spcAft>
                  <a:spcPct val="35000"/>
                </a:spcAft>
                <a:defRPr/>
              </a:pPr>
              <a:r>
                <a:rPr lang="en-US" sz="1900" b="1" dirty="0"/>
                <a:t>Business Plan</a:t>
              </a:r>
            </a:p>
          </p:txBody>
        </p:sp>
      </p:grpSp>
      <p:grpSp>
        <p:nvGrpSpPr>
          <p:cNvPr id="13" name="Group 12"/>
          <p:cNvGrpSpPr>
            <a:grpSpLocks/>
          </p:cNvGrpSpPr>
          <p:nvPr/>
        </p:nvGrpSpPr>
        <p:grpSpPr bwMode="auto">
          <a:xfrm rot="-9557689">
            <a:off x="6769893" y="850719"/>
            <a:ext cx="1516063" cy="867996"/>
            <a:chOff x="1776833" y="160309"/>
            <a:chExt cx="1759077" cy="747246"/>
          </a:xfrm>
        </p:grpSpPr>
        <p:sp>
          <p:nvSpPr>
            <p:cNvPr id="14" name="Chevron 13"/>
            <p:cNvSpPr/>
            <p:nvPr/>
          </p:nvSpPr>
          <p:spPr>
            <a:xfrm>
              <a:off x="1776833" y="160309"/>
              <a:ext cx="1759077" cy="679228"/>
            </a:xfrm>
            <a:prstGeom prst="chevron">
              <a:avLst>
                <a:gd name="adj" fmla="val 4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15" name="Freeform 14"/>
            <p:cNvSpPr/>
            <p:nvPr/>
          </p:nvSpPr>
          <p:spPr>
            <a:xfrm rot="10800000">
              <a:off x="1966457" y="228326"/>
              <a:ext cx="1342793" cy="679229"/>
            </a:xfrm>
            <a:custGeom>
              <a:avLst/>
              <a:gdLst>
                <a:gd name="connsiteX0" fmla="*/ 0 w 1485442"/>
                <a:gd name="connsiteY0" fmla="*/ 67900 h 679003"/>
                <a:gd name="connsiteX1" fmla="*/ 67900 w 1485442"/>
                <a:gd name="connsiteY1" fmla="*/ 0 h 679003"/>
                <a:gd name="connsiteX2" fmla="*/ 1417542 w 1485442"/>
                <a:gd name="connsiteY2" fmla="*/ 0 h 679003"/>
                <a:gd name="connsiteX3" fmla="*/ 1485442 w 1485442"/>
                <a:gd name="connsiteY3" fmla="*/ 67900 h 679003"/>
                <a:gd name="connsiteX4" fmla="*/ 1485442 w 1485442"/>
                <a:gd name="connsiteY4" fmla="*/ 611103 h 679003"/>
                <a:gd name="connsiteX5" fmla="*/ 1417542 w 1485442"/>
                <a:gd name="connsiteY5" fmla="*/ 679003 h 679003"/>
                <a:gd name="connsiteX6" fmla="*/ 67900 w 1485442"/>
                <a:gd name="connsiteY6" fmla="*/ 679003 h 679003"/>
                <a:gd name="connsiteX7" fmla="*/ 0 w 1485442"/>
                <a:gd name="connsiteY7" fmla="*/ 611103 h 679003"/>
                <a:gd name="connsiteX8" fmla="*/ 0 w 1485442"/>
                <a:gd name="connsiteY8" fmla="*/ 67900 h 679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5442" h="679003">
                  <a:moveTo>
                    <a:pt x="0" y="67900"/>
                  </a:moveTo>
                  <a:cubicBezTo>
                    <a:pt x="0" y="30400"/>
                    <a:pt x="30400" y="0"/>
                    <a:pt x="67900" y="0"/>
                  </a:cubicBezTo>
                  <a:lnTo>
                    <a:pt x="1417542" y="0"/>
                  </a:lnTo>
                  <a:cubicBezTo>
                    <a:pt x="1455042" y="0"/>
                    <a:pt x="1485442" y="30400"/>
                    <a:pt x="1485442" y="67900"/>
                  </a:cubicBezTo>
                  <a:lnTo>
                    <a:pt x="1485442" y="611103"/>
                  </a:lnTo>
                  <a:cubicBezTo>
                    <a:pt x="1485442" y="648603"/>
                    <a:pt x="1455042" y="679003"/>
                    <a:pt x="1417542" y="679003"/>
                  </a:cubicBezTo>
                  <a:lnTo>
                    <a:pt x="67900" y="679003"/>
                  </a:lnTo>
                  <a:cubicBezTo>
                    <a:pt x="30400" y="679003"/>
                    <a:pt x="0" y="648603"/>
                    <a:pt x="0" y="611103"/>
                  </a:cubicBezTo>
                  <a:lnTo>
                    <a:pt x="0" y="6790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147903" tIns="147903" rIns="147903" bIns="147903" spcCol="1270" anchor="ctr"/>
            <a:lstStyle>
              <a:defPPr>
                <a:defRPr lang="en-US"/>
              </a:defPPr>
              <a:lvl1pPr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1pPr>
              <a:lvl2pPr marL="4572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2pPr>
              <a:lvl3pPr marL="9144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3pPr>
              <a:lvl4pPr marL="13716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4pPr>
              <a:lvl5pPr marL="1828800" algn="l" rtl="0" eaLnBrk="0" fontAlgn="base" hangingPunct="0">
                <a:spcBef>
                  <a:spcPct val="0"/>
                </a:spcBef>
                <a:spcAft>
                  <a:spcPct val="0"/>
                </a:spcAft>
                <a:defRPr sz="2400" kern="1200" baseline="-25000">
                  <a:solidFill>
                    <a:schemeClr val="dk1">
                      <a:hueOff val="0"/>
                      <a:satOff val="0"/>
                      <a:lumOff val="0"/>
                      <a:alphaOff val="0"/>
                    </a:schemeClr>
                  </a:solidFill>
                  <a:latin typeface="+mn-lt"/>
                  <a:ea typeface="+mn-ea"/>
                  <a:cs typeface="+mn-cs"/>
                </a:defRPr>
              </a:lvl5pPr>
              <a:lvl6pPr marL="2286000" algn="l" defTabSz="914400" rtl="0" eaLnBrk="1" latinLnBrk="0" hangingPunct="1">
                <a:defRPr sz="2400" kern="1200" baseline="-25000">
                  <a:solidFill>
                    <a:schemeClr val="dk1">
                      <a:hueOff val="0"/>
                      <a:satOff val="0"/>
                      <a:lumOff val="0"/>
                      <a:alphaOff val="0"/>
                    </a:schemeClr>
                  </a:solidFill>
                  <a:latin typeface="+mn-lt"/>
                  <a:ea typeface="+mn-ea"/>
                  <a:cs typeface="+mn-cs"/>
                </a:defRPr>
              </a:lvl6pPr>
              <a:lvl7pPr marL="2743200" algn="l" defTabSz="914400" rtl="0" eaLnBrk="1" latinLnBrk="0" hangingPunct="1">
                <a:defRPr sz="2400" kern="1200" baseline="-25000">
                  <a:solidFill>
                    <a:schemeClr val="dk1">
                      <a:hueOff val="0"/>
                      <a:satOff val="0"/>
                      <a:lumOff val="0"/>
                      <a:alphaOff val="0"/>
                    </a:schemeClr>
                  </a:solidFill>
                  <a:latin typeface="+mn-lt"/>
                  <a:ea typeface="+mn-ea"/>
                  <a:cs typeface="+mn-cs"/>
                </a:defRPr>
              </a:lvl7pPr>
              <a:lvl8pPr marL="3200400" algn="l" defTabSz="914400" rtl="0" eaLnBrk="1" latinLnBrk="0" hangingPunct="1">
                <a:defRPr sz="2400" kern="1200" baseline="-25000">
                  <a:solidFill>
                    <a:schemeClr val="dk1">
                      <a:hueOff val="0"/>
                      <a:satOff val="0"/>
                      <a:lumOff val="0"/>
                      <a:alphaOff val="0"/>
                    </a:schemeClr>
                  </a:solidFill>
                  <a:latin typeface="+mn-lt"/>
                  <a:ea typeface="+mn-ea"/>
                  <a:cs typeface="+mn-cs"/>
                </a:defRPr>
              </a:lvl8pPr>
              <a:lvl9pPr marL="3657600" algn="l" defTabSz="914400" rtl="0" eaLnBrk="1" latinLnBrk="0" hangingPunct="1">
                <a:defRPr sz="2400" kern="1200" baseline="-25000">
                  <a:solidFill>
                    <a:schemeClr val="dk1">
                      <a:hueOff val="0"/>
                      <a:satOff val="0"/>
                      <a:lumOff val="0"/>
                      <a:alphaOff val="0"/>
                    </a:schemeClr>
                  </a:solidFill>
                  <a:latin typeface="+mn-lt"/>
                  <a:ea typeface="+mn-ea"/>
                  <a:cs typeface="+mn-cs"/>
                </a:defRPr>
              </a:lvl9pPr>
            </a:lstStyle>
            <a:p>
              <a:pPr algn="ctr" defTabSz="800100">
                <a:lnSpc>
                  <a:spcPct val="90000"/>
                </a:lnSpc>
                <a:spcAft>
                  <a:spcPct val="35000"/>
                </a:spcAft>
                <a:defRPr/>
              </a:pPr>
              <a:r>
                <a:rPr lang="en-US" sz="1900" b="1" dirty="0"/>
                <a:t>Implement</a:t>
              </a:r>
            </a:p>
          </p:txBody>
        </p:sp>
      </p:grpSp>
    </p:spTree>
    <p:extLst>
      <p:ext uri="{BB962C8B-B14F-4D97-AF65-F5344CB8AC3E}">
        <p14:creationId xmlns:p14="http://schemas.microsoft.com/office/powerpoint/2010/main" val="17482361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12481566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997527" y="2524991"/>
            <a:ext cx="1111828" cy="369332"/>
          </a:xfrm>
          <a:prstGeom prst="rect">
            <a:avLst/>
          </a:prstGeom>
          <a:noFill/>
        </p:spPr>
        <p:txBody>
          <a:bodyPr wrap="square" rtlCol="0">
            <a:spAutoFit/>
          </a:bodyPr>
          <a:lstStyle/>
          <a:p>
            <a:r>
              <a:rPr lang="en-US" dirty="0" smtClean="0">
                <a:solidFill>
                  <a:schemeClr val="bg1"/>
                </a:solidFill>
              </a:rPr>
              <a:t>Costing</a:t>
            </a:r>
            <a:r>
              <a:rPr lang="en-US" dirty="0" smtClean="0"/>
              <a:t> </a:t>
            </a:r>
            <a:endParaRPr lang="en-US" dirty="0"/>
          </a:p>
        </p:txBody>
      </p:sp>
      <p:sp>
        <p:nvSpPr>
          <p:cNvPr id="7" name="TextBox 6"/>
          <p:cNvSpPr txBox="1"/>
          <p:nvPr/>
        </p:nvSpPr>
        <p:spPr>
          <a:xfrm>
            <a:off x="3034145" y="2543403"/>
            <a:ext cx="1143000" cy="369332"/>
          </a:xfrm>
          <a:prstGeom prst="rect">
            <a:avLst/>
          </a:prstGeom>
          <a:noFill/>
        </p:spPr>
        <p:txBody>
          <a:bodyPr wrap="square" rtlCol="0">
            <a:spAutoFit/>
          </a:bodyPr>
          <a:lstStyle/>
          <a:p>
            <a:r>
              <a:rPr lang="en-US" dirty="0" smtClean="0">
                <a:solidFill>
                  <a:schemeClr val="bg1"/>
                </a:solidFill>
              </a:rPr>
              <a:t>Pricing </a:t>
            </a:r>
            <a:endParaRPr lang="en-US" dirty="0"/>
          </a:p>
        </p:txBody>
      </p:sp>
      <p:sp>
        <p:nvSpPr>
          <p:cNvPr id="8" name="TextBox 7"/>
          <p:cNvSpPr txBox="1"/>
          <p:nvPr/>
        </p:nvSpPr>
        <p:spPr>
          <a:xfrm>
            <a:off x="5101935" y="2524991"/>
            <a:ext cx="1028700" cy="646331"/>
          </a:xfrm>
          <a:prstGeom prst="rect">
            <a:avLst/>
          </a:prstGeom>
          <a:noFill/>
        </p:spPr>
        <p:txBody>
          <a:bodyPr wrap="square" rtlCol="0">
            <a:spAutoFit/>
          </a:bodyPr>
          <a:lstStyle/>
          <a:p>
            <a:r>
              <a:rPr lang="en-US" dirty="0" smtClean="0">
                <a:solidFill>
                  <a:schemeClr val="bg1"/>
                </a:solidFill>
              </a:rPr>
              <a:t>Activities Analysis</a:t>
            </a:r>
            <a:endParaRPr lang="en-US" dirty="0">
              <a:solidFill>
                <a:schemeClr val="bg1"/>
              </a:solidFill>
            </a:endParaRPr>
          </a:p>
        </p:txBody>
      </p:sp>
      <p:sp>
        <p:nvSpPr>
          <p:cNvPr id="10" name="TextBox 9"/>
          <p:cNvSpPr txBox="1"/>
          <p:nvPr/>
        </p:nvSpPr>
        <p:spPr>
          <a:xfrm>
            <a:off x="7055425" y="2386491"/>
            <a:ext cx="1257302" cy="584775"/>
          </a:xfrm>
          <a:prstGeom prst="rect">
            <a:avLst/>
          </a:prstGeom>
          <a:noFill/>
        </p:spPr>
        <p:txBody>
          <a:bodyPr wrap="square" rtlCol="0">
            <a:spAutoFit/>
          </a:bodyPr>
          <a:lstStyle/>
          <a:p>
            <a:r>
              <a:rPr lang="en-US" sz="1600" dirty="0" smtClean="0"/>
              <a:t>Performance Analysis </a:t>
            </a:r>
            <a:endParaRPr lang="en-US" sz="1600" dirty="0"/>
          </a:p>
        </p:txBody>
      </p:sp>
      <p:sp>
        <p:nvSpPr>
          <p:cNvPr id="11" name="TextBox 10"/>
          <p:cNvSpPr txBox="1"/>
          <p:nvPr/>
        </p:nvSpPr>
        <p:spPr>
          <a:xfrm>
            <a:off x="3314700" y="5715000"/>
            <a:ext cx="2301585" cy="338554"/>
          </a:xfrm>
          <a:prstGeom prst="rect">
            <a:avLst/>
          </a:prstGeom>
          <a:noFill/>
        </p:spPr>
        <p:txBody>
          <a:bodyPr wrap="square" rtlCol="0">
            <a:spAutoFit/>
          </a:bodyPr>
          <a:lstStyle/>
          <a:p>
            <a:pPr algn="ctr"/>
            <a:r>
              <a:rPr lang="en-US" sz="1600" smtClean="0"/>
              <a:t>Managerial Activities</a:t>
            </a:r>
            <a:endParaRPr lang="en-US" sz="1600" dirty="0"/>
          </a:p>
        </p:txBody>
      </p:sp>
    </p:spTree>
    <p:extLst>
      <p:ext uri="{BB962C8B-B14F-4D97-AF65-F5344CB8AC3E}">
        <p14:creationId xmlns:p14="http://schemas.microsoft.com/office/powerpoint/2010/main" val="18493919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Development Manager Job Duties:</a:t>
            </a:r>
            <a:br>
              <a:rPr lang="en-US" dirty="0"/>
            </a:br>
            <a:endParaRPr lang="en-US" dirty="0"/>
          </a:p>
        </p:txBody>
      </p:sp>
      <p:sp>
        <p:nvSpPr>
          <p:cNvPr id="3" name="Content Placeholder 2"/>
          <p:cNvSpPr>
            <a:spLocks noGrp="1"/>
          </p:cNvSpPr>
          <p:nvPr>
            <p:ph idx="1"/>
          </p:nvPr>
        </p:nvSpPr>
        <p:spPr/>
        <p:txBody>
          <a:bodyPr/>
          <a:lstStyle/>
          <a:p>
            <a:pPr lvl="0"/>
            <a:r>
              <a:rPr lang="en-US" dirty="0" smtClean="0"/>
              <a:t>Identifies </a:t>
            </a:r>
            <a:r>
              <a:rPr lang="en-US" dirty="0"/>
              <a:t>trendsetter ideas by researching industry and related events, publications, and announcements; tracking individual contributors and their accomplishments.</a:t>
            </a:r>
          </a:p>
          <a:p>
            <a:pPr lvl="0"/>
            <a:r>
              <a:rPr lang="en-US" dirty="0"/>
              <a:t>Locates or proposes potential business deals by contacting potential partners; discovering and exploring opportunities.</a:t>
            </a:r>
          </a:p>
          <a:p>
            <a:pPr lvl="0"/>
            <a:r>
              <a:rPr lang="en-US" dirty="0"/>
              <a:t>Screens potential business deals by analyzing market strategies, deal requirements, potential, and financials; evaluating options; resolving internal priorities; recommending equity investments.</a:t>
            </a:r>
          </a:p>
          <a:p>
            <a:pPr lvl="0"/>
            <a:r>
              <a:rPr lang="en-US" dirty="0"/>
              <a:t>Develops negotiating strategies and positions by studying integration of new venture with company strategies and operations; examining risks and potentials; estimating partners' needs and goals.</a:t>
            </a:r>
          </a:p>
          <a:p>
            <a:pPr lvl="0"/>
            <a:r>
              <a:rPr lang="en-US" dirty="0"/>
              <a:t>Closes new business deals by coordinating requirements; developing and negotiating contracts; integrating contract requirements with business operations.</a:t>
            </a:r>
          </a:p>
          <a:p>
            <a:pPr lvl="0"/>
            <a:r>
              <a:rPr lang="en-US" dirty="0" smtClean="0"/>
              <a:t>Updates </a:t>
            </a:r>
            <a:r>
              <a:rPr lang="en-US" dirty="0"/>
              <a:t>job knowledge by participating in educational opportunities; reading professional publications; maintaining personal networks; participating in professional organizations</a:t>
            </a:r>
            <a:r>
              <a:rPr lang="en-US" dirty="0" smtClean="0"/>
              <a:t>.</a:t>
            </a:r>
            <a:endParaRPr lang="en-US" dirty="0"/>
          </a:p>
        </p:txBody>
      </p:sp>
    </p:spTree>
    <p:extLst>
      <p:ext uri="{BB962C8B-B14F-4D97-AF65-F5344CB8AC3E}">
        <p14:creationId xmlns:p14="http://schemas.microsoft.com/office/powerpoint/2010/main" val="28256721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576</TotalTime>
  <Words>630</Words>
  <Application>Microsoft Office PowerPoint</Application>
  <PresentationFormat>On-screen Show (4:3)</PresentationFormat>
  <Paragraphs>101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ＭＳ Ｐゴシック</vt:lpstr>
      <vt:lpstr>Aharoni</vt:lpstr>
      <vt:lpstr>Arial</vt:lpstr>
      <vt:lpstr>Calibri</vt:lpstr>
      <vt:lpstr>Calibri Light</vt:lpstr>
      <vt:lpstr>Office Theme</vt:lpstr>
      <vt:lpstr>Business Development Unit  scope briefing</vt:lpstr>
      <vt:lpstr>Introduction </vt:lpstr>
      <vt:lpstr>Business development and analysis scope of work  </vt:lpstr>
      <vt:lpstr>Business Development and Analysis </vt:lpstr>
      <vt:lpstr>Business Development and Analysis </vt:lpstr>
      <vt:lpstr>Business development and analysis Implementation </vt:lpstr>
      <vt:lpstr>Business Development Potential Revenue Areas </vt:lpstr>
      <vt:lpstr>Analysis </vt:lpstr>
      <vt:lpstr>Business Development Manager Job Duties: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Development Unit  scope briefing</dc:title>
  <dc:creator>Rasha Aly Mohamed Eltantawy</dc:creator>
  <cp:lastModifiedBy>Hesham Salem</cp:lastModifiedBy>
  <cp:revision>55</cp:revision>
  <dcterms:created xsi:type="dcterms:W3CDTF">2018-01-09T06:28:28Z</dcterms:created>
  <dcterms:modified xsi:type="dcterms:W3CDTF">2018-02-11T12:43:52Z</dcterms:modified>
</cp:coreProperties>
</file>