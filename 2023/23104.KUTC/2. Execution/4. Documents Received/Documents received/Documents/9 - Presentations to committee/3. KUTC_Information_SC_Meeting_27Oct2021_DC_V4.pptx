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3" r:id="rId2"/>
    <p:sldId id="280" r:id="rId3"/>
    <p:sldId id="293" r:id="rId4"/>
    <p:sldId id="295" r:id="rId5"/>
    <p:sldId id="290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B136-1229-474E-AC4A-60C04F8B27AF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D54B-46E3-4EB7-BD17-1A0E452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81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9B48-1C08-4775-A344-BB29E8D843B1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A054C-12CD-43B8-B32C-971F1B7E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4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>
            <a:spLocks noGrp="1"/>
          </p:cNvSpPr>
          <p:nvPr>
            <p:ph type="ctrTitle"/>
          </p:nvPr>
        </p:nvSpPr>
        <p:spPr>
          <a:xfrm>
            <a:off x="641471" y="2503085"/>
            <a:ext cx="11199590" cy="667459"/>
          </a:xfrm>
        </p:spPr>
        <p:txBody>
          <a:bodyPr>
            <a:noAutofit/>
          </a:bodyPr>
          <a:lstStyle/>
          <a:p>
            <a:pPr lvl="0" defTabSz="673547" eaLnBrk="1" hangingPunct="1"/>
            <a:r>
              <a:rPr lang="en-US" sz="28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Information for Oct. 28</a:t>
            </a:r>
            <a:r>
              <a:rPr lang="en-US" sz="2800" kern="0" baseline="3000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th</a:t>
            </a:r>
            <a:r>
              <a:rPr lang="en-US" sz="28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 KUTC Steering Committee Meeting</a:t>
            </a:r>
            <a:b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</a:br>
            <a:endParaRPr lang="en-US" sz="30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74071" y="5552221"/>
            <a:ext cx="7523285" cy="835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October 21, 2021</a:t>
            </a:r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Khalifa University of Science and Technology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689" y="3216528"/>
            <a:ext cx="4597361" cy="12553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93362" y="4851549"/>
            <a:ext cx="14847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Daniel Choi</a:t>
            </a:r>
          </a:p>
        </p:txBody>
      </p:sp>
    </p:spTree>
    <p:extLst>
      <p:ext uri="{BB962C8B-B14F-4D97-AF65-F5344CB8AC3E}">
        <p14:creationId xmlns:p14="http://schemas.microsoft.com/office/powerpoint/2010/main" val="389118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787603" y="1544509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Office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683661"/>
              </p:ext>
            </p:extLst>
          </p:nvPr>
        </p:nvGraphicFramePr>
        <p:xfrm>
          <a:off x="1411574" y="2783079"/>
          <a:ext cx="3115456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5680" imgH="7314120" progId="">
                  <p:embed/>
                </p:oleObj>
              </mc:Choice>
              <mc:Fallback>
                <p:oleObj r:id="rId2" imgW="5485680" imgH="731412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11574" y="2783079"/>
                        <a:ext cx="3115456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42752" y="3207895"/>
            <a:ext cx="46372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 Location: Room 8377 at </a:t>
            </a:r>
            <a:r>
              <a:rPr lang="en-US" sz="2400" dirty="0" err="1"/>
              <a:t>Arzanah</a:t>
            </a:r>
            <a:endParaRPr lang="en-US" sz="2400" dirty="0"/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 Furniture: 6 desks and 6 chairs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/>
              <a:t> Electricity is available.</a:t>
            </a:r>
          </a:p>
        </p:txBody>
      </p:sp>
    </p:spTree>
    <p:extLst>
      <p:ext uri="{BB962C8B-B14F-4D97-AF65-F5344CB8AC3E}">
        <p14:creationId xmlns:p14="http://schemas.microsoft.com/office/powerpoint/2010/main" val="4248419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802593" y="1345893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Lab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9151" y="5586141"/>
            <a:ext cx="92221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 Location: Room 8022 at </a:t>
            </a:r>
            <a:r>
              <a:rPr lang="en-US" sz="2200" dirty="0" err="1"/>
              <a:t>Arzanah</a:t>
            </a:r>
            <a:endParaRPr lang="en-US" sz="22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 Electricity is not available - Electrical wiring work is pending until ADDC’s</a:t>
            </a:r>
          </a:p>
          <a:p>
            <a:r>
              <a:rPr lang="en-US" sz="2200" dirty="0"/>
              <a:t>       approval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311212"/>
              </p:ext>
            </p:extLst>
          </p:nvPr>
        </p:nvGraphicFramePr>
        <p:xfrm>
          <a:off x="2059151" y="2267488"/>
          <a:ext cx="4086022" cy="30645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85680" imgH="4114080" progId="">
                  <p:embed/>
                </p:oleObj>
              </mc:Choice>
              <mc:Fallback>
                <p:oleObj r:id="rId2" imgW="5485680" imgH="4114080" progId="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59151" y="2267488"/>
                        <a:ext cx="4086022" cy="30645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751" y="2136626"/>
            <a:ext cx="4551396" cy="332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2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802593" y="1345893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KUTC Lab (Cont’d)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5819" y="5910990"/>
            <a:ext cx="92221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780" y="2178609"/>
            <a:ext cx="4700314" cy="36309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9921" y="5885873"/>
            <a:ext cx="9609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Two crates are ready for shipping to KU from KBSI as of 20</a:t>
            </a:r>
            <a:r>
              <a:rPr lang="en-US" baseline="30000" dirty="0"/>
              <a:t>th</a:t>
            </a:r>
            <a:r>
              <a:rPr lang="en-US" dirty="0"/>
              <a:t> of Oct.(total 2 Crates): </a:t>
            </a:r>
          </a:p>
          <a:p>
            <a:r>
              <a:rPr lang="en-US" dirty="0"/>
              <a:t>The crates contain KBSI’s lab </a:t>
            </a:r>
            <a:r>
              <a:rPr lang="en-US" dirty="0">
                <a:solidFill>
                  <a:srgbClr val="0000FF"/>
                </a:solidFill>
              </a:rPr>
              <a:t>consumables and small lab tools (scale, etc.) for KBSI’s lab work @ KUTC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610" y="3587769"/>
            <a:ext cx="2842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 of ‘inside of the crate’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5819" y="4806367"/>
            <a:ext cx="2828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 of ‘crate after closing’</a:t>
            </a:r>
          </a:p>
        </p:txBody>
      </p:sp>
    </p:spTree>
    <p:extLst>
      <p:ext uri="{BB962C8B-B14F-4D97-AF65-F5344CB8AC3E}">
        <p14:creationId xmlns:p14="http://schemas.microsoft.com/office/powerpoint/2010/main" val="257023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673439" y="1502915"/>
            <a:ext cx="9120554" cy="667459"/>
          </a:xfrm>
        </p:spPr>
        <p:txBody>
          <a:bodyPr>
            <a:normAutofit fontScale="90000"/>
          </a:bodyPr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Status of KUTC project and highlights in activities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5425" y="6420084"/>
            <a:ext cx="1121299" cy="238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16898" y="2265844"/>
            <a:ext cx="10524163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 KUTC Project: “Development of solid electrolytes for harsh environment”</a:t>
            </a:r>
          </a:p>
          <a:p>
            <a:r>
              <a:rPr lang="en-US" sz="2000" dirty="0"/>
              <a:t>       - Project period: Nov. 2019 – Oct 2022 (in progress)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 2</a:t>
            </a:r>
            <a:r>
              <a:rPr lang="en-US" sz="2000" baseline="30000" dirty="0"/>
              <a:t>nd</a:t>
            </a:r>
            <a:r>
              <a:rPr lang="en-US" sz="2000" dirty="0"/>
              <a:t> KUTC Joint Workshop 2021 (Virtual): Advanced Materials</a:t>
            </a:r>
          </a:p>
          <a:p>
            <a:r>
              <a:rPr lang="en-US" sz="2000" dirty="0"/>
              <a:t>       -  Date: 3</a:t>
            </a:r>
            <a:r>
              <a:rPr lang="en-US" sz="2000" baseline="30000" dirty="0"/>
              <a:t>rd</a:t>
            </a:r>
            <a:r>
              <a:rPr lang="en-US" sz="2000" dirty="0"/>
              <a:t> February 2021</a:t>
            </a:r>
          </a:p>
          <a:p>
            <a:r>
              <a:rPr lang="en-US" sz="2000" dirty="0"/>
              <a:t>       -  Participants: 10 KU faculty members and 6 KBSI researchers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The project on hydrogen (sponsored by UAE government and Korean government):</a:t>
            </a:r>
          </a:p>
          <a:p>
            <a:r>
              <a:rPr lang="en-US" sz="2000" dirty="0"/>
              <a:t>         “Technology development for hydrogen based transport infrastructure in UAE”</a:t>
            </a:r>
          </a:p>
          <a:p>
            <a:r>
              <a:rPr lang="en-US" sz="2000" dirty="0"/>
              <a:t>       - Four year project: 2021 - 2025</a:t>
            </a:r>
          </a:p>
          <a:p>
            <a:r>
              <a:rPr lang="en-US" sz="2000" dirty="0"/>
              <a:t>       - KUTC’s engagement was requested by Korea Transport Institute (KOTI under Korea Ministry of </a:t>
            </a:r>
          </a:p>
          <a:p>
            <a:r>
              <a:rPr lang="en-US" sz="2000" dirty="0"/>
              <a:t>         Land, Infrastructure and Transport)</a:t>
            </a:r>
          </a:p>
          <a:p>
            <a:r>
              <a:rPr lang="en-US" sz="2000" dirty="0"/>
              <a:t>         https://english.koti.re.kr/</a:t>
            </a:r>
          </a:p>
          <a:p>
            <a:r>
              <a:rPr lang="en-US" sz="2000" dirty="0"/>
              <a:t>       - KOTI delegation’s visit to UAE in November 2021 for discussion on working group work.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7581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/>
          </p:nvPr>
        </p:nvSpPr>
        <p:spPr>
          <a:xfrm>
            <a:off x="1605425" y="1731438"/>
            <a:ext cx="9120554" cy="667459"/>
          </a:xfrm>
        </p:spPr>
        <p:txBody>
          <a:bodyPr/>
          <a:lstStyle/>
          <a:p>
            <a:pPr lvl="0" defTabSz="673547" eaLnBrk="1" hangingPunct="1"/>
            <a:r>
              <a:rPr lang="en-US" sz="30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Proposed change in status of KUTC</a:t>
            </a:r>
            <a:endParaRPr lang="en-US" sz="3600" kern="0" dirty="0">
              <a:solidFill>
                <a:srgbClr val="007AA5"/>
              </a:solidFill>
              <a:latin typeface="Arial Bold" panose="020B0704020202020204" pitchFamily="34" charset="0"/>
              <a:ea typeface="+mn-ea"/>
              <a:cs typeface="Arial Bold" panose="020B0704020202020204" pitchFamily="34" charset="0"/>
              <a:sym typeface="Arial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5425" y="6420084"/>
            <a:ext cx="1121299" cy="238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3102" y="2554692"/>
            <a:ext cx="1049357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Changing KUTC  ‘Center’ to a ‘Joint Lab’ at some point. (Discussion on developing new collaboration projects may need to be reserved) 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Program for faculty, student and researcher exchanges can be sustained.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/>
              <a:t>At some point in the future, once the UAE R&amp;D agenda is moving ahead, we can look for opportunities to build this back up (Until then Steering Committee may not be needed).</a:t>
            </a:r>
          </a:p>
          <a:p>
            <a:endParaRPr lang="en-US" sz="2000" dirty="0"/>
          </a:p>
          <a:p>
            <a:r>
              <a:rPr lang="en-US" sz="2000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48265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2156</TotalTime>
  <Words>372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Bold</vt:lpstr>
      <vt:lpstr>Calibri</vt:lpstr>
      <vt:lpstr>Calibri Light</vt:lpstr>
      <vt:lpstr>Wingdings</vt:lpstr>
      <vt:lpstr>Office Theme</vt:lpstr>
      <vt:lpstr>Information for Oct. 28th KUTC Steering Committee Meeting </vt:lpstr>
      <vt:lpstr>KUTC Office</vt:lpstr>
      <vt:lpstr>KUTC Lab</vt:lpstr>
      <vt:lpstr>KUTC Lab (Cont’d)</vt:lpstr>
      <vt:lpstr>Status of KUTC project and highlights in activities</vt:lpstr>
      <vt:lpstr>Proposed change in status of KUTC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Internal Research Fund</dc:title>
  <dc:creator>Blake Andrew Ashwell</dc:creator>
  <cp:lastModifiedBy>Daniel Choi</cp:lastModifiedBy>
  <cp:revision>148</cp:revision>
  <dcterms:created xsi:type="dcterms:W3CDTF">2018-04-12T05:05:10Z</dcterms:created>
  <dcterms:modified xsi:type="dcterms:W3CDTF">2023-02-28T09:18:46Z</dcterms:modified>
</cp:coreProperties>
</file>